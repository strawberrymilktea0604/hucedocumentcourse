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8"/>
  </p:notesMasterIdLst>
  <p:sldIdLst>
    <p:sldId id="257" r:id="rId2"/>
    <p:sldId id="258" r:id="rId3"/>
    <p:sldId id="259" r:id="rId4"/>
    <p:sldId id="260" r:id="rId5"/>
    <p:sldId id="261" r:id="rId6"/>
    <p:sldId id="262" r:id="rId7"/>
    <p:sldId id="273" r:id="rId8"/>
    <p:sldId id="354" r:id="rId9"/>
    <p:sldId id="355" r:id="rId10"/>
    <p:sldId id="356" r:id="rId11"/>
    <p:sldId id="357" r:id="rId12"/>
    <p:sldId id="358" r:id="rId13"/>
    <p:sldId id="360" r:id="rId14"/>
    <p:sldId id="361" r:id="rId15"/>
    <p:sldId id="362" r:id="rId16"/>
    <p:sldId id="385" r:id="rId17"/>
    <p:sldId id="386" r:id="rId18"/>
    <p:sldId id="387" r:id="rId19"/>
    <p:sldId id="388" r:id="rId20"/>
    <p:sldId id="389" r:id="rId21"/>
    <p:sldId id="363" r:id="rId22"/>
    <p:sldId id="390" r:id="rId23"/>
    <p:sldId id="274" r:id="rId24"/>
    <p:sldId id="275" r:id="rId25"/>
    <p:sldId id="276" r:id="rId26"/>
    <p:sldId id="263" r:id="rId27"/>
    <p:sldId id="277" r:id="rId28"/>
    <p:sldId id="278" r:id="rId29"/>
    <p:sldId id="353" r:id="rId30"/>
    <p:sldId id="346" r:id="rId31"/>
    <p:sldId id="264" r:id="rId32"/>
    <p:sldId id="265" r:id="rId33"/>
    <p:sldId id="279" r:id="rId34"/>
    <p:sldId id="266" r:id="rId35"/>
    <p:sldId id="267" r:id="rId36"/>
    <p:sldId id="350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00" autoAdjust="0"/>
    <p:restoredTop sz="94660"/>
  </p:normalViewPr>
  <p:slideViewPr>
    <p:cSldViewPr>
      <p:cViewPr varScale="1">
        <p:scale>
          <a:sx n="91" d="100"/>
          <a:sy n="91" d="100"/>
        </p:scale>
        <p:origin x="8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ắng Vũ" userId="b892d97793145037" providerId="LiveId" clId="{B76CCC8F-7431-4F98-B1C0-59E2C6E0CAD8}"/>
    <pc:docChg chg="undo custSel addSld delSld modSld sldOrd">
      <pc:chgData name="Thắng Vũ" userId="b892d97793145037" providerId="LiveId" clId="{B76CCC8F-7431-4F98-B1C0-59E2C6E0CAD8}" dt="2023-11-06T07:21:34.842" v="1688" actId="20577"/>
      <pc:docMkLst>
        <pc:docMk/>
      </pc:docMkLst>
      <pc:sldChg chg="modSp add del">
        <pc:chgData name="Thắng Vũ" userId="b892d97793145037" providerId="LiveId" clId="{B76CCC8F-7431-4F98-B1C0-59E2C6E0CAD8}" dt="2023-11-06T05:08:38.699" v="55"/>
        <pc:sldMkLst>
          <pc:docMk/>
          <pc:sldMk cId="0" sldId="257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57"/>
            <ac:spMk id="3" creationId="{00000000-0000-0000-0000-000000000000}"/>
          </ac:spMkLst>
        </pc:spChg>
      </pc:sldChg>
      <pc:sldChg chg="modSp add del">
        <pc:chgData name="Thắng Vũ" userId="b892d97793145037" providerId="LiveId" clId="{B76CCC8F-7431-4F98-B1C0-59E2C6E0CAD8}" dt="2023-11-06T05:08:38.699" v="55"/>
        <pc:sldMkLst>
          <pc:docMk/>
          <pc:sldMk cId="0" sldId="258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58"/>
            <ac:spMk id="3" creationId="{00000000-0000-0000-0000-000000000000}"/>
          </ac:spMkLst>
        </pc:spChg>
      </pc:sldChg>
      <pc:sldChg chg="modSp add del">
        <pc:chgData name="Thắng Vũ" userId="b892d97793145037" providerId="LiveId" clId="{B76CCC8F-7431-4F98-B1C0-59E2C6E0CAD8}" dt="2023-11-06T05:08:38.699" v="55"/>
        <pc:sldMkLst>
          <pc:docMk/>
          <pc:sldMk cId="0" sldId="259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59"/>
            <ac:spMk id="3" creationId="{00000000-0000-0000-0000-000000000000}"/>
          </ac:spMkLst>
        </pc:spChg>
      </pc:sldChg>
      <pc:sldChg chg="modSp add del">
        <pc:chgData name="Thắng Vũ" userId="b892d97793145037" providerId="LiveId" clId="{B76CCC8F-7431-4F98-B1C0-59E2C6E0CAD8}" dt="2023-11-06T05:08:38.699" v="55"/>
        <pc:sldMkLst>
          <pc:docMk/>
          <pc:sldMk cId="0" sldId="260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Thắng Vũ" userId="b892d97793145037" providerId="LiveId" clId="{B76CCC8F-7431-4F98-B1C0-59E2C6E0CAD8}" dt="2023-11-06T05:08:39.278" v="57" actId="27636"/>
        <pc:sldMkLst>
          <pc:docMk/>
          <pc:sldMk cId="0" sldId="261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9.278" v="57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add del mod">
        <pc:chgData name="Thắng Vũ" userId="b892d97793145037" providerId="LiveId" clId="{B76CCC8F-7431-4F98-B1C0-59E2C6E0CAD8}" dt="2023-11-06T05:08:39.369" v="58" actId="27636"/>
        <pc:sldMkLst>
          <pc:docMk/>
          <pc:sldMk cId="0" sldId="262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9.369" v="58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Thắng Vũ" userId="b892d97793145037" providerId="LiveId" clId="{B76CCC8F-7431-4F98-B1C0-59E2C6E0CAD8}" dt="2023-11-06T05:10:38.438" v="62" actId="20577"/>
        <pc:sldMkLst>
          <pc:docMk/>
          <pc:sldMk cId="0" sldId="263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3"/>
            <ac:spMk id="6" creationId="{87BD6CC7-ABDA-7686-15A1-C0B2073643FF}"/>
          </ac:spMkLst>
        </pc:spChg>
        <pc:spChg chg="mod">
          <ac:chgData name="Thắng Vũ" userId="b892d97793145037" providerId="LiveId" clId="{B76CCC8F-7431-4F98-B1C0-59E2C6E0CAD8}" dt="2023-11-06T05:10:38.438" v="62" actId="20577"/>
          <ac:spMkLst>
            <pc:docMk/>
            <pc:sldMk cId="0" sldId="263"/>
            <ac:spMk id="25" creationId="{EFEE1F81-8B24-0FEB-45B9-89B172F3D9E3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3"/>
            <ac:spMk id="1029" creationId="{35F4C50B-F673-5F37-9ABD-50FED66698AD}"/>
          </ac:spMkLst>
        </pc:spChg>
      </pc:sldChg>
      <pc:sldChg chg="modSp add del mod">
        <pc:chgData name="Thắng Vũ" userId="b892d97793145037" providerId="LiveId" clId="{B76CCC8F-7431-4F98-B1C0-59E2C6E0CAD8}" dt="2023-11-06T05:14:53.125" v="111" actId="20577"/>
        <pc:sldMkLst>
          <pc:docMk/>
          <pc:sldMk cId="0" sldId="264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4"/>
            <ac:spMk id="6" creationId="{7292D088-3C40-EE20-FEC4-E899A6F23B23}"/>
          </ac:spMkLst>
        </pc:spChg>
        <pc:spChg chg="mod">
          <ac:chgData name="Thắng Vũ" userId="b892d97793145037" providerId="LiveId" clId="{B76CCC8F-7431-4F98-B1C0-59E2C6E0CAD8}" dt="2023-11-06T05:14:53.125" v="111" actId="20577"/>
          <ac:spMkLst>
            <pc:docMk/>
            <pc:sldMk cId="0" sldId="264"/>
            <ac:spMk id="22530" creationId="{F5AF8011-95B4-80A2-6B48-FD0CFB54F91C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4"/>
            <ac:spMk id="22531" creationId="{B670284F-C09F-7FEE-01B0-709677A3B284}"/>
          </ac:spMkLst>
        </pc:spChg>
      </pc:sldChg>
      <pc:sldChg chg="modSp add del">
        <pc:chgData name="Thắng Vũ" userId="b892d97793145037" providerId="LiveId" clId="{B76CCC8F-7431-4F98-B1C0-59E2C6E0CAD8}" dt="2023-11-06T05:08:38.699" v="55"/>
        <pc:sldMkLst>
          <pc:docMk/>
          <pc:sldMk cId="0" sldId="265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5"/>
            <ac:spMk id="6" creationId="{B3E555C5-C0E1-89AD-0829-44B24B49FB69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5"/>
            <ac:spMk id="23554" creationId="{D54A6A93-47DA-33B7-20D4-1353F248B5DC}"/>
          </ac:spMkLst>
        </pc:spChg>
      </pc:sldChg>
      <pc:sldChg chg="modSp add">
        <pc:chgData name="Thắng Vũ" userId="b892d97793145037" providerId="LiveId" clId="{B76CCC8F-7431-4F98-B1C0-59E2C6E0CAD8}" dt="2023-11-06T05:08:38.699" v="55"/>
        <pc:sldMkLst>
          <pc:docMk/>
          <pc:sldMk cId="0" sldId="266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6"/>
            <ac:spMk id="6" creationId="{BF0042AE-2EBC-387C-DF8F-E518CFCAC862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6"/>
            <ac:spMk id="4102" creationId="{01C362A0-DCE2-A1B3-341C-B3B678822A24}"/>
          </ac:spMkLst>
        </pc:spChg>
      </pc:sldChg>
      <pc:sldChg chg="modSp add del">
        <pc:chgData name="Thắng Vũ" userId="b892d97793145037" providerId="LiveId" clId="{B76CCC8F-7431-4F98-B1C0-59E2C6E0CAD8}" dt="2023-11-06T05:08:38.699" v="55"/>
        <pc:sldMkLst>
          <pc:docMk/>
          <pc:sldMk cId="0" sldId="267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7"/>
            <ac:spMk id="6" creationId="{96E38065-8B84-1946-720B-5D642A4FC4E2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67"/>
            <ac:spMk id="5126" creationId="{7AC4ADA4-513F-0A94-E56B-746971C4BF4F}"/>
          </ac:spMkLst>
        </pc:spChg>
        <pc:graphicFrameChg chg="mod">
          <ac:chgData name="Thắng Vũ" userId="b892d97793145037" providerId="LiveId" clId="{B76CCC8F-7431-4F98-B1C0-59E2C6E0CAD8}" dt="2023-11-06T05:08:38.699" v="55"/>
          <ac:graphicFrameMkLst>
            <pc:docMk/>
            <pc:sldMk cId="0" sldId="267"/>
            <ac:graphicFrameMk id="5122" creationId="{72724188-D03A-DC51-68E7-F9B9D40CC34E}"/>
          </ac:graphicFrameMkLst>
        </pc:graphicFrameChg>
      </pc:sldChg>
      <pc:sldChg chg="del">
        <pc:chgData name="Thắng Vũ" userId="b892d97793145037" providerId="LiveId" clId="{B76CCC8F-7431-4F98-B1C0-59E2C6E0CAD8}" dt="2023-11-06T04:05:20.692" v="5" actId="47"/>
        <pc:sldMkLst>
          <pc:docMk/>
          <pc:sldMk cId="0" sldId="268"/>
        </pc:sldMkLst>
      </pc:sldChg>
      <pc:sldChg chg="add del ord">
        <pc:chgData name="Thắng Vũ" userId="b892d97793145037" providerId="LiveId" clId="{B76CCC8F-7431-4F98-B1C0-59E2C6E0CAD8}" dt="2023-11-06T04:05:47.916" v="50" actId="47"/>
        <pc:sldMkLst>
          <pc:docMk/>
          <pc:sldMk cId="0" sldId="269"/>
        </pc:sldMkLst>
      </pc:sldChg>
      <pc:sldChg chg="add del ord">
        <pc:chgData name="Thắng Vũ" userId="b892d97793145037" providerId="LiveId" clId="{B76CCC8F-7431-4F98-B1C0-59E2C6E0CAD8}" dt="2023-11-06T04:05:47.916" v="50" actId="47"/>
        <pc:sldMkLst>
          <pc:docMk/>
          <pc:sldMk cId="0" sldId="270"/>
        </pc:sldMkLst>
      </pc:sldChg>
      <pc:sldChg chg="add del">
        <pc:chgData name="Thắng Vũ" userId="b892d97793145037" providerId="LiveId" clId="{B76CCC8F-7431-4F98-B1C0-59E2C6E0CAD8}" dt="2023-11-06T04:05:47.916" v="50" actId="47"/>
        <pc:sldMkLst>
          <pc:docMk/>
          <pc:sldMk cId="0" sldId="271"/>
        </pc:sldMkLst>
      </pc:sldChg>
      <pc:sldChg chg="add del">
        <pc:chgData name="Thắng Vũ" userId="b892d97793145037" providerId="LiveId" clId="{B76CCC8F-7431-4F98-B1C0-59E2C6E0CAD8}" dt="2023-11-06T04:05:47.916" v="50" actId="47"/>
        <pc:sldMkLst>
          <pc:docMk/>
          <pc:sldMk cId="0" sldId="272"/>
        </pc:sldMkLst>
      </pc:sldChg>
      <pc:sldChg chg="modSp add del mod">
        <pc:chgData name="Thắng Vũ" userId="b892d97793145037" providerId="LiveId" clId="{B76CCC8F-7431-4F98-B1C0-59E2C6E0CAD8}" dt="2023-11-06T05:08:39.461" v="60" actId="27636"/>
        <pc:sldMkLst>
          <pc:docMk/>
          <pc:sldMk cId="0" sldId="273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3"/>
            <ac:spMk id="2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3"/>
            <ac:spMk id="4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9.461" v="60" actId="27636"/>
          <ac:spMkLst>
            <pc:docMk/>
            <pc:sldMk cId="0" sldId="273"/>
            <ac:spMk id="5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3"/>
            <ac:spMk id="6" creationId="{00000000-0000-0000-0000-000000000000}"/>
          </ac:spMkLst>
        </pc:spChg>
        <pc:spChg chg="mod">
          <ac:chgData name="Thắng Vũ" userId="b892d97793145037" providerId="LiveId" clId="{B76CCC8F-7431-4F98-B1C0-59E2C6E0CAD8}" dt="2023-11-06T05:08:39.456" v="59" actId="27636"/>
          <ac:spMkLst>
            <pc:docMk/>
            <pc:sldMk cId="0" sldId="273"/>
            <ac:spMk id="7" creationId="{00000000-0000-0000-0000-000000000000}"/>
          </ac:spMkLst>
        </pc:spChg>
      </pc:sldChg>
      <pc:sldChg chg="modSp add del">
        <pc:chgData name="Thắng Vũ" userId="b892d97793145037" providerId="LiveId" clId="{B76CCC8F-7431-4F98-B1C0-59E2C6E0CAD8}" dt="2023-11-06T05:08:38.699" v="55"/>
        <pc:sldMkLst>
          <pc:docMk/>
          <pc:sldMk cId="0" sldId="274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4"/>
            <ac:spMk id="7" creationId="{2F155286-197A-4A2E-13DF-54589B6EAA0C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4"/>
            <ac:spMk id="19462" creationId="{71C574A3-7580-C165-EC64-C4A0091E19D8}"/>
          </ac:spMkLst>
        </pc:spChg>
      </pc:sldChg>
      <pc:sldChg chg="new del">
        <pc:chgData name="Thắng Vũ" userId="b892d97793145037" providerId="LiveId" clId="{B76CCC8F-7431-4F98-B1C0-59E2C6E0CAD8}" dt="2023-11-06T05:05:42.280" v="52" actId="47"/>
        <pc:sldMkLst>
          <pc:docMk/>
          <pc:sldMk cId="1670055855" sldId="274"/>
        </pc:sldMkLst>
      </pc:sldChg>
      <pc:sldChg chg="modSp add del mod">
        <pc:chgData name="Thắng Vũ" userId="b892d97793145037" providerId="LiveId" clId="{B76CCC8F-7431-4F98-B1C0-59E2C6E0CAD8}" dt="2023-11-06T05:08:39.101" v="56" actId="27636"/>
        <pc:sldMkLst>
          <pc:docMk/>
          <pc:sldMk cId="0" sldId="275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5"/>
            <ac:spMk id="6" creationId="{81F74799-2DE7-88EF-18B0-EF5E8CCA3295}"/>
          </ac:spMkLst>
        </pc:spChg>
        <pc:spChg chg="mod">
          <ac:chgData name="Thắng Vũ" userId="b892d97793145037" providerId="LiveId" clId="{B76CCC8F-7431-4F98-B1C0-59E2C6E0CAD8}" dt="2023-11-06T05:08:39.101" v="56" actId="27636"/>
          <ac:spMkLst>
            <pc:docMk/>
            <pc:sldMk cId="0" sldId="275"/>
            <ac:spMk id="20482" creationId="{A7699EA0-299C-D0A3-4AE4-8589523308F2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5"/>
            <ac:spMk id="20483" creationId="{29D57648-74ED-DEEE-B655-E1E0561F10D7}"/>
          </ac:spMkLst>
        </pc:spChg>
      </pc:sldChg>
      <pc:sldChg chg="modSp add del mod">
        <pc:chgData name="Thắng Vũ" userId="b892d97793145037" providerId="LiveId" clId="{B76CCC8F-7431-4F98-B1C0-59E2C6E0CAD8}" dt="2023-11-06T05:10:00.348" v="61" actId="1076"/>
        <pc:sldMkLst>
          <pc:docMk/>
          <pc:sldMk cId="0" sldId="276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6"/>
            <ac:spMk id="7" creationId="{BA29CE32-CC9D-CE67-7F9A-744000850CE5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6"/>
            <ac:spMk id="21510" creationId="{D0155E4A-DDD9-7306-B133-1FFFD5A236E4}"/>
          </ac:spMkLst>
        </pc:spChg>
        <pc:picChg chg="mod">
          <ac:chgData name="Thắng Vũ" userId="b892d97793145037" providerId="LiveId" clId="{B76CCC8F-7431-4F98-B1C0-59E2C6E0CAD8}" dt="2023-11-06T05:10:00.348" v="61" actId="1076"/>
          <ac:picMkLst>
            <pc:docMk/>
            <pc:sldMk cId="0" sldId="276"/>
            <ac:picMk id="5" creationId="{9A0209F7-95F7-C215-CC33-A7B6CE259033}"/>
          </ac:picMkLst>
        </pc:picChg>
      </pc:sldChg>
      <pc:sldChg chg="delSp modSp add del mod delAnim modAnim">
        <pc:chgData name="Thắng Vũ" userId="b892d97793145037" providerId="LiveId" clId="{B76CCC8F-7431-4F98-B1C0-59E2C6E0CAD8}" dt="2023-11-06T05:25:40.007" v="227" actId="20577"/>
        <pc:sldMkLst>
          <pc:docMk/>
          <pc:sldMk cId="0" sldId="277"/>
        </pc:sldMkLst>
        <pc:spChg chg="mod">
          <ac:chgData name="Thắng Vũ" userId="b892d97793145037" providerId="LiveId" clId="{B76CCC8F-7431-4F98-B1C0-59E2C6E0CAD8}" dt="2023-11-06T05:25:20.709" v="198"/>
          <ac:spMkLst>
            <pc:docMk/>
            <pc:sldMk cId="0" sldId="277"/>
            <ac:spMk id="5" creationId="{2193C539-F3CF-A2B8-2C6E-6586F7153391}"/>
          </ac:spMkLst>
        </pc:spChg>
        <pc:spChg chg="mod">
          <ac:chgData name="Thắng Vũ" userId="b892d97793145037" providerId="LiveId" clId="{B76CCC8F-7431-4F98-B1C0-59E2C6E0CAD8}" dt="2023-11-06T05:25:40.007" v="227" actId="20577"/>
          <ac:spMkLst>
            <pc:docMk/>
            <pc:sldMk cId="0" sldId="277"/>
            <ac:spMk id="6" creationId="{C69B065D-802B-5B18-4D83-E67F829D6774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7"/>
            <ac:spMk id="8" creationId="{9AF5B6F8-040F-79E8-452D-0023C85FA9CB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7"/>
            <ac:spMk id="2057" creationId="{2F175E7E-7F40-0B14-7E74-01AA13E90BCC}"/>
          </ac:spMkLst>
        </pc:spChg>
        <pc:graphicFrameChg chg="del">
          <ac:chgData name="Thắng Vũ" userId="b892d97793145037" providerId="LiveId" clId="{B76CCC8F-7431-4F98-B1C0-59E2C6E0CAD8}" dt="2023-11-06T05:24:36.401" v="113" actId="478"/>
          <ac:graphicFrameMkLst>
            <pc:docMk/>
            <pc:sldMk cId="0" sldId="277"/>
            <ac:graphicFrameMk id="5133" creationId="{FCCBCFBE-E378-24A3-08F9-68A3826DCAA5}"/>
          </ac:graphicFrameMkLst>
        </pc:graphicFrameChg>
        <pc:graphicFrameChg chg="del">
          <ac:chgData name="Thắng Vũ" userId="b892d97793145037" providerId="LiveId" clId="{B76CCC8F-7431-4F98-B1C0-59E2C6E0CAD8}" dt="2023-11-06T05:24:40.908" v="114" actId="478"/>
          <ac:graphicFrameMkLst>
            <pc:docMk/>
            <pc:sldMk cId="0" sldId="277"/>
            <ac:graphicFrameMk id="5134" creationId="{B0B5CE3D-7665-4A1C-C96C-E4C741367A29}"/>
          </ac:graphicFrameMkLst>
        </pc:graphicFrameChg>
      </pc:sldChg>
      <pc:sldChg chg="modSp add del">
        <pc:chgData name="Thắng Vũ" userId="b892d97793145037" providerId="LiveId" clId="{B76CCC8F-7431-4F98-B1C0-59E2C6E0CAD8}" dt="2023-11-06T05:08:38.699" v="55"/>
        <pc:sldMkLst>
          <pc:docMk/>
          <pc:sldMk cId="0" sldId="278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8"/>
            <ac:spMk id="8" creationId="{888EE44E-D71A-410F-3216-45F84743FE25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8"/>
            <ac:spMk id="3080" creationId="{B7584128-9F6F-3D60-2E54-C39DA6C5AFEE}"/>
          </ac:spMkLst>
        </pc:spChg>
      </pc:sldChg>
      <pc:sldChg chg="modSp add">
        <pc:chgData name="Thắng Vũ" userId="b892d97793145037" providerId="LiveId" clId="{B76CCC8F-7431-4F98-B1C0-59E2C6E0CAD8}" dt="2023-11-06T05:08:38.699" v="55"/>
        <pc:sldMkLst>
          <pc:docMk/>
          <pc:sldMk cId="0" sldId="279"/>
        </pc:sldMkLst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9"/>
            <ac:spMk id="6" creationId="{5A0A0634-E254-4EAF-40B7-DB994EE76C65}"/>
          </ac:spMkLst>
        </pc:spChg>
        <pc:spChg chg="mod">
          <ac:chgData name="Thắng Vũ" userId="b892d97793145037" providerId="LiveId" clId="{B76CCC8F-7431-4F98-B1C0-59E2C6E0CAD8}" dt="2023-11-06T05:08:38.699" v="55"/>
          <ac:spMkLst>
            <pc:docMk/>
            <pc:sldMk cId="0" sldId="279"/>
            <ac:spMk id="26626" creationId="{8776A19E-7051-F119-311C-9BAF8642A210}"/>
          </ac:spMkLst>
        </pc:spChg>
      </pc:sldChg>
      <pc:sldChg chg="add del">
        <pc:chgData name="Thắng Vũ" userId="b892d97793145037" providerId="LiveId" clId="{B76CCC8F-7431-4F98-B1C0-59E2C6E0CAD8}" dt="2023-11-06T04:05:47.916" v="50" actId="47"/>
        <pc:sldMkLst>
          <pc:docMk/>
          <pc:sldMk cId="0" sldId="280"/>
        </pc:sldMkLst>
      </pc:sldChg>
      <pc:sldChg chg="new del">
        <pc:chgData name="Thắng Vũ" userId="b892d97793145037" providerId="LiveId" clId="{B76CCC8F-7431-4F98-B1C0-59E2C6E0CAD8}" dt="2023-11-06T05:26:02.196" v="229" actId="47"/>
        <pc:sldMkLst>
          <pc:docMk/>
          <pc:sldMk cId="706844900" sldId="280"/>
        </pc:sldMkLst>
      </pc:sldChg>
      <pc:sldChg chg="addSp delSp modSp add del mod modAnim">
        <pc:chgData name="Thắng Vũ" userId="b892d97793145037" providerId="LiveId" clId="{B76CCC8F-7431-4F98-B1C0-59E2C6E0CAD8}" dt="2023-11-06T05:38:59" v="341" actId="47"/>
        <pc:sldMkLst>
          <pc:docMk/>
          <pc:sldMk cId="3999181400" sldId="280"/>
        </pc:sldMkLst>
        <pc:spChg chg="del">
          <ac:chgData name="Thắng Vũ" userId="b892d97793145037" providerId="LiveId" clId="{B76CCC8F-7431-4F98-B1C0-59E2C6E0CAD8}" dt="2023-11-06T05:26:23.670" v="275" actId="478"/>
          <ac:spMkLst>
            <pc:docMk/>
            <pc:sldMk cId="3999181400" sldId="280"/>
            <ac:spMk id="2" creationId="{DCADE95F-685D-A646-1205-0F626EAB4EE0}"/>
          </ac:spMkLst>
        </pc:spChg>
        <pc:spChg chg="del">
          <ac:chgData name="Thắng Vũ" userId="b892d97793145037" providerId="LiveId" clId="{B76CCC8F-7431-4F98-B1C0-59E2C6E0CAD8}" dt="2023-11-06T05:26:26.319" v="277" actId="478"/>
          <ac:spMkLst>
            <pc:docMk/>
            <pc:sldMk cId="3999181400" sldId="280"/>
            <ac:spMk id="3" creationId="{DF065EEE-8CD2-E365-3AE2-A92F753D3714}"/>
          </ac:spMkLst>
        </pc:spChg>
        <pc:spChg chg="mod">
          <ac:chgData name="Thắng Vũ" userId="b892d97793145037" providerId="LiveId" clId="{B76CCC8F-7431-4F98-B1C0-59E2C6E0CAD8}" dt="2023-11-06T05:26:28.593" v="279" actId="1076"/>
          <ac:spMkLst>
            <pc:docMk/>
            <pc:sldMk cId="3999181400" sldId="280"/>
            <ac:spMk id="4" creationId="{A17AE0FB-4578-637B-CBC8-660FA0AC4B70}"/>
          </ac:spMkLst>
        </pc:spChg>
        <pc:spChg chg="add del mod">
          <ac:chgData name="Thắng Vũ" userId="b892d97793145037" providerId="LiveId" clId="{B76CCC8F-7431-4F98-B1C0-59E2C6E0CAD8}" dt="2023-11-06T05:26:21.984" v="274" actId="478"/>
          <ac:spMkLst>
            <pc:docMk/>
            <pc:sldMk cId="3999181400" sldId="280"/>
            <ac:spMk id="6" creationId="{847E84BB-9900-D8FE-9D88-4B00502B82A0}"/>
          </ac:spMkLst>
        </pc:spChg>
        <pc:spChg chg="del">
          <ac:chgData name="Thắng Vũ" userId="b892d97793145037" providerId="LiveId" clId="{B76CCC8F-7431-4F98-B1C0-59E2C6E0CAD8}" dt="2023-11-06T05:26:19.557" v="273" actId="478"/>
          <ac:spMkLst>
            <pc:docMk/>
            <pc:sldMk cId="3999181400" sldId="280"/>
            <ac:spMk id="3083" creationId="{DBF4AF55-8871-E2A8-2A6E-C4F8838996E4}"/>
          </ac:spMkLst>
        </pc:spChg>
        <pc:spChg chg="del">
          <ac:chgData name="Thắng Vũ" userId="b892d97793145037" providerId="LiveId" clId="{B76CCC8F-7431-4F98-B1C0-59E2C6E0CAD8}" dt="2023-11-06T05:26:24.695" v="276" actId="478"/>
          <ac:spMkLst>
            <pc:docMk/>
            <pc:sldMk cId="3999181400" sldId="280"/>
            <ac:spMk id="3085" creationId="{567258E5-A118-1C69-7394-D409E89DAD88}"/>
          </ac:spMkLst>
        </pc:spChg>
        <pc:spChg chg="del">
          <ac:chgData name="Thắng Vũ" userId="b892d97793145037" providerId="LiveId" clId="{B76CCC8F-7431-4F98-B1C0-59E2C6E0CAD8}" dt="2023-11-06T05:26:30.992" v="280" actId="478"/>
          <ac:spMkLst>
            <pc:docMk/>
            <pc:sldMk cId="3999181400" sldId="280"/>
            <ac:spMk id="3086" creationId="{655D902B-154C-6AC0-2269-6F14390E17B5}"/>
          </ac:spMkLst>
        </pc:spChg>
        <pc:graphicFrameChg chg="del">
          <ac:chgData name="Thắng Vũ" userId="b892d97793145037" providerId="LiveId" clId="{B76CCC8F-7431-4F98-B1C0-59E2C6E0CAD8}" dt="2023-11-06T05:26:26.319" v="277" actId="478"/>
          <ac:graphicFrameMkLst>
            <pc:docMk/>
            <pc:sldMk cId="3999181400" sldId="280"/>
            <ac:graphicFrameMk id="2050" creationId="{B152E3B9-5154-D923-DA3D-866F20F28EE6}"/>
          </ac:graphicFrameMkLst>
        </pc:graphicFrameChg>
        <pc:graphicFrameChg chg="del">
          <ac:chgData name="Thắng Vũ" userId="b892d97793145037" providerId="LiveId" clId="{B76CCC8F-7431-4F98-B1C0-59E2C6E0CAD8}" dt="2023-11-06T05:26:26.319" v="277" actId="478"/>
          <ac:graphicFrameMkLst>
            <pc:docMk/>
            <pc:sldMk cId="3999181400" sldId="280"/>
            <ac:graphicFrameMk id="2052" creationId="{F32ADD0A-A825-A4B2-674D-EE03C15D2E14}"/>
          </ac:graphicFrameMkLst>
        </pc:graphicFrameChg>
        <pc:graphicFrameChg chg="del">
          <ac:chgData name="Thắng Vũ" userId="b892d97793145037" providerId="LiveId" clId="{B76CCC8F-7431-4F98-B1C0-59E2C6E0CAD8}" dt="2023-11-06T05:26:26.319" v="277" actId="478"/>
          <ac:graphicFrameMkLst>
            <pc:docMk/>
            <pc:sldMk cId="3999181400" sldId="280"/>
            <ac:graphicFrameMk id="2053" creationId="{D9FC7726-8D7E-9CE2-803F-8327FFB84AB1}"/>
          </ac:graphicFrameMkLst>
        </pc:graphicFrameChg>
        <pc:graphicFrameChg chg="del">
          <ac:chgData name="Thắng Vũ" userId="b892d97793145037" providerId="LiveId" clId="{B76CCC8F-7431-4F98-B1C0-59E2C6E0CAD8}" dt="2023-11-06T05:26:26.319" v="277" actId="478"/>
          <ac:graphicFrameMkLst>
            <pc:docMk/>
            <pc:sldMk cId="3999181400" sldId="280"/>
            <ac:graphicFrameMk id="2063" creationId="{E4EA4000-BF1A-B311-58EA-660ED892C51F}"/>
          </ac:graphicFrameMkLst>
        </pc:graphicFrameChg>
        <pc:graphicFrameChg chg="del">
          <ac:chgData name="Thắng Vũ" userId="b892d97793145037" providerId="LiveId" clId="{B76CCC8F-7431-4F98-B1C0-59E2C6E0CAD8}" dt="2023-11-06T05:26:26.319" v="277" actId="478"/>
          <ac:graphicFrameMkLst>
            <pc:docMk/>
            <pc:sldMk cId="3999181400" sldId="280"/>
            <ac:graphicFrameMk id="2064" creationId="{FE4C3162-219B-43ED-D747-96B08817DF10}"/>
          </ac:graphicFrameMkLst>
        </pc:graphicFrameChg>
      </pc:sldChg>
      <pc:sldChg chg="modSp add del mod">
        <pc:chgData name="Thắng Vũ" userId="b892d97793145037" providerId="LiveId" clId="{B76CCC8F-7431-4F98-B1C0-59E2C6E0CAD8}" dt="2023-11-06T05:39:00.563" v="342" actId="47"/>
        <pc:sldMkLst>
          <pc:docMk/>
          <pc:sldMk cId="852151128" sldId="281"/>
        </pc:sldMkLst>
        <pc:spChg chg="mod">
          <ac:chgData name="Thắng Vũ" userId="b892d97793145037" providerId="LiveId" clId="{B76CCC8F-7431-4F98-B1C0-59E2C6E0CAD8}" dt="2023-11-06T05:31:08.620" v="329" actId="20577"/>
          <ac:spMkLst>
            <pc:docMk/>
            <pc:sldMk cId="852151128" sldId="281"/>
            <ac:spMk id="4" creationId="{A17AE0FB-4578-637B-CBC8-660FA0AC4B70}"/>
          </ac:spMkLst>
        </pc:spChg>
      </pc:sldChg>
      <pc:sldChg chg="del">
        <pc:chgData name="Thắng Vũ" userId="b892d97793145037" providerId="LiveId" clId="{B76CCC8F-7431-4F98-B1C0-59E2C6E0CAD8}" dt="2023-11-06T05:26:40.365" v="281" actId="47"/>
        <pc:sldMkLst>
          <pc:docMk/>
          <pc:sldMk cId="3983856583" sldId="281"/>
        </pc:sldMkLst>
      </pc:sldChg>
      <pc:sldChg chg="add del">
        <pc:chgData name="Thắng Vũ" userId="b892d97793145037" providerId="LiveId" clId="{B76CCC8F-7431-4F98-B1C0-59E2C6E0CAD8}" dt="2023-11-06T04:05:47.916" v="50" actId="47"/>
        <pc:sldMkLst>
          <pc:docMk/>
          <pc:sldMk cId="0" sldId="287"/>
        </pc:sldMkLst>
      </pc:sldChg>
      <pc:sldChg chg="add del">
        <pc:chgData name="Thắng Vũ" userId="b892d97793145037" providerId="LiveId" clId="{B76CCC8F-7431-4F98-B1C0-59E2C6E0CAD8}" dt="2023-11-06T04:05:47.916" v="50" actId="47"/>
        <pc:sldMkLst>
          <pc:docMk/>
          <pc:sldMk cId="0" sldId="288"/>
        </pc:sldMkLst>
      </pc:sldChg>
      <pc:sldChg chg="add del">
        <pc:chgData name="Thắng Vũ" userId="b892d97793145037" providerId="LiveId" clId="{B76CCC8F-7431-4F98-B1C0-59E2C6E0CAD8}" dt="2023-11-06T04:05:47.916" v="50" actId="47"/>
        <pc:sldMkLst>
          <pc:docMk/>
          <pc:sldMk cId="0" sldId="292"/>
        </pc:sldMkLst>
      </pc:sldChg>
      <pc:sldChg chg="del">
        <pc:chgData name="Thắng Vũ" userId="b892d97793145037" providerId="LiveId" clId="{B76CCC8F-7431-4F98-B1C0-59E2C6E0CAD8}" dt="2023-11-06T04:05:20.651" v="4" actId="47"/>
        <pc:sldMkLst>
          <pc:docMk/>
          <pc:sldMk cId="2628424976" sldId="320"/>
        </pc:sldMkLst>
      </pc:sldChg>
      <pc:sldChg chg="del">
        <pc:chgData name="Thắng Vũ" userId="b892d97793145037" providerId="LiveId" clId="{B76CCC8F-7431-4F98-B1C0-59E2C6E0CAD8}" dt="2023-11-06T04:05:20.586" v="2" actId="47"/>
        <pc:sldMkLst>
          <pc:docMk/>
          <pc:sldMk cId="2018868239" sldId="321"/>
        </pc:sldMkLst>
      </pc:sldChg>
      <pc:sldChg chg="add">
        <pc:chgData name="Thắng Vũ" userId="b892d97793145037" providerId="LiveId" clId="{B76CCC8F-7431-4F98-B1C0-59E2C6E0CAD8}" dt="2023-11-06T05:42:04.817" v="343"/>
        <pc:sldMkLst>
          <pc:docMk/>
          <pc:sldMk cId="0" sldId="346"/>
        </pc:sldMkLst>
      </pc:sldChg>
      <pc:sldChg chg="modSp add mod">
        <pc:chgData name="Thắng Vũ" userId="b892d97793145037" providerId="LiveId" clId="{B76CCC8F-7431-4F98-B1C0-59E2C6E0CAD8}" dt="2023-11-06T05:43:21.082" v="365" actId="20577"/>
        <pc:sldMkLst>
          <pc:docMk/>
          <pc:sldMk cId="0" sldId="350"/>
        </pc:sldMkLst>
        <pc:spChg chg="mod">
          <ac:chgData name="Thắng Vũ" userId="b892d97793145037" providerId="LiveId" clId="{B76CCC8F-7431-4F98-B1C0-59E2C6E0CAD8}" dt="2023-11-06T05:43:21.082" v="365" actId="20577"/>
          <ac:spMkLst>
            <pc:docMk/>
            <pc:sldMk cId="0" sldId="350"/>
            <ac:spMk id="80902" creationId="{EBB16924-45C3-48CE-846F-58867422C6D3}"/>
          </ac:spMkLst>
        </pc:spChg>
      </pc:sldChg>
      <pc:sldChg chg="modSp add mod">
        <pc:chgData name="Thắng Vũ" userId="b892d97793145037" providerId="LiveId" clId="{B76CCC8F-7431-4F98-B1C0-59E2C6E0CAD8}" dt="2023-11-06T05:42:04.929" v="344" actId="27636"/>
        <pc:sldMkLst>
          <pc:docMk/>
          <pc:sldMk cId="0" sldId="353"/>
        </pc:sldMkLst>
        <pc:spChg chg="mod">
          <ac:chgData name="Thắng Vũ" userId="b892d97793145037" providerId="LiveId" clId="{B76CCC8F-7431-4F98-B1C0-59E2C6E0CAD8}" dt="2023-11-06T05:42:04.929" v="344" actId="27636"/>
          <ac:spMkLst>
            <pc:docMk/>
            <pc:sldMk cId="0" sldId="353"/>
            <ac:spMk id="43012" creationId="{D0F6B7E1-E107-69F0-BCD4-CA68EBE9B3B5}"/>
          </ac:spMkLst>
        </pc:spChg>
      </pc:sldChg>
      <pc:sldChg chg="add">
        <pc:chgData name="Thắng Vũ" userId="b892d97793145037" providerId="LiveId" clId="{B76CCC8F-7431-4F98-B1C0-59E2C6E0CAD8}" dt="2023-11-06T05:35:55.208" v="330"/>
        <pc:sldMkLst>
          <pc:docMk/>
          <pc:sldMk cId="0" sldId="354"/>
        </pc:sldMkLst>
      </pc:sldChg>
      <pc:sldChg chg="add">
        <pc:chgData name="Thắng Vũ" userId="b892d97793145037" providerId="LiveId" clId="{B76CCC8F-7431-4F98-B1C0-59E2C6E0CAD8}" dt="2023-11-06T05:35:55.208" v="330"/>
        <pc:sldMkLst>
          <pc:docMk/>
          <pc:sldMk cId="0" sldId="355"/>
        </pc:sldMkLst>
      </pc:sldChg>
      <pc:sldChg chg="add">
        <pc:chgData name="Thắng Vũ" userId="b892d97793145037" providerId="LiveId" clId="{B76CCC8F-7431-4F98-B1C0-59E2C6E0CAD8}" dt="2023-11-06T05:35:55.208" v="330"/>
        <pc:sldMkLst>
          <pc:docMk/>
          <pc:sldMk cId="0" sldId="356"/>
        </pc:sldMkLst>
      </pc:sldChg>
      <pc:sldChg chg="add">
        <pc:chgData name="Thắng Vũ" userId="b892d97793145037" providerId="LiveId" clId="{B76CCC8F-7431-4F98-B1C0-59E2C6E0CAD8}" dt="2023-11-06T05:35:55.208" v="330"/>
        <pc:sldMkLst>
          <pc:docMk/>
          <pc:sldMk cId="0" sldId="357"/>
        </pc:sldMkLst>
      </pc:sldChg>
      <pc:sldChg chg="add">
        <pc:chgData name="Thắng Vũ" userId="b892d97793145037" providerId="LiveId" clId="{B76CCC8F-7431-4F98-B1C0-59E2C6E0CAD8}" dt="2023-11-06T05:35:55.208" v="330"/>
        <pc:sldMkLst>
          <pc:docMk/>
          <pc:sldMk cId="0" sldId="358"/>
        </pc:sldMkLst>
      </pc:sldChg>
      <pc:sldChg chg="add">
        <pc:chgData name="Thắng Vũ" userId="b892d97793145037" providerId="LiveId" clId="{B76CCC8F-7431-4F98-B1C0-59E2C6E0CAD8}" dt="2023-11-06T05:35:55.208" v="330"/>
        <pc:sldMkLst>
          <pc:docMk/>
          <pc:sldMk cId="0" sldId="360"/>
        </pc:sldMkLst>
      </pc:sldChg>
      <pc:sldChg chg="modSp add mod">
        <pc:chgData name="Thắng Vũ" userId="b892d97793145037" providerId="LiveId" clId="{B76CCC8F-7431-4F98-B1C0-59E2C6E0CAD8}" dt="2023-11-06T05:35:55.400" v="331" actId="27636"/>
        <pc:sldMkLst>
          <pc:docMk/>
          <pc:sldMk cId="0" sldId="361"/>
        </pc:sldMkLst>
        <pc:spChg chg="mod">
          <ac:chgData name="Thắng Vũ" userId="b892d97793145037" providerId="LiveId" clId="{B76CCC8F-7431-4F98-B1C0-59E2C6E0CAD8}" dt="2023-11-06T05:35:55.400" v="331" actId="27636"/>
          <ac:spMkLst>
            <pc:docMk/>
            <pc:sldMk cId="0" sldId="361"/>
            <ac:spMk id="28675" creationId="{64232A78-F6DB-FBDD-C465-75F0EDC21261}"/>
          </ac:spMkLst>
        </pc:spChg>
      </pc:sldChg>
      <pc:sldChg chg="add">
        <pc:chgData name="Thắng Vũ" userId="b892d97793145037" providerId="LiveId" clId="{B76CCC8F-7431-4F98-B1C0-59E2C6E0CAD8}" dt="2023-11-06T05:35:55.208" v="330"/>
        <pc:sldMkLst>
          <pc:docMk/>
          <pc:sldMk cId="0" sldId="362"/>
        </pc:sldMkLst>
      </pc:sldChg>
      <pc:sldChg chg="addSp delSp modSp add mod">
        <pc:chgData name="Thắng Vũ" userId="b892d97793145037" providerId="LiveId" clId="{B76CCC8F-7431-4F98-B1C0-59E2C6E0CAD8}" dt="2023-11-06T07:03:13.520" v="913" actId="20577"/>
        <pc:sldMkLst>
          <pc:docMk/>
          <pc:sldMk cId="0" sldId="363"/>
        </pc:sldMkLst>
        <pc:spChg chg="add mod">
          <ac:chgData name="Thắng Vũ" userId="b892d97793145037" providerId="LiveId" clId="{B76CCC8F-7431-4F98-B1C0-59E2C6E0CAD8}" dt="2023-11-06T07:03:13.520" v="913" actId="20577"/>
          <ac:spMkLst>
            <pc:docMk/>
            <pc:sldMk cId="0" sldId="363"/>
            <ac:spMk id="3" creationId="{2C82C855-6E6A-3424-CC7C-6715BA12AB6B}"/>
          </ac:spMkLst>
        </pc:spChg>
        <pc:spChg chg="mod">
          <ac:chgData name="Thắng Vũ" userId="b892d97793145037" providerId="LiveId" clId="{B76CCC8F-7431-4F98-B1C0-59E2C6E0CAD8}" dt="2023-11-06T06:57:14.969" v="702" actId="20577"/>
          <ac:spMkLst>
            <pc:docMk/>
            <pc:sldMk cId="0" sldId="363"/>
            <ac:spMk id="48131" creationId="{75FAF008-85AB-06AB-E99F-755A24574C82}"/>
          </ac:spMkLst>
        </pc:spChg>
        <pc:graphicFrameChg chg="add mod modGraphic">
          <ac:chgData name="Thắng Vũ" userId="b892d97793145037" providerId="LiveId" clId="{B76CCC8F-7431-4F98-B1C0-59E2C6E0CAD8}" dt="2023-11-06T07:02:52.796" v="909" actId="207"/>
          <ac:graphicFrameMkLst>
            <pc:docMk/>
            <pc:sldMk cId="0" sldId="363"/>
            <ac:graphicFrameMk id="2" creationId="{A928D8B4-D946-27E4-E195-3D50D689C792}"/>
          </ac:graphicFrameMkLst>
        </pc:graphicFrameChg>
        <pc:picChg chg="del">
          <ac:chgData name="Thắng Vũ" userId="b892d97793145037" providerId="LiveId" clId="{B76CCC8F-7431-4F98-B1C0-59E2C6E0CAD8}" dt="2023-11-06T06:51:19.263" v="373" actId="478"/>
          <ac:picMkLst>
            <pc:docMk/>
            <pc:sldMk cId="0" sldId="363"/>
            <ac:picMk id="54277" creationId="{05ADB7C3-49D5-4E37-AD31-7C4CA128FD2C}"/>
          </ac:picMkLst>
        </pc:picChg>
      </pc:sldChg>
      <pc:sldChg chg="modSp add del mod">
        <pc:chgData name="Thắng Vũ" userId="b892d97793145037" providerId="LiveId" clId="{B76CCC8F-7431-4F98-B1C0-59E2C6E0CAD8}" dt="2023-11-06T06:51:02.464" v="368" actId="47"/>
        <pc:sldMkLst>
          <pc:docMk/>
          <pc:sldMk cId="0" sldId="364"/>
        </pc:sldMkLst>
        <pc:spChg chg="mod">
          <ac:chgData name="Thắng Vũ" userId="b892d97793145037" providerId="LiveId" clId="{B76CCC8F-7431-4F98-B1C0-59E2C6E0CAD8}" dt="2023-11-06T05:35:55.508" v="335" actId="27636"/>
          <ac:spMkLst>
            <pc:docMk/>
            <pc:sldMk cId="0" sldId="364"/>
            <ac:spMk id="55298" creationId="{A0247CB5-D490-D03C-723C-C2401E5645ED}"/>
          </ac:spMkLst>
        </pc:spChg>
      </pc:sldChg>
      <pc:sldChg chg="modSp add del mod">
        <pc:chgData name="Thắng Vũ" userId="b892d97793145037" providerId="LiveId" clId="{B76CCC8F-7431-4F98-B1C0-59E2C6E0CAD8}" dt="2023-11-06T06:51:03.090" v="369" actId="47"/>
        <pc:sldMkLst>
          <pc:docMk/>
          <pc:sldMk cId="0" sldId="365"/>
        </pc:sldMkLst>
        <pc:spChg chg="mod">
          <ac:chgData name="Thắng Vũ" userId="b892d97793145037" providerId="LiveId" clId="{B76CCC8F-7431-4F98-B1C0-59E2C6E0CAD8}" dt="2023-11-06T05:35:55.521" v="336" actId="27636"/>
          <ac:spMkLst>
            <pc:docMk/>
            <pc:sldMk cId="0" sldId="365"/>
            <ac:spMk id="56322" creationId="{F1461E41-A132-1CDF-6666-8A2F7487D620}"/>
          </ac:spMkLst>
        </pc:spChg>
      </pc:sldChg>
      <pc:sldChg chg="modSp add del mod">
        <pc:chgData name="Thắng Vũ" userId="b892d97793145037" providerId="LiveId" clId="{B76CCC8F-7431-4F98-B1C0-59E2C6E0CAD8}" dt="2023-11-06T06:51:05.111" v="370" actId="47"/>
        <pc:sldMkLst>
          <pc:docMk/>
          <pc:sldMk cId="0" sldId="366"/>
        </pc:sldMkLst>
        <pc:spChg chg="mod">
          <ac:chgData name="Thắng Vũ" userId="b892d97793145037" providerId="LiveId" clId="{B76CCC8F-7431-4F98-B1C0-59E2C6E0CAD8}" dt="2023-11-06T05:35:55.525" v="337" actId="27636"/>
          <ac:spMkLst>
            <pc:docMk/>
            <pc:sldMk cId="0" sldId="366"/>
            <ac:spMk id="57346" creationId="{8E70CFBB-D6A3-1004-50A6-257B6EA4B873}"/>
          </ac:spMkLst>
        </pc:spChg>
      </pc:sldChg>
      <pc:sldChg chg="modSp add del mod">
        <pc:chgData name="Thắng Vũ" userId="b892d97793145037" providerId="LiveId" clId="{B76CCC8F-7431-4F98-B1C0-59E2C6E0CAD8}" dt="2023-11-06T06:51:13.663" v="371" actId="47"/>
        <pc:sldMkLst>
          <pc:docMk/>
          <pc:sldMk cId="0" sldId="383"/>
        </pc:sldMkLst>
        <pc:spChg chg="mod">
          <ac:chgData name="Thắng Vũ" userId="b892d97793145037" providerId="LiveId" clId="{B76CCC8F-7431-4F98-B1C0-59E2C6E0CAD8}" dt="2023-11-06T05:35:55.568" v="338" actId="27636"/>
          <ac:spMkLst>
            <pc:docMk/>
            <pc:sldMk cId="0" sldId="383"/>
            <ac:spMk id="3" creationId="{2C617F63-F0E1-0BE4-D8A6-2E50717CB870}"/>
          </ac:spMkLst>
        </pc:spChg>
      </pc:sldChg>
      <pc:sldChg chg="add del ord">
        <pc:chgData name="Thắng Vũ" userId="b892d97793145037" providerId="LiveId" clId="{B76CCC8F-7431-4F98-B1C0-59E2C6E0CAD8}" dt="2023-11-06T06:51:15.042" v="372" actId="47"/>
        <pc:sldMkLst>
          <pc:docMk/>
          <pc:sldMk cId="0" sldId="384"/>
        </pc:sldMkLst>
      </pc:sldChg>
      <pc:sldChg chg="modSp add mod">
        <pc:chgData name="Thắng Vũ" userId="b892d97793145037" providerId="LiveId" clId="{B76CCC8F-7431-4F98-B1C0-59E2C6E0CAD8}" dt="2023-11-06T05:35:55.408" v="332" actId="27636"/>
        <pc:sldMkLst>
          <pc:docMk/>
          <pc:sldMk cId="0" sldId="385"/>
        </pc:sldMkLst>
        <pc:spChg chg="mod">
          <ac:chgData name="Thắng Vũ" userId="b892d97793145037" providerId="LiveId" clId="{B76CCC8F-7431-4F98-B1C0-59E2C6E0CAD8}" dt="2023-11-06T05:35:55.408" v="332" actId="27636"/>
          <ac:spMkLst>
            <pc:docMk/>
            <pc:sldMk cId="0" sldId="385"/>
            <ac:spMk id="48130" creationId="{8E19B488-89EB-8E6F-F43A-80D9DA2DC575}"/>
          </ac:spMkLst>
        </pc:spChg>
      </pc:sldChg>
      <pc:sldChg chg="modSp add mod">
        <pc:chgData name="Thắng Vũ" userId="b892d97793145037" providerId="LiveId" clId="{B76CCC8F-7431-4F98-B1C0-59E2C6E0CAD8}" dt="2023-11-06T05:35:55.441" v="333" actId="27636"/>
        <pc:sldMkLst>
          <pc:docMk/>
          <pc:sldMk cId="0" sldId="386"/>
        </pc:sldMkLst>
        <pc:spChg chg="mod">
          <ac:chgData name="Thắng Vũ" userId="b892d97793145037" providerId="LiveId" clId="{B76CCC8F-7431-4F98-B1C0-59E2C6E0CAD8}" dt="2023-11-06T05:35:55.441" v="333" actId="27636"/>
          <ac:spMkLst>
            <pc:docMk/>
            <pc:sldMk cId="0" sldId="386"/>
            <ac:spMk id="49154" creationId="{5A8D9FFB-1ACA-9420-C3DC-9E72B46BB3F7}"/>
          </ac:spMkLst>
        </pc:spChg>
      </pc:sldChg>
      <pc:sldChg chg="add">
        <pc:chgData name="Thắng Vũ" userId="b892d97793145037" providerId="LiveId" clId="{B76CCC8F-7431-4F98-B1C0-59E2C6E0CAD8}" dt="2023-11-06T05:35:55.208" v="330"/>
        <pc:sldMkLst>
          <pc:docMk/>
          <pc:sldMk cId="0" sldId="387"/>
        </pc:sldMkLst>
      </pc:sldChg>
      <pc:sldChg chg="add">
        <pc:chgData name="Thắng Vũ" userId="b892d97793145037" providerId="LiveId" clId="{B76CCC8F-7431-4F98-B1C0-59E2C6E0CAD8}" dt="2023-11-06T05:35:55.208" v="330"/>
        <pc:sldMkLst>
          <pc:docMk/>
          <pc:sldMk cId="0" sldId="388"/>
        </pc:sldMkLst>
      </pc:sldChg>
      <pc:sldChg chg="modSp add mod">
        <pc:chgData name="Thắng Vũ" userId="b892d97793145037" providerId="LiveId" clId="{B76CCC8F-7431-4F98-B1C0-59E2C6E0CAD8}" dt="2023-11-06T07:05:28.201" v="917" actId="20577"/>
        <pc:sldMkLst>
          <pc:docMk/>
          <pc:sldMk cId="0" sldId="389"/>
        </pc:sldMkLst>
        <pc:spChg chg="mod">
          <ac:chgData name="Thắng Vũ" userId="b892d97793145037" providerId="LiveId" clId="{B76CCC8F-7431-4F98-B1C0-59E2C6E0CAD8}" dt="2023-11-06T07:05:28.201" v="917" actId="20577"/>
          <ac:spMkLst>
            <pc:docMk/>
            <pc:sldMk cId="0" sldId="389"/>
            <ac:spMk id="50179" creationId="{C1DC107C-4123-82D4-7B41-EE219FA2A612}"/>
          </ac:spMkLst>
        </pc:spChg>
      </pc:sldChg>
      <pc:sldChg chg="addSp delSp modSp new mod">
        <pc:chgData name="Thắng Vũ" userId="b892d97793145037" providerId="LiveId" clId="{B76CCC8F-7431-4F98-B1C0-59E2C6E0CAD8}" dt="2023-11-06T07:21:34.842" v="1688" actId="20577"/>
        <pc:sldMkLst>
          <pc:docMk/>
          <pc:sldMk cId="3250381876" sldId="390"/>
        </pc:sldMkLst>
        <pc:spChg chg="mod">
          <ac:chgData name="Thắng Vũ" userId="b892d97793145037" providerId="LiveId" clId="{B76CCC8F-7431-4F98-B1C0-59E2C6E0CAD8}" dt="2023-11-06T07:10:59.820" v="1108" actId="1076"/>
          <ac:spMkLst>
            <pc:docMk/>
            <pc:sldMk cId="3250381876" sldId="390"/>
            <ac:spMk id="2" creationId="{24684812-40A5-DA0E-883A-E531A7738A0A}"/>
          </ac:spMkLst>
        </pc:spChg>
        <pc:spChg chg="del">
          <ac:chgData name="Thắng Vũ" userId="b892d97793145037" providerId="LiveId" clId="{B76CCC8F-7431-4F98-B1C0-59E2C6E0CAD8}" dt="2023-11-06T07:09:05.466" v="919" actId="22"/>
          <ac:spMkLst>
            <pc:docMk/>
            <pc:sldMk cId="3250381876" sldId="390"/>
            <ac:spMk id="3" creationId="{44481FCA-4771-20CF-A622-87E77327CC21}"/>
          </ac:spMkLst>
        </pc:spChg>
        <pc:spChg chg="add mod">
          <ac:chgData name="Thắng Vũ" userId="b892d97793145037" providerId="LiveId" clId="{B76CCC8F-7431-4F98-B1C0-59E2C6E0CAD8}" dt="2023-11-06T07:20:31.354" v="1599" actId="14100"/>
          <ac:spMkLst>
            <pc:docMk/>
            <pc:sldMk cId="3250381876" sldId="390"/>
            <ac:spMk id="7" creationId="{63E20CF2-0177-C1CB-644C-D70639468449}"/>
          </ac:spMkLst>
        </pc:spChg>
        <pc:spChg chg="add mod">
          <ac:chgData name="Thắng Vũ" userId="b892d97793145037" providerId="LiveId" clId="{B76CCC8F-7431-4F98-B1C0-59E2C6E0CAD8}" dt="2023-11-06T07:21:34.842" v="1688" actId="20577"/>
          <ac:spMkLst>
            <pc:docMk/>
            <pc:sldMk cId="3250381876" sldId="390"/>
            <ac:spMk id="11" creationId="{F52AC39A-E3B4-D93E-BDB5-AD3A14DE828D}"/>
          </ac:spMkLst>
        </pc:spChg>
        <pc:graphicFrameChg chg="add mod modGraphic">
          <ac:chgData name="Thắng Vũ" userId="b892d97793145037" providerId="LiveId" clId="{B76CCC8F-7431-4F98-B1C0-59E2C6E0CAD8}" dt="2023-11-06T07:18:56.806" v="1462" actId="1076"/>
          <ac:graphicFrameMkLst>
            <pc:docMk/>
            <pc:sldMk cId="3250381876" sldId="390"/>
            <ac:graphicFrameMk id="10" creationId="{60B6F886-C442-D2AB-64DB-3A1633BD47A0}"/>
          </ac:graphicFrameMkLst>
        </pc:graphicFrameChg>
        <pc:picChg chg="add del mod ord">
          <ac:chgData name="Thắng Vũ" userId="b892d97793145037" providerId="LiveId" clId="{B76CCC8F-7431-4F98-B1C0-59E2C6E0CAD8}" dt="2023-11-06T07:09:31.877" v="953" actId="21"/>
          <ac:picMkLst>
            <pc:docMk/>
            <pc:sldMk cId="3250381876" sldId="390"/>
            <ac:picMk id="5" creationId="{95CACF1A-43CF-5123-9332-70286A59F3A8}"/>
          </ac:picMkLst>
        </pc:picChg>
        <pc:picChg chg="add del mod">
          <ac:chgData name="Thắng Vũ" userId="b892d97793145037" providerId="LiveId" clId="{B76CCC8F-7431-4F98-B1C0-59E2C6E0CAD8}" dt="2023-11-06T07:13:37.252" v="1284" actId="478"/>
          <ac:picMkLst>
            <pc:docMk/>
            <pc:sldMk cId="3250381876" sldId="390"/>
            <ac:picMk id="9" creationId="{F45834FE-A00C-62CB-7603-53D64BA92FB1}"/>
          </ac:picMkLst>
        </pc:picChg>
      </pc:sldChg>
      <pc:sldChg chg="new del">
        <pc:chgData name="Thắng Vũ" userId="b892d97793145037" providerId="LiveId" clId="{B76CCC8F-7431-4F98-B1C0-59E2C6E0CAD8}" dt="2023-11-06T06:56:41.766" v="680" actId="680"/>
        <pc:sldMkLst>
          <pc:docMk/>
          <pc:sldMk cId="3831089065" sldId="3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3B0E1-FFEC-4C61-A830-F8F80CFCDEF6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8B8AC0-E628-4E74-9CC0-224C4931E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4B2B30CA-981A-F3B7-E882-ADC1BE1A21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7F984E08-213B-F98F-5A5F-5B29038F2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Remark1.23 và 1.27 page 44  Mathematical cryptography</a:t>
            </a: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367A5F80-801A-6D2A-46F7-C33B560A9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3A5CB2-2EE7-473A-957C-11DE15983963}" type="slidenum">
              <a:rPr lang="en-US" altLang="en-US">
                <a:cs typeface="Arial" panose="020B0604020202020204" pitchFamily="34" charset="0"/>
              </a:rPr>
              <a:pPr/>
              <a:t>20</a:t>
            </a:fld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8E5A78CD-724F-F057-5DB8-3C784DE3CB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AD4B05A0-3204-4C61-4EA6-507FDC3A28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D51824F4-A06A-6B16-F6A0-E7D8D714D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8593EC7-940E-46F7-9DC0-732A5E51BCCD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FB4FED09-F490-A37F-2D43-27361A8E65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607C8F89-49F1-9D18-B123-D0E30D9C7A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2AF81-7A37-AF9A-B8C9-2235CF8AD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55D8459-62EF-44F5-BD83-563E8DD87C16}" type="slidenum">
              <a:rPr lang="en-US" altLang="en-US">
                <a:latin typeface="Calibri" panose="020F0502020204030204" pitchFamily="34" charset="0"/>
              </a:rPr>
              <a:pPr eaLnBrk="1" hangingPunct="1"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1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8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6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5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7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7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2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53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8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820AE7C-4AEE-43ED-952F-B3B4D39EBDC4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4C1213E-C360-444A-BC20-26973A6F8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3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5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9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0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9.emf"/><Relationship Id="rId7" Type="http://schemas.openxmlformats.org/officeDocument/2006/relationships/image" Target="../media/image30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31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Chương</a:t>
            </a:r>
            <a:r>
              <a:rPr lang="en-US" dirty="0"/>
              <a:t> 4 –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khai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Public Key Cryptosystem</a:t>
            </a:r>
          </a:p>
          <a:p>
            <a:r>
              <a:rPr lang="en-US" dirty="0"/>
              <a:t>(</a:t>
            </a:r>
            <a:r>
              <a:rPr lang="en-US" dirty="0" err="1"/>
              <a:t>phần</a:t>
            </a:r>
            <a:r>
              <a:rPr lang="en-US"/>
              <a:t> 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4.1)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tựu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endParaRPr lang="en-US" dirty="0"/>
          </a:p>
          <a:p>
            <a:pPr lvl="1"/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xứng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 </a:t>
            </a:r>
            <a:r>
              <a:rPr lang="en-US" b="1" dirty="0" err="1"/>
              <a:t>chữ</a:t>
            </a:r>
            <a:r>
              <a:rPr lang="en-US" b="1" dirty="0"/>
              <a:t> </a:t>
            </a:r>
            <a:r>
              <a:rPr lang="en-US" b="1" dirty="0" err="1"/>
              <a:t>ký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(</a:t>
            </a:r>
            <a:r>
              <a:rPr lang="en-US" b="1" dirty="0" err="1"/>
              <a:t>chữ</a:t>
            </a:r>
            <a:r>
              <a:rPr lang="en-US" b="1" dirty="0"/>
              <a:t> </a:t>
            </a:r>
            <a:r>
              <a:rPr lang="en-US" b="1" dirty="0" err="1"/>
              <a:t>ký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)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CNTT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A)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đời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Năm</a:t>
            </a:r>
            <a:r>
              <a:rPr lang="en-US" dirty="0"/>
              <a:t> 1976,  Diffie  </a:t>
            </a:r>
            <a:r>
              <a:rPr lang="en-US" dirty="0" err="1"/>
              <a:t>và</a:t>
            </a:r>
            <a:r>
              <a:rPr lang="en-US" dirty="0"/>
              <a:t> Hellman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 </a:t>
            </a:r>
            <a:r>
              <a:rPr lang="en-US" dirty="0" err="1">
                <a:solidFill>
                  <a:srgbClr val="FF0000"/>
                </a:solidFill>
              </a:rPr>
              <a:t>công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khai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thông</a:t>
            </a:r>
            <a:r>
              <a:rPr lang="en-US" dirty="0">
                <a:solidFill>
                  <a:srgbClr val="FF0000"/>
                </a:solidFill>
              </a:rPr>
              <a:t> tin </a:t>
            </a:r>
            <a:r>
              <a:rPr lang="en-US" dirty="0" err="1">
                <a:solidFill>
                  <a:srgbClr val="FF0000"/>
                </a:solidFill>
              </a:rPr>
              <a:t>về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mà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Năm</a:t>
            </a:r>
            <a:r>
              <a:rPr lang="en-US" dirty="0"/>
              <a:t> 1977, </a:t>
            </a:r>
            <a:r>
              <a:rPr lang="en-US" dirty="0" err="1"/>
              <a:t>Rivest</a:t>
            </a:r>
            <a:r>
              <a:rPr lang="en-US" dirty="0"/>
              <a:t>, Shamir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Adleman</a:t>
            </a:r>
            <a:r>
              <a:rPr lang="en-US" dirty="0"/>
              <a:t>  </a:t>
            </a:r>
            <a:r>
              <a:rPr lang="en-US" dirty="0" err="1"/>
              <a:t>phát</a:t>
            </a:r>
            <a:r>
              <a:rPr lang="en-US" dirty="0"/>
              <a:t> minh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RSA</a:t>
            </a:r>
          </a:p>
          <a:p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:  Rabin ,  El-</a:t>
            </a:r>
            <a:r>
              <a:rPr lang="en-US" dirty="0" err="1"/>
              <a:t>Gammal</a:t>
            </a:r>
            <a:r>
              <a:rPr lang="en-US" dirty="0"/>
              <a:t>, Elliptic Curve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B)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(PKC),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cần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sở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hữu</a:t>
            </a:r>
            <a:r>
              <a:rPr lang="en-US" dirty="0">
                <a:solidFill>
                  <a:srgbClr val="FF0000"/>
                </a:solidFill>
              </a:rPr>
              <a:t> 1 </a:t>
            </a:r>
            <a:r>
              <a:rPr lang="en-US" dirty="0" err="1">
                <a:solidFill>
                  <a:srgbClr val="FF0000"/>
                </a:solidFill>
              </a:rPr>
              <a:t>cặp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K</a:t>
            </a:r>
            <a:r>
              <a:rPr lang="en-US" baseline="-25000" dirty="0"/>
              <a:t>E</a:t>
            </a:r>
            <a:r>
              <a:rPr lang="en-US" dirty="0"/>
              <a:t>  (public key)</a:t>
            </a:r>
          </a:p>
          <a:p>
            <a:pPr lvl="1"/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K</a:t>
            </a:r>
            <a:r>
              <a:rPr lang="en-US" baseline="-25000" dirty="0"/>
              <a:t>D</a:t>
            </a:r>
            <a:r>
              <a:rPr lang="en-US" dirty="0"/>
              <a:t>  (private key)</a:t>
            </a:r>
          </a:p>
          <a:p>
            <a:endParaRPr lang="en-US" dirty="0"/>
          </a:p>
          <a:p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phổ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biến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tất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cùng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biết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giữ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mật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K</a:t>
            </a:r>
            <a:r>
              <a:rPr lang="en-US" baseline="-25000" dirty="0"/>
              <a:t>D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K</a:t>
            </a:r>
            <a:r>
              <a:rPr lang="en-US" baseline="-25000" dirty="0"/>
              <a:t>E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</a:t>
            </a:r>
            <a:r>
              <a:rPr lang="en-US" baseline="-25000" dirty="0"/>
              <a:t>E  </a:t>
            </a:r>
            <a:r>
              <a:rPr lang="en-US" baseline="30000" dirty="0"/>
              <a:t> </a:t>
            </a:r>
            <a:r>
              <a:rPr lang="en-US" dirty="0"/>
              <a:t> ≠  K</a:t>
            </a:r>
            <a:r>
              <a:rPr lang="en-US" baseline="-25000" dirty="0"/>
              <a:t>D    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mối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quan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hệ</a:t>
            </a:r>
            <a:r>
              <a:rPr lang="en-US" dirty="0">
                <a:solidFill>
                  <a:srgbClr val="FF0000"/>
                </a:solidFill>
              </a:rPr>
              <a:t>  1 – 1 </a:t>
            </a:r>
          </a:p>
          <a:p>
            <a:pPr>
              <a:buNone/>
            </a:pPr>
            <a:endParaRPr lang="en-US" dirty="0"/>
          </a:p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M </a:t>
            </a:r>
            <a:r>
              <a:rPr lang="en-US" dirty="0" err="1"/>
              <a:t>bằng</a:t>
            </a:r>
            <a:r>
              <a:rPr lang="en-US" dirty="0"/>
              <a:t> K</a:t>
            </a:r>
            <a:r>
              <a:rPr lang="en-US" baseline="-25000" dirty="0"/>
              <a:t>E</a:t>
            </a:r>
            <a:r>
              <a:rPr lang="en-US" dirty="0"/>
              <a:t>  </a:t>
            </a:r>
            <a:r>
              <a:rPr lang="en-US" dirty="0" err="1">
                <a:solidFill>
                  <a:srgbClr val="FF0000"/>
                </a:solidFill>
              </a:rPr>
              <a:t>thì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giải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bằng</a:t>
            </a:r>
            <a:r>
              <a:rPr lang="en-US" dirty="0">
                <a:solidFill>
                  <a:srgbClr val="FF0000"/>
                </a:solidFill>
              </a:rPr>
              <a:t> K</a:t>
            </a:r>
            <a:r>
              <a:rPr lang="en-US" baseline="-25000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và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ngược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lại</a:t>
            </a:r>
            <a:endParaRPr lang="en-US" dirty="0"/>
          </a:p>
          <a:p>
            <a:pPr lvl="1"/>
            <a:r>
              <a:rPr lang="en-US" dirty="0"/>
              <a:t>M = D(K</a:t>
            </a:r>
            <a:r>
              <a:rPr lang="en-US" baseline="-25000" dirty="0"/>
              <a:t>D</a:t>
            </a:r>
            <a:r>
              <a:rPr lang="en-US" dirty="0"/>
              <a:t> , E(K</a:t>
            </a:r>
            <a:r>
              <a:rPr lang="en-US" baseline="-25000" dirty="0"/>
              <a:t>E</a:t>
            </a:r>
            <a:r>
              <a:rPr lang="en-US" dirty="0"/>
              <a:t> , M))   (1)</a:t>
            </a:r>
          </a:p>
          <a:p>
            <a:pPr lvl="1"/>
            <a:r>
              <a:rPr lang="en-US" dirty="0"/>
              <a:t>M=  D(K</a:t>
            </a:r>
            <a:r>
              <a:rPr lang="en-US" baseline="-25000" dirty="0"/>
              <a:t>E</a:t>
            </a:r>
            <a:r>
              <a:rPr lang="en-US" dirty="0"/>
              <a:t> ,  E(K</a:t>
            </a:r>
            <a:r>
              <a:rPr lang="en-US" baseline="-25000" dirty="0"/>
              <a:t>D</a:t>
            </a:r>
            <a:r>
              <a:rPr lang="en-US" baseline="30000" dirty="0"/>
              <a:t> </a:t>
            </a:r>
            <a:r>
              <a:rPr lang="en-US" dirty="0"/>
              <a:t> , M))</a:t>
            </a:r>
            <a:r>
              <a:rPr lang="en-US" baseline="-25000" dirty="0"/>
              <a:t> </a:t>
            </a:r>
            <a:r>
              <a:rPr lang="en-US" dirty="0"/>
              <a:t> (2)</a:t>
            </a:r>
          </a:p>
          <a:p>
            <a:endParaRPr lang="en-US" dirty="0"/>
          </a:p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(1)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bảo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liệu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(2)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tạo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số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chữ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điện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tử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C)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PKC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hàm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C00000"/>
                </a:solidFill>
              </a:rPr>
              <a:t>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một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chiều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có</a:t>
            </a:r>
            <a:r>
              <a:rPr lang="en-US" dirty="0">
                <a:solidFill>
                  <a:srgbClr val="C00000"/>
                </a:solidFill>
              </a:rPr>
              <a:t> “</a:t>
            </a:r>
            <a:r>
              <a:rPr lang="en-US" dirty="0" err="1">
                <a:solidFill>
                  <a:srgbClr val="C00000"/>
                </a:solidFill>
              </a:rPr>
              <a:t>cửa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lật</a:t>
            </a:r>
            <a:r>
              <a:rPr lang="en-US" dirty="0">
                <a:solidFill>
                  <a:srgbClr val="C00000"/>
                </a:solidFill>
              </a:rPr>
              <a:t>”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 lvl="1"/>
            <a:r>
              <a:rPr lang="en-US" i="1" dirty="0" err="1"/>
              <a:t>Với</a:t>
            </a:r>
            <a:r>
              <a:rPr lang="en-US" i="1" dirty="0"/>
              <a:t> </a:t>
            </a:r>
            <a:r>
              <a:rPr lang="en-US" i="1" dirty="0" err="1"/>
              <a:t>mọi</a:t>
            </a:r>
            <a:r>
              <a:rPr lang="en-US" i="1" dirty="0"/>
              <a:t> </a:t>
            </a:r>
            <a:r>
              <a:rPr lang="en-US" i="1" dirty="0" err="1"/>
              <a:t>đầu</a:t>
            </a:r>
            <a:r>
              <a:rPr lang="en-US" i="1" dirty="0"/>
              <a:t> </a:t>
            </a:r>
            <a:r>
              <a:rPr lang="en-US" i="1" dirty="0" err="1"/>
              <a:t>vào</a:t>
            </a:r>
            <a:r>
              <a:rPr lang="en-US" i="1" dirty="0"/>
              <a:t> X, </a:t>
            </a:r>
            <a:r>
              <a:rPr lang="en-US" i="1" dirty="0" err="1"/>
              <a:t>tính</a:t>
            </a:r>
            <a:r>
              <a:rPr lang="en-US" i="1" dirty="0"/>
              <a:t> Y = f(X) </a:t>
            </a:r>
            <a:r>
              <a:rPr lang="en-US" i="1" dirty="0" err="1"/>
              <a:t>là</a:t>
            </a:r>
            <a:r>
              <a:rPr lang="en-US" i="1" dirty="0"/>
              <a:t> </a:t>
            </a:r>
            <a:r>
              <a:rPr lang="en-US" i="1" dirty="0" err="1"/>
              <a:t>dễ</a:t>
            </a:r>
            <a:endParaRPr lang="en-US" i="1" dirty="0"/>
          </a:p>
          <a:p>
            <a:pPr lvl="1"/>
            <a:r>
              <a:rPr lang="en-US" i="1" dirty="0" err="1"/>
              <a:t>Biết</a:t>
            </a:r>
            <a:r>
              <a:rPr lang="en-US" i="1" dirty="0"/>
              <a:t> Y, </a:t>
            </a:r>
            <a:r>
              <a:rPr lang="en-US" i="1" dirty="0" err="1"/>
              <a:t>rất</a:t>
            </a:r>
            <a:r>
              <a:rPr lang="en-US" i="1" dirty="0"/>
              <a:t> </a:t>
            </a:r>
            <a:r>
              <a:rPr lang="en-US" i="1" dirty="0" err="1"/>
              <a:t>khó</a:t>
            </a:r>
            <a:r>
              <a:rPr lang="en-US" i="1" dirty="0"/>
              <a:t> </a:t>
            </a:r>
            <a:r>
              <a:rPr lang="en-US" i="1" dirty="0" err="1"/>
              <a:t>để</a:t>
            </a:r>
            <a:r>
              <a:rPr lang="en-US" i="1" dirty="0"/>
              <a:t> </a:t>
            </a:r>
            <a:r>
              <a:rPr lang="en-US" i="1" dirty="0" err="1"/>
              <a:t>tính</a:t>
            </a:r>
            <a:r>
              <a:rPr lang="en-US" i="1" dirty="0"/>
              <a:t> </a:t>
            </a:r>
            <a:r>
              <a:rPr lang="en-US" i="1" dirty="0" err="1"/>
              <a:t>ngược</a:t>
            </a:r>
            <a:r>
              <a:rPr lang="en-US" i="1" dirty="0"/>
              <a:t> X </a:t>
            </a:r>
            <a:r>
              <a:rPr lang="en-US" i="1" dirty="0" err="1"/>
              <a:t>trừ</a:t>
            </a:r>
            <a:r>
              <a:rPr lang="en-US" i="1" dirty="0"/>
              <a:t> </a:t>
            </a:r>
            <a:r>
              <a:rPr lang="en-US" i="1" dirty="0" err="1"/>
              <a:t>khi</a:t>
            </a:r>
            <a:r>
              <a:rPr lang="en-US" i="1" dirty="0"/>
              <a:t> </a:t>
            </a:r>
            <a:r>
              <a:rPr lang="en-US" i="1" dirty="0" err="1"/>
              <a:t>biết</a:t>
            </a:r>
            <a:r>
              <a:rPr lang="en-US" i="1" dirty="0"/>
              <a:t> “</a:t>
            </a:r>
            <a:r>
              <a:rPr lang="en-US" i="1" dirty="0" err="1"/>
              <a:t>cửa</a:t>
            </a:r>
            <a:r>
              <a:rPr lang="en-US" i="1" dirty="0"/>
              <a:t> </a:t>
            </a:r>
            <a:r>
              <a:rPr lang="en-US" i="1" dirty="0" err="1"/>
              <a:t>lật</a:t>
            </a:r>
            <a:r>
              <a:rPr lang="en-US" i="1" dirty="0"/>
              <a:t>”</a:t>
            </a:r>
          </a:p>
          <a:p>
            <a:endParaRPr lang="en-US" i="1" dirty="0"/>
          </a:p>
          <a:p>
            <a:r>
              <a:rPr lang="en-US" i="1" dirty="0"/>
              <a:t>“</a:t>
            </a:r>
            <a:r>
              <a:rPr lang="en-US" i="1" dirty="0" err="1"/>
              <a:t>Cửa</a:t>
            </a:r>
            <a:r>
              <a:rPr lang="en-US" i="1" dirty="0"/>
              <a:t> </a:t>
            </a:r>
            <a:r>
              <a:rPr lang="en-US" i="1" dirty="0" err="1"/>
              <a:t>lật</a:t>
            </a:r>
            <a:r>
              <a:rPr lang="en-US" i="1" dirty="0"/>
              <a:t>”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riêng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được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f</a:t>
            </a:r>
            <a:r>
              <a:rPr lang="en-US" baseline="30000" dirty="0"/>
              <a:t>-1</a:t>
            </a:r>
            <a:r>
              <a:rPr lang="en-US" dirty="0"/>
              <a:t>      </a:t>
            </a:r>
            <a:r>
              <a:rPr lang="en-US" i="1" dirty="0"/>
              <a:t>X = f </a:t>
            </a:r>
            <a:r>
              <a:rPr lang="en-US" i="1" baseline="30000" dirty="0"/>
              <a:t>-1  </a:t>
            </a:r>
            <a:r>
              <a:rPr lang="en-US" i="1" dirty="0"/>
              <a:t> (Y)</a:t>
            </a:r>
          </a:p>
          <a:p>
            <a:endParaRPr lang="en-US" dirty="0"/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lật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,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phá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khó</a:t>
            </a:r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</a:t>
            </a:r>
            <a:r>
              <a:rPr lang="en-US" dirty="0" err="1"/>
              <a:t>sánh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khai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tin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1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Mã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bằng</a:t>
            </a:r>
            <a:r>
              <a:rPr lang="en-US" dirty="0">
                <a:solidFill>
                  <a:srgbClr val="FF0000"/>
                </a:solidFill>
              </a:rPr>
              <a:t> 1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và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giải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bằng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kia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Một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có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thể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trao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đổi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công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khai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	</a:t>
            </a:r>
          </a:p>
          <a:p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1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bẫy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xứng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1 </a:t>
            </a:r>
            <a:r>
              <a:rPr lang="en-US" dirty="0" err="1"/>
              <a:t>khóa</a:t>
            </a:r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Mã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và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giải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cùng</a:t>
            </a:r>
            <a:r>
              <a:rPr lang="en-US" dirty="0">
                <a:solidFill>
                  <a:srgbClr val="FF0000"/>
                </a:solidFill>
              </a:rPr>
              <a:t> 1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Cần</a:t>
            </a:r>
            <a:r>
              <a:rPr lang="en-US" dirty="0">
                <a:solidFill>
                  <a:srgbClr val="FF0000"/>
                </a:solidFill>
              </a:rPr>
              <a:t> 1 </a:t>
            </a:r>
            <a:r>
              <a:rPr lang="en-US" dirty="0" err="1">
                <a:solidFill>
                  <a:srgbClr val="FF0000"/>
                </a:solidFill>
              </a:rPr>
              <a:t>kênh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mật</a:t>
            </a:r>
            <a:r>
              <a:rPr lang="en-US" dirty="0">
                <a:solidFill>
                  <a:srgbClr val="FF0000"/>
                </a:solidFill>
              </a:rPr>
              <a:t> an </a:t>
            </a:r>
            <a:r>
              <a:rPr lang="en-US" dirty="0" err="1">
                <a:solidFill>
                  <a:srgbClr val="FF0000"/>
                </a:solidFill>
              </a:rPr>
              <a:t>toàn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để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trao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đổi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1D4B850-3DD1-D8E9-FA1B-361D8C095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46113"/>
            <a:ext cx="7877175" cy="1143000"/>
          </a:xfrm>
        </p:spPr>
        <p:txBody>
          <a:bodyPr/>
          <a:lstStyle/>
          <a:p>
            <a:r>
              <a:rPr lang="en-US" altLang="vi-VN" sz="4800"/>
              <a:t>Nhắc lại lý thuyết số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BD0AEDE-3B4B-88AE-1134-6C6E8EDFF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2450" y="1789113"/>
            <a:ext cx="8134350" cy="41148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400" i="1"/>
              <a:t>1. Phép chia modulo:</a:t>
            </a:r>
          </a:p>
          <a:p>
            <a:pPr>
              <a:defRPr/>
            </a:pPr>
            <a:r>
              <a:rPr lang="vi-VN" sz="2400"/>
              <a:t>Phép chia modulo là phép chia lấy phần dư. </a:t>
            </a:r>
            <a:endParaRPr lang="en-US" sz="2400"/>
          </a:p>
          <a:p>
            <a:pPr>
              <a:defRPr/>
            </a:pPr>
            <a:r>
              <a:rPr lang="vi-VN" sz="2400"/>
              <a:t>Ví dụ: 27 </a:t>
            </a:r>
            <a:r>
              <a:rPr lang="vi-VN" sz="2400" i="1"/>
              <a:t>mod </a:t>
            </a:r>
            <a:r>
              <a:rPr lang="vi-VN" sz="2400"/>
              <a:t>8 = 3, 35 </a:t>
            </a:r>
            <a:r>
              <a:rPr lang="vi-VN" sz="2400" i="1"/>
              <a:t>mod </a:t>
            </a:r>
            <a:r>
              <a:rPr lang="vi-VN" sz="2400"/>
              <a:t>9 = 8.</a:t>
            </a:r>
          </a:p>
          <a:p>
            <a:pPr>
              <a:defRPr/>
            </a:pPr>
            <a:r>
              <a:rPr lang="en-US" sz="2400"/>
              <a:t>Một cách tổng quát:</a:t>
            </a:r>
          </a:p>
          <a:p>
            <a:pPr>
              <a:defRPr/>
            </a:pPr>
            <a:endParaRPr lang="en-US" altLang="vi-VN" sz="2400"/>
          </a:p>
          <a:p>
            <a:pPr>
              <a:defRPr/>
            </a:pPr>
            <a:endParaRPr lang="en-US" altLang="vi-VN" sz="2400"/>
          </a:p>
          <a:p>
            <a:pPr>
              <a:defRPr/>
            </a:pPr>
            <a:endParaRPr lang="en-US" altLang="vi-VN" sz="2400"/>
          </a:p>
          <a:p>
            <a:pPr>
              <a:defRPr/>
            </a:pPr>
            <a:endParaRPr lang="en-US" altLang="vi-VN" sz="2400"/>
          </a:p>
          <a:p>
            <a:pPr>
              <a:defRPr/>
            </a:pPr>
            <a:endParaRPr lang="en-US" altLang="vi-VN" sz="20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BC7932-233C-24E7-EE22-114FBD0401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Trần Thị Kim Chi</a:t>
            </a:r>
          </a:p>
        </p:txBody>
      </p:sp>
      <p:sp>
        <p:nvSpPr>
          <p:cNvPr id="39941" name="Slide Number Placeholder 2">
            <a:extLst>
              <a:ext uri="{FF2B5EF4-FFF2-40B4-BE49-F238E27FC236}">
                <a16:creationId xmlns:a16="http://schemas.microsoft.com/office/drawing/2014/main" id="{7BA6DDE2-05FD-EB44-B73A-34108ACDCB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latin typeface="Tahoma" panose="020B0604030504040204" pitchFamily="34" charset="0"/>
              </a:rPr>
              <a:t>1-</a:t>
            </a:r>
            <a:fld id="{F13325EC-FD8E-4FA6-813B-BC0DB824144F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000">
              <a:latin typeface="Tahoma" panose="020B0604030504040204" pitchFamily="34" charset="0"/>
            </a:endParaRPr>
          </a:p>
        </p:txBody>
      </p:sp>
      <p:pic>
        <p:nvPicPr>
          <p:cNvPr id="39942" name="Picture 2">
            <a:extLst>
              <a:ext uri="{FF2B5EF4-FFF2-40B4-BE49-F238E27FC236}">
                <a16:creationId xmlns:a16="http://schemas.microsoft.com/office/drawing/2014/main" id="{711E3A73-AF9D-ECFD-F2D3-7EA399970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3" y="3741738"/>
            <a:ext cx="80772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9F5AA8D-F6EF-FC9D-9808-20D23E171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46113"/>
            <a:ext cx="7877175" cy="1143000"/>
          </a:xfrm>
        </p:spPr>
        <p:txBody>
          <a:bodyPr/>
          <a:lstStyle/>
          <a:p>
            <a:r>
              <a:rPr lang="en-US" altLang="vi-VN" sz="4800"/>
              <a:t>Nhắc lại lý thuyết số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6B94758-8E30-A1CE-1457-EF049E936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2450" y="1789113"/>
            <a:ext cx="8134350" cy="41148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400" i="1"/>
              <a:t>1. Phép chia modulo:</a:t>
            </a:r>
          </a:p>
          <a:p>
            <a:pPr>
              <a:defRPr/>
            </a:pPr>
            <a:r>
              <a:rPr lang="vi-VN" sz="2400"/>
              <a:t>Nếu hai số </a:t>
            </a:r>
            <a:r>
              <a:rPr lang="vi-VN" sz="2400" i="1"/>
              <a:t>a</a:t>
            </a:r>
            <a:r>
              <a:rPr lang="vi-VN" sz="2400"/>
              <a:t>, </a:t>
            </a:r>
            <a:r>
              <a:rPr lang="vi-VN" sz="2400" i="1"/>
              <a:t>b </a:t>
            </a:r>
            <a:r>
              <a:rPr lang="vi-VN" sz="2400"/>
              <a:t>có cùng số dư trong phép chia cho </a:t>
            </a:r>
            <a:r>
              <a:rPr lang="vi-VN" sz="2400" i="1"/>
              <a:t>n </a:t>
            </a:r>
            <a:r>
              <a:rPr lang="vi-VN" sz="2400"/>
              <a:t>thì ta nói rằng </a:t>
            </a:r>
            <a:r>
              <a:rPr lang="vi-VN" sz="2400" i="1"/>
              <a:t>a </a:t>
            </a:r>
            <a:r>
              <a:rPr lang="vi-VN" sz="2400"/>
              <a:t>và </a:t>
            </a:r>
            <a:r>
              <a:rPr lang="vi-VN" sz="2400" i="1"/>
              <a:t>b </a:t>
            </a:r>
            <a:r>
              <a:rPr lang="vi-VN" sz="2400"/>
              <a:t>là đồng dư</a:t>
            </a:r>
            <a:r>
              <a:rPr lang="en-US" sz="2400"/>
              <a:t> </a:t>
            </a:r>
            <a:r>
              <a:rPr lang="vi-VN" sz="2400"/>
              <a:t>trong phép chia modulo cho </a:t>
            </a:r>
            <a:r>
              <a:rPr lang="vi-VN" sz="2400" i="1"/>
              <a:t>n</a:t>
            </a:r>
            <a:r>
              <a:rPr lang="vi-VN" sz="2400"/>
              <a:t>, phép so sánh đồng dư được ký hiệu bằng dấu </a:t>
            </a:r>
            <a:r>
              <a:rPr lang="vi-VN" sz="2400">
                <a:sym typeface="Symbol" panose="05050102010706020507" pitchFamily="18" charset="2"/>
              </a:rPr>
              <a:t></a:t>
            </a:r>
            <a:r>
              <a:rPr lang="vi-VN" sz="2400"/>
              <a:t>:</a:t>
            </a:r>
            <a:endParaRPr lang="en-US" sz="2400"/>
          </a:p>
          <a:p>
            <a:pPr>
              <a:defRPr/>
            </a:pPr>
            <a:endParaRPr lang="vi-VN" sz="2400"/>
          </a:p>
          <a:p>
            <a:pPr>
              <a:defRPr/>
            </a:pPr>
            <a:r>
              <a:rPr lang="pt-BR" sz="2400"/>
              <a:t>Ví dụ với </a:t>
            </a:r>
            <a:r>
              <a:rPr lang="pt-BR" sz="2400" i="1"/>
              <a:t>n </a:t>
            </a:r>
            <a:r>
              <a:rPr lang="pt-BR" sz="2400"/>
              <a:t>= 4 ta </a:t>
            </a:r>
            <a:r>
              <a:rPr lang="vi-VN" sz="2400"/>
              <a:t>có 4 lớp tương đương sau:</a:t>
            </a:r>
            <a:endParaRPr lang="en-US" altLang="vi-VN" sz="2400"/>
          </a:p>
          <a:p>
            <a:pPr>
              <a:defRPr/>
            </a:pPr>
            <a:endParaRPr lang="en-US" altLang="vi-VN" sz="2400"/>
          </a:p>
          <a:p>
            <a:pPr>
              <a:defRPr/>
            </a:pPr>
            <a:endParaRPr lang="en-US" altLang="vi-VN" sz="20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D57DB0-8D09-6565-2261-5235E5E54D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Trần Thị Kim Chi</a:t>
            </a:r>
          </a:p>
        </p:txBody>
      </p:sp>
      <p:sp>
        <p:nvSpPr>
          <p:cNvPr id="40965" name="Slide Number Placeholder 2">
            <a:extLst>
              <a:ext uri="{FF2B5EF4-FFF2-40B4-BE49-F238E27FC236}">
                <a16:creationId xmlns:a16="http://schemas.microsoft.com/office/drawing/2014/main" id="{1CA8AF3E-76E5-1579-E672-70680451A4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latin typeface="Tahoma" panose="020B0604030504040204" pitchFamily="34" charset="0"/>
              </a:rPr>
              <a:t>1-</a:t>
            </a:r>
            <a:fld id="{BF898BC4-DCD7-4743-BD2A-3EB7BA23E202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000">
              <a:latin typeface="Tahoma" panose="020B0604030504040204" pitchFamily="34" charset="0"/>
            </a:endParaRPr>
          </a:p>
        </p:txBody>
      </p:sp>
      <p:pic>
        <p:nvPicPr>
          <p:cNvPr id="40966" name="Picture 3">
            <a:extLst>
              <a:ext uri="{FF2B5EF4-FFF2-40B4-BE49-F238E27FC236}">
                <a16:creationId xmlns:a16="http://schemas.microsoft.com/office/drawing/2014/main" id="{40272107-5B83-78BD-FF37-15A760653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400425"/>
            <a:ext cx="558165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Picture 4">
            <a:extLst>
              <a:ext uri="{FF2B5EF4-FFF2-40B4-BE49-F238E27FC236}">
                <a16:creationId xmlns:a16="http://schemas.microsoft.com/office/drawing/2014/main" id="{80021658-A438-49C5-7BC8-E45BC3E49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324350"/>
            <a:ext cx="27908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290387B-064B-38FB-671C-DEF1B897C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46113"/>
            <a:ext cx="7877175" cy="1143000"/>
          </a:xfrm>
        </p:spPr>
        <p:txBody>
          <a:bodyPr/>
          <a:lstStyle/>
          <a:p>
            <a:r>
              <a:rPr lang="en-US" altLang="vi-VN" sz="4800"/>
              <a:t>Nhắc lại lý thuyết số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0C89107-3B5D-36D7-B01B-E8086194B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2450" y="1789113"/>
            <a:ext cx="8134350" cy="41148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400" i="1"/>
              <a:t>2. Một số tính chất của phép modulo:</a:t>
            </a:r>
          </a:p>
          <a:p>
            <a:pPr>
              <a:defRPr/>
            </a:pPr>
            <a:r>
              <a:rPr lang="en-US" sz="2400"/>
              <a:t>Cho </a:t>
            </a:r>
            <a:r>
              <a:rPr lang="en-US" sz="2400" i="1"/>
              <a:t>a</a:t>
            </a:r>
            <a:r>
              <a:rPr lang="en-US" sz="2400"/>
              <a:t>, </a:t>
            </a:r>
            <a:r>
              <a:rPr lang="en-US" sz="2400" i="1"/>
              <a:t>b </a:t>
            </a:r>
            <a:r>
              <a:rPr lang="en-US" sz="2400"/>
              <a:t>và </a:t>
            </a:r>
            <a:r>
              <a:rPr lang="en-US" sz="2400" i="1"/>
              <a:t>n </a:t>
            </a:r>
            <a:r>
              <a:rPr lang="en-US" sz="2400"/>
              <a:t>là các số nguyên, phép modulo có các tính chất:</a:t>
            </a:r>
            <a:endParaRPr lang="en-US" altLang="vi-VN" sz="2400"/>
          </a:p>
          <a:p>
            <a:pPr>
              <a:defRPr/>
            </a:pPr>
            <a:endParaRPr lang="en-US" altLang="vi-VN" sz="20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927598-5F5B-83B3-0F03-304CCA716E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Trần Thị Kim Chi</a:t>
            </a:r>
          </a:p>
        </p:txBody>
      </p:sp>
      <p:sp>
        <p:nvSpPr>
          <p:cNvPr id="41989" name="Slide Number Placeholder 2">
            <a:extLst>
              <a:ext uri="{FF2B5EF4-FFF2-40B4-BE49-F238E27FC236}">
                <a16:creationId xmlns:a16="http://schemas.microsoft.com/office/drawing/2014/main" id="{F96BD249-0B70-E7D0-E328-F5ACBCAC32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latin typeface="Tahoma" panose="020B0604030504040204" pitchFamily="34" charset="0"/>
              </a:rPr>
              <a:t>1-</a:t>
            </a:r>
            <a:fld id="{40FD7DA2-90CD-4D90-93AB-FD4ED4AE8D83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000">
              <a:latin typeface="Tahoma" panose="020B0604030504040204" pitchFamily="34" charset="0"/>
            </a:endParaRPr>
          </a:p>
        </p:txBody>
      </p:sp>
      <p:pic>
        <p:nvPicPr>
          <p:cNvPr id="41990" name="Picture 2">
            <a:extLst>
              <a:ext uri="{FF2B5EF4-FFF2-40B4-BE49-F238E27FC236}">
                <a16:creationId xmlns:a16="http://schemas.microsoft.com/office/drawing/2014/main" id="{64FEF652-A670-F5AA-B57A-89339158D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429000"/>
            <a:ext cx="692467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1AD6EF4-A8D3-6DC5-4F16-AC295209C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46113"/>
            <a:ext cx="7877175" cy="1143000"/>
          </a:xfrm>
        </p:spPr>
        <p:txBody>
          <a:bodyPr/>
          <a:lstStyle/>
          <a:p>
            <a:r>
              <a:rPr lang="en-US" altLang="vi-VN" sz="4800"/>
              <a:t>Nhắc lại lý thuyết số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E2DEA5D-F305-2E72-2B56-2445C2051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2450" y="1789113"/>
            <a:ext cx="8134350" cy="41148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400" i="1"/>
              <a:t>3. </a:t>
            </a:r>
            <a:r>
              <a:rPr lang="vi-VN" sz="2400" i="1"/>
              <a:t>Ước số:</a:t>
            </a:r>
          </a:p>
          <a:p>
            <a:pPr>
              <a:defRPr/>
            </a:pPr>
            <a:r>
              <a:rPr lang="en-US" sz="2400"/>
              <a:t>Nếu a mod n =0 (viết cách khác a </a:t>
            </a:r>
            <a:r>
              <a:rPr lang="en-US" sz="2400">
                <a:sym typeface="Symbol" panose="05050102010706020507" pitchFamily="18" charset="2"/>
              </a:rPr>
              <a:t>0 mod n</a:t>
            </a:r>
            <a:r>
              <a:rPr lang="en-US" sz="2400"/>
              <a:t>) thì có nghĩa là </a:t>
            </a:r>
            <a:r>
              <a:rPr lang="en-US" sz="2400" i="1"/>
              <a:t>a </a:t>
            </a:r>
            <a:r>
              <a:rPr lang="en-US" sz="2400"/>
              <a:t>chia hết </a:t>
            </a:r>
            <a:r>
              <a:rPr lang="pt-BR" sz="2400"/>
              <a:t>cho </a:t>
            </a:r>
            <a:r>
              <a:rPr lang="pt-BR" sz="2400" i="1"/>
              <a:t>n</a:t>
            </a:r>
            <a:r>
              <a:rPr lang="pt-BR" sz="2400"/>
              <a:t>, hay </a:t>
            </a:r>
            <a:r>
              <a:rPr lang="pt-BR" sz="2400" i="1"/>
              <a:t>n </a:t>
            </a:r>
            <a:r>
              <a:rPr lang="pt-BR" sz="2400"/>
              <a:t>là ước số của </a:t>
            </a:r>
            <a:r>
              <a:rPr lang="pt-BR" sz="2400" i="1"/>
              <a:t>a</a:t>
            </a:r>
            <a:r>
              <a:rPr lang="pt-BR" sz="2400"/>
              <a:t>.</a:t>
            </a:r>
          </a:p>
          <a:p>
            <a:pPr>
              <a:defRPr/>
            </a:pPr>
            <a:r>
              <a:rPr lang="vi-VN" sz="2400"/>
              <a:t>Ước số chung lớn nhất của hai số: ký hiệu </a:t>
            </a:r>
            <a:r>
              <a:rPr lang="vi-VN" sz="2400" i="1"/>
              <a:t>gcd</a:t>
            </a:r>
            <a:r>
              <a:rPr lang="vi-VN" sz="2400"/>
              <a:t>(</a:t>
            </a:r>
            <a:r>
              <a:rPr lang="vi-VN" sz="2400" i="1"/>
              <a:t>a, b</a:t>
            </a:r>
            <a:r>
              <a:rPr lang="vi-VN" sz="2400"/>
              <a:t>) . Để tìm USCLN của hai</a:t>
            </a:r>
            <a:r>
              <a:rPr lang="en-US" sz="2400"/>
              <a:t> số a, b, chúng ta có thể dùng thuật toán Euclid .</a:t>
            </a:r>
            <a:endParaRPr lang="en-US" altLang="vi-VN" sz="20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DC37CD-2470-5D31-7ABE-F9E778B02C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Trần Thị Kim Chi</a:t>
            </a:r>
          </a:p>
        </p:txBody>
      </p:sp>
      <p:sp>
        <p:nvSpPr>
          <p:cNvPr id="43013" name="Slide Number Placeholder 2">
            <a:extLst>
              <a:ext uri="{FF2B5EF4-FFF2-40B4-BE49-F238E27FC236}">
                <a16:creationId xmlns:a16="http://schemas.microsoft.com/office/drawing/2014/main" id="{F7215355-51E0-0B8F-E1F0-08D2594240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latin typeface="Tahoma" panose="020B0604030504040204" pitchFamily="34" charset="0"/>
              </a:rPr>
              <a:t>1-</a:t>
            </a:r>
            <a:fld id="{EBD621B7-E2B6-408B-8D15-CBFE33F28937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59CCF772-C42A-17E4-6D4E-1AA4E0C6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Ước số chung lớn nhất</a:t>
            </a:r>
            <a:br>
              <a:rPr lang="en-US" altLang="en-US" sz="4000"/>
            </a:br>
            <a:r>
              <a:rPr lang="en-US" altLang="en-US" sz="4000"/>
              <a:t>(Greatest Common Divisor –gcd)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1AA272C6-4EA5-539A-33F7-59F8E425B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2209800"/>
            <a:ext cx="7862888" cy="3351213"/>
          </a:xfrm>
        </p:spPr>
        <p:txBody>
          <a:bodyPr/>
          <a:lstStyle/>
          <a:p>
            <a:pPr algn="just" eaLnBrk="1" hangingPunct="1"/>
            <a:r>
              <a:rPr lang="en-US" altLang="en-US" sz="2400"/>
              <a:t>Cho hai số a, b ∈ Z \{0}, c ∈ Z là ước số chung (common divisor) của a và b nếu c|a và c|b</a:t>
            </a:r>
          </a:p>
          <a:p>
            <a:pPr algn="just" eaLnBrk="1" hangingPunct="1"/>
            <a:r>
              <a:rPr lang="en-US" altLang="en-US" sz="2400"/>
              <a:t>C được gọi là ước số chung lớn nhất (greatest common divisor), ký hiệu gcd(a, b), </a:t>
            </a:r>
            <a:r>
              <a:rPr lang="en-US" altLang="en-US" sz="2400" b="1" i="1">
                <a:solidFill>
                  <a:srgbClr val="000099"/>
                </a:solidFill>
              </a:rPr>
              <a:t>nếu nó là số nguyên lớn nhất được chia hết bởi cả a và b</a:t>
            </a:r>
            <a:r>
              <a:rPr lang="en-US" altLang="en-US" sz="2400"/>
              <a:t>. </a:t>
            </a:r>
          </a:p>
          <a:p>
            <a:pPr algn="just" eaLnBrk="1" hangingPunct="1"/>
            <a:r>
              <a:rPr lang="en-US" altLang="en-US" sz="2400"/>
              <a:t>Ví dụ: gcd(12,18) =6, gcd(-18,27) = 9</a:t>
            </a:r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1B95CF57-3281-B303-358A-1BB4DA3A3B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ED2E81F-DCC3-4465-99B2-54042DB03A2F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FFBC35CE-0B67-D1C7-FC7C-458508B5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Thuật toán Euclid tìm gcd(a,b)</a:t>
            </a:r>
          </a:p>
        </p:txBody>
      </p:sp>
      <p:sp>
        <p:nvSpPr>
          <p:cNvPr id="45059" name="Slide Number Placeholder 3">
            <a:extLst>
              <a:ext uri="{FF2B5EF4-FFF2-40B4-BE49-F238E27FC236}">
                <a16:creationId xmlns:a16="http://schemas.microsoft.com/office/drawing/2014/main" id="{47E6D84D-D3E5-03CA-05E0-D70DA77081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99522C-BC3D-45A4-8F18-8BBABD2BE728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000">
              <a:latin typeface="Tahoma" panose="020B0604030504040204" pitchFamily="34" charset="0"/>
            </a:endParaRPr>
          </a:p>
        </p:txBody>
      </p:sp>
      <p:pic>
        <p:nvPicPr>
          <p:cNvPr id="45060" name="Picture 1">
            <a:extLst>
              <a:ext uri="{FF2B5EF4-FFF2-40B4-BE49-F238E27FC236}">
                <a16:creationId xmlns:a16="http://schemas.microsoft.com/office/drawing/2014/main" id="{BBA01074-6307-AEF4-D041-98E546E4A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000250"/>
            <a:ext cx="7559675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28088084-0FC2-1256-558A-7FC1DD50D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Ví dụ: Tìm gcd(2740,1760)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64232A78-F6DB-FBDD-C465-75F0EDC21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  <a:p>
            <a:pPr marL="216027" lvl="1" indent="-102870" eaLnBrk="1" fontAlgn="auto" hangingPunct="1">
              <a:buFontTx/>
              <a:buNone/>
              <a:defRPr/>
            </a:pPr>
            <a:r>
              <a:rPr lang="en-US" dirty="0">
                <a:sym typeface="Wingdings" pitchFamily="2" charset="2"/>
              </a:rPr>
              <a:t> </a:t>
            </a:r>
            <a:r>
              <a:rPr lang="en-US" dirty="0" err="1"/>
              <a:t>gcd</a:t>
            </a:r>
            <a:r>
              <a:rPr lang="en-US" dirty="0"/>
              <a:t> (2740, 1760) = 20</a:t>
            </a:r>
          </a:p>
          <a:p>
            <a:pPr marL="216027" lvl="1" indent="-102870" eaLnBrk="1" fontAlgn="auto" hangingPunct="1">
              <a:buFontTx/>
              <a:buNone/>
              <a:defRPr/>
            </a:pPr>
            <a:endParaRPr lang="en-US" dirty="0"/>
          </a:p>
        </p:txBody>
      </p:sp>
      <p:sp>
        <p:nvSpPr>
          <p:cNvPr id="46084" name="Slide Number Placeholder 8">
            <a:extLst>
              <a:ext uri="{FF2B5EF4-FFF2-40B4-BE49-F238E27FC236}">
                <a16:creationId xmlns:a16="http://schemas.microsoft.com/office/drawing/2014/main" id="{F72A7C4D-EC78-77C4-4279-6366764433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1FB948-060C-4105-97CF-27179705853C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000">
              <a:latin typeface="Tahoma" panose="020B0604030504040204" pitchFamily="34" charset="0"/>
            </a:endParaRPr>
          </a:p>
        </p:txBody>
      </p:sp>
      <p:pic>
        <p:nvPicPr>
          <p:cNvPr id="46085" name="Picture 1">
            <a:extLst>
              <a:ext uri="{FF2B5EF4-FFF2-40B4-BE49-F238E27FC236}">
                <a16:creationId xmlns:a16="http://schemas.microsoft.com/office/drawing/2014/main" id="{72498F01-94D1-0BBC-9613-CE29CB624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00250"/>
            <a:ext cx="3954463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1E83F8B7-C979-3F9A-59DB-71F87EC6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Ví dụ: Tìm gcd(25,60)</a:t>
            </a:r>
            <a:endParaRPr lang="vi-VN" altLang="en-US"/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E8BFA85F-172B-1168-056E-A4D3232B5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/>
          </a:p>
          <a:p>
            <a:pPr eaLnBrk="1" hangingPunct="1">
              <a:defRPr/>
            </a:pPr>
            <a:endParaRPr lang="en-US"/>
          </a:p>
          <a:p>
            <a:pPr eaLnBrk="1" hangingPunct="1">
              <a:defRPr/>
            </a:pPr>
            <a:endParaRPr lang="en-US"/>
          </a:p>
          <a:p>
            <a:pPr eaLnBrk="1" hangingPunct="1">
              <a:defRPr/>
            </a:pPr>
            <a:endParaRPr lang="en-US"/>
          </a:p>
          <a:p>
            <a:pPr eaLnBrk="1" hangingPunct="1">
              <a:defRPr/>
            </a:pPr>
            <a:endParaRPr lang="en-US"/>
          </a:p>
          <a:p>
            <a:pPr marL="0" indent="0" eaLnBrk="1" hangingPunct="1">
              <a:buFontTx/>
              <a:buNone/>
              <a:defRPr/>
            </a:pPr>
            <a:r>
              <a:rPr lang="en-US">
                <a:sym typeface="Wingdings" panose="05000000000000000000" pitchFamily="2" charset="2"/>
              </a:rPr>
              <a:t> gcd(25,60)=5</a:t>
            </a:r>
            <a:endParaRPr lang="vi-VN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FC359C0D-36BB-3A24-04A5-675180BB04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93A86F-B180-4D1A-91D6-F3A07B29ADE7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000">
              <a:latin typeface="Tahoma" panose="020B0604030504040204" pitchFamily="34" charset="0"/>
            </a:endParaRPr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ACB1A6D5-0171-31FF-D61A-D0BD76AEF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2457450"/>
            <a:ext cx="3411538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8E19B488-89EB-8E6F-F43A-80D9DA2D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3" y="228600"/>
            <a:ext cx="7877175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Nguyên tố cùng nhau </a:t>
            </a:r>
            <a:br>
              <a:rPr lang="en-US" altLang="en-US"/>
            </a:br>
            <a:r>
              <a:rPr lang="en-US" altLang="en-US"/>
              <a:t>(co-prime hay relatively prime )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CCEA8CAD-F09C-F9AC-50BF-CC4E7C39C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20574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Hai số nguyên a, b ∈ Z \{0} được gọi là </a:t>
            </a:r>
            <a:r>
              <a:rPr lang="en-US" altLang="en-US" sz="2800" b="1">
                <a:solidFill>
                  <a:srgbClr val="000099"/>
                </a:solidFill>
              </a:rPr>
              <a:t>nguyên tố cùng nhau nếu gcd(a, b)=1</a:t>
            </a:r>
            <a:r>
              <a:rPr lang="en-US" altLang="en-US" sz="2800"/>
              <a:t>.</a:t>
            </a:r>
          </a:p>
          <a:p>
            <a:pPr eaLnBrk="1" hangingPunct="1"/>
            <a:r>
              <a:rPr lang="en-US" altLang="en-US" sz="2800"/>
              <a:t>Ví dụ:  (5,8) , (9,14) là các cặp nguyên tố cùng nhau</a:t>
            </a:r>
          </a:p>
          <a:p>
            <a:pPr eaLnBrk="1" hangingPunct="1"/>
            <a:endParaRPr lang="en-US" altLang="en-US" sz="2800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A59FA8CA-D161-BC86-4681-1E2748723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BCC0632-246D-4970-A968-FB1F02A9F903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A8D9FFB-1ACA-9420-C3DC-9E72B46B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3" y="228600"/>
            <a:ext cx="7877175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i="1"/>
              <a:t>Phần tử nghịch đảo của phép nhân modulo:</a:t>
            </a:r>
            <a:endParaRPr lang="en-US" altLang="en-US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B97C963F-5F18-DD9A-9A9C-B75608E1C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20574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sz="2800"/>
              <a:t>Nếu hai số nguyên </a:t>
            </a:r>
            <a:r>
              <a:rPr lang="en-US" sz="2800" i="1"/>
              <a:t>a </a:t>
            </a:r>
            <a:r>
              <a:rPr lang="en-US" sz="2800"/>
              <a:t>và </a:t>
            </a:r>
            <a:r>
              <a:rPr lang="en-US" sz="2800" i="1"/>
              <a:t>n </a:t>
            </a:r>
            <a:r>
              <a:rPr lang="en-US" sz="2800"/>
              <a:t>nguyên tố cùng nhau, thì tồn tại số nguyên </a:t>
            </a:r>
            <a:r>
              <a:rPr lang="en-US" sz="2800" i="1"/>
              <a:t>w </a:t>
            </a:r>
            <a:r>
              <a:rPr lang="en-US" sz="2800"/>
              <a:t>sao cho:</a:t>
            </a:r>
          </a:p>
          <a:p>
            <a:pPr marL="0" indent="0">
              <a:buFontTx/>
              <a:buNone/>
              <a:defRPr/>
            </a:pPr>
            <a:r>
              <a:rPr lang="en-US" sz="2800"/>
              <a:t>		a.w </a:t>
            </a:r>
            <a:r>
              <a:rPr lang="en-US" sz="2800">
                <a:sym typeface="Symbol" panose="05050102010706020507" pitchFamily="18" charset="2"/>
              </a:rPr>
              <a:t> </a:t>
            </a:r>
            <a:r>
              <a:rPr lang="en-US" sz="2800"/>
              <a:t>1 mod n</a:t>
            </a:r>
          </a:p>
          <a:p>
            <a:pPr>
              <a:defRPr/>
            </a:pPr>
            <a:r>
              <a:rPr lang="en-US" sz="2800"/>
              <a:t>Ta gọi </a:t>
            </a:r>
            <a:r>
              <a:rPr lang="en-US" sz="2800" i="1"/>
              <a:t>w </a:t>
            </a:r>
            <a:r>
              <a:rPr lang="en-US" sz="2800"/>
              <a:t>là phần tử nghịch đảo của </a:t>
            </a:r>
            <a:r>
              <a:rPr lang="en-US" sz="2800" i="1"/>
              <a:t>a </a:t>
            </a:r>
            <a:r>
              <a:rPr lang="en-US" sz="2800"/>
              <a:t>trong phép modulo cho </a:t>
            </a:r>
            <a:r>
              <a:rPr lang="en-US" sz="2800" i="1"/>
              <a:t>n </a:t>
            </a:r>
            <a:r>
              <a:rPr lang="en-US" sz="2800"/>
              <a:t>và ký hiệu là </a:t>
            </a:r>
            <a:r>
              <a:rPr lang="en-US" sz="2800" i="1"/>
              <a:t>a</a:t>
            </a:r>
            <a:r>
              <a:rPr lang="en-US" sz="2800" i="1" baseline="30000"/>
              <a:t>-1</a:t>
            </a:r>
            <a:endParaRPr lang="en-US" sz="2800" baseline="30000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3C4A70EC-DC22-0FCC-4E70-5BD652391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97CBAB-04F1-48BC-8B2B-65E8B12B1C11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CA922686-E48B-E230-1766-6AFB73C4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Nghịch đảo nhân</a:t>
            </a:r>
            <a:br>
              <a:rPr lang="en-US" altLang="en-US"/>
            </a:br>
            <a:r>
              <a:rPr lang="en-US" altLang="en-US"/>
              <a:t>multiplicative inverse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845FAEAB-99F1-B1C5-0647-CF7CB33F4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Nếu tồn tại 1 số b ∈ Z</a:t>
            </a:r>
            <a:r>
              <a:rPr lang="en-US" altLang="en-US" baseline="-25000"/>
              <a:t>n</a:t>
            </a:r>
            <a:r>
              <a:rPr lang="en-US" altLang="en-US"/>
              <a:t> sao cho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ab ≡ 1(mod n)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thì b được gọi là nghịch đảo nhân của a modulo n </a:t>
            </a:r>
          </a:p>
          <a:p>
            <a:pPr eaLnBrk="1" hangingPunct="1"/>
            <a:r>
              <a:rPr lang="en-US" altLang="en-US"/>
              <a:t>Ký hiệu </a:t>
            </a:r>
          </a:p>
          <a:p>
            <a:pPr eaLnBrk="1" hangingPunct="1"/>
            <a:endParaRPr lang="en-US" altLang="en-US"/>
          </a:p>
        </p:txBody>
      </p:sp>
      <p:sp>
        <p:nvSpPr>
          <p:cNvPr id="50180" name="Slide Number Placeholder 4">
            <a:extLst>
              <a:ext uri="{FF2B5EF4-FFF2-40B4-BE49-F238E27FC236}">
                <a16:creationId xmlns:a16="http://schemas.microsoft.com/office/drawing/2014/main" id="{0A1126E3-0B3C-6E65-D8AA-DACFAF8898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0F39E2-AF9C-499E-B379-6CC7B5506FD6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000">
              <a:latin typeface="Tahoma" panose="020B0604030504040204" pitchFamily="34" charset="0"/>
            </a:endParaRPr>
          </a:p>
        </p:txBody>
      </p:sp>
      <p:pic>
        <p:nvPicPr>
          <p:cNvPr id="50181" name="Picture 2">
            <a:extLst>
              <a:ext uri="{FF2B5EF4-FFF2-40B4-BE49-F238E27FC236}">
                <a16:creationId xmlns:a16="http://schemas.microsoft.com/office/drawing/2014/main" id="{34F662D6-6382-720B-DF52-BFA449E0D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229100"/>
            <a:ext cx="2400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2" name="Picture 8" descr="http://www.mathvizza.com/visualization/multiplicative_inverse.jpg">
            <a:extLst>
              <a:ext uri="{FF2B5EF4-FFF2-40B4-BE49-F238E27FC236}">
                <a16:creationId xmlns:a16="http://schemas.microsoft.com/office/drawing/2014/main" id="{C49C95FB-BC8E-8DF9-A58D-4CD757B91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0" y="4629150"/>
            <a:ext cx="814388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FE01926A-4F1D-5B34-2D47-66AAE2B3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Nghịch đảo nhân</a:t>
            </a:r>
            <a:br>
              <a:rPr lang="en-US" altLang="en-US"/>
            </a:br>
            <a:r>
              <a:rPr lang="en-US" altLang="en-US"/>
              <a:t>multiplicative inverse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D834ACD1-0845-0AC7-CAD9-F4D669337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i="1">
                <a:solidFill>
                  <a:srgbClr val="000099"/>
                </a:solidFill>
              </a:rPr>
              <a:t>Điều kiện để số a có nghịch đảo nhân khi và chỉ khi gcd(a, n)=1</a:t>
            </a:r>
          </a:p>
          <a:p>
            <a:pPr eaLnBrk="1" hangingPunct="1"/>
            <a:r>
              <a:rPr lang="en-US" altLang="en-US"/>
              <a:t>Ví dụ: a=22, n=25</a:t>
            </a:r>
          </a:p>
          <a:p>
            <a:pPr marL="112713" lvl="1" indent="0" eaLnBrk="1" hangingPunct="1">
              <a:buFontTx/>
              <a:buNone/>
            </a:pPr>
            <a:r>
              <a:rPr lang="en-US" altLang="en-US"/>
              <a:t>   Gcd(22,25)= 1 </a:t>
            </a:r>
            <a:r>
              <a:rPr lang="en-US" altLang="en-US">
                <a:sym typeface="Wingdings" panose="05000000000000000000" pitchFamily="2" charset="2"/>
              </a:rPr>
              <a:t> a có nghịch đảo nhân</a:t>
            </a:r>
          </a:p>
          <a:p>
            <a:pPr marL="112713" lvl="1" indent="0" eaLnBrk="1" hangingPunct="1">
              <a:buFontTx/>
              <a:buNone/>
            </a:pPr>
            <a:r>
              <a:rPr lang="en-US" altLang="en-US">
                <a:sym typeface="Wingdings" panose="05000000000000000000" pitchFamily="2" charset="2"/>
              </a:rPr>
              <a:t>   </a:t>
            </a:r>
            <a:r>
              <a:rPr lang="en-US" altLang="en-US"/>
              <a:t>8 = 22</a:t>
            </a:r>
            <a:r>
              <a:rPr lang="en-US" altLang="en-US" baseline="30000"/>
              <a:t>-1</a:t>
            </a:r>
            <a:r>
              <a:rPr lang="en-US" altLang="en-US"/>
              <a:t> (mod 25) vì 8.22 = 176 = 1 (mod 25)</a:t>
            </a:r>
          </a:p>
          <a:p>
            <a:pPr marL="112713" lvl="1" indent="0" eaLnBrk="1" hangingPunct="1">
              <a:buFontTx/>
              <a:buNone/>
            </a:pP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8 là nghịch đảo nhân của 22 modulo 25</a:t>
            </a:r>
            <a:endParaRPr lang="en-US" altLang="en-US"/>
          </a:p>
        </p:txBody>
      </p:sp>
      <p:sp>
        <p:nvSpPr>
          <p:cNvPr id="51204" name="Slide Number Placeholder 4">
            <a:extLst>
              <a:ext uri="{FF2B5EF4-FFF2-40B4-BE49-F238E27FC236}">
                <a16:creationId xmlns:a16="http://schemas.microsoft.com/office/drawing/2014/main" id="{B670372A-B689-B703-FA38-EA86EFDC18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07DC84-AD2F-4201-8022-A9C6AA7B294F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7D2CC99E-9719-0F86-F078-790F3DC4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Cách</a:t>
            </a:r>
            <a:r>
              <a:rPr lang="en-US" altLang="en-US" dirty="0"/>
              <a:t> </a:t>
            </a:r>
            <a:r>
              <a:rPr lang="en-US" altLang="en-US" dirty="0" err="1"/>
              <a:t>tìm</a:t>
            </a:r>
            <a:r>
              <a:rPr lang="en-US" altLang="en-US" dirty="0"/>
              <a:t> </a:t>
            </a:r>
            <a:r>
              <a:rPr lang="en-US" altLang="en-US" dirty="0" err="1"/>
              <a:t>nghịch</a:t>
            </a:r>
            <a:r>
              <a:rPr lang="en-US" altLang="en-US" dirty="0"/>
              <a:t> </a:t>
            </a:r>
            <a:r>
              <a:rPr lang="en-US" altLang="en-US" dirty="0" err="1"/>
              <a:t>đảo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endParaRPr lang="en-US" altLang="en-US" dirty="0"/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C1DC107C-4123-82D4-7B41-EE219FA2A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2082800"/>
            <a:ext cx="7543800" cy="3351213"/>
          </a:xfrm>
        </p:spPr>
        <p:txBody>
          <a:bodyPr rtlCol="0">
            <a:noAutofit/>
          </a:bodyPr>
          <a:lstStyle/>
          <a:p>
            <a:pPr marL="403225" indent="-403225" eaLnBrk="1" fontAlgn="auto" hangingPunct="1">
              <a:defRPr/>
            </a:pPr>
            <a:r>
              <a:rPr lang="en-US" sz="2400" dirty="0" err="1"/>
              <a:t>Dùng</a:t>
            </a:r>
            <a:r>
              <a:rPr lang="en-US" sz="2400" dirty="0"/>
              <a:t> </a:t>
            </a:r>
            <a:r>
              <a:rPr lang="en-US" sz="2400" dirty="0" err="1"/>
              <a:t>giải</a:t>
            </a:r>
            <a:r>
              <a:rPr lang="en-US" sz="2400" dirty="0"/>
              <a:t> </a:t>
            </a:r>
            <a:r>
              <a:rPr lang="en-US" sz="2400" dirty="0" err="1"/>
              <a:t>thuật</a:t>
            </a:r>
            <a:r>
              <a:rPr lang="en-US" sz="2400" dirty="0"/>
              <a:t> Euclid </a:t>
            </a:r>
            <a:r>
              <a:rPr lang="en-US" sz="2400" dirty="0" err="1"/>
              <a:t>mơ</a:t>
            </a:r>
            <a:r>
              <a:rPr lang="en-US" sz="2400" dirty="0"/>
              <a:t>̉ </a:t>
            </a:r>
            <a:r>
              <a:rPr lang="en-US" sz="2400" dirty="0" err="1"/>
              <a:t>rộng</a:t>
            </a:r>
            <a:endParaRPr lang="en-US" sz="2400" dirty="0"/>
          </a:p>
          <a:p>
            <a:pPr marL="0" indent="0" eaLnBrk="1" fontAlgn="auto" hangingPunct="1">
              <a:buFontTx/>
              <a:buNone/>
              <a:defRPr/>
            </a:pPr>
            <a:r>
              <a:rPr lang="en-US" sz="2400" dirty="0"/>
              <a:t>		</a:t>
            </a:r>
            <a:endParaRPr lang="en-US" sz="2400" dirty="0">
              <a:solidFill>
                <a:srgbClr val="000099"/>
              </a:solidFill>
            </a:endParaRPr>
          </a:p>
          <a:p>
            <a:pPr marL="51435" indent="-51435" eaLnBrk="1" fontAlgn="auto" hangingPunct="1">
              <a:defRPr/>
            </a:pPr>
            <a:endParaRPr lang="en-US" sz="2400" dirty="0"/>
          </a:p>
          <a:p>
            <a:pPr marL="51435" indent="-51435" eaLnBrk="1" fontAlgn="auto" hangingPunct="1">
              <a:buFontTx/>
              <a:buNone/>
              <a:defRPr/>
            </a:pPr>
            <a:r>
              <a:rPr lang="en-US" sz="2400" dirty="0"/>
              <a:t> </a:t>
            </a:r>
          </a:p>
          <a:p>
            <a:pPr marL="51435" indent="-51435" eaLnBrk="1" fontAlgn="auto" hangingPunct="1">
              <a:defRPr/>
            </a:pPr>
            <a:endParaRPr lang="en-US" sz="2400" dirty="0"/>
          </a:p>
        </p:txBody>
      </p:sp>
      <p:sp>
        <p:nvSpPr>
          <p:cNvPr id="52228" name="Slide Number Placeholder 4">
            <a:extLst>
              <a:ext uri="{FF2B5EF4-FFF2-40B4-BE49-F238E27FC236}">
                <a16:creationId xmlns:a16="http://schemas.microsoft.com/office/drawing/2014/main" id="{21D907D6-67D6-3A55-1170-F3E97783C1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0044FF-5934-46BE-9FDE-A3425B638E16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85FA5943-FE6A-911E-B915-10D2234AB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Thuật toán Euclid mở rộng</a:t>
            </a:r>
            <a:br>
              <a:rPr lang="en-US" altLang="en-US" sz="4000"/>
            </a:br>
            <a:r>
              <a:rPr lang="en-US" altLang="en-US" sz="4000"/>
              <a:t>(extended Euclidean algorithm)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31" name="Content Placeholder 2">
                <a:extLst>
                  <a:ext uri="{FF2B5EF4-FFF2-40B4-BE49-F238E27FC236}">
                    <a16:creationId xmlns:a16="http://schemas.microsoft.com/office/drawing/2014/main" id="{75FAF008-85AB-06AB-E99F-755A24574C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125" y="2057400"/>
                <a:ext cx="8372475" cy="1752600"/>
              </a:xfrm>
            </p:spPr>
            <p:txBody>
              <a:bodyPr>
                <a:normAutofit/>
              </a:bodyPr>
              <a:lstStyle/>
              <a:p>
                <a:pPr eaLnBrk="1" hangingPunct="1">
                  <a:defRPr/>
                </a:pPr>
                <a:r>
                  <a:rPr lang="en-US" sz="2400" dirty="0"/>
                  <a:t>Ví </a:t>
                </a:r>
                <a:r>
                  <a:rPr lang="en-US" sz="2400" dirty="0" err="1"/>
                  <a:t>dụ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tì</a:t>
                </a:r>
                <a:r>
                  <a:rPr lang="en-US" sz="2400" dirty="0"/>
                  <a:t>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550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1759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eaLnBrk="1" hangingPunct="1">
                  <a:defRPr/>
                </a:pPr>
                <a:r>
                  <a:rPr lang="en-US" sz="2400" dirty="0" err="1"/>
                  <a:t>Bước</a:t>
                </a:r>
                <a:r>
                  <a:rPr lang="en-US" sz="2400" dirty="0"/>
                  <a:t> 1: </a:t>
                </a:r>
                <a:r>
                  <a:rPr lang="en-US" sz="2400" dirty="0" err="1"/>
                  <a:t>Kiểm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gcd</a:t>
                </a:r>
                <a:r>
                  <a:rPr lang="en-US" sz="2400" dirty="0"/>
                  <a:t>(550,1759). </a:t>
                </a:r>
                <a:r>
                  <a:rPr lang="en-US" sz="2400" dirty="0" err="1"/>
                  <a:t>Nếu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gcd</a:t>
                </a:r>
                <a:r>
                  <a:rPr lang="en-US" sz="2400" dirty="0"/>
                  <a:t> !=1 </a:t>
                </a:r>
                <a:r>
                  <a:rPr lang="en-US" sz="2400" dirty="0" err="1"/>
                  <a:t>thì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kết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luận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không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tồn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nghịch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đảo</a:t>
                </a:r>
                <a:r>
                  <a:rPr lang="en-US" sz="2400" dirty="0"/>
                  <a:t>.</a:t>
                </a:r>
              </a:p>
              <a:p>
                <a:pPr eaLnBrk="1" hangingPunct="1">
                  <a:defRPr/>
                </a:pPr>
                <a:r>
                  <a:rPr lang="en-US" sz="2400" dirty="0" err="1"/>
                  <a:t>Bước</a:t>
                </a:r>
                <a:r>
                  <a:rPr lang="en-US" sz="2400" dirty="0"/>
                  <a:t> 2: </a:t>
                </a:r>
                <a:r>
                  <a:rPr lang="en-US" sz="2400" dirty="0" err="1"/>
                  <a:t>Lập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bảng</a:t>
                </a:r>
                <a:endParaRPr lang="en-US" sz="2400" dirty="0"/>
              </a:p>
              <a:p>
                <a:pPr eaLnBrk="1" hangingPunct="1">
                  <a:defRPr/>
                </a:pPr>
                <a:endParaRPr lang="en-US" sz="2400" dirty="0"/>
              </a:p>
            </p:txBody>
          </p:sp>
        </mc:Choice>
        <mc:Fallback xmlns="">
          <p:sp>
            <p:nvSpPr>
              <p:cNvPr id="48131" name="Content Placeholder 2">
                <a:extLst>
                  <a:ext uri="{FF2B5EF4-FFF2-40B4-BE49-F238E27FC236}">
                    <a16:creationId xmlns:a16="http://schemas.microsoft.com/office/drawing/2014/main" id="{75FAF008-85AB-06AB-E99F-755A24574C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125" y="2057400"/>
                <a:ext cx="8372475" cy="1752600"/>
              </a:xfrm>
              <a:blipFill>
                <a:blip r:embed="rId2"/>
                <a:stretch>
                  <a:fillRect l="-655" t="-5226" b="-5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CE671303-70A2-ECF0-4F5C-5E40DFAAE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26325" y="5702300"/>
            <a:ext cx="982663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606AD6-A8C3-4D95-A7D7-2FB05BC047AB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000">
              <a:latin typeface="Tahoma" panose="020B0604030504040204" pitchFamily="34" charset="0"/>
            </a:endParaRPr>
          </a:p>
        </p:txBody>
      </p:sp>
      <p:pic>
        <p:nvPicPr>
          <p:cNvPr id="54278" name="Picture 7" descr="http://regentsprep.org/Regents/math/ALGEBRA/AN1/inverseguy.gif">
            <a:extLst>
              <a:ext uri="{FF2B5EF4-FFF2-40B4-BE49-F238E27FC236}">
                <a16:creationId xmlns:a16="http://schemas.microsoft.com/office/drawing/2014/main" id="{6A140886-6FB3-DBEC-05DF-CF397A849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188" y="227013"/>
            <a:ext cx="1398587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28D8B4-D946-27E4-E195-3D50D689C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735839"/>
              </p:ext>
            </p:extLst>
          </p:nvPr>
        </p:nvGraphicFramePr>
        <p:xfrm>
          <a:off x="5486400" y="3198876"/>
          <a:ext cx="331787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958">
                  <a:extLst>
                    <a:ext uri="{9D8B030D-6E8A-4147-A177-3AD203B41FA5}">
                      <a16:colId xmlns:a16="http://schemas.microsoft.com/office/drawing/2014/main" val="2622286830"/>
                    </a:ext>
                  </a:extLst>
                </a:gridCol>
                <a:gridCol w="1105958">
                  <a:extLst>
                    <a:ext uri="{9D8B030D-6E8A-4147-A177-3AD203B41FA5}">
                      <a16:colId xmlns:a16="http://schemas.microsoft.com/office/drawing/2014/main" val="1333665780"/>
                    </a:ext>
                  </a:extLst>
                </a:gridCol>
                <a:gridCol w="1105958">
                  <a:extLst>
                    <a:ext uri="{9D8B030D-6E8A-4147-A177-3AD203B41FA5}">
                      <a16:colId xmlns:a16="http://schemas.microsoft.com/office/drawing/2014/main" val="1028510698"/>
                    </a:ext>
                  </a:extLst>
                </a:gridCol>
              </a:tblGrid>
              <a:tr h="308769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994068"/>
                  </a:ext>
                </a:extLst>
              </a:tr>
              <a:tr h="3087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1759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493128"/>
                  </a:ext>
                </a:extLst>
              </a:tr>
              <a:tr h="3087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550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40705"/>
                  </a:ext>
                </a:extLst>
              </a:tr>
              <a:tr h="3087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11328"/>
                  </a:ext>
                </a:extLst>
              </a:tr>
              <a:tr h="3087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104464"/>
                  </a:ext>
                </a:extLst>
              </a:tr>
              <a:tr h="3087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552767"/>
                  </a:ext>
                </a:extLst>
              </a:tr>
              <a:tr h="3087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9671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82C855-6E6A-3424-CC7C-6715BA12AB6B}"/>
                  </a:ext>
                </a:extLst>
              </p:cNvPr>
              <p:cNvSpPr txBox="1"/>
              <p:nvPr/>
            </p:nvSpPr>
            <p:spPr>
              <a:xfrm>
                <a:off x="707904" y="3886200"/>
                <a:ext cx="5038815" cy="2302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Trong </a:t>
                </a:r>
                <a:r>
                  <a:rPr lang="en-US" sz="2400" dirty="0" err="1"/>
                  <a:t>đó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khởi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tạo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82C855-6E6A-3424-CC7C-6715BA12A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04" y="3886200"/>
                <a:ext cx="5038815" cy="2302553"/>
              </a:xfrm>
              <a:prstGeom prst="rect">
                <a:avLst/>
              </a:prstGeom>
              <a:blipFill>
                <a:blip r:embed="rId4"/>
                <a:stretch>
                  <a:fillRect l="-1814" t="-2387" r="-967" b="-4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4812-40A5-DA0E-883A-E531A773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235"/>
            <a:ext cx="7772400" cy="1609344"/>
          </a:xfrm>
        </p:spPr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lũy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nhanh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3E20CF2-0177-C1CB-644C-D706394684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7772400" cy="2133600"/>
              </a:xfrm>
            </p:spPr>
            <p:txBody>
              <a:bodyPr/>
              <a:lstStyle/>
              <a:p>
                <a:r>
                  <a:rPr lang="en-US" dirty="0"/>
                  <a:t>Ví </a:t>
                </a:r>
                <a:r>
                  <a:rPr lang="en-US" dirty="0" err="1"/>
                  <a:t>dụ</a:t>
                </a:r>
                <a:r>
                  <a:rPr lang="en-US" dirty="0"/>
                  <a:t>: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644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645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B1: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644 </a:t>
                </a:r>
                <a:r>
                  <a:rPr lang="en-US" dirty="0" err="1"/>
                  <a:t>dưới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 </a:t>
                </a:r>
                <a:r>
                  <a:rPr lang="en-US" dirty="0" err="1"/>
                  <a:t>nhị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1010000100</m:t>
                            </m:r>
                          </m:e>
                        </m:d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644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512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B2: </a:t>
                </a:r>
                <a:r>
                  <a:rPr lang="en-US" dirty="0" err="1"/>
                  <a:t>Lập</a:t>
                </a:r>
                <a:r>
                  <a:rPr lang="en-US" dirty="0"/>
                  <a:t> </a:t>
                </a:r>
                <a:r>
                  <a:rPr lang="en-US" dirty="0" err="1"/>
                  <a:t>bảng</a:t>
                </a: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3E20CF2-0177-C1CB-644C-D706394684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7772400" cy="2133600"/>
              </a:xfrm>
              <a:blipFill>
                <a:blip r:embed="rId2"/>
                <a:stretch>
                  <a:fillRect l="-784" t="-3143" b="-2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0B6F886-C442-D2AB-64DB-3A1633BD47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641771"/>
                  </p:ext>
                </p:extLst>
              </p:nvPr>
            </p:nvGraphicFramePr>
            <p:xfrm>
              <a:off x="4419600" y="2098201"/>
              <a:ext cx="4572000" cy="43858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739">
                      <a:extLst>
                        <a:ext uri="{9D8B030D-6E8A-4147-A177-3AD203B41FA5}">
                          <a16:colId xmlns:a16="http://schemas.microsoft.com/office/drawing/2014/main" val="592557679"/>
                        </a:ext>
                      </a:extLst>
                    </a:gridCol>
                    <a:gridCol w="695739">
                      <a:extLst>
                        <a:ext uri="{9D8B030D-6E8A-4147-A177-3AD203B41FA5}">
                          <a16:colId xmlns:a16="http://schemas.microsoft.com/office/drawing/2014/main" val="3457125023"/>
                        </a:ext>
                      </a:extLst>
                    </a:gridCol>
                    <a:gridCol w="3180522">
                      <a:extLst>
                        <a:ext uri="{9D8B030D-6E8A-4147-A177-3AD203B41FA5}">
                          <a16:colId xmlns:a16="http://schemas.microsoft.com/office/drawing/2014/main" val="9319570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9336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 mod 645 =3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8652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645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53317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645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81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74598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81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645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111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6890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645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57216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66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645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486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1120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486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645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330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126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645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396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4542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396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645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1643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645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28301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0B6F886-C442-D2AB-64DB-3A1633BD47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641771"/>
                  </p:ext>
                </p:extLst>
              </p:nvPr>
            </p:nvGraphicFramePr>
            <p:xfrm>
              <a:off x="4419600" y="2098201"/>
              <a:ext cx="4572000" cy="43858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739">
                      <a:extLst>
                        <a:ext uri="{9D8B030D-6E8A-4147-A177-3AD203B41FA5}">
                          <a16:colId xmlns:a16="http://schemas.microsoft.com/office/drawing/2014/main" val="592557679"/>
                        </a:ext>
                      </a:extLst>
                    </a:gridCol>
                    <a:gridCol w="695739">
                      <a:extLst>
                        <a:ext uri="{9D8B030D-6E8A-4147-A177-3AD203B41FA5}">
                          <a16:colId xmlns:a16="http://schemas.microsoft.com/office/drawing/2014/main" val="3457125023"/>
                        </a:ext>
                      </a:extLst>
                    </a:gridCol>
                    <a:gridCol w="3180522">
                      <a:extLst>
                        <a:ext uri="{9D8B030D-6E8A-4147-A177-3AD203B41FA5}">
                          <a16:colId xmlns:a16="http://schemas.microsoft.com/office/drawing/2014/main" val="931957053"/>
                        </a:ext>
                      </a:extLst>
                    </a:gridCol>
                  </a:tblGrid>
                  <a:tr h="417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754" t="-7246" r="-462281" b="-9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7246" r="-958" b="-95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9336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 mod 645 =3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8652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219672" r="-958" b="-8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5331798"/>
                      </a:ext>
                    </a:extLst>
                  </a:tr>
                  <a:tr h="403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291045" r="-958" b="-7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459805"/>
                      </a:ext>
                    </a:extLst>
                  </a:tr>
                  <a:tr h="403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396970" r="-958" b="-6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6890043"/>
                      </a:ext>
                    </a:extLst>
                  </a:tr>
                  <a:tr h="4021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496970" r="-958" b="-5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5721605"/>
                      </a:ext>
                    </a:extLst>
                  </a:tr>
                  <a:tr h="4062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596970" r="-958" b="-4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6112095"/>
                      </a:ext>
                    </a:extLst>
                  </a:tr>
                  <a:tr h="403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686567" r="-958" b="-308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30285"/>
                      </a:ext>
                    </a:extLst>
                  </a:tr>
                  <a:tr h="4016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798485" r="-958" b="-2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542091"/>
                      </a:ext>
                    </a:extLst>
                  </a:tr>
                  <a:tr h="4032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898485" r="-958" b="-1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1643092"/>
                      </a:ext>
                    </a:extLst>
                  </a:tr>
                  <a:tr h="403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061" t="-998485" r="-958" b="-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83012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2AC39A-E3B4-D93E-BDB5-AD3A14DE828D}"/>
                  </a:ext>
                </a:extLst>
              </p:cNvPr>
              <p:cNvSpPr txBox="1"/>
              <p:nvPr/>
            </p:nvSpPr>
            <p:spPr>
              <a:xfrm>
                <a:off x="325740" y="3429000"/>
                <a:ext cx="4116768" cy="929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B3: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bảng</a:t>
                </a:r>
                <a:r>
                  <a:rPr lang="en-US" dirty="0"/>
                  <a:t> </a:t>
                </a: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kết</a:t>
                </a:r>
                <a:r>
                  <a:rPr lang="en-US" dirty="0"/>
                  <a:t> </a:t>
                </a:r>
                <a:r>
                  <a:rPr lang="en-US" dirty="0" err="1"/>
                  <a:t>quả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𝟔𝟒𝟒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𝟏𝟏𝟏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𝟑𝟗𝟔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𝟔𝟒𝟓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𝟑𝟔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2AC39A-E3B4-D93E-BDB5-AD3A14DE8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40" y="3429000"/>
                <a:ext cx="4116768" cy="929550"/>
              </a:xfrm>
              <a:prstGeom prst="rect">
                <a:avLst/>
              </a:prstGeom>
              <a:blipFill>
                <a:blip r:embed="rId4"/>
                <a:stretch>
                  <a:fillRect l="-1183" t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381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33D18-5196-2FA4-B7E7-0671F2B63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133600"/>
            <a:ext cx="5486400" cy="1752600"/>
          </a:xfrm>
        </p:spPr>
        <p:txBody>
          <a:bodyPr/>
          <a:lstStyle/>
          <a:p>
            <a:pPr marL="514350" indent="-514350" algn="just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-	</a:t>
            </a:r>
            <a:r>
              <a:rPr lang="vi-VN" altLang="en-US" dirty="0"/>
              <a:t>Thuật toán được </a:t>
            </a:r>
            <a:r>
              <a:rPr lang="en-US" altLang="en-US" dirty="0"/>
              <a:t>Ron </a:t>
            </a:r>
            <a:r>
              <a:rPr lang="en-US" altLang="en-US" dirty="0">
                <a:solidFill>
                  <a:srgbClr val="FF0000"/>
                </a:solidFill>
              </a:rPr>
              <a:t>R</a:t>
            </a:r>
            <a:r>
              <a:rPr lang="en-US" altLang="en-US" dirty="0"/>
              <a:t>ivest</a:t>
            </a:r>
            <a:r>
              <a:rPr lang="vi-VN" altLang="en-US" dirty="0"/>
              <a:t>, </a:t>
            </a:r>
            <a:r>
              <a:rPr lang="en-US" altLang="en-US" dirty="0"/>
              <a:t>Adi </a:t>
            </a:r>
            <a:r>
              <a:rPr lang="en-US" altLang="en-US" dirty="0">
                <a:solidFill>
                  <a:srgbClr val="FF0000"/>
                </a:solidFill>
              </a:rPr>
              <a:t>S</a:t>
            </a:r>
            <a:r>
              <a:rPr lang="en-US" altLang="en-US" dirty="0"/>
              <a:t>hamir </a:t>
            </a:r>
            <a:r>
              <a:rPr lang="vi-VN" altLang="en-US" dirty="0"/>
              <a:t>và</a:t>
            </a:r>
            <a:r>
              <a:rPr lang="en-US" altLang="en-US" dirty="0"/>
              <a:t> Len </a:t>
            </a:r>
            <a:r>
              <a:rPr lang="en-US" altLang="en-US" dirty="0">
                <a:solidFill>
                  <a:srgbClr val="FF0000"/>
                </a:solidFill>
              </a:rPr>
              <a:t>A</a:t>
            </a:r>
            <a:r>
              <a:rPr lang="en-US" altLang="en-US" dirty="0"/>
              <a:t>dleman (</a:t>
            </a:r>
            <a:r>
              <a:rPr lang="en-US" altLang="en-US" dirty="0">
                <a:solidFill>
                  <a:srgbClr val="FF0000"/>
                </a:solidFill>
              </a:rPr>
              <a:t>R.S.A</a:t>
            </a:r>
            <a:r>
              <a:rPr lang="en-US" altLang="en-US" dirty="0"/>
              <a:t>) </a:t>
            </a:r>
            <a:r>
              <a:rPr lang="vi-VN" altLang="en-US" dirty="0"/>
              <a:t>mô tả lần đầu tiên vào năm </a:t>
            </a:r>
            <a:r>
              <a:rPr lang="en-US" altLang="en-US" dirty="0"/>
              <a:t>1977</a:t>
            </a:r>
          </a:p>
        </p:txBody>
      </p:sp>
      <p:sp>
        <p:nvSpPr>
          <p:cNvPr id="19462" name="Date Placeholder 5">
            <a:extLst>
              <a:ext uri="{FF2B5EF4-FFF2-40B4-BE49-F238E27FC236}">
                <a16:creationId xmlns:a16="http://schemas.microsoft.com/office/drawing/2014/main" id="{71C574A3-7580-C165-EC64-C4A0091E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D49236F-BB31-4D6C-801A-244767EC4F2A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55286-197A-4A2E-13DF-54589B6E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2E82678-4C93-442C-B3D8-975527AF72AA}" type="slidenum">
              <a:rPr lang="en-US" altLang="en-US">
                <a:solidFill>
                  <a:srgbClr val="7B9899"/>
                </a:solidFill>
              </a:rPr>
              <a:pPr eaLnBrk="1" hangingPunct="1"/>
              <a:t>23</a:t>
            </a:fld>
            <a:endParaRPr lang="en-US" altLang="en-US">
              <a:solidFill>
                <a:srgbClr val="7B9899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7F85A5-40F1-D4A1-4353-A9ADC748FA6B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>
                <a:latin typeface="+mj-lt"/>
                <a:ea typeface="+mj-ea"/>
                <a:cs typeface="+mj-cs"/>
              </a:rPr>
              <a:t>RSA</a:t>
            </a:r>
          </a:p>
        </p:txBody>
      </p:sp>
      <p:pic>
        <p:nvPicPr>
          <p:cNvPr id="19460" name="Picture 1" descr="B0407_TT_3NhaTriThuc">
            <a:extLst>
              <a:ext uri="{FF2B5EF4-FFF2-40B4-BE49-F238E27FC236}">
                <a16:creationId xmlns:a16="http://schemas.microsoft.com/office/drawing/2014/main" id="{E21C60AA-0C7F-3CC8-28DD-CA9FF3ABA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057400"/>
            <a:ext cx="3276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4">
            <a:extLst>
              <a:ext uri="{FF2B5EF4-FFF2-40B4-BE49-F238E27FC236}">
                <a16:creationId xmlns:a16="http://schemas.microsoft.com/office/drawing/2014/main" id="{FE2F00B9-51C5-489F-5C41-23DD71F35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00200"/>
            <a:ext cx="34290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1. Giới thiệu chung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18ED2-92C3-8740-7A2A-817E6DF0788A}"/>
              </a:ext>
            </a:extLst>
          </p:cNvPr>
          <p:cNvSpPr/>
          <p:nvPr/>
        </p:nvSpPr>
        <p:spPr>
          <a:xfrm>
            <a:off x="228600" y="4038600"/>
            <a:ext cx="8610600" cy="17541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 algn="just">
              <a:buFontTx/>
              <a:buChar char="-"/>
              <a:defRPr/>
            </a:pPr>
            <a:r>
              <a:rPr lang="vi-VN" sz="2700" dirty="0">
                <a:latin typeface="+mn-lt"/>
              </a:rPr>
              <a:t>Trước đó, vào năm </a:t>
            </a:r>
            <a:r>
              <a:rPr lang="en-US" sz="2700" dirty="0">
                <a:latin typeface="+mn-lt"/>
              </a:rPr>
              <a:t>1973</a:t>
            </a:r>
            <a:r>
              <a:rPr lang="vi-VN" sz="2700" dirty="0">
                <a:latin typeface="+mn-lt"/>
              </a:rPr>
              <a:t>, </a:t>
            </a:r>
            <a:r>
              <a:rPr lang="en-US" sz="2700" dirty="0">
                <a:latin typeface="+mn-lt"/>
              </a:rPr>
              <a:t>Clifford Cocks - </a:t>
            </a:r>
            <a:r>
              <a:rPr lang="vi-VN" sz="2700" dirty="0">
                <a:latin typeface="+mn-lt"/>
              </a:rPr>
              <a:t> một nhà toán học người Anh</a:t>
            </a:r>
            <a:r>
              <a:rPr lang="en-US" sz="2700" dirty="0">
                <a:latin typeface="+mn-lt"/>
              </a:rPr>
              <a:t> </a:t>
            </a:r>
            <a:r>
              <a:rPr lang="vi-VN" sz="2700" dirty="0">
                <a:latin typeface="+mn-lt"/>
              </a:rPr>
              <a:t>đã mô tả một thuật toán tương tự.</a:t>
            </a:r>
            <a:r>
              <a:rPr lang="en-US" sz="2700" dirty="0">
                <a:latin typeface="+mn-lt"/>
              </a:rPr>
              <a:t> </a:t>
            </a:r>
          </a:p>
          <a:p>
            <a:pPr marL="514350" indent="-514350" algn="just">
              <a:buFontTx/>
              <a:buChar char="-"/>
              <a:defRPr/>
            </a:pPr>
            <a:r>
              <a:rPr lang="en-US" sz="2700" dirty="0" err="1">
                <a:latin typeface="+mn-lt"/>
              </a:rPr>
              <a:t>Nhưng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tại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thời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điểm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đó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thì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thuật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toán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này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không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khả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thi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và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chưa</a:t>
            </a:r>
            <a:r>
              <a:rPr lang="en-US" sz="2700" dirty="0">
                <a:latin typeface="+mn-lt"/>
              </a:rPr>
              <a:t> bao </a:t>
            </a:r>
            <a:r>
              <a:rPr lang="en-US" sz="2700" dirty="0" err="1">
                <a:latin typeface="+mn-lt"/>
              </a:rPr>
              <a:t>giờ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được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thực</a:t>
            </a:r>
            <a:r>
              <a:rPr lang="en-US" sz="2700" dirty="0">
                <a:latin typeface="+mn-lt"/>
              </a:rPr>
              <a:t> </a:t>
            </a:r>
            <a:r>
              <a:rPr lang="en-US" sz="2700" dirty="0" err="1">
                <a:latin typeface="+mn-lt"/>
              </a:rPr>
              <a:t>nghiệm</a:t>
            </a:r>
            <a:endParaRPr lang="en-US" sz="2700" dirty="0">
              <a:latin typeface="+mn-lt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A7699EA0-299C-D0A3-4AE4-858952330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054225"/>
            <a:ext cx="8689975" cy="350837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br>
              <a:rPr lang="vi-VN" altLang="en-US" b="1" dirty="0">
                <a:cs typeface="Times New Roman" panose="02020603050405020304" pitchFamily="18" charset="0"/>
              </a:rPr>
            </a:br>
            <a:r>
              <a:rPr lang="vi-VN" altLang="en-US" sz="2400" dirty="0">
                <a:cs typeface="Times New Roman" panose="02020603050405020304" pitchFamily="18" charset="0"/>
              </a:rPr>
              <a:t>1. </a:t>
            </a:r>
            <a:r>
              <a:rPr lang="vi-VN" altLang="en-US" sz="2400" b="1" dirty="0">
                <a:cs typeface="Times New Roman" panose="02020603050405020304" pitchFamily="18" charset="0"/>
              </a:rPr>
              <a:t>Độ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400" b="1" dirty="0">
                <a:cs typeface="Times New Roman" panose="02020603050405020304" pitchFamily="18" charset="0"/>
              </a:rPr>
              <a:t>mật cao </a:t>
            </a:r>
            <a:r>
              <a:rPr lang="vi-VN" altLang="en-US" sz="2400" dirty="0">
                <a:cs typeface="Times New Roman" panose="02020603050405020304" pitchFamily="18" charset="0"/>
              </a:rPr>
              <a:t>(nghĩa là để giải mã được mà không biết khoá mật thì phải tốn hàng triệu năm). </a:t>
            </a:r>
            <a:br>
              <a:rPr lang="vi-VN" altLang="en-US" sz="2400" dirty="0">
                <a:cs typeface="Times New Roman" panose="02020603050405020304" pitchFamily="18" charset="0"/>
              </a:rPr>
            </a:br>
            <a:r>
              <a:rPr lang="vi-VN" altLang="en-US" sz="2400" dirty="0">
                <a:cs typeface="Times New Roman" panose="02020603050405020304" pitchFamily="18" charset="0"/>
              </a:rPr>
              <a:t>2. </a:t>
            </a:r>
            <a:r>
              <a:rPr lang="vi-VN" altLang="en-US" sz="2400" b="1" dirty="0">
                <a:cs typeface="Times New Roman" panose="02020603050405020304" pitchFamily="18" charset="0"/>
              </a:rPr>
              <a:t>Thao tác nhanh</a:t>
            </a:r>
            <a:r>
              <a:rPr lang="vi-VN" altLang="en-US" sz="2400" dirty="0">
                <a:cs typeface="Times New Roman" panose="02020603050405020304" pitchFamily="18" charset="0"/>
              </a:rPr>
              <a:t>(thao tác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400" dirty="0">
                <a:cs typeface="Times New Roman" panose="02020603050405020304" pitchFamily="18" charset="0"/>
              </a:rPr>
              <a:t>mã hoá và giải mã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400" dirty="0">
                <a:cs typeface="Times New Roman" panose="02020603050405020304" pitchFamily="18" charset="0"/>
              </a:rPr>
              <a:t>tốn ít thời gian). </a:t>
            </a:r>
            <a:br>
              <a:rPr lang="vi-VN" altLang="en-US" sz="2400" dirty="0">
                <a:cs typeface="Times New Roman" panose="02020603050405020304" pitchFamily="18" charset="0"/>
              </a:rPr>
            </a:br>
            <a:r>
              <a:rPr lang="vi-VN" altLang="en-US" sz="2400" dirty="0">
                <a:cs typeface="Times New Roman" panose="02020603050405020304" pitchFamily="18" charset="0"/>
              </a:rPr>
              <a:t>3. </a:t>
            </a:r>
            <a:r>
              <a:rPr lang="vi-VN" altLang="en-US" sz="2400" b="1" dirty="0">
                <a:cs typeface="Times New Roman" panose="02020603050405020304" pitchFamily="18" charset="0"/>
              </a:rPr>
              <a:t>Dùng chung được</a:t>
            </a:r>
            <a:r>
              <a:rPr lang="vi-VN" altLang="en-US" sz="2400" dirty="0">
                <a:cs typeface="Times New Roman" panose="02020603050405020304" pitchFamily="18" charset="0"/>
              </a:rPr>
              <a:t>. </a:t>
            </a:r>
            <a:br>
              <a:rPr lang="vi-VN" altLang="en-US" sz="2400" dirty="0">
                <a:cs typeface="Times New Roman" panose="02020603050405020304" pitchFamily="18" charset="0"/>
              </a:rPr>
            </a:br>
            <a:r>
              <a:rPr lang="vi-VN" altLang="en-US" sz="2400" dirty="0">
                <a:cs typeface="Times New Roman" panose="02020603050405020304" pitchFamily="18" charset="0"/>
              </a:rPr>
              <a:t>4. </a:t>
            </a:r>
            <a:r>
              <a:rPr lang="vi-VN" altLang="en-US" sz="2400" b="1" dirty="0">
                <a:cs typeface="Times New Roman" panose="02020603050405020304" pitchFamily="18" charset="0"/>
              </a:rPr>
              <a:t>Có ứng dụng rộng rãi</a:t>
            </a:r>
            <a:r>
              <a:rPr lang="vi-VN" altLang="en-US" sz="2400" dirty="0">
                <a:cs typeface="Times New Roman" panose="02020603050405020304" pitchFamily="18" charset="0"/>
              </a:rPr>
              <a:t>. </a:t>
            </a:r>
            <a:br>
              <a:rPr lang="vi-VN" altLang="en-US" sz="2400" dirty="0">
                <a:cs typeface="Times New Roman" panose="02020603050405020304" pitchFamily="18" charset="0"/>
              </a:rPr>
            </a:br>
            <a:r>
              <a:rPr lang="vi-VN" altLang="en-US" sz="2400" dirty="0">
                <a:cs typeface="Times New Roman" panose="02020603050405020304" pitchFamily="18" charset="0"/>
              </a:rPr>
              <a:t>5. </a:t>
            </a:r>
            <a:r>
              <a:rPr lang="vi-VN" altLang="en-US" sz="2400" b="1" dirty="0">
                <a:cs typeface="Times New Roman" panose="02020603050405020304" pitchFamily="18" charset="0"/>
              </a:rPr>
              <a:t>Có thể dùng để xác định chủ nhân </a:t>
            </a:r>
            <a:r>
              <a:rPr lang="vi-VN" altLang="en-US" sz="2400" dirty="0">
                <a:cs typeface="Times New Roman" panose="02020603050405020304" pitchFamily="18" charset="0"/>
              </a:rPr>
              <a:t>(dùng làm chữ ký điện tử).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3" name="Date Placeholder 3">
            <a:extLst>
              <a:ext uri="{FF2B5EF4-FFF2-40B4-BE49-F238E27FC236}">
                <a16:creationId xmlns:a16="http://schemas.microsoft.com/office/drawing/2014/main" id="{29D57648-74ED-DEEE-B655-E1E0561F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FE4F980-66BF-4E5C-8A48-D75FC6B869F9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74799-2DE7-88EF-18B0-EF5E8CCA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6E63F6-90D1-43DE-BBFD-F97855C85D63}" type="slidenum">
              <a:rPr lang="en-US" altLang="en-US">
                <a:solidFill>
                  <a:srgbClr val="7B9899"/>
                </a:solidFill>
              </a:rPr>
              <a:pPr eaLnBrk="1" hangingPunct="1"/>
              <a:t>24</a:t>
            </a:fld>
            <a:endParaRPr lang="en-US" altLang="en-US">
              <a:solidFill>
                <a:srgbClr val="7B989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AD2342-99BD-E80B-93D8-80B20507F0FF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>
                <a:latin typeface="+mj-lt"/>
                <a:ea typeface="+mj-ea"/>
                <a:cs typeface="+mj-cs"/>
              </a:rPr>
              <a:t>RSA</a:t>
            </a: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642651B5-006D-0EB4-D271-B27223C9C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76400"/>
            <a:ext cx="8763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vi-V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mã hóa </a:t>
            </a:r>
            <a:r>
              <a:rPr lang="vi-V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RSA thoả mãn 5 yêu cầu của một hệ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mã hiện đại: </a:t>
            </a:r>
            <a:endParaRPr lang="en-US" altLang="en-US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MaHoaRSA_key.JPG">
            <a:extLst>
              <a:ext uri="{FF2B5EF4-FFF2-40B4-BE49-F238E27FC236}">
                <a16:creationId xmlns:a16="http://schemas.microsoft.com/office/drawing/2014/main" id="{9A0209F7-95F7-C215-CC33-A7B6CE259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1371600"/>
            <a:ext cx="4678362" cy="4572000"/>
          </a:xfrm>
        </p:spPr>
      </p:pic>
      <p:sp>
        <p:nvSpPr>
          <p:cNvPr id="21510" name="Date Placeholder 5">
            <a:extLst>
              <a:ext uri="{FF2B5EF4-FFF2-40B4-BE49-F238E27FC236}">
                <a16:creationId xmlns:a16="http://schemas.microsoft.com/office/drawing/2014/main" id="{D0155E4A-DDD9-7306-B133-1FFFD5A2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0FD8780-94D6-4802-994E-C84BB7A89665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9CE32-CC9D-CE67-7F9A-74400085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229DCD6-9C87-4E5F-BCCC-B4419854F99E}" type="slidenum">
              <a:rPr lang="en-US" altLang="en-US">
                <a:solidFill>
                  <a:srgbClr val="7B9899"/>
                </a:solidFill>
              </a:rPr>
              <a:pPr eaLnBrk="1" hangingPunct="1"/>
              <a:t>25</a:t>
            </a:fld>
            <a:endParaRPr lang="en-US" altLang="en-US">
              <a:solidFill>
                <a:srgbClr val="7B9899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61C134-49BE-6F39-2D89-BEDB47C199B6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>
                <a:latin typeface="+mj-lt"/>
                <a:ea typeface="+mj-ea"/>
                <a:cs typeface="+mj-cs"/>
              </a:rPr>
              <a:t>RSA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C9D06-7C0F-7D75-D8F4-393EB6AEF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905000"/>
            <a:ext cx="42672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RSA có hai Khóa: </a:t>
            </a:r>
          </a:p>
          <a:p>
            <a:pPr algn="just"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Khóa công khai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key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được công bố rộng rãi cho mọi người và được dùng để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mã hóa </a:t>
            </a:r>
          </a:p>
          <a:p>
            <a:pPr algn="just"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Khóa bí mật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key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Những thông tin được mã hóa bằng khóa công khai chỉ có thể được giải mã bằng khóa bí mật tương ứng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9" name="TextBox 8">
            <a:extLst>
              <a:ext uri="{FF2B5EF4-FFF2-40B4-BE49-F238E27FC236}">
                <a16:creationId xmlns:a16="http://schemas.microsoft.com/office/drawing/2014/main" id="{DF19027C-99DD-F18D-A134-5F3DDA717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3733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Mô tả hoạt động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Date Placeholder 3">
            <a:extLst>
              <a:ext uri="{FF2B5EF4-FFF2-40B4-BE49-F238E27FC236}">
                <a16:creationId xmlns:a16="http://schemas.microsoft.com/office/drawing/2014/main" id="{35F4C50B-F673-5F37-9ABD-50FED66698A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396E1C-FDF6-496C-BE97-5E401948278E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D6CC7-ABDA-7686-15A1-C0B20736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AF1DE9-FA3B-4612-A815-45DEF62CCD61}" type="slidenum">
              <a:rPr lang="en-US" altLang="en-US">
                <a:solidFill>
                  <a:srgbClr val="7B9899"/>
                </a:solidFill>
              </a:rPr>
              <a:pPr eaLnBrk="1" hangingPunct="1"/>
              <a:t>26</a:t>
            </a:fld>
            <a:endParaRPr lang="en-US" altLang="en-US">
              <a:solidFill>
                <a:srgbClr val="7B989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8801F8-1EA0-0599-CBAD-29779527B56C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>
                <a:latin typeface="+mj-lt"/>
                <a:ea typeface="+mj-ea"/>
                <a:cs typeface="+mj-cs"/>
              </a:rPr>
              <a:t>RSA</a:t>
            </a:r>
          </a:p>
        </p:txBody>
      </p:sp>
      <p:sp>
        <p:nvSpPr>
          <p:cNvPr id="1033" name="TextBox 8">
            <a:extLst>
              <a:ext uri="{FF2B5EF4-FFF2-40B4-BE49-F238E27FC236}">
                <a16:creationId xmlns:a16="http://schemas.microsoft.com/office/drawing/2014/main" id="{39803E31-8156-7F1D-C527-258F3AE6B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42672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Mô tả hoạt động(tiếp)</a:t>
            </a:r>
          </a:p>
        </p:txBody>
      </p:sp>
      <p:sp>
        <p:nvSpPr>
          <p:cNvPr id="9" name="Down Arrow Callout 8">
            <a:extLst>
              <a:ext uri="{FF2B5EF4-FFF2-40B4-BE49-F238E27FC236}">
                <a16:creationId xmlns:a16="http://schemas.microsoft.com/office/drawing/2014/main" id="{055747F8-2498-B92A-3E38-402B9D900893}"/>
              </a:ext>
            </a:extLst>
          </p:cNvPr>
          <p:cNvSpPr/>
          <p:nvPr/>
        </p:nvSpPr>
        <p:spPr>
          <a:xfrm>
            <a:off x="1143000" y="2057400"/>
            <a:ext cx="2514600" cy="6096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Chọn p,q nguyên tố  </a:t>
            </a:r>
          </a:p>
        </p:txBody>
      </p:sp>
      <p:sp>
        <p:nvSpPr>
          <p:cNvPr id="11" name="Down Arrow Callout 10">
            <a:extLst>
              <a:ext uri="{FF2B5EF4-FFF2-40B4-BE49-F238E27FC236}">
                <a16:creationId xmlns:a16="http://schemas.microsoft.com/office/drawing/2014/main" id="{269EAEE0-D9C7-CF29-72C8-D0E25DC2CDF9}"/>
              </a:ext>
            </a:extLst>
          </p:cNvPr>
          <p:cNvSpPr/>
          <p:nvPr/>
        </p:nvSpPr>
        <p:spPr>
          <a:xfrm>
            <a:off x="1143000" y="2667000"/>
            <a:ext cx="2514600" cy="6096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Tính n =p*q </a:t>
            </a:r>
          </a:p>
        </p:txBody>
      </p:sp>
      <p:sp>
        <p:nvSpPr>
          <p:cNvPr id="12" name="Down Arrow Callout 11">
            <a:extLst>
              <a:ext uri="{FF2B5EF4-FFF2-40B4-BE49-F238E27FC236}">
                <a16:creationId xmlns:a16="http://schemas.microsoft.com/office/drawing/2014/main" id="{B75D60D6-1389-68E7-2680-A24C8CAE34F1}"/>
              </a:ext>
            </a:extLst>
          </p:cNvPr>
          <p:cNvSpPr/>
          <p:nvPr/>
        </p:nvSpPr>
        <p:spPr>
          <a:xfrm>
            <a:off x="1143000" y="3276600"/>
            <a:ext cx="2514600" cy="6858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Tính </a:t>
            </a:r>
            <a:r>
              <a:rPr lang="el-GR">
                <a:latin typeface="Times New Roman" pitchFamily="18" charset="0"/>
                <a:cs typeface="Times New Roman" pitchFamily="18" charset="0"/>
              </a:rPr>
              <a:t>Φ(</a:t>
            </a:r>
            <a:r>
              <a:rPr lang="vi-VN">
                <a:cs typeface="Times New Roman" pitchFamily="18" charset="0"/>
              </a:rPr>
              <a:t>n) = </a:t>
            </a:r>
            <a:r>
              <a:rPr lang="vi-VN">
                <a:solidFill>
                  <a:schemeClr val="bg1"/>
                </a:solidFill>
                <a:cs typeface="Times New Roman" pitchFamily="18" charset="0"/>
              </a:rPr>
              <a:t>(</a:t>
            </a:r>
            <a:r>
              <a:rPr lang="en-US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vi-VN">
                <a:cs typeface="Times New Roman" pitchFamily="18" charset="0"/>
              </a:rPr>
              <a:t>-1</a:t>
            </a:r>
            <a:r>
              <a:rPr lang="vi-VN">
                <a:solidFill>
                  <a:schemeClr val="bg1"/>
                </a:solidFill>
                <a:cs typeface="Times New Roman" pitchFamily="18" charset="0"/>
              </a:rPr>
              <a:t>)(</a:t>
            </a:r>
            <a:r>
              <a:rPr lang="en-US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vi-VN">
                <a:solidFill>
                  <a:schemeClr val="bg1"/>
                </a:solidFill>
                <a:cs typeface="Times New Roman" pitchFamily="18" charset="0"/>
              </a:rPr>
              <a:t>-</a:t>
            </a:r>
            <a:r>
              <a:rPr lang="vi-VN">
                <a:cs typeface="Times New Roman" pitchFamily="18" charset="0"/>
              </a:rPr>
              <a:t>1)</a:t>
            </a:r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5DF4E08C-E62A-961B-4E75-0FB45A6ED5E5}"/>
              </a:ext>
            </a:extLst>
          </p:cNvPr>
          <p:cNvSpPr/>
          <p:nvPr/>
        </p:nvSpPr>
        <p:spPr>
          <a:xfrm>
            <a:off x="3657600" y="4038600"/>
            <a:ext cx="15240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2FD06F-8DA5-F959-7543-0282DFF9C46F}"/>
              </a:ext>
            </a:extLst>
          </p:cNvPr>
          <p:cNvSpPr/>
          <p:nvPr/>
        </p:nvSpPr>
        <p:spPr>
          <a:xfrm>
            <a:off x="1143000" y="5257800"/>
            <a:ext cx="2514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Chọn khóa riêng d</a:t>
            </a:r>
          </a:p>
          <a:p>
            <a:pPr algn="ctr">
              <a:defRPr/>
            </a:pPr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483D75FD-639E-987C-2A37-26E74F530DF7}"/>
              </a:ext>
            </a:extLst>
          </p:cNvPr>
          <p:cNvSpPr/>
          <p:nvPr/>
        </p:nvSpPr>
        <p:spPr>
          <a:xfrm>
            <a:off x="3657600" y="5334000"/>
            <a:ext cx="15240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EE1F81-8B24-0FEB-45B9-89B172F3D9E3}"/>
              </a:ext>
            </a:extLst>
          </p:cNvPr>
          <p:cNvSpPr/>
          <p:nvPr/>
        </p:nvSpPr>
        <p:spPr>
          <a:xfrm>
            <a:off x="1143000" y="3962400"/>
            <a:ext cx="2514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e</a:t>
            </a:r>
          </a:p>
          <a:p>
            <a:pPr algn="ctr">
              <a:defRPr/>
            </a:pPr>
            <a:r>
              <a:rPr lang="vi-VN" dirty="0">
                <a:cs typeface="Times New Roman" pitchFamily="18" charset="0"/>
              </a:rPr>
              <a:t>(0&lt; </a:t>
            </a:r>
            <a:r>
              <a:rPr lang="vi-VN" i="1" dirty="0">
                <a:solidFill>
                  <a:schemeClr val="bg1"/>
                </a:solidFill>
                <a:cs typeface="Times New Roman" pitchFamily="18" charset="0"/>
              </a:rPr>
              <a:t>e</a:t>
            </a:r>
            <a:r>
              <a:rPr lang="vi-VN" i="1" dirty="0">
                <a:cs typeface="Times New Roman" pitchFamily="18" charset="0"/>
              </a:rPr>
              <a:t> </a:t>
            </a:r>
            <a:r>
              <a:rPr lang="vi-VN" dirty="0">
                <a:cs typeface="Times New Roman" pitchFamily="18" charset="0"/>
              </a:rPr>
              <a:t>&lt;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Φ(</a:t>
            </a:r>
            <a:r>
              <a:rPr lang="vi-VN" i="1" dirty="0">
                <a:cs typeface="Times New Roman" pitchFamily="18" charset="0"/>
              </a:rPr>
              <a:t>n</a:t>
            </a:r>
            <a:r>
              <a:rPr lang="vi-VN" dirty="0">
                <a:cs typeface="Times New Roman" pitchFamily="18" charset="0"/>
              </a:rPr>
              <a:t>))</a:t>
            </a:r>
            <a:endParaRPr lang="en-US" dirty="0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1B40ED1D-C083-4B01-7B5A-60DB1DA56D3F}"/>
              </a:ext>
            </a:extLst>
          </p:cNvPr>
          <p:cNvSpPr/>
          <p:nvPr/>
        </p:nvSpPr>
        <p:spPr>
          <a:xfrm>
            <a:off x="2209800" y="4724400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Flowchart: Terminator 28">
            <a:extLst>
              <a:ext uri="{FF2B5EF4-FFF2-40B4-BE49-F238E27FC236}">
                <a16:creationId xmlns:a16="http://schemas.microsoft.com/office/drawing/2014/main" id="{7C5193AE-2A10-78E1-2256-7EC34ED4DEE6}"/>
              </a:ext>
            </a:extLst>
          </p:cNvPr>
          <p:cNvSpPr/>
          <p:nvPr/>
        </p:nvSpPr>
        <p:spPr>
          <a:xfrm>
            <a:off x="6629400" y="4876800"/>
            <a:ext cx="1524000" cy="30480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Bản mã C</a:t>
            </a:r>
          </a:p>
        </p:txBody>
      </p: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id="{0C753F50-1D42-F084-3796-7E61923421B0}"/>
              </a:ext>
            </a:extLst>
          </p:cNvPr>
          <p:cNvSpPr/>
          <p:nvPr/>
        </p:nvSpPr>
        <p:spPr>
          <a:xfrm>
            <a:off x="5638800" y="2895600"/>
            <a:ext cx="1524000" cy="30480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Bản rõ m</a:t>
            </a: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id="{46CC62A7-B80D-A351-1FD3-5DE095264A89}"/>
              </a:ext>
            </a:extLst>
          </p:cNvPr>
          <p:cNvSpPr/>
          <p:nvPr/>
        </p:nvSpPr>
        <p:spPr>
          <a:xfrm>
            <a:off x="5486400" y="6096000"/>
            <a:ext cx="1905000" cy="30480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Bản rõ gốc m</a:t>
            </a:r>
          </a:p>
        </p:txBody>
      </p:sp>
      <p:sp>
        <p:nvSpPr>
          <p:cNvPr id="32" name="Down Arrow Callout 31">
            <a:extLst>
              <a:ext uri="{FF2B5EF4-FFF2-40B4-BE49-F238E27FC236}">
                <a16:creationId xmlns:a16="http://schemas.microsoft.com/office/drawing/2014/main" id="{711EFEDC-2315-0AA9-DB49-B269B4B7F524}"/>
              </a:ext>
            </a:extLst>
          </p:cNvPr>
          <p:cNvSpPr/>
          <p:nvPr/>
        </p:nvSpPr>
        <p:spPr>
          <a:xfrm>
            <a:off x="5181600" y="5257800"/>
            <a:ext cx="2514600" cy="838200"/>
          </a:xfrm>
          <a:prstGeom prst="downArrowCallout">
            <a:avLst>
              <a:gd name="adj1" fmla="val 21883"/>
              <a:gd name="adj2" fmla="val 25000"/>
              <a:gd name="adj3" fmla="val 25000"/>
              <a:gd name="adj4" fmla="val 649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062309-EDBB-9A57-31B2-5AF60329607A}"/>
              </a:ext>
            </a:extLst>
          </p:cNvPr>
          <p:cNvSpPr/>
          <p:nvPr/>
        </p:nvSpPr>
        <p:spPr>
          <a:xfrm>
            <a:off x="5181600" y="3962400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7DCCFC47-6313-5FFC-B3E5-1D508A7DFB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4038600"/>
          <a:ext cx="182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03040" progId="Equation.3">
                  <p:embed/>
                </p:oleObj>
              </mc:Choice>
              <mc:Fallback>
                <p:oleObj name="Equation" r:id="rId2" imgW="914400" imgH="203040" progId="Equation.3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7DCCFC47-6313-5FFC-B3E5-1D508A7DFB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038600"/>
                        <a:ext cx="1828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Down Arrow 34">
            <a:extLst>
              <a:ext uri="{FF2B5EF4-FFF2-40B4-BE49-F238E27FC236}">
                <a16:creationId xmlns:a16="http://schemas.microsoft.com/office/drawing/2014/main" id="{973490B8-0B37-1D63-A58C-68E6A280924B}"/>
              </a:ext>
            </a:extLst>
          </p:cNvPr>
          <p:cNvSpPr/>
          <p:nvPr/>
        </p:nvSpPr>
        <p:spPr>
          <a:xfrm>
            <a:off x="6172200" y="4495800"/>
            <a:ext cx="4572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3ABAB9B4-0D8A-4444-0734-3456F1429A91}"/>
              </a:ext>
            </a:extLst>
          </p:cNvPr>
          <p:cNvSpPr/>
          <p:nvPr/>
        </p:nvSpPr>
        <p:spPr>
          <a:xfrm>
            <a:off x="6172200" y="3200400"/>
            <a:ext cx="4572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063" name="Object 15">
            <a:extLst>
              <a:ext uri="{FF2B5EF4-FFF2-40B4-BE49-F238E27FC236}">
                <a16:creationId xmlns:a16="http://schemas.microsoft.com/office/drawing/2014/main" id="{D010D0DB-869A-A07E-EF8C-33E65B9C3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334000"/>
          <a:ext cx="18859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203040" progId="Equation.3">
                  <p:embed/>
                </p:oleObj>
              </mc:Choice>
              <mc:Fallback>
                <p:oleObj name="Equation" r:id="rId4" imgW="927000" imgH="203040" progId="Equation.3">
                  <p:embed/>
                  <p:pic>
                    <p:nvPicPr>
                      <p:cNvPr id="2063" name="Object 15">
                        <a:extLst>
                          <a:ext uri="{FF2B5EF4-FFF2-40B4-BE49-F238E27FC236}">
                            <a16:creationId xmlns:a16="http://schemas.microsoft.com/office/drawing/2014/main" id="{D010D0DB-869A-A07E-EF8C-33E65B9C3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334000"/>
                        <a:ext cx="18859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>
            <a:extLst>
              <a:ext uri="{FF2B5EF4-FFF2-40B4-BE49-F238E27FC236}">
                <a16:creationId xmlns:a16="http://schemas.microsoft.com/office/drawing/2014/main" id="{570CA839-C725-EBDF-1FD8-A9B7BB73AD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486400"/>
          <a:ext cx="91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" imgH="203040" progId="Equation.3">
                  <p:embed/>
                </p:oleObj>
              </mc:Choice>
              <mc:Fallback>
                <p:oleObj name="Equation" r:id="rId6" imgW="457200" imgH="203040" progId="Equation.3">
                  <p:embed/>
                  <p:pic>
                    <p:nvPicPr>
                      <p:cNvPr id="1028" name="Object 6">
                        <a:extLst>
                          <a:ext uri="{FF2B5EF4-FFF2-40B4-BE49-F238E27FC236}">
                            <a16:creationId xmlns:a16="http://schemas.microsoft.com/office/drawing/2014/main" id="{570CA839-C725-EBDF-1FD8-A9B7BB73AD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486400"/>
                        <a:ext cx="914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Content Placeholder 2">
            <a:extLst>
              <a:ext uri="{FF2B5EF4-FFF2-40B4-BE49-F238E27FC236}">
                <a16:creationId xmlns:a16="http://schemas.microsoft.com/office/drawing/2014/main" id="{331ABE09-BF17-7B53-7E18-D775A7FCC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5334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2.1 Tạo khóa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7" name="Date Placeholder 6">
            <a:extLst>
              <a:ext uri="{FF2B5EF4-FFF2-40B4-BE49-F238E27FC236}">
                <a16:creationId xmlns:a16="http://schemas.microsoft.com/office/drawing/2014/main" id="{2F175E7E-7F40-0B14-7E74-01AA13E90BC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860ABC-B5D1-4B1D-9431-3FC67DC0BC20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F5B6F8-040F-79E8-452D-0023C85F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D561BE8-3D7D-442B-9D0B-C510054997F2}" type="slidenum">
              <a:rPr lang="en-US" altLang="en-US">
                <a:solidFill>
                  <a:srgbClr val="7B9899"/>
                </a:solidFill>
              </a:rPr>
              <a:pPr eaLnBrk="1" hangingPunct="1"/>
              <a:t>27</a:t>
            </a:fld>
            <a:endParaRPr lang="en-US" altLang="en-US">
              <a:solidFill>
                <a:srgbClr val="7B9899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C21B9C-C0A6-5A26-70D5-8300345A1E50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>
                <a:latin typeface="+mj-lt"/>
                <a:ea typeface="+mj-ea"/>
                <a:cs typeface="+mj-cs"/>
              </a:rPr>
              <a:t>RSA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3C539-F3CF-A2B8-2C6E-6586F715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828800"/>
            <a:ext cx="44196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endParaRPr lang="en-US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vi-V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Bước 1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:B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người nhận) tạo hai số nguyên tố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nhiên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vi-V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vi-V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Bước 2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tính 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el-G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Φ(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 = (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-1)(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vi-V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Bước 3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chọn một số ngẫu nhiên 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vi-V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(0&lt; 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vi-V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l-G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Φ(</a:t>
            </a:r>
            <a:r>
              <a:rPr lang="vi-V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sao cho ƯCLN(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Φ(</a:t>
            </a:r>
            <a:r>
              <a:rPr lang="vi-V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))=1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vi-V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vi-V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Bước 4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tính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bằng cách dùng thuật toán Euclide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vi-V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Bước 5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làm khoá công khai (</a:t>
            </a:r>
            <a:r>
              <a:rPr lang="vi-V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key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làm khoá bí mật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ivate key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B065D-802B-5B18-4D83-E67F829D6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40386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en-US" alt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 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n = 23 * 41 = 943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l-G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Φ(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22 * 40 = 880 </a:t>
            </a:r>
          </a:p>
          <a:p>
            <a:pPr eaLnBrk="1" hangingPunct="1"/>
            <a:r>
              <a:rPr lang="en-US" alt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ƯCLN(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7, 880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lang="en-US" alt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Euclide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 503</a:t>
            </a:r>
          </a:p>
          <a:p>
            <a:pPr eaLnBrk="1" hangingPunct="1"/>
            <a:r>
              <a:rPr lang="en-US" alt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eaLnBrk="1" hangingPunct="1">
              <a:buFontTx/>
              <a:buChar char="-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= 943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= 7</a:t>
            </a:r>
          </a:p>
          <a:p>
            <a:pPr eaLnBrk="1" hangingPunct="1">
              <a:buFontTx/>
              <a:buChar char="-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 = 503</a:t>
            </a:r>
          </a:p>
        </p:txBody>
      </p:sp>
      <p:graphicFrame>
        <p:nvGraphicFramePr>
          <p:cNvPr id="5130" name="Object 10">
            <a:extLst>
              <a:ext uri="{FF2B5EF4-FFF2-40B4-BE49-F238E27FC236}">
                <a16:creationId xmlns:a16="http://schemas.microsoft.com/office/drawing/2014/main" id="{1B990128-78E1-DF01-9BEC-9ACAA70DF7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4267200"/>
          <a:ext cx="114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" imgH="203040" progId="Equation.3">
                  <p:embed/>
                </p:oleObj>
              </mc:Choice>
              <mc:Fallback>
                <p:oleObj name="Equation" r:id="rId3" imgW="457200" imgH="203040" progId="Equation.3">
                  <p:embed/>
                  <p:pic>
                    <p:nvPicPr>
                      <p:cNvPr id="5130" name="Object 10">
                        <a:extLst>
                          <a:ext uri="{FF2B5EF4-FFF2-40B4-BE49-F238E27FC236}">
                            <a16:creationId xmlns:a16="http://schemas.microsoft.com/office/drawing/2014/main" id="{1B990128-78E1-DF01-9BEC-9ACAA70DF7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267200"/>
                        <a:ext cx="1143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7AE0FB-4578-637B-CBC8-660FA0AC4B70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>
                <a:latin typeface="+mj-lt"/>
                <a:ea typeface="+mj-ea"/>
                <a:cs typeface="+mj-cs"/>
              </a:rPr>
              <a:t>RSA</a:t>
            </a:r>
          </a:p>
        </p:txBody>
      </p:sp>
      <p:sp>
        <p:nvSpPr>
          <p:cNvPr id="3083" name="Content Placeholder 2">
            <a:extLst>
              <a:ext uri="{FF2B5EF4-FFF2-40B4-BE49-F238E27FC236}">
                <a16:creationId xmlns:a16="http://schemas.microsoft.com/office/drawing/2014/main" id="{DBF4AF55-8871-E2A8-2A6E-C4F883899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5334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0" name="Date Placeholder 6">
            <a:extLst>
              <a:ext uri="{FF2B5EF4-FFF2-40B4-BE49-F238E27FC236}">
                <a16:creationId xmlns:a16="http://schemas.microsoft.com/office/drawing/2014/main" id="{B7584128-9F6F-3D60-2E54-C39DA6C5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B9B0F46-B8CA-4FC4-B15D-CA7EA7769BB0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8EE44E-D71A-410F-3216-45F84743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E13B91B-BFA1-484E-AE4A-8406D003B95E}" type="slidenum">
              <a:rPr lang="en-US" altLang="en-US">
                <a:solidFill>
                  <a:srgbClr val="7B9899"/>
                </a:solidFill>
              </a:rPr>
              <a:pPr eaLnBrk="1" hangingPunct="1"/>
              <a:t>28</a:t>
            </a:fld>
            <a:endParaRPr lang="en-US" altLang="en-US">
              <a:solidFill>
                <a:srgbClr val="7B9899"/>
              </a:solidFill>
            </a:endParaRPr>
          </a:p>
        </p:txBody>
      </p:sp>
      <p:graphicFrame>
        <p:nvGraphicFramePr>
          <p:cNvPr id="2050" name="Object 9">
            <a:extLst>
              <a:ext uri="{FF2B5EF4-FFF2-40B4-BE49-F238E27FC236}">
                <a16:creationId xmlns:a16="http://schemas.microsoft.com/office/drawing/2014/main" id="{B152E3B9-5154-D923-DA3D-866F20F28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7713" y="3505200"/>
          <a:ext cx="19446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03040" progId="Equation.3">
                  <p:embed/>
                </p:oleObj>
              </mc:Choice>
              <mc:Fallback>
                <p:oleObj name="Equation" r:id="rId2" imgW="914400" imgH="203040" progId="Equation.3">
                  <p:embed/>
                  <p:pic>
                    <p:nvPicPr>
                      <p:cNvPr id="2050" name="Object 9">
                        <a:extLst>
                          <a:ext uri="{FF2B5EF4-FFF2-40B4-BE49-F238E27FC236}">
                            <a16:creationId xmlns:a16="http://schemas.microsoft.com/office/drawing/2014/main" id="{B152E3B9-5154-D923-DA3D-866F20F28E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713" y="3505200"/>
                        <a:ext cx="19446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2">
            <a:extLst>
              <a:ext uri="{FF2B5EF4-FFF2-40B4-BE49-F238E27FC236}">
                <a16:creationId xmlns:a16="http://schemas.microsoft.com/office/drawing/2014/main" id="{DCADE95F-685D-A646-1205-0F626EAB4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09800"/>
            <a:ext cx="43434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vi-VN" altLang="en-US">
                <a:latin typeface="Times New Roman (Body)"/>
              </a:rPr>
              <a:t>Bước 1: A nhận khoá công khai của B.</a:t>
            </a:r>
            <a:endParaRPr lang="en-US" altLang="en-US">
              <a:latin typeface="Times New Roman (Body)"/>
            </a:endParaRPr>
          </a:p>
          <a:p>
            <a:pPr algn="just" eaLnBrk="1" hangingPunct="1"/>
            <a:r>
              <a:rPr lang="vi-VN" altLang="en-US">
                <a:latin typeface="Times New Roman (Body)"/>
              </a:rPr>
              <a:t> </a:t>
            </a:r>
          </a:p>
          <a:p>
            <a:pPr algn="just" eaLnBrk="1" hangingPunct="1"/>
            <a:r>
              <a:rPr lang="vi-VN" altLang="en-US">
                <a:latin typeface="Times New Roman (Body)"/>
              </a:rPr>
              <a:t>Bước 2: A biểu diễn thông tin cần gửi thành số m (0 &lt;= m &lt;= n-1)</a:t>
            </a:r>
            <a:endParaRPr lang="en-US" altLang="en-US">
              <a:latin typeface="Times New Roman (Body)"/>
            </a:endParaRPr>
          </a:p>
          <a:p>
            <a:pPr algn="just" eaLnBrk="1" hangingPunct="1"/>
            <a:endParaRPr lang="en-US" altLang="en-US">
              <a:latin typeface="Times New Roman (Body)"/>
            </a:endParaRPr>
          </a:p>
          <a:p>
            <a:pPr algn="just" eaLnBrk="1" hangingPunct="1"/>
            <a:r>
              <a:rPr lang="en-US" altLang="en-US">
                <a:latin typeface="Times New Roman (Body)"/>
              </a:rPr>
              <a:t>B</a:t>
            </a:r>
            <a:r>
              <a:rPr lang="vi-VN" altLang="en-US">
                <a:latin typeface="Times New Roman (Body)"/>
              </a:rPr>
              <a:t>ước</a:t>
            </a:r>
            <a:r>
              <a:rPr lang="en-US" altLang="en-US">
                <a:latin typeface="Times New Roman (Body)"/>
              </a:rPr>
              <a:t> 3: Tính                        </a:t>
            </a:r>
            <a:endParaRPr lang="en-US" altLang="en-US" i="1">
              <a:latin typeface="Times New Roman (Body)"/>
            </a:endParaRPr>
          </a:p>
          <a:p>
            <a:pPr algn="just" eaLnBrk="1" hangingPunct="1"/>
            <a:endParaRPr lang="en-US" altLang="en-US" i="1">
              <a:latin typeface="Times New Roman (Body)"/>
            </a:endParaRPr>
          </a:p>
          <a:p>
            <a:pPr algn="just" eaLnBrk="1" hangingPunct="1"/>
            <a:r>
              <a:rPr lang="en-US" altLang="en-US">
                <a:latin typeface="Times New Roman (Body)"/>
              </a:rPr>
              <a:t>B</a:t>
            </a:r>
            <a:r>
              <a:rPr lang="vi-VN" altLang="en-US">
                <a:latin typeface="Times New Roman (Body)"/>
              </a:rPr>
              <a:t>ước</a:t>
            </a:r>
            <a:r>
              <a:rPr lang="en-US" altLang="en-US">
                <a:latin typeface="Times New Roman (Body)"/>
              </a:rPr>
              <a:t> 4: Gửi  </a:t>
            </a:r>
            <a:r>
              <a:rPr lang="en-US" altLang="en-US" i="1">
                <a:latin typeface="Times New Roman (Body)"/>
              </a:rPr>
              <a:t>c</a:t>
            </a:r>
            <a:r>
              <a:rPr lang="en-US" altLang="en-US">
                <a:latin typeface="Times New Roman (Body)"/>
              </a:rPr>
              <a:t>  cho B</a:t>
            </a:r>
          </a:p>
          <a:p>
            <a:pPr algn="just" eaLnBrk="1" hangingPunct="1"/>
            <a:endParaRPr lang="en-US" altLang="en-US" i="1">
              <a:latin typeface="Times New Roman (Body)"/>
            </a:endParaRPr>
          </a:p>
          <a:p>
            <a:pPr algn="just" eaLnBrk="1" hangingPunct="1"/>
            <a:r>
              <a:rPr lang="en-US" altLang="en-US">
                <a:latin typeface="Times New Roman (Body)"/>
              </a:rPr>
              <a:t>Bước 5: Giải mã</a:t>
            </a:r>
          </a:p>
          <a:p>
            <a:pPr algn="just" eaLnBrk="1" hangingPunct="1"/>
            <a:r>
              <a:rPr lang="en-US" altLang="en-US">
                <a:latin typeface="Times New Roman (Body)"/>
              </a:rPr>
              <a:t>                    tính                           </a:t>
            </a:r>
          </a:p>
          <a:p>
            <a:pPr algn="just" eaLnBrk="1" hangingPunct="1"/>
            <a:r>
              <a:rPr lang="en-US" altLang="en-US">
                <a:latin typeface="Times New Roman (Body)"/>
              </a:rPr>
              <a:t>=&gt; m là thông tin nhận được.</a:t>
            </a:r>
          </a:p>
        </p:txBody>
      </p:sp>
      <p:sp>
        <p:nvSpPr>
          <p:cNvPr id="3085" name="Rectangle 16">
            <a:extLst>
              <a:ext uri="{FF2B5EF4-FFF2-40B4-BE49-F238E27FC236}">
                <a16:creationId xmlns:a16="http://schemas.microsoft.com/office/drawing/2014/main" id="{567258E5-A118-1C69-7394-D409E89DA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52600"/>
            <a:ext cx="1076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Lý thuyết</a:t>
            </a:r>
          </a:p>
        </p:txBody>
      </p:sp>
      <p:sp>
        <p:nvSpPr>
          <p:cNvPr id="3086" name="Rectangle 17">
            <a:extLst>
              <a:ext uri="{FF2B5EF4-FFF2-40B4-BE49-F238E27FC236}">
                <a16:creationId xmlns:a16="http://schemas.microsoft.com/office/drawing/2014/main" id="{655D902B-154C-6AC0-2269-6F14390E1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752600"/>
            <a:ext cx="806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DF065EEE-8CD2-E365-3AE2-A92F753D3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209800"/>
            <a:ext cx="3657600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Times New Roman (Body)"/>
              </a:rPr>
              <a:t>B</a:t>
            </a:r>
            <a:r>
              <a:rPr lang="vi-VN" altLang="en-US" dirty="0">
                <a:latin typeface="Times New Roman (Body)"/>
              </a:rPr>
              <a:t>ước</a:t>
            </a:r>
            <a:r>
              <a:rPr lang="en-US" altLang="en-US" dirty="0">
                <a:latin typeface="Times New Roman (Body)"/>
              </a:rPr>
              <a:t> 1: A </a:t>
            </a:r>
            <a:r>
              <a:rPr lang="en-US" altLang="en-US" dirty="0" err="1">
                <a:latin typeface="Times New Roman (Body)"/>
              </a:rPr>
              <a:t>nhận</a:t>
            </a:r>
            <a:r>
              <a:rPr lang="en-US" altLang="en-US" dirty="0">
                <a:latin typeface="Times New Roman (Body)"/>
              </a:rPr>
              <a:t> </a:t>
            </a:r>
            <a:r>
              <a:rPr lang="en-US" altLang="en-US" dirty="0" err="1">
                <a:latin typeface="Times New Roman (Body)"/>
              </a:rPr>
              <a:t>khoá</a:t>
            </a:r>
            <a:r>
              <a:rPr lang="en-US" altLang="en-US" dirty="0">
                <a:latin typeface="Times New Roman (Body)"/>
              </a:rPr>
              <a:t> </a:t>
            </a:r>
            <a:r>
              <a:rPr lang="en-US" altLang="en-US" dirty="0" err="1">
                <a:latin typeface="Times New Roman (Body)"/>
              </a:rPr>
              <a:t>công</a:t>
            </a:r>
            <a:r>
              <a:rPr lang="en-US" altLang="en-US" dirty="0">
                <a:latin typeface="Times New Roman (Body)"/>
              </a:rPr>
              <a:t> </a:t>
            </a:r>
            <a:r>
              <a:rPr lang="en-US" altLang="en-US" dirty="0" err="1">
                <a:latin typeface="Times New Roman (Body)"/>
              </a:rPr>
              <a:t>khai</a:t>
            </a:r>
            <a:endParaRPr lang="en-US" altLang="en-US" dirty="0">
              <a:latin typeface="Times New Roman (Body)"/>
            </a:endParaRPr>
          </a:p>
          <a:p>
            <a:pPr eaLnBrk="1" hangingPunct="1"/>
            <a:r>
              <a:rPr lang="en-US" altLang="en-US" dirty="0">
                <a:latin typeface="Times New Roman (Body)"/>
                <a:cs typeface="Times New Roman" panose="02020603050405020304" pitchFamily="18" charset="0"/>
              </a:rPr>
              <a:t>           n = 943 </a:t>
            </a:r>
            <a:r>
              <a:rPr lang="en-US" altLang="en-US" dirty="0" err="1">
                <a:latin typeface="Times New Roman (Body)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 (Body)"/>
                <a:cs typeface="Times New Roman" panose="02020603050405020304" pitchFamily="18" charset="0"/>
              </a:rPr>
              <a:t> e = 7</a:t>
            </a:r>
          </a:p>
          <a:p>
            <a:pPr eaLnBrk="1" hangingPunct="1"/>
            <a:r>
              <a:rPr lang="en-US" altLang="en-US" dirty="0">
                <a:latin typeface="Times New Roman (Body)"/>
              </a:rPr>
              <a:t>B</a:t>
            </a:r>
            <a:r>
              <a:rPr lang="vi-VN" altLang="en-US" dirty="0">
                <a:latin typeface="Times New Roman (Body)"/>
              </a:rPr>
              <a:t>ước</a:t>
            </a:r>
            <a:r>
              <a:rPr lang="en-US" altLang="en-US" dirty="0">
                <a:latin typeface="Times New Roman (Body)"/>
              </a:rPr>
              <a:t> 2: Thông tin </a:t>
            </a:r>
            <a:r>
              <a:rPr lang="en-US" altLang="en-US" dirty="0" err="1">
                <a:latin typeface="Times New Roman (Body)"/>
              </a:rPr>
              <a:t>cần</a:t>
            </a:r>
            <a:r>
              <a:rPr lang="en-US" altLang="en-US" dirty="0">
                <a:latin typeface="Times New Roman (Body)"/>
              </a:rPr>
              <a:t> </a:t>
            </a:r>
            <a:r>
              <a:rPr lang="en-US" altLang="en-US" dirty="0" err="1">
                <a:latin typeface="Times New Roman (Body)"/>
              </a:rPr>
              <a:t>gửi</a:t>
            </a:r>
            <a:endParaRPr lang="en-US" altLang="en-US" dirty="0">
              <a:latin typeface="Times New Roman (Body)"/>
            </a:endParaRPr>
          </a:p>
          <a:p>
            <a:pPr eaLnBrk="1" hangingPunct="1"/>
            <a:r>
              <a:rPr lang="en-US" altLang="en-US" dirty="0">
                <a:latin typeface="Times New Roman (Body)"/>
              </a:rPr>
              <a:t>     m = 35</a:t>
            </a:r>
          </a:p>
          <a:p>
            <a:pPr eaLnBrk="1" hangingPunct="1"/>
            <a:r>
              <a:rPr lang="en-US" altLang="en-US" dirty="0">
                <a:latin typeface="Times New Roman (Body)"/>
              </a:rPr>
              <a:t>B</a:t>
            </a:r>
            <a:r>
              <a:rPr lang="vi-VN" altLang="en-US" dirty="0">
                <a:latin typeface="Times New Roman (Body)"/>
              </a:rPr>
              <a:t>ước</a:t>
            </a:r>
            <a:r>
              <a:rPr lang="en-US" altLang="en-US" dirty="0">
                <a:latin typeface="Times New Roman (Body)"/>
              </a:rPr>
              <a:t> 3:                         </a:t>
            </a:r>
            <a:r>
              <a:rPr lang="en-US" altLang="en-US" sz="2000" dirty="0">
                <a:latin typeface="Times New Roman (Body)"/>
              </a:rPr>
              <a:t> </a:t>
            </a:r>
          </a:p>
          <a:p>
            <a:pPr eaLnBrk="1" hangingPunct="1"/>
            <a:endParaRPr lang="en-US" altLang="en-US" dirty="0">
              <a:latin typeface="Times New Roman (Body)"/>
            </a:endParaRPr>
          </a:p>
          <a:p>
            <a:pPr eaLnBrk="1" hangingPunct="1"/>
            <a:r>
              <a:rPr lang="en-US" altLang="en-US" dirty="0">
                <a:latin typeface="Times New Roman (Body)"/>
              </a:rPr>
              <a:t>B</a:t>
            </a:r>
            <a:r>
              <a:rPr lang="vi-VN" altLang="en-US" dirty="0">
                <a:latin typeface="Times New Roman (Body)"/>
              </a:rPr>
              <a:t>ước</a:t>
            </a:r>
            <a:r>
              <a:rPr lang="en-US" altLang="en-US" dirty="0">
                <a:latin typeface="Times New Roman (Body)"/>
              </a:rPr>
              <a:t> 4: </a:t>
            </a:r>
          </a:p>
          <a:p>
            <a:pPr eaLnBrk="1" hangingPunct="1"/>
            <a:endParaRPr lang="en-US" altLang="en-US" dirty="0">
              <a:latin typeface="Times New Roman (Body)"/>
            </a:endParaRPr>
          </a:p>
          <a:p>
            <a:pPr eaLnBrk="1" hangingPunct="1"/>
            <a:r>
              <a:rPr lang="en-US" altLang="en-US" dirty="0" err="1">
                <a:latin typeface="Times New Roman (Body)"/>
              </a:rPr>
              <a:t>Bước</a:t>
            </a:r>
            <a:r>
              <a:rPr lang="en-US" altLang="en-US" dirty="0">
                <a:latin typeface="Times New Roman (Body)"/>
              </a:rPr>
              <a:t> 5: </a:t>
            </a:r>
            <a:r>
              <a:rPr lang="en-US" altLang="en-US" dirty="0" err="1">
                <a:latin typeface="Times New Roman (Body)"/>
              </a:rPr>
              <a:t>Gải</a:t>
            </a:r>
            <a:r>
              <a:rPr lang="en-US" altLang="en-US" dirty="0">
                <a:latin typeface="Times New Roman (Body)"/>
              </a:rPr>
              <a:t> </a:t>
            </a:r>
            <a:r>
              <a:rPr lang="en-US" altLang="en-US" dirty="0" err="1">
                <a:latin typeface="Times New Roman (Body)"/>
              </a:rPr>
              <a:t>mã</a:t>
            </a:r>
            <a:endParaRPr lang="en-US" altLang="en-US" dirty="0">
              <a:latin typeface="Times New Roman (Body)"/>
            </a:endParaRPr>
          </a:p>
          <a:p>
            <a:pPr eaLnBrk="1" hangingPunct="1"/>
            <a:r>
              <a:rPr lang="en-US" altLang="en-US" dirty="0">
                <a:latin typeface="Times New Roman (Body)"/>
              </a:rPr>
              <a:t>                                       </a:t>
            </a:r>
          </a:p>
          <a:p>
            <a:pPr eaLnBrk="1" hangingPunct="1"/>
            <a:endParaRPr lang="en-US" altLang="en-US" dirty="0">
              <a:latin typeface="Times New Roman (Body)"/>
            </a:endParaRPr>
          </a:p>
          <a:p>
            <a:pPr eaLnBrk="1" hangingPunct="1"/>
            <a:r>
              <a:rPr lang="en-US" altLang="en-US" dirty="0">
                <a:latin typeface="Times New Roman (Body)"/>
              </a:rPr>
              <a:t>=&gt; m = 35</a:t>
            </a:r>
          </a:p>
        </p:txBody>
      </p:sp>
      <p:graphicFrame>
        <p:nvGraphicFramePr>
          <p:cNvPr id="2052" name="Object 11">
            <a:extLst>
              <a:ext uri="{FF2B5EF4-FFF2-40B4-BE49-F238E27FC236}">
                <a16:creationId xmlns:a16="http://schemas.microsoft.com/office/drawing/2014/main" id="{F32ADD0A-A825-A4B2-674D-EE03C15D2E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3276600"/>
          <a:ext cx="20986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203040" progId="Equation.3">
                  <p:embed/>
                </p:oleObj>
              </mc:Choice>
              <mc:Fallback>
                <p:oleObj name="Equation" r:id="rId4" imgW="1015920" imgH="203040" progId="Equation.3">
                  <p:embed/>
                  <p:pic>
                    <p:nvPicPr>
                      <p:cNvPr id="2052" name="Object 11">
                        <a:extLst>
                          <a:ext uri="{FF2B5EF4-FFF2-40B4-BE49-F238E27FC236}">
                            <a16:creationId xmlns:a16="http://schemas.microsoft.com/office/drawing/2014/main" id="{F32ADD0A-A825-A4B2-674D-EE03C15D2E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276600"/>
                        <a:ext cx="20986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2">
            <a:extLst>
              <a:ext uri="{FF2B5EF4-FFF2-40B4-BE49-F238E27FC236}">
                <a16:creationId xmlns:a16="http://schemas.microsoft.com/office/drawing/2014/main" id="{D9FC7726-8D7E-9CE2-803F-8327FFB84A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3886200"/>
          <a:ext cx="14478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177480" progId="Equation.3">
                  <p:embed/>
                </p:oleObj>
              </mc:Choice>
              <mc:Fallback>
                <p:oleObj name="Equation" r:id="rId6" imgW="495000" imgH="177480" progId="Equation.3">
                  <p:embed/>
                  <p:pic>
                    <p:nvPicPr>
                      <p:cNvPr id="2053" name="Object 12">
                        <a:extLst>
                          <a:ext uri="{FF2B5EF4-FFF2-40B4-BE49-F238E27FC236}">
                            <a16:creationId xmlns:a16="http://schemas.microsoft.com/office/drawing/2014/main" id="{D9FC7726-8D7E-9CE2-803F-8327FFB84A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886200"/>
                        <a:ext cx="14478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3" name="Object 15">
            <a:extLst>
              <a:ext uri="{FF2B5EF4-FFF2-40B4-BE49-F238E27FC236}">
                <a16:creationId xmlns:a16="http://schemas.microsoft.com/office/drawing/2014/main" id="{E4EA4000-BF1A-B311-58EA-660ED892C5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7450" y="4876800"/>
          <a:ext cx="18859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203040" progId="Equation.3">
                  <p:embed/>
                </p:oleObj>
              </mc:Choice>
              <mc:Fallback>
                <p:oleObj name="Equation" r:id="rId8" imgW="927000" imgH="203040" progId="Equation.3">
                  <p:embed/>
                  <p:pic>
                    <p:nvPicPr>
                      <p:cNvPr id="2063" name="Object 15">
                        <a:extLst>
                          <a:ext uri="{FF2B5EF4-FFF2-40B4-BE49-F238E27FC236}">
                            <a16:creationId xmlns:a16="http://schemas.microsoft.com/office/drawing/2014/main" id="{E4EA4000-BF1A-B311-58EA-660ED892C5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4876800"/>
                        <a:ext cx="18859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4" name="Object 16">
            <a:extLst>
              <a:ext uri="{FF2B5EF4-FFF2-40B4-BE49-F238E27FC236}">
                <a16:creationId xmlns:a16="http://schemas.microsoft.com/office/drawing/2014/main" id="{FE4C3162-219B-43ED-D747-96B08817DF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2413" y="4800600"/>
          <a:ext cx="247808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8960" imgH="203040" progId="Equation.3">
                  <p:embed/>
                </p:oleObj>
              </mc:Choice>
              <mc:Fallback>
                <p:oleObj name="Equation" r:id="rId10" imgW="1218960" imgH="203040" progId="Equation.3">
                  <p:embed/>
                  <p:pic>
                    <p:nvPicPr>
                      <p:cNvPr id="2064" name="Object 16">
                        <a:extLst>
                          <a:ext uri="{FF2B5EF4-FFF2-40B4-BE49-F238E27FC236}">
                            <a16:creationId xmlns:a16="http://schemas.microsoft.com/office/drawing/2014/main" id="{FE4C3162-219B-43ED-D747-96B08817DF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13" y="4800600"/>
                        <a:ext cx="247808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20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71C0B83-B530-EBA7-623F-E86D4884DB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46113"/>
            <a:ext cx="7877175" cy="1143000"/>
          </a:xfrm>
        </p:spPr>
        <p:txBody>
          <a:bodyPr/>
          <a:lstStyle/>
          <a:p>
            <a:r>
              <a:rPr lang="en-US" altLang="vi-VN" sz="4800"/>
              <a:t>Mã hóa và Giải mã RSA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D0F6B7E1-E107-69F0-BCD4-CA68EBE9B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2450" y="1789113"/>
            <a:ext cx="8134350" cy="41148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400" b="1"/>
              <a:t>Ví dụ RSA: </a:t>
            </a:r>
            <a:r>
              <a:rPr lang="vi-VN" sz="2400"/>
              <a:t>Để minh họa ta sẽ thực hiện một ví dụ về mã hóa RSA với kích thước khóa là 6 bít.</a:t>
            </a:r>
          </a:p>
          <a:p>
            <a:pPr marL="457200" indent="-457200" algn="just">
              <a:buFont typeface="+mj-lt"/>
              <a:buAutoNum type="arabicPeriod"/>
              <a:defRPr/>
            </a:pPr>
            <a:r>
              <a:rPr lang="pt-BR" sz="2400"/>
              <a:t>Chọn </a:t>
            </a:r>
            <a:r>
              <a:rPr lang="pt-BR" sz="2400" i="1"/>
              <a:t>p </a:t>
            </a:r>
            <a:r>
              <a:rPr lang="pt-BR" sz="2400"/>
              <a:t>= 11 và </a:t>
            </a:r>
            <a:r>
              <a:rPr lang="pt-BR" sz="2400" i="1"/>
              <a:t>q </a:t>
            </a:r>
            <a:r>
              <a:rPr lang="pt-BR" sz="2400"/>
              <a:t>= 3, do đó </a:t>
            </a:r>
            <a:r>
              <a:rPr lang="pt-BR" sz="2400" i="1"/>
              <a:t>N </a:t>
            </a:r>
            <a:r>
              <a:rPr lang="pt-BR" sz="2400"/>
              <a:t>= </a:t>
            </a:r>
            <a:r>
              <a:rPr lang="pt-BR" sz="2400" i="1"/>
              <a:t>pq </a:t>
            </a:r>
            <a:r>
              <a:rPr lang="pt-BR" sz="2400"/>
              <a:t>= 33 (2</a:t>
            </a:r>
            <a:r>
              <a:rPr lang="pt-BR" sz="2400" baseline="30000"/>
              <a:t>5</a:t>
            </a:r>
            <a:r>
              <a:rPr lang="pt-BR" sz="2400"/>
              <a:t> = 32 &lt; 33 &lt; 64 = 2</a:t>
            </a:r>
            <a:r>
              <a:rPr lang="pt-BR" sz="2400" baseline="30000"/>
              <a:t>6</a:t>
            </a:r>
            <a:r>
              <a:rPr lang="pt-BR" sz="2400"/>
              <a:t>)</a:t>
            </a:r>
          </a:p>
          <a:p>
            <a:pPr marL="457200" indent="-457200" algn="just">
              <a:buFont typeface="+mj-lt"/>
              <a:buAutoNum type="arabicPeriod"/>
              <a:defRPr/>
            </a:pPr>
            <a:r>
              <a:rPr lang="en-US" sz="2400">
                <a:sym typeface="Symbol" panose="05050102010706020507" pitchFamily="18" charset="2"/>
              </a:rPr>
              <a:t>(</a:t>
            </a:r>
            <a:r>
              <a:rPr lang="pt-BR" sz="2400" i="1"/>
              <a:t>n) </a:t>
            </a:r>
            <a:r>
              <a:rPr lang="pt-BR" sz="2400"/>
              <a:t>= (</a:t>
            </a:r>
            <a:r>
              <a:rPr lang="pt-BR" sz="2400" i="1"/>
              <a:t>p</a:t>
            </a:r>
            <a:r>
              <a:rPr lang="pt-BR" sz="2400"/>
              <a:t>-1)(</a:t>
            </a:r>
            <a:r>
              <a:rPr lang="pt-BR" sz="2400" i="1"/>
              <a:t>q</a:t>
            </a:r>
            <a:r>
              <a:rPr lang="pt-BR" sz="2400"/>
              <a:t>-1) = 20</a:t>
            </a:r>
          </a:p>
          <a:p>
            <a:pPr marL="457200" indent="-457200" algn="just">
              <a:buFont typeface="+mj-lt"/>
              <a:buAutoNum type="arabicPeriod"/>
              <a:defRPr/>
            </a:pPr>
            <a:r>
              <a:rPr lang="en-US" sz="2400"/>
              <a:t>Chọn </a:t>
            </a:r>
            <a:r>
              <a:rPr lang="en-US" sz="2400" i="1"/>
              <a:t>e </a:t>
            </a:r>
            <a:r>
              <a:rPr lang="en-US" sz="2400"/>
              <a:t>= 3 nguyên tố cùng nhau với </a:t>
            </a:r>
            <a:r>
              <a:rPr lang="en-US" sz="2400" i="1"/>
              <a:t>n</a:t>
            </a:r>
          </a:p>
          <a:p>
            <a:pPr marL="457200" indent="-457200" algn="just">
              <a:buFont typeface="+mj-lt"/>
              <a:buAutoNum type="arabicPeriod"/>
              <a:defRPr/>
            </a:pPr>
            <a:r>
              <a:rPr lang="vi-VN" sz="2400"/>
              <a:t>Tính nghịch đảo của </a:t>
            </a:r>
            <a:r>
              <a:rPr lang="vi-VN" sz="2400" i="1"/>
              <a:t>e </a:t>
            </a:r>
            <a:r>
              <a:rPr lang="vi-VN" sz="2400"/>
              <a:t>trong phép modulo </a:t>
            </a:r>
            <a:r>
              <a:rPr lang="vi-VN" sz="2400" i="1"/>
              <a:t>n </a:t>
            </a:r>
            <a:r>
              <a:rPr lang="vi-VN" sz="2400"/>
              <a:t>được </a:t>
            </a:r>
            <a:r>
              <a:rPr lang="vi-VN" sz="2400" i="1"/>
              <a:t>d </a:t>
            </a:r>
            <a:r>
              <a:rPr lang="vi-VN" sz="2400"/>
              <a:t>= 7 (3x7 = 21)</a:t>
            </a:r>
          </a:p>
          <a:p>
            <a:pPr marL="457200" indent="-457200" algn="just">
              <a:buFont typeface="+mj-lt"/>
              <a:buAutoNum type="arabicPeriod"/>
              <a:defRPr/>
            </a:pPr>
            <a:r>
              <a:rPr lang="en-US" sz="2400"/>
              <a:t>Khóa công khai </a:t>
            </a:r>
            <a:r>
              <a:rPr lang="en-US" sz="2400" i="1"/>
              <a:t>K</a:t>
            </a:r>
            <a:r>
              <a:rPr lang="en-US" sz="2400" baseline="-25000"/>
              <a:t>U</a:t>
            </a:r>
            <a:r>
              <a:rPr lang="en-US" sz="2400"/>
              <a:t> = (</a:t>
            </a:r>
            <a:r>
              <a:rPr lang="en-US" sz="2400" i="1"/>
              <a:t>e</a:t>
            </a:r>
            <a:r>
              <a:rPr lang="en-US" sz="2400"/>
              <a:t>, </a:t>
            </a:r>
            <a:r>
              <a:rPr lang="en-US" sz="2400" i="1"/>
              <a:t>N</a:t>
            </a:r>
            <a:r>
              <a:rPr lang="en-US" sz="2400"/>
              <a:t>) = (3, 33). Khóa bí mật </a:t>
            </a:r>
            <a:r>
              <a:rPr lang="en-US" sz="2400" i="1"/>
              <a:t>K</a:t>
            </a:r>
            <a:r>
              <a:rPr lang="en-US" sz="2400" baseline="-25000"/>
              <a:t>R</a:t>
            </a:r>
            <a:r>
              <a:rPr lang="en-US" sz="2400"/>
              <a:t> = (</a:t>
            </a:r>
            <a:r>
              <a:rPr lang="en-US" sz="2400" i="1"/>
              <a:t>d</a:t>
            </a:r>
            <a:r>
              <a:rPr lang="en-US" sz="2400"/>
              <a:t>, </a:t>
            </a:r>
            <a:r>
              <a:rPr lang="en-US" sz="2400" i="1"/>
              <a:t>N</a:t>
            </a:r>
            <a:r>
              <a:rPr lang="en-US" sz="2400"/>
              <a:t>) = (7, 33)</a:t>
            </a:r>
            <a:endParaRPr lang="en-US" altLang="vi-VN" sz="20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A93251-FC8D-5B7A-7BF7-D70D26288A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Trần Thị Kim Chi</a:t>
            </a:r>
          </a:p>
        </p:txBody>
      </p:sp>
      <p:sp>
        <p:nvSpPr>
          <p:cNvPr id="71685" name="Slide Number Placeholder 2">
            <a:extLst>
              <a:ext uri="{FF2B5EF4-FFF2-40B4-BE49-F238E27FC236}">
                <a16:creationId xmlns:a16="http://schemas.microsoft.com/office/drawing/2014/main" id="{FFC1EC38-9B72-220F-20C3-C2A1A047A5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latin typeface="Tahoma" panose="020B0604030504040204" pitchFamily="34" charset="0"/>
              </a:rPr>
              <a:t>1-</a:t>
            </a:r>
            <a:fld id="{F71F554F-0ABA-43EA-88E1-C4B6330E4E8C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EFFD0DDC-2828-A1B6-AF19-1B77165D6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46113"/>
            <a:ext cx="7877175" cy="1143000"/>
          </a:xfrm>
        </p:spPr>
        <p:txBody>
          <a:bodyPr/>
          <a:lstStyle/>
          <a:p>
            <a:r>
              <a:rPr lang="en-US" altLang="vi-VN" sz="4800"/>
              <a:t>Mã hóa và Giải mã RSA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D3A8E566-1A62-3054-684C-F7C01C543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2450" y="1789113"/>
            <a:ext cx="8134350" cy="41148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vi-VN" sz="2400" i="1"/>
              <a:t>Theo phương án 1 (mã hóa bảo mật):</a:t>
            </a:r>
          </a:p>
          <a:p>
            <a:pPr marL="0" indent="0">
              <a:buFontTx/>
              <a:buNone/>
              <a:defRPr/>
            </a:pPr>
            <a:r>
              <a:rPr lang="en-US" sz="2400"/>
              <a:t>6) Mã hóa bản rõ </a:t>
            </a:r>
            <a:r>
              <a:rPr lang="en-US" sz="2400" i="1"/>
              <a:t>M </a:t>
            </a:r>
            <a:r>
              <a:rPr lang="en-US" sz="2400"/>
              <a:t>= 15:</a:t>
            </a:r>
          </a:p>
          <a:p>
            <a:pPr>
              <a:defRPr/>
            </a:pPr>
            <a:endParaRPr lang="en-US" sz="2400"/>
          </a:p>
          <a:p>
            <a:pPr marL="0" indent="0">
              <a:buFontTx/>
              <a:buNone/>
              <a:defRPr/>
            </a:pPr>
            <a:r>
              <a:rPr lang="en-US" sz="2400"/>
              <a:t>7) Giải mã bản mã C = 9:</a:t>
            </a:r>
          </a:p>
        </p:txBody>
      </p:sp>
      <p:pic>
        <p:nvPicPr>
          <p:cNvPr id="72708" name="Picture 1">
            <a:extLst>
              <a:ext uri="{FF2B5EF4-FFF2-40B4-BE49-F238E27FC236}">
                <a16:creationId xmlns:a16="http://schemas.microsoft.com/office/drawing/2014/main" id="{48CFD0CB-2440-C0BD-2C1C-02DAA2AE7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2713038"/>
            <a:ext cx="87534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9" name="Picture 2">
            <a:extLst>
              <a:ext uri="{FF2B5EF4-FFF2-40B4-BE49-F238E27FC236}">
                <a16:creationId xmlns:a16="http://schemas.microsoft.com/office/drawing/2014/main" id="{D52B716C-1916-4E78-9140-F0CABDB98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3654425"/>
            <a:ext cx="846137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3">
            <a:extLst>
              <a:ext uri="{FF2B5EF4-FFF2-40B4-BE49-F238E27FC236}">
                <a16:creationId xmlns:a16="http://schemas.microsoft.com/office/drawing/2014/main" id="{FBA276EE-79AE-8808-53C8-6D8C07875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4295775"/>
            <a:ext cx="879157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D44872-A5C1-A8EF-485B-DEBD889308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Trần Thị Kim Chi</a:t>
            </a:r>
          </a:p>
        </p:txBody>
      </p:sp>
      <p:sp>
        <p:nvSpPr>
          <p:cNvPr id="72712" name="Slide Number Placeholder 2">
            <a:extLst>
              <a:ext uri="{FF2B5EF4-FFF2-40B4-BE49-F238E27FC236}">
                <a16:creationId xmlns:a16="http://schemas.microsoft.com/office/drawing/2014/main" id="{C37260C6-B10B-380F-55C3-02CABCBB04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latin typeface="Tahoma" panose="020B0604030504040204" pitchFamily="34" charset="0"/>
              </a:rPr>
              <a:t>1-</a:t>
            </a:r>
            <a:fld id="{D519DBD8-4D2B-44F1-A920-6AFE770F9651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F5AF8011-95B4-80A2-6B48-FD0CFB54F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2057400"/>
            <a:ext cx="8504238" cy="4041775"/>
          </a:xfrm>
        </p:spPr>
        <p:txBody>
          <a:bodyPr/>
          <a:lstStyle/>
          <a:p>
            <a:pPr algn="just">
              <a:buFont typeface="Wingdings 2" panose="05020102010507070707" pitchFamily="18" charset="2"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vi-VN" altLang="en-US" sz="2800" dirty="0">
                <a:cs typeface="Times New Roman" panose="02020603050405020304" pitchFamily="18" charset="0"/>
              </a:rPr>
              <a:t>Độ an toàn của hệ thống RSA dựa trên bài toán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 2" panose="05020102010507070707" pitchFamily="18" charset="2"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	</a:t>
            </a:r>
            <a:r>
              <a:rPr lang="vi-VN" altLang="en-US" sz="2800" dirty="0">
                <a:cs typeface="Times New Roman" panose="02020603050405020304" pitchFamily="18" charset="0"/>
              </a:rPr>
              <a:t>Vì vậy muốn xây dựng hệ RSA an toàn thì </a:t>
            </a:r>
            <a:r>
              <a:rPr lang="vi-VN" altLang="en-US" sz="2800" b="1" dirty="0">
                <a:cs typeface="Times New Roman" panose="02020603050405020304" pitchFamily="18" charset="0"/>
              </a:rPr>
              <a:t>n=p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vi-VN" altLang="en-US" sz="2800" b="1" dirty="0">
                <a:cs typeface="Times New Roman" panose="02020603050405020304" pitchFamily="18" charset="0"/>
              </a:rPr>
              <a:t>q</a:t>
            </a:r>
            <a:r>
              <a:rPr lang="vi-VN" altLang="en-US" sz="2800" dirty="0">
                <a:cs typeface="Times New Roman" panose="02020603050405020304" pitchFamily="18" charset="0"/>
              </a:rPr>
              <a:t> phải là một 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đủ lớn,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để không có khả năng phân tích nó về mặt tính toán.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Để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đảm bảo an toàn nên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2800" dirty="0">
                <a:cs typeface="Times New Roman" panose="02020603050405020304" pitchFamily="18" charset="0"/>
              </a:rPr>
              <a:t>họn các sốnguyên tố </a:t>
            </a:r>
            <a:r>
              <a:rPr lang="vi-VN" altLang="en-US" sz="2800" b="1" dirty="0">
                <a:cs typeface="Times New Roman" panose="02020603050405020304" pitchFamily="18" charset="0"/>
              </a:rPr>
              <a:t>p</a:t>
            </a:r>
            <a:r>
              <a:rPr lang="vi-VN" altLang="en-US" sz="2800" dirty="0">
                <a:cs typeface="Times New Roman" panose="02020603050405020304" pitchFamily="18" charset="0"/>
              </a:rPr>
              <a:t> và </a:t>
            </a:r>
            <a:r>
              <a:rPr lang="vi-VN" altLang="en-US" sz="2800" b="1" dirty="0">
                <a:cs typeface="Times New Roman" panose="02020603050405020304" pitchFamily="18" charset="0"/>
              </a:rPr>
              <a:t>q</a:t>
            </a:r>
            <a:r>
              <a:rPr lang="vi-VN" altLang="en-US" sz="2800" dirty="0">
                <a:cs typeface="Times New Roman" panose="02020603050405020304" pitchFamily="18" charset="0"/>
              </a:rPr>
              <a:t> từ 100 chữ số trở lên.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 2" panose="05020102010507070707" pitchFamily="18" charset="2"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	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RSA </a:t>
            </a:r>
          </a:p>
          <a:p>
            <a:pPr algn="just">
              <a:buFont typeface="Wingdings 2" panose="05020102010507070707" pitchFamily="18" charset="2"/>
              <a:buNone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Date Placeholder 3">
            <a:extLst>
              <a:ext uri="{FF2B5EF4-FFF2-40B4-BE49-F238E27FC236}">
                <a16:creationId xmlns:a16="http://schemas.microsoft.com/office/drawing/2014/main" id="{B670284F-C09F-7FEE-01B0-709677A3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472DF21-6DA8-4829-ACB3-FA940025B9EA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2D088-3C40-EE20-FEC4-E899A6F2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B8B511F-96D1-49D4-A006-6C291E48405F}" type="slidenum">
              <a:rPr lang="en-US" altLang="en-US">
                <a:solidFill>
                  <a:srgbClr val="7B9899"/>
                </a:solidFill>
              </a:rPr>
              <a:pPr eaLnBrk="1" hangingPunct="1"/>
              <a:t>31</a:t>
            </a:fld>
            <a:endParaRPr lang="en-US" altLang="en-US">
              <a:solidFill>
                <a:srgbClr val="7B989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1E9774-FAC8-2E49-E74D-4AAC6ABC5136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>
                <a:latin typeface="+mj-lt"/>
                <a:ea typeface="+mj-ea"/>
                <a:cs typeface="+mj-cs"/>
              </a:rPr>
              <a:t>RSA</a:t>
            </a:r>
          </a:p>
        </p:txBody>
      </p:sp>
      <p:sp>
        <p:nvSpPr>
          <p:cNvPr id="22535" name="Content Placeholder 2">
            <a:extLst>
              <a:ext uri="{FF2B5EF4-FFF2-40B4-BE49-F238E27FC236}">
                <a16:creationId xmlns:a16="http://schemas.microsoft.com/office/drawing/2014/main" id="{9BAA8F5E-F602-7EC9-D60A-8D9D6BD3B20D}"/>
              </a:ext>
            </a:extLst>
          </p:cNvPr>
          <p:cNvSpPr txBox="1">
            <a:spLocks/>
          </p:cNvSpPr>
          <p:nvPr/>
        </p:nvSpPr>
        <p:spPr bwMode="auto">
          <a:xfrm>
            <a:off x="304800" y="1371600"/>
            <a:ext cx="853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</a:pPr>
            <a:r>
              <a:rPr lang="en-US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3. Độ an toàn mã hóa RSA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None/>
            </a:pPr>
            <a:endParaRPr lang="en-US" altLang="en-US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>
            <a:extLst>
              <a:ext uri="{FF2B5EF4-FFF2-40B4-BE49-F238E27FC236}">
                <a16:creationId xmlns:a16="http://schemas.microsoft.com/office/drawing/2014/main" id="{D54A6A93-47DA-33B7-20D4-1353F248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C538A11-2F75-423C-AD11-41B68E0D95CB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555C5-C0E1-89AD-0829-44B24B49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46BB3E-4DD2-4CD7-A239-83E22F6C3157}" type="slidenum">
              <a:rPr lang="en-US" altLang="en-US">
                <a:solidFill>
                  <a:srgbClr val="7B9899"/>
                </a:solidFill>
              </a:rPr>
              <a:pPr eaLnBrk="1" hangingPunct="1"/>
              <a:t>32</a:t>
            </a:fld>
            <a:endParaRPr lang="en-US" altLang="en-US">
              <a:solidFill>
                <a:srgbClr val="7B9899"/>
              </a:solidFill>
            </a:endParaRPr>
          </a:p>
        </p:txBody>
      </p:sp>
      <p:graphicFrame>
        <p:nvGraphicFramePr>
          <p:cNvPr id="8" name="Group 112">
            <a:extLst>
              <a:ext uri="{FF2B5EF4-FFF2-40B4-BE49-F238E27FC236}">
                <a16:creationId xmlns:a16="http://schemas.microsoft.com/office/drawing/2014/main" id="{46A289AC-3CB2-DBF3-6824-77A73E15F4F0}"/>
              </a:ext>
            </a:extLst>
          </p:cNvPr>
          <p:cNvGraphicFramePr>
            <a:graphicFrameLocks/>
          </p:cNvGraphicFramePr>
          <p:nvPr/>
        </p:nvGraphicFramePr>
        <p:xfrm>
          <a:off x="609600" y="2209800"/>
          <a:ext cx="7772400" cy="39624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86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Số các chữ số trong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số được phân tích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Thời gian phân tích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0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 giờ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75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104 giờ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74 năm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4000 năm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500.000  năm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4x 10^25  năm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63A3F2C3-34DF-A2F0-B73F-2C5F675A1B28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>
                <a:latin typeface="+mj-lt"/>
                <a:ea typeface="+mj-ea"/>
                <a:cs typeface="+mj-cs"/>
              </a:rPr>
              <a:t>RSA</a:t>
            </a:r>
          </a:p>
        </p:txBody>
      </p:sp>
      <p:sp>
        <p:nvSpPr>
          <p:cNvPr id="23584" name="Content Placeholder 2">
            <a:extLst>
              <a:ext uri="{FF2B5EF4-FFF2-40B4-BE49-F238E27FC236}">
                <a16:creationId xmlns:a16="http://schemas.microsoft.com/office/drawing/2014/main" id="{BEE06210-8FDF-7F08-A0B9-12CD00447BDC}"/>
              </a:ext>
            </a:extLst>
          </p:cNvPr>
          <p:cNvSpPr txBox="1">
            <a:spLocks/>
          </p:cNvSpPr>
          <p:nvPr/>
        </p:nvSpPr>
        <p:spPr bwMode="auto">
          <a:xfrm>
            <a:off x="304800" y="1371600"/>
            <a:ext cx="853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</a:pPr>
            <a:r>
              <a:rPr lang="en-US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3. Độ an toàn mã hóa RSA(tiếp)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None/>
            </a:pPr>
            <a:endParaRPr lang="en-US" altLang="en-US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Content Placeholder 7">
            <a:extLst>
              <a:ext uri="{FF2B5EF4-FFF2-40B4-BE49-F238E27FC236}">
                <a16:creationId xmlns:a16="http://schemas.microsoft.com/office/drawing/2014/main" id="{C0CEA4CE-0ABF-120A-742C-59CF57A2C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981200"/>
            <a:ext cx="8504238" cy="4117975"/>
          </a:xfrm>
        </p:spPr>
        <p:txBody>
          <a:bodyPr/>
          <a:lstStyle/>
          <a:p>
            <a:pPr algn="just">
              <a:buFontTx/>
              <a:buChar char="-"/>
            </a:pPr>
            <a:r>
              <a:rPr lang="vi-VN" altLang="en-US" sz="2400" dirty="0"/>
              <a:t>Thông tin truyền đi trên mạng cũng cần thiết phải được xác nhận người gửi.</a:t>
            </a:r>
            <a:r>
              <a:rPr lang="en-US" altLang="en-US" sz="2400" dirty="0"/>
              <a:t> </a:t>
            </a:r>
          </a:p>
          <a:p>
            <a:pPr algn="just">
              <a:buFontTx/>
              <a:buChar char="-"/>
            </a:pPr>
            <a:r>
              <a:rPr lang="en-US" altLang="en-US" sz="2400" dirty="0"/>
              <a:t>C</a:t>
            </a:r>
            <a:r>
              <a:rPr lang="vi-VN" altLang="en-US" sz="2400" dirty="0"/>
              <a:t>ác văn bản truyền trên mạng (dưới dạng số hoá) cần phải có chữ ký của người gửi để xác nhận trách nhiệm của người gửi.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en-US" altLang="en-US" sz="2400" dirty="0"/>
              <a:t>C</a:t>
            </a:r>
            <a:r>
              <a:rPr lang="vi-VN" altLang="en-US" sz="2400" dirty="0"/>
              <a:t>hữ ký dùng ở đây</a:t>
            </a:r>
            <a:r>
              <a:rPr lang="en-US" altLang="en-US" sz="2400" dirty="0"/>
              <a:t> </a:t>
            </a:r>
            <a:r>
              <a:rPr lang="vi-VN" altLang="en-US" sz="2400" dirty="0"/>
              <a:t>là một dãy </a:t>
            </a:r>
            <a:r>
              <a:rPr lang="vi-VN" altLang="en-US" sz="2400" b="1" dirty="0"/>
              <a:t>bit</a:t>
            </a:r>
            <a:r>
              <a:rPr lang="vi-VN" altLang="en-US" sz="2400" dirty="0"/>
              <a:t> và được gọi là″chữ ký điện tử″</a:t>
            </a:r>
            <a:r>
              <a:rPr lang="en-US" altLang="en-US" sz="2400" dirty="0"/>
              <a:t>.</a:t>
            </a:r>
          </a:p>
          <a:p>
            <a:pPr algn="just">
              <a:buFontTx/>
              <a:buChar char="-"/>
            </a:pPr>
            <a:r>
              <a:rPr lang="en-US" altLang="en-US" sz="2400" dirty="0" err="1"/>
              <a:t>Mỗi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người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cần</a:t>
            </a:r>
            <a:r>
              <a:rPr lang="en-US" altLang="en-US" sz="2400" dirty="0"/>
              <a:t> 1 </a:t>
            </a:r>
            <a:r>
              <a:rPr lang="en-US" altLang="en-US" sz="2400" dirty="0" err="1"/>
              <a:t>cặp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khóa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gồm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khóa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khai</a:t>
            </a:r>
            <a:r>
              <a:rPr lang="en-US" altLang="en-US" sz="2400" dirty="0"/>
              <a:t> &amp; </a:t>
            </a:r>
            <a:r>
              <a:rPr lang="en-US" altLang="en-US" sz="2400" dirty="0" err="1"/>
              <a:t>khóa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mật</a:t>
            </a:r>
            <a:r>
              <a:rPr lang="en-US" altLang="en-US" sz="2400" dirty="0"/>
              <a:t>.</a:t>
            </a:r>
          </a:p>
          <a:p>
            <a:pPr lvl="1"/>
            <a:r>
              <a:rPr lang="en-US" altLang="en-US" sz="2400" dirty="0" err="1">
                <a:solidFill>
                  <a:schemeClr val="tx1"/>
                </a:solidFill>
              </a:rPr>
              <a:t>Khóa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bí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mật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dùng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để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tạo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chữ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ký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số</a:t>
            </a:r>
            <a:r>
              <a:rPr lang="en-US" altLang="en-US" sz="2400" dirty="0">
                <a:solidFill>
                  <a:schemeClr val="tx1"/>
                </a:solidFill>
              </a:rPr>
              <a:t> (CKS)</a:t>
            </a:r>
          </a:p>
          <a:p>
            <a:pPr lvl="1"/>
            <a:r>
              <a:rPr lang="en-US" altLang="en-US" sz="2400" dirty="0" err="1">
                <a:solidFill>
                  <a:schemeClr val="tx1"/>
                </a:solidFill>
              </a:rPr>
              <a:t>khóa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công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khai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dùng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để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thẩm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định</a:t>
            </a:r>
            <a:r>
              <a:rPr lang="en-US" altLang="en-US" sz="2400" dirty="0">
                <a:solidFill>
                  <a:schemeClr val="tx1"/>
                </a:solidFill>
              </a:rPr>
              <a:t> CKS-&gt; </a:t>
            </a:r>
            <a:r>
              <a:rPr lang="en-US" altLang="en-US" sz="2400" dirty="0" err="1">
                <a:solidFill>
                  <a:schemeClr val="tx1"/>
                </a:solidFill>
              </a:rPr>
              <a:t>xác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thực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algn="just">
              <a:buFontTx/>
              <a:buChar char="-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 2" panose="05020102010507070707" pitchFamily="18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6" name="Date Placeholder 3">
            <a:extLst>
              <a:ext uri="{FF2B5EF4-FFF2-40B4-BE49-F238E27FC236}">
                <a16:creationId xmlns:a16="http://schemas.microsoft.com/office/drawing/2014/main" id="{8776A19E-7051-F119-311C-9BAF8642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1B83C93-AAE7-46A4-BFC8-FE18B5106F4B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A0634-E254-4EAF-40B7-DB994EE7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B81E876-DD4C-4A77-AA6E-D521057357BA}" type="slidenum">
              <a:rPr lang="en-US" altLang="en-US">
                <a:solidFill>
                  <a:srgbClr val="7B9899"/>
                </a:solidFill>
              </a:rPr>
              <a:pPr eaLnBrk="1" hangingPunct="1"/>
              <a:t>33</a:t>
            </a:fld>
            <a:endParaRPr lang="en-US" altLang="en-US">
              <a:solidFill>
                <a:srgbClr val="7B989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4FEA2C-D84F-4295-27E8-5F266DD9A35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 i="1">
                <a:latin typeface="Times New Roman" pitchFamily="18" charset="0"/>
                <a:ea typeface="+mj-ea"/>
                <a:cs typeface="Times New Roman" pitchFamily="18" charset="0"/>
              </a:rPr>
              <a:t>RSA</a:t>
            </a:r>
          </a:p>
        </p:txBody>
      </p:sp>
      <p:sp>
        <p:nvSpPr>
          <p:cNvPr id="26631" name="TextBox 8">
            <a:extLst>
              <a:ext uri="{FF2B5EF4-FFF2-40B4-BE49-F238E27FC236}">
                <a16:creationId xmlns:a16="http://schemas.microsoft.com/office/drawing/2014/main" id="{0D229111-8D0E-A279-925C-05562B3B7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305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4. Ứng dụng của RSA vào chữ ký điện tử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Date Placeholder 3">
            <a:extLst>
              <a:ext uri="{FF2B5EF4-FFF2-40B4-BE49-F238E27FC236}">
                <a16:creationId xmlns:a16="http://schemas.microsoft.com/office/drawing/2014/main" id="{01C362A0-DCE2-A1B3-341C-B3B67882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C1CEB6-FFEB-4F8C-A021-E2A723F7FDAC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42AE-2EBC-387C-DF8F-E518CFCA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FA8DB9-8B74-413E-B441-50EBEDDFEC17}" type="slidenum">
              <a:rPr lang="en-US" altLang="en-US">
                <a:solidFill>
                  <a:srgbClr val="7B9899"/>
                </a:solidFill>
              </a:rPr>
              <a:pPr eaLnBrk="1" hangingPunct="1"/>
              <a:t>34</a:t>
            </a:fld>
            <a:endParaRPr lang="en-US" altLang="en-US">
              <a:solidFill>
                <a:srgbClr val="7B9899"/>
              </a:solidFill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CAD617CB-6BB6-3929-30D5-70D4912AAA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2563" y="2370138"/>
          <a:ext cx="1290637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4560" imgH="210240" progId="Visio.Drawing.6">
                  <p:embed/>
                </p:oleObj>
              </mc:Choice>
              <mc:Fallback>
                <p:oleObj name="VISIO" r:id="rId2" imgW="754560" imgH="210240" progId="Visio.Drawing.6">
                  <p:embed/>
                  <p:pic>
                    <p:nvPicPr>
                      <p:cNvPr id="4098" name="Object 2">
                        <a:extLst>
                          <a:ext uri="{FF2B5EF4-FFF2-40B4-BE49-F238E27FC236}">
                            <a16:creationId xmlns:a16="http://schemas.microsoft.com/office/drawing/2014/main" id="{CAD617CB-6BB6-3929-30D5-70D4912AAA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2370138"/>
                        <a:ext cx="1290637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4">
            <a:extLst>
              <a:ext uri="{FF2B5EF4-FFF2-40B4-BE49-F238E27FC236}">
                <a16:creationId xmlns:a16="http://schemas.microsoft.com/office/drawing/2014/main" id="{EF0252CC-DEC8-2421-7AF3-49D2FE9A81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5" y="4114800"/>
          <a:ext cx="40322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86560" imgH="201240" progId="Visio.Drawing.6">
                  <p:embed/>
                </p:oleObj>
              </mc:Choice>
              <mc:Fallback>
                <p:oleObj name="VISIO" r:id="rId4" imgW="286560" imgH="201240" progId="Visio.Drawing.6">
                  <p:embed/>
                  <p:pic>
                    <p:nvPicPr>
                      <p:cNvPr id="4099" name="Object 4">
                        <a:extLst>
                          <a:ext uri="{FF2B5EF4-FFF2-40B4-BE49-F238E27FC236}">
                            <a16:creationId xmlns:a16="http://schemas.microsoft.com/office/drawing/2014/main" id="{EF0252CC-DEC8-2421-7AF3-49D2FE9A8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5" y="4114800"/>
                        <a:ext cx="40322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Rectangle 6">
            <a:extLst>
              <a:ext uri="{FF2B5EF4-FFF2-40B4-BE49-F238E27FC236}">
                <a16:creationId xmlns:a16="http://schemas.microsoft.com/office/drawing/2014/main" id="{1B4ECA77-68EB-A16E-012F-CDB1C078E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971925"/>
            <a:ext cx="990600" cy="685800"/>
          </a:xfrm>
          <a:prstGeom prst="rect">
            <a:avLst/>
          </a:prstGeom>
          <a:noFill/>
          <a:ln w="254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Bản </a:t>
            </a:r>
          </a:p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tóm lược</a:t>
            </a:r>
          </a:p>
        </p:txBody>
      </p:sp>
      <p:sp>
        <p:nvSpPr>
          <p:cNvPr id="4106" name="Oval 7">
            <a:extLst>
              <a:ext uri="{FF2B5EF4-FFF2-40B4-BE49-F238E27FC236}">
                <a16:creationId xmlns:a16="http://schemas.microsoft.com/office/drawing/2014/main" id="{7FCF5404-25F3-63A7-9895-20AD1945E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57525"/>
            <a:ext cx="1371600" cy="6096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Hàm băm</a:t>
            </a:r>
          </a:p>
        </p:txBody>
      </p:sp>
      <p:sp>
        <p:nvSpPr>
          <p:cNvPr id="4107" name="Oval 8">
            <a:extLst>
              <a:ext uri="{FF2B5EF4-FFF2-40B4-BE49-F238E27FC236}">
                <a16:creationId xmlns:a16="http://schemas.microsoft.com/office/drawing/2014/main" id="{DAE2AFD4-470F-E140-2F68-8F9535177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886325"/>
            <a:ext cx="2286000" cy="685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Gắn với </a:t>
            </a:r>
          </a:p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thông điệp dữ liệu</a:t>
            </a:r>
          </a:p>
        </p:txBody>
      </p:sp>
      <p:sp>
        <p:nvSpPr>
          <p:cNvPr id="4108" name="Oval 9">
            <a:extLst>
              <a:ext uri="{FF2B5EF4-FFF2-40B4-BE49-F238E27FC236}">
                <a16:creationId xmlns:a16="http://schemas.microsoft.com/office/drawing/2014/main" id="{C53B4948-6AF3-3BE8-BF43-B0272A5B1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048125"/>
            <a:ext cx="1371600" cy="6096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Mã hóa</a:t>
            </a:r>
          </a:p>
        </p:txBody>
      </p:sp>
      <p:sp>
        <p:nvSpPr>
          <p:cNvPr id="4109" name="Text Box 10">
            <a:extLst>
              <a:ext uri="{FF2B5EF4-FFF2-40B4-BE49-F238E27FC236}">
                <a16:creationId xmlns:a16="http://schemas.microsoft.com/office/drawing/2014/main" id="{B8DDD722-92F6-902B-7A6D-9CF54A9D1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18716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>
                <a:latin typeface="Tahoma" panose="020B0604030504040204" pitchFamily="34" charset="0"/>
              </a:rPr>
              <a:t>Thông điệp dữ liệu</a:t>
            </a:r>
          </a:p>
        </p:txBody>
      </p:sp>
      <p:graphicFrame>
        <p:nvGraphicFramePr>
          <p:cNvPr id="4100" name="Object 5">
            <a:extLst>
              <a:ext uri="{FF2B5EF4-FFF2-40B4-BE49-F238E27FC236}">
                <a16:creationId xmlns:a16="http://schemas.microsoft.com/office/drawing/2014/main" id="{6C3DC707-0DE9-1E8B-5A34-2B4B99735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9638" y="5826125"/>
          <a:ext cx="14525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006560" imgH="210240" progId="Visio.Drawing.6">
                  <p:embed/>
                </p:oleObj>
              </mc:Choice>
              <mc:Fallback>
                <p:oleObj name="VISIO" r:id="rId6" imgW="1006560" imgH="210240" progId="Visio.Drawing.6">
                  <p:embed/>
                  <p:pic>
                    <p:nvPicPr>
                      <p:cNvPr id="4100" name="Object 5">
                        <a:extLst>
                          <a:ext uri="{FF2B5EF4-FFF2-40B4-BE49-F238E27FC236}">
                            <a16:creationId xmlns:a16="http://schemas.microsoft.com/office/drawing/2014/main" id="{6C3DC707-0DE9-1E8B-5A34-2B4B99735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638" y="5826125"/>
                        <a:ext cx="1452562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Text Box 12">
            <a:extLst>
              <a:ext uri="{FF2B5EF4-FFF2-40B4-BE49-F238E27FC236}">
                <a16:creationId xmlns:a16="http://schemas.microsoft.com/office/drawing/2014/main" id="{63203AC6-CCDF-576E-FE6C-14068AC82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895600"/>
            <a:ext cx="12652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 dirty="0" err="1">
                <a:latin typeface="Tahoma" panose="020B0604030504040204" pitchFamily="34" charset="0"/>
              </a:rPr>
              <a:t>Khóa</a:t>
            </a:r>
            <a:r>
              <a:rPr lang="en-US" altLang="en-US" sz="1600" dirty="0">
                <a:latin typeface="Tahoma" panose="020B0604030504040204" pitchFamily="34" charset="0"/>
              </a:rPr>
              <a:t> </a:t>
            </a:r>
            <a:r>
              <a:rPr lang="en-US" altLang="en-US" sz="1600" dirty="0" err="1">
                <a:latin typeface="Tahoma" panose="020B0604030504040204" pitchFamily="34" charset="0"/>
              </a:rPr>
              <a:t>bí</a:t>
            </a:r>
            <a:r>
              <a:rPr lang="en-US" altLang="en-US" sz="1600" dirty="0">
                <a:latin typeface="Tahoma" panose="020B0604030504040204" pitchFamily="34" charset="0"/>
              </a:rPr>
              <a:t> </a:t>
            </a:r>
            <a:r>
              <a:rPr lang="en-US" altLang="en-US" sz="1600" dirty="0" err="1">
                <a:latin typeface="Tahoma" panose="020B0604030504040204" pitchFamily="34" charset="0"/>
              </a:rPr>
              <a:t>mật</a:t>
            </a:r>
            <a:endParaRPr lang="en-US" altLang="en-US" sz="1600" dirty="0">
              <a:latin typeface="Tahoma" panose="020B0604030504040204" pitchFamily="34" charset="0"/>
            </a:endParaRPr>
          </a:p>
        </p:txBody>
      </p:sp>
      <p:sp>
        <p:nvSpPr>
          <p:cNvPr id="4111" name="Text Box 13">
            <a:extLst>
              <a:ext uri="{FF2B5EF4-FFF2-40B4-BE49-F238E27FC236}">
                <a16:creationId xmlns:a16="http://schemas.microsoft.com/office/drawing/2014/main" id="{4F18A459-3CA9-E7E5-AD28-BFCB7D29B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778250"/>
            <a:ext cx="1074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>
                <a:latin typeface="Tahoma" panose="020B0604030504040204" pitchFamily="34" charset="0"/>
              </a:rPr>
              <a:t>Chữ ký số</a:t>
            </a:r>
          </a:p>
        </p:txBody>
      </p:sp>
      <p:sp>
        <p:nvSpPr>
          <p:cNvPr id="4112" name="Text Box 14">
            <a:extLst>
              <a:ext uri="{FF2B5EF4-FFF2-40B4-BE49-F238E27FC236}">
                <a16:creationId xmlns:a16="http://schemas.microsoft.com/office/drawing/2014/main" id="{0C1FFE83-F233-BFBE-D489-21A359511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038" y="5715000"/>
            <a:ext cx="19351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>
                <a:latin typeface="Tahoma" panose="020B0604030504040204" pitchFamily="34" charset="0"/>
              </a:rPr>
              <a:t>Thông điệp dữ liệu </a:t>
            </a:r>
          </a:p>
          <a:p>
            <a:pPr algn="r" eaLnBrk="1" hangingPunct="1"/>
            <a:r>
              <a:rPr lang="en-US" altLang="en-US" sz="1600">
                <a:latin typeface="Tahoma" panose="020B0604030504040204" pitchFamily="34" charset="0"/>
              </a:rPr>
              <a:t>được ký số</a:t>
            </a:r>
          </a:p>
        </p:txBody>
      </p:sp>
      <p:sp>
        <p:nvSpPr>
          <p:cNvPr id="4113" name="Line 15">
            <a:extLst>
              <a:ext uri="{FF2B5EF4-FFF2-40B4-BE49-F238E27FC236}">
                <a16:creationId xmlns:a16="http://schemas.microsoft.com/office/drawing/2014/main" id="{034C461C-B1CD-D11E-E2DB-E0E3CB09E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828925"/>
            <a:ext cx="0" cy="228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4" name="Line 16">
            <a:extLst>
              <a:ext uri="{FF2B5EF4-FFF2-40B4-BE49-F238E27FC236}">
                <a16:creationId xmlns:a16="http://schemas.microsoft.com/office/drawing/2014/main" id="{D438208F-725B-7F90-AD3D-92323A68F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667125"/>
            <a:ext cx="0" cy="304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5" name="Line 17">
            <a:extLst>
              <a:ext uri="{FF2B5EF4-FFF2-40B4-BE49-F238E27FC236}">
                <a16:creationId xmlns:a16="http://schemas.microsoft.com/office/drawing/2014/main" id="{901B182B-FA88-05B9-62B6-9B7DEB440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352925"/>
            <a:ext cx="4572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6" name="Line 18">
            <a:extLst>
              <a:ext uri="{FF2B5EF4-FFF2-40B4-BE49-F238E27FC236}">
                <a16:creationId xmlns:a16="http://schemas.microsoft.com/office/drawing/2014/main" id="{41C543E7-3E73-6ABE-C326-77195F7AD1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352925"/>
            <a:ext cx="7620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7" name="Line 19">
            <a:extLst>
              <a:ext uri="{FF2B5EF4-FFF2-40B4-BE49-F238E27FC236}">
                <a16:creationId xmlns:a16="http://schemas.microsoft.com/office/drawing/2014/main" id="{07068938-CFCA-9449-9B17-20499CBDBD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590925"/>
            <a:ext cx="0" cy="4572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8" name="Line 20">
            <a:extLst>
              <a:ext uri="{FF2B5EF4-FFF2-40B4-BE49-F238E27FC236}">
                <a16:creationId xmlns:a16="http://schemas.microsoft.com/office/drawing/2014/main" id="{C919FC2D-7F5D-F91D-1567-077C0B693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429125"/>
            <a:ext cx="0" cy="457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9" name="Line 21">
            <a:extLst>
              <a:ext uri="{FF2B5EF4-FFF2-40B4-BE49-F238E27FC236}">
                <a16:creationId xmlns:a16="http://schemas.microsoft.com/office/drawing/2014/main" id="{26BE64A3-9EC9-3A55-D8C0-2A2B1D301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572125"/>
            <a:ext cx="0" cy="304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9433C7-BE46-D924-8335-7146538C1CD0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 i="1">
                <a:latin typeface="Times New Roman" pitchFamily="18" charset="0"/>
                <a:ea typeface="+mj-ea"/>
                <a:cs typeface="Times New Roman" pitchFamily="18" charset="0"/>
              </a:rPr>
              <a:t>RSA</a:t>
            </a:r>
          </a:p>
        </p:txBody>
      </p:sp>
      <p:sp>
        <p:nvSpPr>
          <p:cNvPr id="4121" name="TextBox 8">
            <a:extLst>
              <a:ext uri="{FF2B5EF4-FFF2-40B4-BE49-F238E27FC236}">
                <a16:creationId xmlns:a16="http://schemas.microsoft.com/office/drawing/2014/main" id="{2A89664D-28CE-7538-53E1-483DE20A5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305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4.1 Tạo chữ ký số</a:t>
            </a:r>
          </a:p>
        </p:txBody>
      </p:sp>
      <p:graphicFrame>
        <p:nvGraphicFramePr>
          <p:cNvPr id="4101" name="Object 6">
            <a:extLst>
              <a:ext uri="{FF2B5EF4-FFF2-40B4-BE49-F238E27FC236}">
                <a16:creationId xmlns:a16="http://schemas.microsoft.com/office/drawing/2014/main" id="{58B3AB28-5DE0-E6A2-BF33-3A1AB223B3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200400"/>
          <a:ext cx="890588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841320" imgH="625680" progId="Visio.Drawing.6">
                  <p:embed/>
                </p:oleObj>
              </mc:Choice>
              <mc:Fallback>
                <p:oleObj name="VISIO" r:id="rId8" imgW="841320" imgH="625680" progId="Visio.Drawing.6">
                  <p:embed/>
                  <p:pic>
                    <p:nvPicPr>
                      <p:cNvPr id="4101" name="Object 6">
                        <a:extLst>
                          <a:ext uri="{FF2B5EF4-FFF2-40B4-BE49-F238E27FC236}">
                            <a16:creationId xmlns:a16="http://schemas.microsoft.com/office/drawing/2014/main" id="{58B3AB28-5DE0-E6A2-BF33-3A1AB223B3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200400"/>
                        <a:ext cx="890588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72724188-D03A-DC51-68E7-F9B9D40CC34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629400" y="3282950"/>
          <a:ext cx="129063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4560" imgH="210240" progId="Visio.Drawing.6">
                  <p:embed/>
                </p:oleObj>
              </mc:Choice>
              <mc:Fallback>
                <p:oleObj name="VISIO" r:id="rId2" imgW="754560" imgH="210240" progId="Visio.Drawing.6">
                  <p:embed/>
                  <p:pic>
                    <p:nvPicPr>
                      <p:cNvPr id="5122" name="Object 2">
                        <a:extLst>
                          <a:ext uri="{FF2B5EF4-FFF2-40B4-BE49-F238E27FC236}">
                            <a16:creationId xmlns:a16="http://schemas.microsoft.com/office/drawing/2014/main" id="{72724188-D03A-DC51-68E7-F9B9D40CC3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282950"/>
                        <a:ext cx="129063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Date Placeholder 3">
            <a:extLst>
              <a:ext uri="{FF2B5EF4-FFF2-40B4-BE49-F238E27FC236}">
                <a16:creationId xmlns:a16="http://schemas.microsoft.com/office/drawing/2014/main" id="{7AC4ADA4-513F-0A94-E56B-746971C4BF4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B08EC0-F056-4FE2-BFFE-8F8321319284}" type="datetime1">
              <a:rPr lang="vi-VN" altLang="en-US" smtClean="0">
                <a:solidFill>
                  <a:srgbClr val="FFFFFF"/>
                </a:solidFill>
              </a:rPr>
              <a:pPr eaLnBrk="1" hangingPunct="1"/>
              <a:t>08/11/2023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8065-8B84-1946-720B-5D642A4F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0B6F1A-FF48-4249-A559-E232BBC89E1F}" type="slidenum">
              <a:rPr lang="en-US" altLang="en-US">
                <a:solidFill>
                  <a:srgbClr val="7B9899"/>
                </a:solidFill>
              </a:rPr>
              <a:pPr eaLnBrk="1" hangingPunct="1"/>
              <a:t>35</a:t>
            </a:fld>
            <a:endParaRPr lang="en-US" altLang="en-US">
              <a:solidFill>
                <a:srgbClr val="7B9899"/>
              </a:solidFill>
            </a:endParaRPr>
          </a:p>
        </p:txBody>
      </p:sp>
      <p:graphicFrame>
        <p:nvGraphicFramePr>
          <p:cNvPr id="5123" name="Object 3">
            <a:extLst>
              <a:ext uri="{FF2B5EF4-FFF2-40B4-BE49-F238E27FC236}">
                <a16:creationId xmlns:a16="http://schemas.microsoft.com/office/drawing/2014/main" id="{2742D689-8CB7-C088-30E5-0AED54F7B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8425" y="2687638"/>
          <a:ext cx="1450975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841320" imgH="625680" progId="Visio.Drawing.6">
                  <p:embed/>
                </p:oleObj>
              </mc:Choice>
              <mc:Fallback>
                <p:oleObj name="VISIO" r:id="rId4" imgW="841320" imgH="625680" progId="Visio.Drawing.6">
                  <p:embed/>
                  <p:pic>
                    <p:nvPicPr>
                      <p:cNvPr id="5123" name="Object 3">
                        <a:extLst>
                          <a:ext uri="{FF2B5EF4-FFF2-40B4-BE49-F238E27FC236}">
                            <a16:creationId xmlns:a16="http://schemas.microsoft.com/office/drawing/2014/main" id="{2742D689-8CB7-C088-30E5-0AED54F7B3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2687638"/>
                        <a:ext cx="1450975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>
            <a:extLst>
              <a:ext uri="{FF2B5EF4-FFF2-40B4-BE49-F238E27FC236}">
                <a16:creationId xmlns:a16="http://schemas.microsoft.com/office/drawing/2014/main" id="{2163EBE3-139B-0EF8-BD2C-791AD5066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9575" y="3276600"/>
          <a:ext cx="4032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86560" imgH="201240" progId="Visio.Drawing.6">
                  <p:embed/>
                </p:oleObj>
              </mc:Choice>
              <mc:Fallback>
                <p:oleObj name="VISIO" r:id="rId6" imgW="286560" imgH="201240" progId="Visio.Drawing.6">
                  <p:embed/>
                  <p:pic>
                    <p:nvPicPr>
                      <p:cNvPr id="5124" name="Object 4">
                        <a:extLst>
                          <a:ext uri="{FF2B5EF4-FFF2-40B4-BE49-F238E27FC236}">
                            <a16:creationId xmlns:a16="http://schemas.microsoft.com/office/drawing/2014/main" id="{2163EBE3-139B-0EF8-BD2C-791AD5066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3276600"/>
                        <a:ext cx="4032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Rectangle 6">
            <a:extLst>
              <a:ext uri="{FF2B5EF4-FFF2-40B4-BE49-F238E27FC236}">
                <a16:creationId xmlns:a16="http://schemas.microsoft.com/office/drawing/2014/main" id="{884C688D-9D18-EDC6-3DDA-E0D054FC2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5" y="4603750"/>
            <a:ext cx="990600" cy="685800"/>
          </a:xfrm>
          <a:prstGeom prst="rect">
            <a:avLst/>
          </a:prstGeom>
          <a:noFill/>
          <a:ln w="254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Bản </a:t>
            </a:r>
          </a:p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tóm lược</a:t>
            </a:r>
          </a:p>
        </p:txBody>
      </p:sp>
      <p:sp>
        <p:nvSpPr>
          <p:cNvPr id="5130" name="Oval 7">
            <a:extLst>
              <a:ext uri="{FF2B5EF4-FFF2-40B4-BE49-F238E27FC236}">
                <a16:creationId xmlns:a16="http://schemas.microsoft.com/office/drawing/2014/main" id="{545571DD-1F31-E168-07DC-8F3E255EF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975" y="3917950"/>
            <a:ext cx="1371600" cy="5334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Hàm băm</a:t>
            </a:r>
          </a:p>
        </p:txBody>
      </p:sp>
      <p:sp>
        <p:nvSpPr>
          <p:cNvPr id="5131" name="Oval 8">
            <a:extLst>
              <a:ext uri="{FF2B5EF4-FFF2-40B4-BE49-F238E27FC236}">
                <a16:creationId xmlns:a16="http://schemas.microsoft.com/office/drawing/2014/main" id="{4D58D982-CB98-4859-DB07-1F64C000A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470150"/>
            <a:ext cx="1371600" cy="4572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Tách</a:t>
            </a:r>
          </a:p>
        </p:txBody>
      </p:sp>
      <p:sp>
        <p:nvSpPr>
          <p:cNvPr id="5132" name="Oval 9">
            <a:extLst>
              <a:ext uri="{FF2B5EF4-FFF2-40B4-BE49-F238E27FC236}">
                <a16:creationId xmlns:a16="http://schemas.microsoft.com/office/drawing/2014/main" id="{CA249983-B2E9-6DF8-F2D2-F0A2C1AAA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384550"/>
            <a:ext cx="1219200" cy="6096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Giải mã</a:t>
            </a:r>
          </a:p>
        </p:txBody>
      </p:sp>
      <p:sp>
        <p:nvSpPr>
          <p:cNvPr id="5133" name="Text Box 10">
            <a:extLst>
              <a:ext uri="{FF2B5EF4-FFF2-40B4-BE49-F238E27FC236}">
                <a16:creationId xmlns:a16="http://schemas.microsoft.com/office/drawing/2014/main" id="{C7FF8C1C-E671-7890-4E12-F3449D371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75" y="3460750"/>
            <a:ext cx="18716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>
                <a:latin typeface="Tahoma" panose="020B0604030504040204" pitchFamily="34" charset="0"/>
              </a:rPr>
              <a:t>Thông điệp dữ liệu</a:t>
            </a:r>
          </a:p>
        </p:txBody>
      </p:sp>
      <p:graphicFrame>
        <p:nvGraphicFramePr>
          <p:cNvPr id="5125" name="Object 5">
            <a:extLst>
              <a:ext uri="{FF2B5EF4-FFF2-40B4-BE49-F238E27FC236}">
                <a16:creationId xmlns:a16="http://schemas.microsoft.com/office/drawing/2014/main" id="{A5DD3356-E882-5B84-A7D0-0324726A7C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4038" y="1971675"/>
          <a:ext cx="14525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006560" imgH="210240" progId="Visio.Drawing.6">
                  <p:embed/>
                </p:oleObj>
              </mc:Choice>
              <mc:Fallback>
                <p:oleObj name="VISIO" r:id="rId8" imgW="1006560" imgH="210240" progId="Visio.Drawing.6">
                  <p:embed/>
                  <p:pic>
                    <p:nvPicPr>
                      <p:cNvPr id="5125" name="Object 5">
                        <a:extLst>
                          <a:ext uri="{FF2B5EF4-FFF2-40B4-BE49-F238E27FC236}">
                            <a16:creationId xmlns:a16="http://schemas.microsoft.com/office/drawing/2014/main" id="{A5DD3356-E882-5B84-A7D0-0324726A7C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4038" y="1971675"/>
                        <a:ext cx="1452562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" name="Text Box 12">
            <a:extLst>
              <a:ext uri="{FF2B5EF4-FFF2-40B4-BE49-F238E27FC236}">
                <a16:creationId xmlns:a16="http://schemas.microsoft.com/office/drawing/2014/main" id="{CFAE2474-9694-51EB-2DF5-42EEE59D0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330450"/>
            <a:ext cx="1557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>
                <a:latin typeface="Tahoma" panose="020B0604030504040204" pitchFamily="34" charset="0"/>
              </a:rPr>
              <a:t>Khóa công khai</a:t>
            </a:r>
          </a:p>
        </p:txBody>
      </p:sp>
      <p:sp>
        <p:nvSpPr>
          <p:cNvPr id="5135" name="Text Box 13">
            <a:extLst>
              <a:ext uri="{FF2B5EF4-FFF2-40B4-BE49-F238E27FC236}">
                <a16:creationId xmlns:a16="http://schemas.microsoft.com/office/drawing/2014/main" id="{547389EC-AF52-985A-B980-598C10E4F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575" y="3397250"/>
            <a:ext cx="1074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>
                <a:latin typeface="Tahoma" panose="020B0604030504040204" pitchFamily="34" charset="0"/>
              </a:rPr>
              <a:t>Chữ ký số</a:t>
            </a:r>
          </a:p>
        </p:txBody>
      </p:sp>
      <p:sp>
        <p:nvSpPr>
          <p:cNvPr id="5136" name="Text Box 14">
            <a:extLst>
              <a:ext uri="{FF2B5EF4-FFF2-40B4-BE49-F238E27FC236}">
                <a16:creationId xmlns:a16="http://schemas.microsoft.com/office/drawing/2014/main" id="{36985540-B1B2-1EA4-4C21-194509C9D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752600"/>
            <a:ext cx="1981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ahoma" panose="020B0604030504040204" pitchFamily="34" charset="0"/>
              </a:rPr>
              <a:t>Thông điệp dữ liệu </a:t>
            </a:r>
          </a:p>
          <a:p>
            <a:pPr eaLnBrk="1" hangingPunct="1"/>
            <a:r>
              <a:rPr lang="en-US" altLang="en-US" sz="1600">
                <a:latin typeface="Tahoma" panose="020B0604030504040204" pitchFamily="34" charset="0"/>
              </a:rPr>
              <a:t>được ký số</a:t>
            </a:r>
          </a:p>
        </p:txBody>
      </p:sp>
      <p:sp>
        <p:nvSpPr>
          <p:cNvPr id="5137" name="Line 15">
            <a:extLst>
              <a:ext uri="{FF2B5EF4-FFF2-40B4-BE49-F238E27FC236}">
                <a16:creationId xmlns:a16="http://schemas.microsoft.com/office/drawing/2014/main" id="{64DBF383-9117-EB38-B824-BB86C39DC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241550"/>
            <a:ext cx="0" cy="228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8" name="Line 16">
            <a:extLst>
              <a:ext uri="{FF2B5EF4-FFF2-40B4-BE49-F238E27FC236}">
                <a16:creationId xmlns:a16="http://schemas.microsoft.com/office/drawing/2014/main" id="{D588D32C-AC28-2F1A-A99A-2FCB07DCF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3375" y="4984750"/>
            <a:ext cx="6096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9" name="Line 17">
            <a:extLst>
              <a:ext uri="{FF2B5EF4-FFF2-40B4-BE49-F238E27FC236}">
                <a16:creationId xmlns:a16="http://schemas.microsoft.com/office/drawing/2014/main" id="{D4259811-1269-D407-1748-5AD03E9BE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5175" y="3079750"/>
            <a:ext cx="0" cy="3048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0" name="Line 18">
            <a:extLst>
              <a:ext uri="{FF2B5EF4-FFF2-40B4-BE49-F238E27FC236}">
                <a16:creationId xmlns:a16="http://schemas.microsoft.com/office/drawing/2014/main" id="{B9BBC50E-B8C6-EBFB-B2AB-A87CF292A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5289550"/>
            <a:ext cx="0" cy="533400"/>
          </a:xfrm>
          <a:prstGeom prst="line">
            <a:avLst/>
          </a:prstGeom>
          <a:noFill/>
          <a:ln w="508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1" name="Line 19">
            <a:extLst>
              <a:ext uri="{FF2B5EF4-FFF2-40B4-BE49-F238E27FC236}">
                <a16:creationId xmlns:a16="http://schemas.microsoft.com/office/drawing/2014/main" id="{5E7F5A8C-06C8-FBE0-6DCC-23ABB1A9CF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8975" y="3994150"/>
            <a:ext cx="0" cy="609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142" name="AutoShape 20">
            <a:extLst>
              <a:ext uri="{FF2B5EF4-FFF2-40B4-BE49-F238E27FC236}">
                <a16:creationId xmlns:a16="http://schemas.microsoft.com/office/drawing/2014/main" id="{978A4C08-FD8E-8C0C-CADD-9C4356CBAC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1200" y="3124200"/>
            <a:ext cx="1447800" cy="228600"/>
          </a:xfrm>
          <a:prstGeom prst="bentConnector2">
            <a:avLst/>
          </a:prstGeom>
          <a:noFill/>
          <a:ln w="25400">
            <a:solidFill>
              <a:srgbClr val="008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3" name="AutoShape 21">
            <a:extLst>
              <a:ext uri="{FF2B5EF4-FFF2-40B4-BE49-F238E27FC236}">
                <a16:creationId xmlns:a16="http://schemas.microsoft.com/office/drawing/2014/main" id="{F7174EE1-CA00-6FE8-39C9-BE8C2862209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537075" y="1519238"/>
            <a:ext cx="420687" cy="3246438"/>
          </a:xfrm>
          <a:prstGeom prst="bentConnector3">
            <a:avLst>
              <a:gd name="adj1" fmla="val 42088"/>
            </a:avLst>
          </a:prstGeom>
          <a:noFill/>
          <a:ln w="25400">
            <a:solidFill>
              <a:srgbClr val="008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44" name="AutoShape 22">
            <a:extLst>
              <a:ext uri="{FF2B5EF4-FFF2-40B4-BE49-F238E27FC236}">
                <a16:creationId xmlns:a16="http://schemas.microsoft.com/office/drawing/2014/main" id="{8604BE56-3670-7647-14A1-FC1FF49BE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603750"/>
            <a:ext cx="1905000" cy="685800"/>
          </a:xfrm>
          <a:prstGeom prst="flowChartDecision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>
                <a:latin typeface="Tahoma" panose="020B0604030504040204" pitchFamily="34" charset="0"/>
              </a:rPr>
              <a:t>Giải mã được ?</a:t>
            </a:r>
          </a:p>
        </p:txBody>
      </p:sp>
      <p:sp>
        <p:nvSpPr>
          <p:cNvPr id="5145" name="Line 23">
            <a:extLst>
              <a:ext uri="{FF2B5EF4-FFF2-40B4-BE49-F238E27FC236}">
                <a16:creationId xmlns:a16="http://schemas.microsoft.com/office/drawing/2014/main" id="{38871F39-A1F6-3AC5-0AFD-F3D24B746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7975" y="5899150"/>
            <a:ext cx="6858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6" name="Text Box 24">
            <a:extLst>
              <a:ext uri="{FF2B5EF4-FFF2-40B4-BE49-F238E27FC236}">
                <a16:creationId xmlns:a16="http://schemas.microsoft.com/office/drawing/2014/main" id="{2F53C86F-F01F-F3EC-689E-A01CE4FD7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791200"/>
            <a:ext cx="2189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>
                <a:latin typeface="Tahoma" panose="020B0604030504040204" pitchFamily="34" charset="0"/>
              </a:rPr>
              <a:t>Không đúng người gửi</a:t>
            </a:r>
          </a:p>
        </p:txBody>
      </p:sp>
      <p:sp>
        <p:nvSpPr>
          <p:cNvPr id="5147" name="Rectangle 25">
            <a:extLst>
              <a:ext uri="{FF2B5EF4-FFF2-40B4-BE49-F238E27FC236}">
                <a16:creationId xmlns:a16="http://schemas.microsoft.com/office/drawing/2014/main" id="{990A0FB3-1FA0-4FE1-C520-BA0062C53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4679950"/>
            <a:ext cx="990600" cy="685800"/>
          </a:xfrm>
          <a:prstGeom prst="rect">
            <a:avLst/>
          </a:prstGeom>
          <a:noFill/>
          <a:ln w="254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Bản </a:t>
            </a:r>
          </a:p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tóm lược</a:t>
            </a:r>
          </a:p>
        </p:txBody>
      </p:sp>
      <p:sp>
        <p:nvSpPr>
          <p:cNvPr id="5148" name="AutoShape 26">
            <a:extLst>
              <a:ext uri="{FF2B5EF4-FFF2-40B4-BE49-F238E27FC236}">
                <a16:creationId xmlns:a16="http://schemas.microsoft.com/office/drawing/2014/main" id="{5037C11B-0A06-77C3-BD03-18C4E219B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5213350"/>
            <a:ext cx="1905000" cy="685800"/>
          </a:xfrm>
          <a:prstGeom prst="flowChartDecision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>
                <a:latin typeface="Tahoma" panose="020B0604030504040204" pitchFamily="34" charset="0"/>
              </a:rPr>
              <a:t>Giống nhau ?</a:t>
            </a:r>
          </a:p>
        </p:txBody>
      </p:sp>
      <p:sp>
        <p:nvSpPr>
          <p:cNvPr id="5149" name="Line 27">
            <a:extLst>
              <a:ext uri="{FF2B5EF4-FFF2-40B4-BE49-F238E27FC236}">
                <a16:creationId xmlns:a16="http://schemas.microsoft.com/office/drawing/2014/main" id="{C144EAA0-11DB-B44B-7A41-3DF9B78A11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657600"/>
            <a:ext cx="3810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0" name="Line 28">
            <a:extLst>
              <a:ext uri="{FF2B5EF4-FFF2-40B4-BE49-F238E27FC236}">
                <a16:creationId xmlns:a16="http://schemas.microsoft.com/office/drawing/2014/main" id="{02D196D3-F040-1A78-EE97-8E26FF7B57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3581400"/>
            <a:ext cx="0" cy="381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1" name="Line 29">
            <a:extLst>
              <a:ext uri="{FF2B5EF4-FFF2-40B4-BE49-F238E27FC236}">
                <a16:creationId xmlns:a16="http://schemas.microsoft.com/office/drawing/2014/main" id="{10B30418-56E9-B4F9-FDD3-784A06143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6775" y="4451350"/>
            <a:ext cx="0" cy="152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152" name="AutoShape 30">
            <a:extLst>
              <a:ext uri="{FF2B5EF4-FFF2-40B4-BE49-F238E27FC236}">
                <a16:creationId xmlns:a16="http://schemas.microsoft.com/office/drawing/2014/main" id="{CA9CE706-14CB-9132-BC4E-BF610A5A046A}"/>
              </a:ext>
            </a:extLst>
          </p:cNvPr>
          <p:cNvCxnSpPr>
            <a:cxnSpLocks noChangeShapeType="1"/>
            <a:stCxn id="5147" idx="3"/>
            <a:endCxn id="5148" idx="1"/>
          </p:cNvCxnSpPr>
          <p:nvPr/>
        </p:nvCxnSpPr>
        <p:spPr bwMode="auto">
          <a:xfrm>
            <a:off x="4486275" y="5022850"/>
            <a:ext cx="279400" cy="5334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008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3" name="AutoShape 31">
            <a:extLst>
              <a:ext uri="{FF2B5EF4-FFF2-40B4-BE49-F238E27FC236}">
                <a16:creationId xmlns:a16="http://schemas.microsoft.com/office/drawing/2014/main" id="{AFC6FDA7-D3DC-2FD4-F57E-7B75082AB0F8}"/>
              </a:ext>
            </a:extLst>
          </p:cNvPr>
          <p:cNvCxnSpPr>
            <a:cxnSpLocks noChangeShapeType="1"/>
            <a:stCxn id="5129" idx="1"/>
          </p:cNvCxnSpPr>
          <p:nvPr/>
        </p:nvCxnSpPr>
        <p:spPr bwMode="auto">
          <a:xfrm rot="10800000" flipV="1">
            <a:off x="5692775" y="4946650"/>
            <a:ext cx="1130300" cy="266700"/>
          </a:xfrm>
          <a:prstGeom prst="bentConnector3">
            <a:avLst>
              <a:gd name="adj1" fmla="val 102245"/>
            </a:avLst>
          </a:prstGeom>
          <a:noFill/>
          <a:ln w="25400">
            <a:solidFill>
              <a:srgbClr val="008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54" name="Line 32">
            <a:extLst>
              <a:ext uri="{FF2B5EF4-FFF2-40B4-BE49-F238E27FC236}">
                <a16:creationId xmlns:a16="http://schemas.microsoft.com/office/drawing/2014/main" id="{06CC32E9-4806-2D28-2DCE-74874FC49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8975" y="5899150"/>
            <a:ext cx="0" cy="228600"/>
          </a:xfrm>
          <a:prstGeom prst="line">
            <a:avLst/>
          </a:prstGeom>
          <a:noFill/>
          <a:ln w="508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5" name="Line 33">
            <a:extLst>
              <a:ext uri="{FF2B5EF4-FFF2-40B4-BE49-F238E27FC236}">
                <a16:creationId xmlns:a16="http://schemas.microsoft.com/office/drawing/2014/main" id="{130CBE26-7AB7-2699-C567-DC846E46E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3375" y="5594350"/>
            <a:ext cx="228600" cy="0"/>
          </a:xfrm>
          <a:prstGeom prst="line">
            <a:avLst/>
          </a:prstGeom>
          <a:noFill/>
          <a:ln w="508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6" name="Text Box 34">
            <a:extLst>
              <a:ext uri="{FF2B5EF4-FFF2-40B4-BE49-F238E27FC236}">
                <a16:creationId xmlns:a16="http://schemas.microsoft.com/office/drawing/2014/main" id="{F1534E18-8CBC-2693-DDB4-3D0A35179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175" y="6127750"/>
            <a:ext cx="3027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>
                <a:solidFill>
                  <a:schemeClr val="hlink"/>
                </a:solidFill>
                <a:latin typeface="Tahoma" panose="020B0604030504040204" pitchFamily="34" charset="0"/>
              </a:rPr>
              <a:t>Nội dung thông điệp bị thay đổi</a:t>
            </a:r>
          </a:p>
        </p:txBody>
      </p:sp>
      <p:sp>
        <p:nvSpPr>
          <p:cNvPr id="5157" name="Text Box 35">
            <a:extLst>
              <a:ext uri="{FF2B5EF4-FFF2-40B4-BE49-F238E27FC236}">
                <a16:creationId xmlns:a16="http://schemas.microsoft.com/office/drawing/2014/main" id="{81A380E5-9933-B432-9F7C-29F94E4DD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975" y="5518150"/>
            <a:ext cx="2079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>
                <a:solidFill>
                  <a:srgbClr val="008000"/>
                </a:solidFill>
                <a:latin typeface="Tahoma" panose="020B0604030504040204" pitchFamily="34" charset="0"/>
              </a:rPr>
              <a:t>Nội dung thông điệp </a:t>
            </a:r>
          </a:p>
          <a:p>
            <a:pPr algn="r" eaLnBrk="1" hangingPunct="1"/>
            <a:r>
              <a:rPr lang="en-US" altLang="en-US" sz="1600">
                <a:solidFill>
                  <a:srgbClr val="008000"/>
                </a:solidFill>
                <a:latin typeface="Tahoma" panose="020B0604030504040204" pitchFamily="34" charset="0"/>
              </a:rPr>
              <a:t>tòan vẹn</a:t>
            </a:r>
          </a:p>
        </p:txBody>
      </p:sp>
      <p:sp>
        <p:nvSpPr>
          <p:cNvPr id="5158" name="Line 36">
            <a:extLst>
              <a:ext uri="{FF2B5EF4-FFF2-40B4-BE49-F238E27FC236}">
                <a16:creationId xmlns:a16="http://schemas.microsoft.com/office/drawing/2014/main" id="{94BDCEA5-D6FB-DC3B-957D-3E58E8E69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289550"/>
            <a:ext cx="6858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12903311-D6EA-D9C5-ED00-642A16E17317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latin typeface="+mj-lt"/>
                <a:ea typeface="+mj-ea"/>
                <a:cs typeface="+mj-cs"/>
              </a:rPr>
              <a:t>THUẬT TOÁN MÃ HÓA </a:t>
            </a:r>
            <a:r>
              <a:rPr lang="en-US" sz="4400" b="1" i="1">
                <a:latin typeface="Times New Roman" pitchFamily="18" charset="0"/>
                <a:ea typeface="+mj-ea"/>
                <a:cs typeface="Times New Roman" pitchFamily="18" charset="0"/>
              </a:rPr>
              <a:t>RSA</a:t>
            </a:r>
          </a:p>
        </p:txBody>
      </p:sp>
      <p:sp>
        <p:nvSpPr>
          <p:cNvPr id="5160" name="TextBox 8">
            <a:extLst>
              <a:ext uri="{FF2B5EF4-FFF2-40B4-BE49-F238E27FC236}">
                <a16:creationId xmlns:a16="http://schemas.microsoft.com/office/drawing/2014/main" id="{5E76D7F8-9C39-F2CC-E19B-A82895E62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43434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4.1 Thẩm định chữ ký số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CACC4-00C3-2319-6045-37AFBA17ECF7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800"/>
              <a:t>November 1, 2004</a:t>
            </a:r>
          </a:p>
        </p:txBody>
      </p:sp>
      <p:sp>
        <p:nvSpPr>
          <p:cNvPr id="80899" name="Footer Placeholder 4">
            <a:extLst>
              <a:ext uri="{FF2B5EF4-FFF2-40B4-BE49-F238E27FC236}">
                <a16:creationId xmlns:a16="http://schemas.microsoft.com/office/drawing/2014/main" id="{91E43568-904B-1707-1251-D376B492F7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81800" y="63246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000" i="1">
                <a:latin typeface="Tahoma" panose="020B0604030504040204" pitchFamily="34" charset="0"/>
              </a:rPr>
              <a:t>Introduction to Computer Security</a:t>
            </a:r>
            <a:endParaRPr lang="en-US" altLang="en-US" sz="1000">
              <a:latin typeface="Tahoma" panose="020B0604030504040204" pitchFamily="34" charset="0"/>
            </a:endParaRPr>
          </a:p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latin typeface="Tahoma" panose="020B0604030504040204" pitchFamily="34" charset="0"/>
              </a:rPr>
              <a:t>©2004 Matt Bishop</a:t>
            </a:r>
            <a:endParaRPr lang="en-US" altLang="en-US" sz="1000" i="1">
              <a:latin typeface="Tahoma" panose="020B0604030504040204" pitchFamily="34" charset="0"/>
            </a:endParaRPr>
          </a:p>
        </p:txBody>
      </p:sp>
      <p:sp>
        <p:nvSpPr>
          <p:cNvPr id="80900" name="Slide Number Placeholder 5">
            <a:extLst>
              <a:ext uri="{FF2B5EF4-FFF2-40B4-BE49-F238E27FC236}">
                <a16:creationId xmlns:a16="http://schemas.microsoft.com/office/drawing/2014/main" id="{6984C325-D85C-D0FF-E7D7-4548E48675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21738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8877D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3DAB0"/>
              </a:buClr>
              <a:buFont typeface="Wingdings" panose="05000000000000000000" pitchFamily="2" charset="2"/>
              <a:buChar char="©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latin typeface="Tahoma" panose="020B0604030504040204" pitchFamily="34" charset="0"/>
              </a:rPr>
              <a:t>Slide #8-</a:t>
            </a:r>
            <a:fld id="{97975928-0CB3-432D-8B2C-7B784B6115BC}" type="slidenum">
              <a:rPr lang="en-US" altLang="en-US" sz="10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en-US" sz="1000">
              <a:latin typeface="Tahoma" panose="020B0604030504040204" pitchFamily="34" charset="0"/>
            </a:endParaRPr>
          </a:p>
        </p:txBody>
      </p:sp>
      <p:sp>
        <p:nvSpPr>
          <p:cNvPr id="80901" name="Rectangle 2">
            <a:extLst>
              <a:ext uri="{FF2B5EF4-FFF2-40B4-BE49-F238E27FC236}">
                <a16:creationId xmlns:a16="http://schemas.microsoft.com/office/drawing/2014/main" id="{A6D7C9E3-5CBD-D455-AC91-F1BDA723B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Bài tập</a:t>
            </a:r>
          </a:p>
        </p:txBody>
      </p:sp>
      <p:sp>
        <p:nvSpPr>
          <p:cNvPr id="80902" name="Rectangle 3">
            <a:extLst>
              <a:ext uri="{FF2B5EF4-FFF2-40B4-BE49-F238E27FC236}">
                <a16:creationId xmlns:a16="http://schemas.microsoft.com/office/drawing/2014/main" id="{EBB16924-45C3-48CE-846F-58867422C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133600"/>
            <a:ext cx="7772400" cy="4114800"/>
          </a:xfrm>
        </p:spPr>
        <p:txBody>
          <a:bodyPr/>
          <a:lstStyle/>
          <a:p>
            <a:pPr marL="349250" indent="-349250" algn="just">
              <a:buFontTx/>
              <a:buNone/>
            </a:pPr>
            <a:r>
              <a:rPr lang="en-US" altLang="en-US" sz="2800" dirty="0"/>
              <a:t>1)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cặp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mật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p=7</a:t>
            </a:r>
          </a:p>
          <a:p>
            <a:pPr marL="349250" indent="-349250" algn="just">
              <a:buFontTx/>
              <a:buNone/>
            </a:pPr>
            <a:r>
              <a:rPr lang="en-US" altLang="en-US" sz="2800" dirty="0"/>
              <a:t>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q=19.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M=DHKHMT (11,08,24,22,41,05) </a:t>
            </a:r>
            <a:r>
              <a:rPr lang="en-US" altLang="en-US" sz="2800" dirty="0" err="1"/>
              <a:t>đảm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mật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toàn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vẹn</a:t>
            </a:r>
            <a:r>
              <a:rPr lang="en-US" altLang="en-US" sz="2800" dirty="0"/>
              <a:t>/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.</a:t>
            </a:r>
          </a:p>
          <a:p>
            <a:pPr marL="349250" indent="-349250" algn="just">
              <a:buFontTx/>
              <a:buNone/>
            </a:pPr>
            <a:r>
              <a:rPr lang="en-US" altLang="en-US" sz="2800" dirty="0"/>
              <a:t>2) Demo </a:t>
            </a:r>
            <a:r>
              <a:rPr lang="en-US" altLang="en-US" sz="2800" dirty="0" err="1"/>
              <a:t>thuật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toán</a:t>
            </a:r>
            <a:r>
              <a:rPr lang="en-US" altLang="en-US" sz="2800" dirty="0"/>
              <a:t> RSA TRÊN CRYPTOOL2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6312</TotalTime>
  <Words>2719</Words>
  <Application>Microsoft Office PowerPoint</Application>
  <PresentationFormat>On-screen Show (4:3)</PresentationFormat>
  <Paragraphs>405</Paragraphs>
  <Slides>36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Arial</vt:lpstr>
      <vt:lpstr>Calibri</vt:lpstr>
      <vt:lpstr>Cambria Math</vt:lpstr>
      <vt:lpstr>Rockwell</vt:lpstr>
      <vt:lpstr>Rockwell Condensed</vt:lpstr>
      <vt:lpstr>Tahoma</vt:lpstr>
      <vt:lpstr>Times New Roman</vt:lpstr>
      <vt:lpstr>Times New Roman (Body)</vt:lpstr>
      <vt:lpstr>Verdana</vt:lpstr>
      <vt:lpstr>Wingdings</vt:lpstr>
      <vt:lpstr>Wingdings 2</vt:lpstr>
      <vt:lpstr>Wood Type</vt:lpstr>
      <vt:lpstr>Equation</vt:lpstr>
      <vt:lpstr>VISIO</vt:lpstr>
      <vt:lpstr>Chương 4 –Hệ mật mã khóa công khai</vt:lpstr>
      <vt:lpstr>4.1) Giới thiệu tổng quan</vt:lpstr>
      <vt:lpstr>A) Hoàn cảnh ra đời</vt:lpstr>
      <vt:lpstr>B) Đặc điểm</vt:lpstr>
      <vt:lpstr>Cặp khóa KD và KE    </vt:lpstr>
      <vt:lpstr>C) Nguyên tắc thiết kế hệ PKC</vt:lpstr>
      <vt:lpstr>So sánh</vt:lpstr>
      <vt:lpstr>Nhắc lại lý thuyết số</vt:lpstr>
      <vt:lpstr>Nhắc lại lý thuyết số</vt:lpstr>
      <vt:lpstr>Nhắc lại lý thuyết số</vt:lpstr>
      <vt:lpstr>Nhắc lại lý thuyết số</vt:lpstr>
      <vt:lpstr>Ước số chung lớn nhất (Greatest Common Divisor –gcd)</vt:lpstr>
      <vt:lpstr>Thuật toán Euclid tìm gcd(a,b)</vt:lpstr>
      <vt:lpstr>Ví dụ: Tìm gcd(2740,1760)</vt:lpstr>
      <vt:lpstr>Ví dụ: Tìm gcd(25,60)</vt:lpstr>
      <vt:lpstr>Nguyên tố cùng nhau  (co-prime hay relatively prime )</vt:lpstr>
      <vt:lpstr>Phần tử nghịch đảo của phép nhân modulo:</vt:lpstr>
      <vt:lpstr>Nghịch đảo nhân multiplicative inverse</vt:lpstr>
      <vt:lpstr>Nghịch đảo nhân multiplicative inverse</vt:lpstr>
      <vt:lpstr>Cách tìm nghịch đảo nhân</vt:lpstr>
      <vt:lpstr>Thuật toán Euclid mở rộng (extended Euclidean algorithm)</vt:lpstr>
      <vt:lpstr>Tính lũy thừa nhanh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Mã hóa và Giải mã RSA</vt:lpstr>
      <vt:lpstr>Mã hóa và Giải mã RSA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4 –Hệ mật mã khóa công khai</dc:title>
  <dc:creator>ismail - [2010]</dc:creator>
  <cp:lastModifiedBy>Thắng Vũ</cp:lastModifiedBy>
  <cp:revision>61</cp:revision>
  <dcterms:created xsi:type="dcterms:W3CDTF">2017-04-12T05:01:31Z</dcterms:created>
  <dcterms:modified xsi:type="dcterms:W3CDTF">2023-11-08T07:41:33Z</dcterms:modified>
</cp:coreProperties>
</file>