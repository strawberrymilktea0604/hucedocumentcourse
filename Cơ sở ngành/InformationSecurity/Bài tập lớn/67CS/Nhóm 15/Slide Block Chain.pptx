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040" r:id="rId1"/>
  </p:sldMasterIdLst>
  <p:notesMasterIdLst>
    <p:notesMasterId r:id="rId35"/>
  </p:notesMasterIdLst>
  <p:sldIdLst>
    <p:sldId id="256" r:id="rId2"/>
    <p:sldId id="269" r:id="rId3"/>
    <p:sldId id="257" r:id="rId4"/>
    <p:sldId id="258" r:id="rId5"/>
    <p:sldId id="259" r:id="rId6"/>
    <p:sldId id="260" r:id="rId7"/>
    <p:sldId id="271" r:id="rId8"/>
    <p:sldId id="261" r:id="rId9"/>
    <p:sldId id="262" r:id="rId10"/>
    <p:sldId id="263" r:id="rId11"/>
    <p:sldId id="266" r:id="rId12"/>
    <p:sldId id="267" r:id="rId13"/>
    <p:sldId id="275" r:id="rId14"/>
    <p:sldId id="276" r:id="rId15"/>
    <p:sldId id="277" r:id="rId16"/>
    <p:sldId id="278" r:id="rId17"/>
    <p:sldId id="279" r:id="rId18"/>
    <p:sldId id="280" r:id="rId19"/>
    <p:sldId id="281" r:id="rId20"/>
    <p:sldId id="282" r:id="rId21"/>
    <p:sldId id="283" r:id="rId22"/>
    <p:sldId id="284" r:id="rId23"/>
    <p:sldId id="285" r:id="rId24"/>
    <p:sldId id="286" r:id="rId25"/>
    <p:sldId id="287" r:id="rId26"/>
    <p:sldId id="294" r:id="rId27"/>
    <p:sldId id="288" r:id="rId28"/>
    <p:sldId id="289" r:id="rId29"/>
    <p:sldId id="290" r:id="rId30"/>
    <p:sldId id="291" r:id="rId31"/>
    <p:sldId id="292" r:id="rId32"/>
    <p:sldId id="293" r:id="rId33"/>
    <p:sldId id="270"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0854" autoAdjust="0"/>
  </p:normalViewPr>
  <p:slideViewPr>
    <p:cSldViewPr snapToGrid="0" snapToObjects="1">
      <p:cViewPr varScale="1">
        <p:scale>
          <a:sx n="92" d="100"/>
          <a:sy n="92" d="100"/>
        </p:scale>
        <p:origin x="471" y="63"/>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5751CA7-ABE1-4C09-8361-EC6F308F0CFD}"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28D836C3-8E83-488B-8BCF-3AF75A0A2CF9}">
      <dgm:prSet/>
      <dgm:spPr/>
      <dgm:t>
        <a:bodyPr/>
        <a:lstStyle/>
        <a:p>
          <a:r>
            <a:rPr lang="vi-VN" b="1" dirty="0"/>
            <a:t>Proof of Work (PoW)</a:t>
          </a:r>
          <a:endParaRPr lang="en-US" dirty="0"/>
        </a:p>
      </dgm:t>
    </dgm:pt>
    <dgm:pt modelId="{62BBE7F6-1135-4950-9854-1F098447E207}" type="parTrans" cxnId="{8B584D8A-03BA-4C84-B9B8-AEF9F4E7D973}">
      <dgm:prSet/>
      <dgm:spPr/>
      <dgm:t>
        <a:bodyPr/>
        <a:lstStyle/>
        <a:p>
          <a:endParaRPr lang="en-US"/>
        </a:p>
      </dgm:t>
    </dgm:pt>
    <dgm:pt modelId="{7BD14C49-0184-40FC-A469-FFAC2E270E6F}" type="sibTrans" cxnId="{8B584D8A-03BA-4C84-B9B8-AEF9F4E7D973}">
      <dgm:prSet/>
      <dgm:spPr/>
      <dgm:t>
        <a:bodyPr/>
        <a:lstStyle/>
        <a:p>
          <a:endParaRPr lang="en-US"/>
        </a:p>
      </dgm:t>
    </dgm:pt>
    <dgm:pt modelId="{2095A0B4-7492-4519-9E61-58344F61EFD0}">
      <dgm:prSet/>
      <dgm:spPr/>
      <dgm:t>
        <a:bodyPr/>
        <a:lstStyle/>
        <a:p>
          <a:r>
            <a:rPr lang="vi-VN" b="1"/>
            <a:t>Proof of Stake (PoS)</a:t>
          </a:r>
          <a:endParaRPr lang="en-US"/>
        </a:p>
      </dgm:t>
    </dgm:pt>
    <dgm:pt modelId="{E9D4D448-67E0-4850-A8F9-B451FC45DD43}" type="parTrans" cxnId="{E1CC5B76-04BE-4195-B9A5-178A55F124D7}">
      <dgm:prSet/>
      <dgm:spPr/>
      <dgm:t>
        <a:bodyPr/>
        <a:lstStyle/>
        <a:p>
          <a:endParaRPr lang="en-US"/>
        </a:p>
      </dgm:t>
    </dgm:pt>
    <dgm:pt modelId="{EBC8C4CC-7038-4BA6-A50F-498D4D8A6865}" type="sibTrans" cxnId="{E1CC5B76-04BE-4195-B9A5-178A55F124D7}">
      <dgm:prSet/>
      <dgm:spPr/>
      <dgm:t>
        <a:bodyPr/>
        <a:lstStyle/>
        <a:p>
          <a:endParaRPr lang="en-US"/>
        </a:p>
      </dgm:t>
    </dgm:pt>
    <dgm:pt modelId="{B1E447DC-ADF2-40D3-AFCC-B6BEE1C089DF}">
      <dgm:prSet/>
      <dgm:spPr/>
      <dgm:t>
        <a:bodyPr/>
        <a:lstStyle/>
        <a:p>
          <a:r>
            <a:rPr lang="vi-VN" b="1"/>
            <a:t>Practical Byzantine Fault Tolerance (PBFT)</a:t>
          </a:r>
          <a:endParaRPr lang="en-US"/>
        </a:p>
      </dgm:t>
    </dgm:pt>
    <dgm:pt modelId="{8CA66099-1203-439E-82A8-1A02FD9F9EC2}" type="parTrans" cxnId="{36097761-8AFD-4765-A50B-3A37692BC88C}">
      <dgm:prSet/>
      <dgm:spPr/>
      <dgm:t>
        <a:bodyPr/>
        <a:lstStyle/>
        <a:p>
          <a:endParaRPr lang="en-US"/>
        </a:p>
      </dgm:t>
    </dgm:pt>
    <dgm:pt modelId="{5A135E1E-1BA5-410E-AE6E-D0FCAE7A6D91}" type="sibTrans" cxnId="{36097761-8AFD-4765-A50B-3A37692BC88C}">
      <dgm:prSet/>
      <dgm:spPr/>
      <dgm:t>
        <a:bodyPr/>
        <a:lstStyle/>
        <a:p>
          <a:endParaRPr lang="en-US"/>
        </a:p>
      </dgm:t>
    </dgm:pt>
    <dgm:pt modelId="{12D88860-06DD-41FA-A8A3-4E0FD95256FE}" type="pres">
      <dgm:prSet presAssocID="{D5751CA7-ABE1-4C09-8361-EC6F308F0CFD}" presName="hierChild1" presStyleCnt="0">
        <dgm:presLayoutVars>
          <dgm:chPref val="1"/>
          <dgm:dir/>
          <dgm:animOne val="branch"/>
          <dgm:animLvl val="lvl"/>
          <dgm:resizeHandles/>
        </dgm:presLayoutVars>
      </dgm:prSet>
      <dgm:spPr/>
    </dgm:pt>
    <dgm:pt modelId="{9625FF20-E151-44D0-B46A-A456EFDB6695}" type="pres">
      <dgm:prSet presAssocID="{28D836C3-8E83-488B-8BCF-3AF75A0A2CF9}" presName="hierRoot1" presStyleCnt="0"/>
      <dgm:spPr/>
    </dgm:pt>
    <dgm:pt modelId="{B425A610-C73C-44D0-A430-6FC3391FCB6B}" type="pres">
      <dgm:prSet presAssocID="{28D836C3-8E83-488B-8BCF-3AF75A0A2CF9}" presName="composite" presStyleCnt="0"/>
      <dgm:spPr/>
    </dgm:pt>
    <dgm:pt modelId="{134E4FF4-29EF-4220-8AE5-B6B320C426D4}" type="pres">
      <dgm:prSet presAssocID="{28D836C3-8E83-488B-8BCF-3AF75A0A2CF9}" presName="background" presStyleLbl="node0" presStyleIdx="0" presStyleCnt="3"/>
      <dgm:spPr/>
    </dgm:pt>
    <dgm:pt modelId="{4B746F9B-CB1A-41D8-835E-E2FA1D6731EB}" type="pres">
      <dgm:prSet presAssocID="{28D836C3-8E83-488B-8BCF-3AF75A0A2CF9}" presName="text" presStyleLbl="fgAcc0" presStyleIdx="0" presStyleCnt="3">
        <dgm:presLayoutVars>
          <dgm:chPref val="3"/>
        </dgm:presLayoutVars>
      </dgm:prSet>
      <dgm:spPr/>
    </dgm:pt>
    <dgm:pt modelId="{4D041C68-7EB4-4535-B1F1-E9C7FACC3BF0}" type="pres">
      <dgm:prSet presAssocID="{28D836C3-8E83-488B-8BCF-3AF75A0A2CF9}" presName="hierChild2" presStyleCnt="0"/>
      <dgm:spPr/>
    </dgm:pt>
    <dgm:pt modelId="{962268E5-09A4-4F6A-88F9-1EAD292B5A4A}" type="pres">
      <dgm:prSet presAssocID="{2095A0B4-7492-4519-9E61-58344F61EFD0}" presName="hierRoot1" presStyleCnt="0"/>
      <dgm:spPr/>
    </dgm:pt>
    <dgm:pt modelId="{50161A3C-E8D8-4661-A246-12952EFF6BAE}" type="pres">
      <dgm:prSet presAssocID="{2095A0B4-7492-4519-9E61-58344F61EFD0}" presName="composite" presStyleCnt="0"/>
      <dgm:spPr/>
    </dgm:pt>
    <dgm:pt modelId="{8951186A-7868-472E-89FB-72EB06018791}" type="pres">
      <dgm:prSet presAssocID="{2095A0B4-7492-4519-9E61-58344F61EFD0}" presName="background" presStyleLbl="node0" presStyleIdx="1" presStyleCnt="3"/>
      <dgm:spPr/>
    </dgm:pt>
    <dgm:pt modelId="{BC7EDAF3-92AB-4667-8E7C-864BB0EC2364}" type="pres">
      <dgm:prSet presAssocID="{2095A0B4-7492-4519-9E61-58344F61EFD0}" presName="text" presStyleLbl="fgAcc0" presStyleIdx="1" presStyleCnt="3">
        <dgm:presLayoutVars>
          <dgm:chPref val="3"/>
        </dgm:presLayoutVars>
      </dgm:prSet>
      <dgm:spPr/>
    </dgm:pt>
    <dgm:pt modelId="{7B9A8FB8-01FD-4179-B647-E62F722A6E2B}" type="pres">
      <dgm:prSet presAssocID="{2095A0B4-7492-4519-9E61-58344F61EFD0}" presName="hierChild2" presStyleCnt="0"/>
      <dgm:spPr/>
    </dgm:pt>
    <dgm:pt modelId="{F85304D5-7779-4FAD-A759-BF655A932D86}" type="pres">
      <dgm:prSet presAssocID="{B1E447DC-ADF2-40D3-AFCC-B6BEE1C089DF}" presName="hierRoot1" presStyleCnt="0"/>
      <dgm:spPr/>
    </dgm:pt>
    <dgm:pt modelId="{FA1195A0-A4BB-408E-A400-C255278B2916}" type="pres">
      <dgm:prSet presAssocID="{B1E447DC-ADF2-40D3-AFCC-B6BEE1C089DF}" presName="composite" presStyleCnt="0"/>
      <dgm:spPr/>
    </dgm:pt>
    <dgm:pt modelId="{DE50EEB7-0251-4D39-962D-5004A4029D8F}" type="pres">
      <dgm:prSet presAssocID="{B1E447DC-ADF2-40D3-AFCC-B6BEE1C089DF}" presName="background" presStyleLbl="node0" presStyleIdx="2" presStyleCnt="3"/>
      <dgm:spPr/>
    </dgm:pt>
    <dgm:pt modelId="{6AF90081-F607-4795-A593-F135FC1B0E8F}" type="pres">
      <dgm:prSet presAssocID="{B1E447DC-ADF2-40D3-AFCC-B6BEE1C089DF}" presName="text" presStyleLbl="fgAcc0" presStyleIdx="2" presStyleCnt="3">
        <dgm:presLayoutVars>
          <dgm:chPref val="3"/>
        </dgm:presLayoutVars>
      </dgm:prSet>
      <dgm:spPr/>
    </dgm:pt>
    <dgm:pt modelId="{B3FED238-E551-454D-9794-BEB5E5061E16}" type="pres">
      <dgm:prSet presAssocID="{B1E447DC-ADF2-40D3-AFCC-B6BEE1C089DF}" presName="hierChild2" presStyleCnt="0"/>
      <dgm:spPr/>
    </dgm:pt>
  </dgm:ptLst>
  <dgm:cxnLst>
    <dgm:cxn modelId="{F28A5E0A-DB99-4D84-8FDF-18E90D731A7C}" type="presOf" srcId="{B1E447DC-ADF2-40D3-AFCC-B6BEE1C089DF}" destId="{6AF90081-F607-4795-A593-F135FC1B0E8F}" srcOrd="0" destOrd="0" presId="urn:microsoft.com/office/officeart/2005/8/layout/hierarchy1"/>
    <dgm:cxn modelId="{36097761-8AFD-4765-A50B-3A37692BC88C}" srcId="{D5751CA7-ABE1-4C09-8361-EC6F308F0CFD}" destId="{B1E447DC-ADF2-40D3-AFCC-B6BEE1C089DF}" srcOrd="2" destOrd="0" parTransId="{8CA66099-1203-439E-82A8-1A02FD9F9EC2}" sibTransId="{5A135E1E-1BA5-410E-AE6E-D0FCAE7A6D91}"/>
    <dgm:cxn modelId="{4EFC8E50-8C7B-4812-B0AB-B90AD698369C}" type="presOf" srcId="{D5751CA7-ABE1-4C09-8361-EC6F308F0CFD}" destId="{12D88860-06DD-41FA-A8A3-4E0FD95256FE}" srcOrd="0" destOrd="0" presId="urn:microsoft.com/office/officeart/2005/8/layout/hierarchy1"/>
    <dgm:cxn modelId="{E1CC5B76-04BE-4195-B9A5-178A55F124D7}" srcId="{D5751CA7-ABE1-4C09-8361-EC6F308F0CFD}" destId="{2095A0B4-7492-4519-9E61-58344F61EFD0}" srcOrd="1" destOrd="0" parTransId="{E9D4D448-67E0-4850-A8F9-B451FC45DD43}" sibTransId="{EBC8C4CC-7038-4BA6-A50F-498D4D8A6865}"/>
    <dgm:cxn modelId="{8B584D8A-03BA-4C84-B9B8-AEF9F4E7D973}" srcId="{D5751CA7-ABE1-4C09-8361-EC6F308F0CFD}" destId="{28D836C3-8E83-488B-8BCF-3AF75A0A2CF9}" srcOrd="0" destOrd="0" parTransId="{62BBE7F6-1135-4950-9854-1F098447E207}" sibTransId="{7BD14C49-0184-40FC-A469-FFAC2E270E6F}"/>
    <dgm:cxn modelId="{C59B65EE-10A5-456A-9542-5DCCA6C0AB99}" type="presOf" srcId="{2095A0B4-7492-4519-9E61-58344F61EFD0}" destId="{BC7EDAF3-92AB-4667-8E7C-864BB0EC2364}" srcOrd="0" destOrd="0" presId="urn:microsoft.com/office/officeart/2005/8/layout/hierarchy1"/>
    <dgm:cxn modelId="{9CE421F1-2532-402C-BF37-19D968F2CE8C}" type="presOf" srcId="{28D836C3-8E83-488B-8BCF-3AF75A0A2CF9}" destId="{4B746F9B-CB1A-41D8-835E-E2FA1D6731EB}" srcOrd="0" destOrd="0" presId="urn:microsoft.com/office/officeart/2005/8/layout/hierarchy1"/>
    <dgm:cxn modelId="{0456CEBB-3EA4-4AC0-A7DF-384B614A5218}" type="presParOf" srcId="{12D88860-06DD-41FA-A8A3-4E0FD95256FE}" destId="{9625FF20-E151-44D0-B46A-A456EFDB6695}" srcOrd="0" destOrd="0" presId="urn:microsoft.com/office/officeart/2005/8/layout/hierarchy1"/>
    <dgm:cxn modelId="{21DA4F64-EBC4-4657-A310-C87D13D008DA}" type="presParOf" srcId="{9625FF20-E151-44D0-B46A-A456EFDB6695}" destId="{B425A610-C73C-44D0-A430-6FC3391FCB6B}" srcOrd="0" destOrd="0" presId="urn:microsoft.com/office/officeart/2005/8/layout/hierarchy1"/>
    <dgm:cxn modelId="{6EB1D551-5686-4473-A0ED-5D7EB12E00E8}" type="presParOf" srcId="{B425A610-C73C-44D0-A430-6FC3391FCB6B}" destId="{134E4FF4-29EF-4220-8AE5-B6B320C426D4}" srcOrd="0" destOrd="0" presId="urn:microsoft.com/office/officeart/2005/8/layout/hierarchy1"/>
    <dgm:cxn modelId="{7F0B24CF-8CAD-493D-894F-9F5228DD2E78}" type="presParOf" srcId="{B425A610-C73C-44D0-A430-6FC3391FCB6B}" destId="{4B746F9B-CB1A-41D8-835E-E2FA1D6731EB}" srcOrd="1" destOrd="0" presId="urn:microsoft.com/office/officeart/2005/8/layout/hierarchy1"/>
    <dgm:cxn modelId="{08733584-9268-4C53-BACE-9AF20C8DB7AF}" type="presParOf" srcId="{9625FF20-E151-44D0-B46A-A456EFDB6695}" destId="{4D041C68-7EB4-4535-B1F1-E9C7FACC3BF0}" srcOrd="1" destOrd="0" presId="urn:microsoft.com/office/officeart/2005/8/layout/hierarchy1"/>
    <dgm:cxn modelId="{E37B9B10-CE47-4B49-B124-B38A785EC87A}" type="presParOf" srcId="{12D88860-06DD-41FA-A8A3-4E0FD95256FE}" destId="{962268E5-09A4-4F6A-88F9-1EAD292B5A4A}" srcOrd="1" destOrd="0" presId="urn:microsoft.com/office/officeart/2005/8/layout/hierarchy1"/>
    <dgm:cxn modelId="{896F651E-80D2-421F-9E95-69380665A575}" type="presParOf" srcId="{962268E5-09A4-4F6A-88F9-1EAD292B5A4A}" destId="{50161A3C-E8D8-4661-A246-12952EFF6BAE}" srcOrd="0" destOrd="0" presId="urn:microsoft.com/office/officeart/2005/8/layout/hierarchy1"/>
    <dgm:cxn modelId="{33B49706-4CEE-4123-8A53-4A2119E7637C}" type="presParOf" srcId="{50161A3C-E8D8-4661-A246-12952EFF6BAE}" destId="{8951186A-7868-472E-89FB-72EB06018791}" srcOrd="0" destOrd="0" presId="urn:microsoft.com/office/officeart/2005/8/layout/hierarchy1"/>
    <dgm:cxn modelId="{2D1872D6-100B-4C0A-87A5-4EE17657E229}" type="presParOf" srcId="{50161A3C-E8D8-4661-A246-12952EFF6BAE}" destId="{BC7EDAF3-92AB-4667-8E7C-864BB0EC2364}" srcOrd="1" destOrd="0" presId="urn:microsoft.com/office/officeart/2005/8/layout/hierarchy1"/>
    <dgm:cxn modelId="{67AED5D4-9142-4616-BFB9-2FE07B07BC4E}" type="presParOf" srcId="{962268E5-09A4-4F6A-88F9-1EAD292B5A4A}" destId="{7B9A8FB8-01FD-4179-B647-E62F722A6E2B}" srcOrd="1" destOrd="0" presId="urn:microsoft.com/office/officeart/2005/8/layout/hierarchy1"/>
    <dgm:cxn modelId="{FC615220-DE15-4CA7-B859-3B89AC3F082D}" type="presParOf" srcId="{12D88860-06DD-41FA-A8A3-4E0FD95256FE}" destId="{F85304D5-7779-4FAD-A759-BF655A932D86}" srcOrd="2" destOrd="0" presId="urn:microsoft.com/office/officeart/2005/8/layout/hierarchy1"/>
    <dgm:cxn modelId="{EFCF879C-B9CB-4FF0-849A-E3E5E375D7B6}" type="presParOf" srcId="{F85304D5-7779-4FAD-A759-BF655A932D86}" destId="{FA1195A0-A4BB-408E-A400-C255278B2916}" srcOrd="0" destOrd="0" presId="urn:microsoft.com/office/officeart/2005/8/layout/hierarchy1"/>
    <dgm:cxn modelId="{CA816DF5-4D18-45CA-A235-D45AF3761376}" type="presParOf" srcId="{FA1195A0-A4BB-408E-A400-C255278B2916}" destId="{DE50EEB7-0251-4D39-962D-5004A4029D8F}" srcOrd="0" destOrd="0" presId="urn:microsoft.com/office/officeart/2005/8/layout/hierarchy1"/>
    <dgm:cxn modelId="{AA66C971-FAF1-4718-8BC8-08B0AD440216}" type="presParOf" srcId="{FA1195A0-A4BB-408E-A400-C255278B2916}" destId="{6AF90081-F607-4795-A593-F135FC1B0E8F}" srcOrd="1" destOrd="0" presId="urn:microsoft.com/office/officeart/2005/8/layout/hierarchy1"/>
    <dgm:cxn modelId="{3A0A96BA-B4D1-43E0-B3AC-735F5B587ADE}" type="presParOf" srcId="{F85304D5-7779-4FAD-A759-BF655A932D86}" destId="{B3FED238-E551-454D-9794-BEB5E5061E16}"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8956EED-5A3A-451D-89E0-038AAB90F38D}" type="doc">
      <dgm:prSet loTypeId="urn:microsoft.com/office/officeart/2016/7/layout/RepeatingBendingProcessNew" loCatId="process" qsTypeId="urn:microsoft.com/office/officeart/2005/8/quickstyle/simple1" qsCatId="simple" csTypeId="urn:microsoft.com/office/officeart/2005/8/colors/colorful2" csCatId="colorful"/>
      <dgm:spPr/>
      <dgm:t>
        <a:bodyPr/>
        <a:lstStyle/>
        <a:p>
          <a:endParaRPr lang="en-US"/>
        </a:p>
      </dgm:t>
    </dgm:pt>
    <dgm:pt modelId="{7574F6C1-E8CF-4E0C-BCD3-383A02E0A78B}">
      <dgm:prSet/>
      <dgm:spPr/>
      <dgm:t>
        <a:bodyPr/>
        <a:lstStyle/>
        <a:p>
          <a:r>
            <a:rPr lang="vi-VN" b="1" dirty="0"/>
            <a:t>Stake token</a:t>
          </a:r>
          <a:r>
            <a:rPr lang="vi-VN" dirty="0"/>
            <a:t>: Người dùng nắm giữ token và khóa (stake) chúng để đủ điều kiện trở thành validator.</a:t>
          </a:r>
          <a:endParaRPr lang="en-US" dirty="0"/>
        </a:p>
      </dgm:t>
    </dgm:pt>
    <dgm:pt modelId="{A78D5802-98FF-4F3D-B614-C0017EA231D8}" type="parTrans" cxnId="{544DDFB1-769E-44FD-A590-BE3967B7353F}">
      <dgm:prSet/>
      <dgm:spPr/>
      <dgm:t>
        <a:bodyPr/>
        <a:lstStyle/>
        <a:p>
          <a:endParaRPr lang="en-US"/>
        </a:p>
      </dgm:t>
    </dgm:pt>
    <dgm:pt modelId="{045DB0DF-F1E3-487B-89F1-18714ADA06C3}" type="sibTrans" cxnId="{544DDFB1-769E-44FD-A590-BE3967B7353F}">
      <dgm:prSet/>
      <dgm:spPr/>
      <dgm:t>
        <a:bodyPr/>
        <a:lstStyle/>
        <a:p>
          <a:endParaRPr lang="en-US"/>
        </a:p>
      </dgm:t>
    </dgm:pt>
    <dgm:pt modelId="{BC107748-5409-4574-B9E9-A6D778632DBC}">
      <dgm:prSet/>
      <dgm:spPr/>
      <dgm:t>
        <a:bodyPr/>
        <a:lstStyle/>
        <a:p>
          <a:r>
            <a:rPr lang="vi-VN" b="1"/>
            <a:t>Chọn node</a:t>
          </a:r>
          <a:r>
            <a:rPr lang="vi-VN"/>
            <a:t>: Hệ thống chọn ngẫu nhiên validator, ưu tiên theo tỷ lệ lượng token đã stake.</a:t>
          </a:r>
          <a:endParaRPr lang="en-US"/>
        </a:p>
      </dgm:t>
    </dgm:pt>
    <dgm:pt modelId="{67913838-BA25-42C9-A87A-9EBD771958B8}" type="parTrans" cxnId="{08F0D66F-AC63-4780-88A9-F7B86BED4BB6}">
      <dgm:prSet/>
      <dgm:spPr/>
      <dgm:t>
        <a:bodyPr/>
        <a:lstStyle/>
        <a:p>
          <a:endParaRPr lang="en-US"/>
        </a:p>
      </dgm:t>
    </dgm:pt>
    <dgm:pt modelId="{CE03DD50-B089-4F0A-99D1-0B2365EAB5A9}" type="sibTrans" cxnId="{08F0D66F-AC63-4780-88A9-F7B86BED4BB6}">
      <dgm:prSet/>
      <dgm:spPr/>
      <dgm:t>
        <a:bodyPr/>
        <a:lstStyle/>
        <a:p>
          <a:endParaRPr lang="en-US"/>
        </a:p>
      </dgm:t>
    </dgm:pt>
    <dgm:pt modelId="{9BC63FD3-D9B0-44A1-B91A-9D73A9B8B42E}">
      <dgm:prSet/>
      <dgm:spPr/>
      <dgm:t>
        <a:bodyPr/>
        <a:lstStyle/>
        <a:p>
          <a:r>
            <a:rPr lang="vi-VN" b="1"/>
            <a:t>Xác minh giao dịch</a:t>
          </a:r>
          <a:r>
            <a:rPr lang="vi-VN"/>
            <a:t>: Validator xác minh giao dịch mới.</a:t>
          </a:r>
          <a:endParaRPr lang="en-US"/>
        </a:p>
      </dgm:t>
    </dgm:pt>
    <dgm:pt modelId="{5249899F-E18B-466A-AC87-BFB01F80B94A}" type="parTrans" cxnId="{6D2EE0F7-C550-4F62-8E9E-2C27FCF286C7}">
      <dgm:prSet/>
      <dgm:spPr/>
      <dgm:t>
        <a:bodyPr/>
        <a:lstStyle/>
        <a:p>
          <a:endParaRPr lang="en-US"/>
        </a:p>
      </dgm:t>
    </dgm:pt>
    <dgm:pt modelId="{11D71EBA-5DBD-4B0E-A316-CA75CD5C4136}" type="sibTrans" cxnId="{6D2EE0F7-C550-4F62-8E9E-2C27FCF286C7}">
      <dgm:prSet/>
      <dgm:spPr/>
      <dgm:t>
        <a:bodyPr/>
        <a:lstStyle/>
        <a:p>
          <a:endParaRPr lang="en-US"/>
        </a:p>
      </dgm:t>
    </dgm:pt>
    <dgm:pt modelId="{2619D18D-9C91-4CFE-8A36-BF8EC2D5D1E3}">
      <dgm:prSet/>
      <dgm:spPr/>
      <dgm:t>
        <a:bodyPr/>
        <a:lstStyle/>
        <a:p>
          <a:r>
            <a:rPr lang="vi-VN" b="1"/>
            <a:t>Tạo block mới</a:t>
          </a:r>
          <a:r>
            <a:rPr lang="vi-VN"/>
            <a:t>: Validator tạo block và đưa vào blockchain.</a:t>
          </a:r>
          <a:endParaRPr lang="en-US"/>
        </a:p>
      </dgm:t>
    </dgm:pt>
    <dgm:pt modelId="{6A242B52-700F-4E05-A9FB-38CE8F5F09A4}" type="parTrans" cxnId="{12F7E977-F4BF-4453-A6D1-18621BEA3FD9}">
      <dgm:prSet/>
      <dgm:spPr/>
      <dgm:t>
        <a:bodyPr/>
        <a:lstStyle/>
        <a:p>
          <a:endParaRPr lang="en-US"/>
        </a:p>
      </dgm:t>
    </dgm:pt>
    <dgm:pt modelId="{91833249-3E4B-4002-AD20-26F49D5473D1}" type="sibTrans" cxnId="{12F7E977-F4BF-4453-A6D1-18621BEA3FD9}">
      <dgm:prSet/>
      <dgm:spPr/>
      <dgm:t>
        <a:bodyPr/>
        <a:lstStyle/>
        <a:p>
          <a:endParaRPr lang="en-US"/>
        </a:p>
      </dgm:t>
    </dgm:pt>
    <dgm:pt modelId="{A5A9458B-F827-47C7-BB7C-FED9074B1C3F}">
      <dgm:prSet/>
      <dgm:spPr/>
      <dgm:t>
        <a:bodyPr/>
        <a:lstStyle/>
        <a:p>
          <a:r>
            <a:rPr lang="vi-VN" b="1"/>
            <a:t>Cập nhật blockchain</a:t>
          </a:r>
          <a:r>
            <a:rPr lang="vi-VN"/>
            <a:t>: Block mới được đồng bộ đến toàn mạng.</a:t>
          </a:r>
          <a:endParaRPr lang="en-US"/>
        </a:p>
      </dgm:t>
    </dgm:pt>
    <dgm:pt modelId="{22117AF4-2CA2-439E-B1FC-D8708023340F}" type="parTrans" cxnId="{3D91EA73-1782-4648-82D7-AA489E0B8749}">
      <dgm:prSet/>
      <dgm:spPr/>
      <dgm:t>
        <a:bodyPr/>
        <a:lstStyle/>
        <a:p>
          <a:endParaRPr lang="en-US"/>
        </a:p>
      </dgm:t>
    </dgm:pt>
    <dgm:pt modelId="{BC40CA0B-EAA3-4A3B-87B8-C7A9854A2859}" type="sibTrans" cxnId="{3D91EA73-1782-4648-82D7-AA489E0B8749}">
      <dgm:prSet/>
      <dgm:spPr/>
      <dgm:t>
        <a:bodyPr/>
        <a:lstStyle/>
        <a:p>
          <a:endParaRPr lang="en-US"/>
        </a:p>
      </dgm:t>
    </dgm:pt>
    <dgm:pt modelId="{3472F99A-6CC6-4ACC-A767-B4DD4CE31763}">
      <dgm:prSet/>
      <dgm:spPr/>
      <dgm:t>
        <a:bodyPr/>
        <a:lstStyle/>
        <a:p>
          <a:r>
            <a:rPr lang="vi-VN" b="1"/>
            <a:t>Phần thưởng</a:t>
          </a:r>
          <a:r>
            <a:rPr lang="vi-VN"/>
            <a:t>: Validator nhận thưởng tương ứng với lượng token đã stake.</a:t>
          </a:r>
          <a:endParaRPr lang="en-US"/>
        </a:p>
      </dgm:t>
    </dgm:pt>
    <dgm:pt modelId="{D689C192-4E70-49FD-AEC1-56222D64EC04}" type="parTrans" cxnId="{9E6F28B9-7885-47AC-87C3-4BCA7FCC1113}">
      <dgm:prSet/>
      <dgm:spPr/>
      <dgm:t>
        <a:bodyPr/>
        <a:lstStyle/>
        <a:p>
          <a:endParaRPr lang="en-US"/>
        </a:p>
      </dgm:t>
    </dgm:pt>
    <dgm:pt modelId="{570F61CB-6F45-4D03-B4A7-0895A46CCA6B}" type="sibTrans" cxnId="{9E6F28B9-7885-47AC-87C3-4BCA7FCC1113}">
      <dgm:prSet/>
      <dgm:spPr/>
      <dgm:t>
        <a:bodyPr/>
        <a:lstStyle/>
        <a:p>
          <a:endParaRPr lang="en-US"/>
        </a:p>
      </dgm:t>
    </dgm:pt>
    <dgm:pt modelId="{CBB12C95-4E62-4690-8353-706B497506DC}" type="pres">
      <dgm:prSet presAssocID="{98956EED-5A3A-451D-89E0-038AAB90F38D}" presName="Name0" presStyleCnt="0">
        <dgm:presLayoutVars>
          <dgm:dir/>
          <dgm:resizeHandles val="exact"/>
        </dgm:presLayoutVars>
      </dgm:prSet>
      <dgm:spPr/>
    </dgm:pt>
    <dgm:pt modelId="{CD8F66B9-9DD3-46F4-A6B1-29433DAD4F91}" type="pres">
      <dgm:prSet presAssocID="{7574F6C1-E8CF-4E0C-BCD3-383A02E0A78B}" presName="node" presStyleLbl="node1" presStyleIdx="0" presStyleCnt="6">
        <dgm:presLayoutVars>
          <dgm:bulletEnabled val="1"/>
        </dgm:presLayoutVars>
      </dgm:prSet>
      <dgm:spPr/>
    </dgm:pt>
    <dgm:pt modelId="{4626D42B-D13F-48B9-AB92-DE12F76F13A0}" type="pres">
      <dgm:prSet presAssocID="{045DB0DF-F1E3-487B-89F1-18714ADA06C3}" presName="sibTrans" presStyleLbl="sibTrans1D1" presStyleIdx="0" presStyleCnt="5"/>
      <dgm:spPr/>
    </dgm:pt>
    <dgm:pt modelId="{19B0AB57-7672-4B17-947A-9950D212774C}" type="pres">
      <dgm:prSet presAssocID="{045DB0DF-F1E3-487B-89F1-18714ADA06C3}" presName="connectorText" presStyleLbl="sibTrans1D1" presStyleIdx="0" presStyleCnt="5"/>
      <dgm:spPr/>
    </dgm:pt>
    <dgm:pt modelId="{5DDDB401-B153-4517-8FCB-1EA84DF1E528}" type="pres">
      <dgm:prSet presAssocID="{BC107748-5409-4574-B9E9-A6D778632DBC}" presName="node" presStyleLbl="node1" presStyleIdx="1" presStyleCnt="6">
        <dgm:presLayoutVars>
          <dgm:bulletEnabled val="1"/>
        </dgm:presLayoutVars>
      </dgm:prSet>
      <dgm:spPr/>
    </dgm:pt>
    <dgm:pt modelId="{DBB51E9B-C1BE-4531-8626-BA8B6A64F0A9}" type="pres">
      <dgm:prSet presAssocID="{CE03DD50-B089-4F0A-99D1-0B2365EAB5A9}" presName="sibTrans" presStyleLbl="sibTrans1D1" presStyleIdx="1" presStyleCnt="5"/>
      <dgm:spPr/>
    </dgm:pt>
    <dgm:pt modelId="{65FDDBBF-B86E-4E73-A18A-CF611D3E7AE4}" type="pres">
      <dgm:prSet presAssocID="{CE03DD50-B089-4F0A-99D1-0B2365EAB5A9}" presName="connectorText" presStyleLbl="sibTrans1D1" presStyleIdx="1" presStyleCnt="5"/>
      <dgm:spPr/>
    </dgm:pt>
    <dgm:pt modelId="{962766E8-E93E-48EE-82BA-03F8EF59AB0A}" type="pres">
      <dgm:prSet presAssocID="{9BC63FD3-D9B0-44A1-B91A-9D73A9B8B42E}" presName="node" presStyleLbl="node1" presStyleIdx="2" presStyleCnt="6">
        <dgm:presLayoutVars>
          <dgm:bulletEnabled val="1"/>
        </dgm:presLayoutVars>
      </dgm:prSet>
      <dgm:spPr/>
    </dgm:pt>
    <dgm:pt modelId="{06B4E47C-E412-4D9B-9FD5-F16DCC2A2619}" type="pres">
      <dgm:prSet presAssocID="{11D71EBA-5DBD-4B0E-A316-CA75CD5C4136}" presName="sibTrans" presStyleLbl="sibTrans1D1" presStyleIdx="2" presStyleCnt="5"/>
      <dgm:spPr/>
    </dgm:pt>
    <dgm:pt modelId="{397AC01B-0A95-4677-8A92-525206301255}" type="pres">
      <dgm:prSet presAssocID="{11D71EBA-5DBD-4B0E-A316-CA75CD5C4136}" presName="connectorText" presStyleLbl="sibTrans1D1" presStyleIdx="2" presStyleCnt="5"/>
      <dgm:spPr/>
    </dgm:pt>
    <dgm:pt modelId="{BEBB91B7-8737-4BBE-9079-A8B82BB31B62}" type="pres">
      <dgm:prSet presAssocID="{2619D18D-9C91-4CFE-8A36-BF8EC2D5D1E3}" presName="node" presStyleLbl="node1" presStyleIdx="3" presStyleCnt="6">
        <dgm:presLayoutVars>
          <dgm:bulletEnabled val="1"/>
        </dgm:presLayoutVars>
      </dgm:prSet>
      <dgm:spPr/>
    </dgm:pt>
    <dgm:pt modelId="{676DE3E3-FCA9-43EB-9823-1820218418A5}" type="pres">
      <dgm:prSet presAssocID="{91833249-3E4B-4002-AD20-26F49D5473D1}" presName="sibTrans" presStyleLbl="sibTrans1D1" presStyleIdx="3" presStyleCnt="5"/>
      <dgm:spPr/>
    </dgm:pt>
    <dgm:pt modelId="{2E9298D8-420D-4BEE-B7DF-D6B042B0FEF1}" type="pres">
      <dgm:prSet presAssocID="{91833249-3E4B-4002-AD20-26F49D5473D1}" presName="connectorText" presStyleLbl="sibTrans1D1" presStyleIdx="3" presStyleCnt="5"/>
      <dgm:spPr/>
    </dgm:pt>
    <dgm:pt modelId="{8152A9FA-BCA5-4764-96E9-2A6DC9731A2D}" type="pres">
      <dgm:prSet presAssocID="{A5A9458B-F827-47C7-BB7C-FED9074B1C3F}" presName="node" presStyleLbl="node1" presStyleIdx="4" presStyleCnt="6">
        <dgm:presLayoutVars>
          <dgm:bulletEnabled val="1"/>
        </dgm:presLayoutVars>
      </dgm:prSet>
      <dgm:spPr/>
    </dgm:pt>
    <dgm:pt modelId="{07A9E8D6-4FDE-435A-9489-00F588223162}" type="pres">
      <dgm:prSet presAssocID="{BC40CA0B-EAA3-4A3B-87B8-C7A9854A2859}" presName="sibTrans" presStyleLbl="sibTrans1D1" presStyleIdx="4" presStyleCnt="5"/>
      <dgm:spPr/>
    </dgm:pt>
    <dgm:pt modelId="{5EA1F249-4807-4F7C-A14C-F10290D28796}" type="pres">
      <dgm:prSet presAssocID="{BC40CA0B-EAA3-4A3B-87B8-C7A9854A2859}" presName="connectorText" presStyleLbl="sibTrans1D1" presStyleIdx="4" presStyleCnt="5"/>
      <dgm:spPr/>
    </dgm:pt>
    <dgm:pt modelId="{F3633A49-19D3-4D6C-8DCD-FC1C038A804A}" type="pres">
      <dgm:prSet presAssocID="{3472F99A-6CC6-4ACC-A767-B4DD4CE31763}" presName="node" presStyleLbl="node1" presStyleIdx="5" presStyleCnt="6">
        <dgm:presLayoutVars>
          <dgm:bulletEnabled val="1"/>
        </dgm:presLayoutVars>
      </dgm:prSet>
      <dgm:spPr/>
    </dgm:pt>
  </dgm:ptLst>
  <dgm:cxnLst>
    <dgm:cxn modelId="{BDE9B300-CC63-44F0-8476-03446AB4FCFB}" type="presOf" srcId="{3472F99A-6CC6-4ACC-A767-B4DD4CE31763}" destId="{F3633A49-19D3-4D6C-8DCD-FC1C038A804A}" srcOrd="0" destOrd="0" presId="urn:microsoft.com/office/officeart/2016/7/layout/RepeatingBendingProcessNew"/>
    <dgm:cxn modelId="{C8D63F05-A00E-424E-A999-50193DE52132}" type="presOf" srcId="{CE03DD50-B089-4F0A-99D1-0B2365EAB5A9}" destId="{DBB51E9B-C1BE-4531-8626-BA8B6A64F0A9}" srcOrd="0" destOrd="0" presId="urn:microsoft.com/office/officeart/2016/7/layout/RepeatingBendingProcessNew"/>
    <dgm:cxn modelId="{997AF927-6C0B-42E7-A9D5-DB99B1981237}" type="presOf" srcId="{045DB0DF-F1E3-487B-89F1-18714ADA06C3}" destId="{19B0AB57-7672-4B17-947A-9950D212774C}" srcOrd="1" destOrd="0" presId="urn:microsoft.com/office/officeart/2016/7/layout/RepeatingBendingProcessNew"/>
    <dgm:cxn modelId="{9315243E-E2A0-4D5B-9EFA-CBEA440217F9}" type="presOf" srcId="{045DB0DF-F1E3-487B-89F1-18714ADA06C3}" destId="{4626D42B-D13F-48B9-AB92-DE12F76F13A0}" srcOrd="0" destOrd="0" presId="urn:microsoft.com/office/officeart/2016/7/layout/RepeatingBendingProcessNew"/>
    <dgm:cxn modelId="{8CDC4069-04F0-4D80-BDD5-E11198FBD8A7}" type="presOf" srcId="{11D71EBA-5DBD-4B0E-A316-CA75CD5C4136}" destId="{397AC01B-0A95-4677-8A92-525206301255}" srcOrd="1" destOrd="0" presId="urn:microsoft.com/office/officeart/2016/7/layout/RepeatingBendingProcessNew"/>
    <dgm:cxn modelId="{08F0D66F-AC63-4780-88A9-F7B86BED4BB6}" srcId="{98956EED-5A3A-451D-89E0-038AAB90F38D}" destId="{BC107748-5409-4574-B9E9-A6D778632DBC}" srcOrd="1" destOrd="0" parTransId="{67913838-BA25-42C9-A87A-9EBD771958B8}" sibTransId="{CE03DD50-B089-4F0A-99D1-0B2365EAB5A9}"/>
    <dgm:cxn modelId="{36B2D872-CC76-4A5D-8827-290F96807CF3}" type="presOf" srcId="{BC107748-5409-4574-B9E9-A6D778632DBC}" destId="{5DDDB401-B153-4517-8FCB-1EA84DF1E528}" srcOrd="0" destOrd="0" presId="urn:microsoft.com/office/officeart/2016/7/layout/RepeatingBendingProcessNew"/>
    <dgm:cxn modelId="{40CE6C73-3480-4650-AA4B-B6D65AFA9C97}" type="presOf" srcId="{2619D18D-9C91-4CFE-8A36-BF8EC2D5D1E3}" destId="{BEBB91B7-8737-4BBE-9079-A8B82BB31B62}" srcOrd="0" destOrd="0" presId="urn:microsoft.com/office/officeart/2016/7/layout/RepeatingBendingProcessNew"/>
    <dgm:cxn modelId="{3D91EA73-1782-4648-82D7-AA489E0B8749}" srcId="{98956EED-5A3A-451D-89E0-038AAB90F38D}" destId="{A5A9458B-F827-47C7-BB7C-FED9074B1C3F}" srcOrd="4" destOrd="0" parTransId="{22117AF4-2CA2-439E-B1FC-D8708023340F}" sibTransId="{BC40CA0B-EAA3-4A3B-87B8-C7A9854A2859}"/>
    <dgm:cxn modelId="{12F7E977-F4BF-4453-A6D1-18621BEA3FD9}" srcId="{98956EED-5A3A-451D-89E0-038AAB90F38D}" destId="{2619D18D-9C91-4CFE-8A36-BF8EC2D5D1E3}" srcOrd="3" destOrd="0" parTransId="{6A242B52-700F-4E05-A9FB-38CE8F5F09A4}" sibTransId="{91833249-3E4B-4002-AD20-26F49D5473D1}"/>
    <dgm:cxn modelId="{9C1A5558-B85D-435A-AB9C-E46937C46C07}" type="presOf" srcId="{A5A9458B-F827-47C7-BB7C-FED9074B1C3F}" destId="{8152A9FA-BCA5-4764-96E9-2A6DC9731A2D}" srcOrd="0" destOrd="0" presId="urn:microsoft.com/office/officeart/2016/7/layout/RepeatingBendingProcessNew"/>
    <dgm:cxn modelId="{44143D79-9F29-4322-8C85-FD57BC41B6E1}" type="presOf" srcId="{91833249-3E4B-4002-AD20-26F49D5473D1}" destId="{2E9298D8-420D-4BEE-B7DF-D6B042B0FEF1}" srcOrd="1" destOrd="0" presId="urn:microsoft.com/office/officeart/2016/7/layout/RepeatingBendingProcessNew"/>
    <dgm:cxn modelId="{4654177A-E37C-45D6-AB0C-A9FD26860CBE}" type="presOf" srcId="{BC40CA0B-EAA3-4A3B-87B8-C7A9854A2859}" destId="{5EA1F249-4807-4F7C-A14C-F10290D28796}" srcOrd="1" destOrd="0" presId="urn:microsoft.com/office/officeart/2016/7/layout/RepeatingBendingProcessNew"/>
    <dgm:cxn modelId="{AD40C992-3437-4123-86F3-5EEB67D9E4C0}" type="presOf" srcId="{98956EED-5A3A-451D-89E0-038AAB90F38D}" destId="{CBB12C95-4E62-4690-8353-706B497506DC}" srcOrd="0" destOrd="0" presId="urn:microsoft.com/office/officeart/2016/7/layout/RepeatingBendingProcessNew"/>
    <dgm:cxn modelId="{53CF4594-70FC-4B1B-B49E-BB8D6BED2A44}" type="presOf" srcId="{CE03DD50-B089-4F0A-99D1-0B2365EAB5A9}" destId="{65FDDBBF-B86E-4E73-A18A-CF611D3E7AE4}" srcOrd="1" destOrd="0" presId="urn:microsoft.com/office/officeart/2016/7/layout/RepeatingBendingProcessNew"/>
    <dgm:cxn modelId="{660ACEA9-4F9A-4787-9466-B238E51B55C1}" type="presOf" srcId="{11D71EBA-5DBD-4B0E-A316-CA75CD5C4136}" destId="{06B4E47C-E412-4D9B-9FD5-F16DCC2A2619}" srcOrd="0" destOrd="0" presId="urn:microsoft.com/office/officeart/2016/7/layout/RepeatingBendingProcessNew"/>
    <dgm:cxn modelId="{544DDFB1-769E-44FD-A590-BE3967B7353F}" srcId="{98956EED-5A3A-451D-89E0-038AAB90F38D}" destId="{7574F6C1-E8CF-4E0C-BCD3-383A02E0A78B}" srcOrd="0" destOrd="0" parTransId="{A78D5802-98FF-4F3D-B614-C0017EA231D8}" sibTransId="{045DB0DF-F1E3-487B-89F1-18714ADA06C3}"/>
    <dgm:cxn modelId="{9E6F28B9-7885-47AC-87C3-4BCA7FCC1113}" srcId="{98956EED-5A3A-451D-89E0-038AAB90F38D}" destId="{3472F99A-6CC6-4ACC-A767-B4DD4CE31763}" srcOrd="5" destOrd="0" parTransId="{D689C192-4E70-49FD-AEC1-56222D64EC04}" sibTransId="{570F61CB-6F45-4D03-B4A7-0895A46CCA6B}"/>
    <dgm:cxn modelId="{536DA1BA-5974-4E9F-802E-D1B3751407DD}" type="presOf" srcId="{7574F6C1-E8CF-4E0C-BCD3-383A02E0A78B}" destId="{CD8F66B9-9DD3-46F4-A6B1-29433DAD4F91}" srcOrd="0" destOrd="0" presId="urn:microsoft.com/office/officeart/2016/7/layout/RepeatingBendingProcessNew"/>
    <dgm:cxn modelId="{A5FE23C9-CB53-4C98-91EC-D8E58BE18AA4}" type="presOf" srcId="{9BC63FD3-D9B0-44A1-B91A-9D73A9B8B42E}" destId="{962766E8-E93E-48EE-82BA-03F8EF59AB0A}" srcOrd="0" destOrd="0" presId="urn:microsoft.com/office/officeart/2016/7/layout/RepeatingBendingProcessNew"/>
    <dgm:cxn modelId="{E2B0D9C9-582A-44BE-9BC0-B8A2DA5422FE}" type="presOf" srcId="{91833249-3E4B-4002-AD20-26F49D5473D1}" destId="{676DE3E3-FCA9-43EB-9823-1820218418A5}" srcOrd="0" destOrd="0" presId="urn:microsoft.com/office/officeart/2016/7/layout/RepeatingBendingProcessNew"/>
    <dgm:cxn modelId="{063DA9D8-F28D-49E6-B892-FC086EE19FAD}" type="presOf" srcId="{BC40CA0B-EAA3-4A3B-87B8-C7A9854A2859}" destId="{07A9E8D6-4FDE-435A-9489-00F588223162}" srcOrd="0" destOrd="0" presId="urn:microsoft.com/office/officeart/2016/7/layout/RepeatingBendingProcessNew"/>
    <dgm:cxn modelId="{6D2EE0F7-C550-4F62-8E9E-2C27FCF286C7}" srcId="{98956EED-5A3A-451D-89E0-038AAB90F38D}" destId="{9BC63FD3-D9B0-44A1-B91A-9D73A9B8B42E}" srcOrd="2" destOrd="0" parTransId="{5249899F-E18B-466A-AC87-BFB01F80B94A}" sibTransId="{11D71EBA-5DBD-4B0E-A316-CA75CD5C4136}"/>
    <dgm:cxn modelId="{A5F392DE-B877-4EA8-8B4B-B1EB9BC90C4E}" type="presParOf" srcId="{CBB12C95-4E62-4690-8353-706B497506DC}" destId="{CD8F66B9-9DD3-46F4-A6B1-29433DAD4F91}" srcOrd="0" destOrd="0" presId="urn:microsoft.com/office/officeart/2016/7/layout/RepeatingBendingProcessNew"/>
    <dgm:cxn modelId="{7A6BC714-6E45-4A00-817D-B898319F1EB9}" type="presParOf" srcId="{CBB12C95-4E62-4690-8353-706B497506DC}" destId="{4626D42B-D13F-48B9-AB92-DE12F76F13A0}" srcOrd="1" destOrd="0" presId="urn:microsoft.com/office/officeart/2016/7/layout/RepeatingBendingProcessNew"/>
    <dgm:cxn modelId="{A06685E1-9C3C-475F-8BE4-2C5E6CA5A569}" type="presParOf" srcId="{4626D42B-D13F-48B9-AB92-DE12F76F13A0}" destId="{19B0AB57-7672-4B17-947A-9950D212774C}" srcOrd="0" destOrd="0" presId="urn:microsoft.com/office/officeart/2016/7/layout/RepeatingBendingProcessNew"/>
    <dgm:cxn modelId="{D7250E24-E620-4EF4-BAE2-469C8865490C}" type="presParOf" srcId="{CBB12C95-4E62-4690-8353-706B497506DC}" destId="{5DDDB401-B153-4517-8FCB-1EA84DF1E528}" srcOrd="2" destOrd="0" presId="urn:microsoft.com/office/officeart/2016/7/layout/RepeatingBendingProcessNew"/>
    <dgm:cxn modelId="{5DBD49A9-0F67-4AF0-871C-089ABFABE359}" type="presParOf" srcId="{CBB12C95-4E62-4690-8353-706B497506DC}" destId="{DBB51E9B-C1BE-4531-8626-BA8B6A64F0A9}" srcOrd="3" destOrd="0" presId="urn:microsoft.com/office/officeart/2016/7/layout/RepeatingBendingProcessNew"/>
    <dgm:cxn modelId="{13688125-1577-47A6-BC76-C1FC97A5B70D}" type="presParOf" srcId="{DBB51E9B-C1BE-4531-8626-BA8B6A64F0A9}" destId="{65FDDBBF-B86E-4E73-A18A-CF611D3E7AE4}" srcOrd="0" destOrd="0" presId="urn:microsoft.com/office/officeart/2016/7/layout/RepeatingBendingProcessNew"/>
    <dgm:cxn modelId="{246E2268-C56F-4252-ADE9-17C6BB01ADB5}" type="presParOf" srcId="{CBB12C95-4E62-4690-8353-706B497506DC}" destId="{962766E8-E93E-48EE-82BA-03F8EF59AB0A}" srcOrd="4" destOrd="0" presId="urn:microsoft.com/office/officeart/2016/7/layout/RepeatingBendingProcessNew"/>
    <dgm:cxn modelId="{C37B153F-E3BC-4872-B6A3-26586D6D5B20}" type="presParOf" srcId="{CBB12C95-4E62-4690-8353-706B497506DC}" destId="{06B4E47C-E412-4D9B-9FD5-F16DCC2A2619}" srcOrd="5" destOrd="0" presId="urn:microsoft.com/office/officeart/2016/7/layout/RepeatingBendingProcessNew"/>
    <dgm:cxn modelId="{A419D319-C3CC-4CB2-8827-E1DFE3D8462A}" type="presParOf" srcId="{06B4E47C-E412-4D9B-9FD5-F16DCC2A2619}" destId="{397AC01B-0A95-4677-8A92-525206301255}" srcOrd="0" destOrd="0" presId="urn:microsoft.com/office/officeart/2016/7/layout/RepeatingBendingProcessNew"/>
    <dgm:cxn modelId="{BFE706E0-F015-4923-8E4A-2442361D70E5}" type="presParOf" srcId="{CBB12C95-4E62-4690-8353-706B497506DC}" destId="{BEBB91B7-8737-4BBE-9079-A8B82BB31B62}" srcOrd="6" destOrd="0" presId="urn:microsoft.com/office/officeart/2016/7/layout/RepeatingBendingProcessNew"/>
    <dgm:cxn modelId="{93E6EE60-609B-4753-B452-CB26206D3AD4}" type="presParOf" srcId="{CBB12C95-4E62-4690-8353-706B497506DC}" destId="{676DE3E3-FCA9-43EB-9823-1820218418A5}" srcOrd="7" destOrd="0" presId="urn:microsoft.com/office/officeart/2016/7/layout/RepeatingBendingProcessNew"/>
    <dgm:cxn modelId="{8C939CE2-3A29-41D1-A9E9-4CC791F4B375}" type="presParOf" srcId="{676DE3E3-FCA9-43EB-9823-1820218418A5}" destId="{2E9298D8-420D-4BEE-B7DF-D6B042B0FEF1}" srcOrd="0" destOrd="0" presId="urn:microsoft.com/office/officeart/2016/7/layout/RepeatingBendingProcessNew"/>
    <dgm:cxn modelId="{82BA49F6-38F4-4BDD-BB0E-F546558CB0C8}" type="presParOf" srcId="{CBB12C95-4E62-4690-8353-706B497506DC}" destId="{8152A9FA-BCA5-4764-96E9-2A6DC9731A2D}" srcOrd="8" destOrd="0" presId="urn:microsoft.com/office/officeart/2016/7/layout/RepeatingBendingProcessNew"/>
    <dgm:cxn modelId="{0F664B75-3ACC-476C-BD86-D66A7F2FE870}" type="presParOf" srcId="{CBB12C95-4E62-4690-8353-706B497506DC}" destId="{07A9E8D6-4FDE-435A-9489-00F588223162}" srcOrd="9" destOrd="0" presId="urn:microsoft.com/office/officeart/2016/7/layout/RepeatingBendingProcessNew"/>
    <dgm:cxn modelId="{542734C8-2C62-4883-8855-1BAE6B5D154C}" type="presParOf" srcId="{07A9E8D6-4FDE-435A-9489-00F588223162}" destId="{5EA1F249-4807-4F7C-A14C-F10290D28796}" srcOrd="0" destOrd="0" presId="urn:microsoft.com/office/officeart/2016/7/layout/RepeatingBendingProcessNew"/>
    <dgm:cxn modelId="{9E4DEAC9-5F46-426A-8736-F98EEB2AA8BC}" type="presParOf" srcId="{CBB12C95-4E62-4690-8353-706B497506DC}" destId="{F3633A49-19D3-4D6C-8DCD-FC1C038A804A}" srcOrd="10"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4E4FF4-29EF-4220-8AE5-B6B320C426D4}">
      <dsp:nvSpPr>
        <dsp:cNvPr id="0" name=""/>
        <dsp:cNvSpPr/>
      </dsp:nvSpPr>
      <dsp:spPr>
        <a:xfrm>
          <a:off x="0" y="1295512"/>
          <a:ext cx="2028824" cy="1288303"/>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B746F9B-CB1A-41D8-835E-E2FA1D6731EB}">
      <dsp:nvSpPr>
        <dsp:cNvPr id="0" name=""/>
        <dsp:cNvSpPr/>
      </dsp:nvSpPr>
      <dsp:spPr>
        <a:xfrm>
          <a:off x="225425" y="1509665"/>
          <a:ext cx="2028824" cy="1288303"/>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vi-VN" sz="1900" b="1" kern="1200" dirty="0"/>
            <a:t>Proof of Work (PoW)</a:t>
          </a:r>
          <a:endParaRPr lang="en-US" sz="1900" kern="1200" dirty="0"/>
        </a:p>
      </dsp:txBody>
      <dsp:txXfrm>
        <a:off x="263158" y="1547398"/>
        <a:ext cx="1953358" cy="1212837"/>
      </dsp:txXfrm>
    </dsp:sp>
    <dsp:sp modelId="{8951186A-7868-472E-89FB-72EB06018791}">
      <dsp:nvSpPr>
        <dsp:cNvPr id="0" name=""/>
        <dsp:cNvSpPr/>
      </dsp:nvSpPr>
      <dsp:spPr>
        <a:xfrm>
          <a:off x="2479675" y="1295512"/>
          <a:ext cx="2028824" cy="1288303"/>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C7EDAF3-92AB-4667-8E7C-864BB0EC2364}">
      <dsp:nvSpPr>
        <dsp:cNvPr id="0" name=""/>
        <dsp:cNvSpPr/>
      </dsp:nvSpPr>
      <dsp:spPr>
        <a:xfrm>
          <a:off x="2705100" y="1509665"/>
          <a:ext cx="2028824" cy="1288303"/>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vi-VN" sz="1900" b="1" kern="1200"/>
            <a:t>Proof of Stake (PoS)</a:t>
          </a:r>
          <a:endParaRPr lang="en-US" sz="1900" kern="1200"/>
        </a:p>
      </dsp:txBody>
      <dsp:txXfrm>
        <a:off x="2742833" y="1547398"/>
        <a:ext cx="1953358" cy="1212837"/>
      </dsp:txXfrm>
    </dsp:sp>
    <dsp:sp modelId="{DE50EEB7-0251-4D39-962D-5004A4029D8F}">
      <dsp:nvSpPr>
        <dsp:cNvPr id="0" name=""/>
        <dsp:cNvSpPr/>
      </dsp:nvSpPr>
      <dsp:spPr>
        <a:xfrm>
          <a:off x="4959349" y="1295512"/>
          <a:ext cx="2028824" cy="1288303"/>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AF90081-F607-4795-A593-F135FC1B0E8F}">
      <dsp:nvSpPr>
        <dsp:cNvPr id="0" name=""/>
        <dsp:cNvSpPr/>
      </dsp:nvSpPr>
      <dsp:spPr>
        <a:xfrm>
          <a:off x="5184774" y="1509665"/>
          <a:ext cx="2028824" cy="1288303"/>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vi-VN" sz="1900" b="1" kern="1200"/>
            <a:t>Practical Byzantine Fault Tolerance (PBFT)</a:t>
          </a:r>
          <a:endParaRPr lang="en-US" sz="1900" kern="1200"/>
        </a:p>
      </dsp:txBody>
      <dsp:txXfrm>
        <a:off x="5222507" y="1547398"/>
        <a:ext cx="1953358" cy="121283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26D42B-D13F-48B9-AB92-DE12F76F13A0}">
      <dsp:nvSpPr>
        <dsp:cNvPr id="0" name=""/>
        <dsp:cNvSpPr/>
      </dsp:nvSpPr>
      <dsp:spPr>
        <a:xfrm>
          <a:off x="2085388" y="1137132"/>
          <a:ext cx="448181" cy="91440"/>
        </a:xfrm>
        <a:custGeom>
          <a:avLst/>
          <a:gdLst/>
          <a:ahLst/>
          <a:cxnLst/>
          <a:rect l="0" t="0" r="0" b="0"/>
          <a:pathLst>
            <a:path>
              <a:moveTo>
                <a:pt x="0" y="45720"/>
              </a:moveTo>
              <a:lnTo>
                <a:pt x="448181" y="45720"/>
              </a:lnTo>
            </a:path>
          </a:pathLst>
        </a:custGeom>
        <a:noFill/>
        <a:ln w="12700" cap="rnd"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297510" y="1180458"/>
        <a:ext cx="23939" cy="4787"/>
      </dsp:txXfrm>
    </dsp:sp>
    <dsp:sp modelId="{CD8F66B9-9DD3-46F4-A6B1-29433DAD4F91}">
      <dsp:nvSpPr>
        <dsp:cNvPr id="0" name=""/>
        <dsp:cNvSpPr/>
      </dsp:nvSpPr>
      <dsp:spPr>
        <a:xfrm>
          <a:off x="5529" y="558354"/>
          <a:ext cx="2081658" cy="1248995"/>
        </a:xfrm>
        <a:prstGeom prst="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003" tIns="107070" rIns="102003" bIns="107070" numCol="1" spcCol="1270" anchor="ctr" anchorCtr="0">
          <a:noAutofit/>
        </a:bodyPr>
        <a:lstStyle/>
        <a:p>
          <a:pPr marL="0" lvl="0" indent="0" algn="ctr" defTabSz="666750">
            <a:lnSpc>
              <a:spcPct val="90000"/>
            </a:lnSpc>
            <a:spcBef>
              <a:spcPct val="0"/>
            </a:spcBef>
            <a:spcAft>
              <a:spcPct val="35000"/>
            </a:spcAft>
            <a:buNone/>
          </a:pPr>
          <a:r>
            <a:rPr lang="vi-VN" sz="1500" b="1" kern="1200" dirty="0"/>
            <a:t>Stake token</a:t>
          </a:r>
          <a:r>
            <a:rPr lang="vi-VN" sz="1500" kern="1200" dirty="0"/>
            <a:t>: Người dùng nắm giữ token và khóa (stake) chúng để đủ điều kiện trở thành validator.</a:t>
          </a:r>
          <a:endParaRPr lang="en-US" sz="1500" kern="1200" dirty="0"/>
        </a:p>
      </dsp:txBody>
      <dsp:txXfrm>
        <a:off x="5529" y="558354"/>
        <a:ext cx="2081658" cy="1248995"/>
      </dsp:txXfrm>
    </dsp:sp>
    <dsp:sp modelId="{DBB51E9B-C1BE-4531-8626-BA8B6A64F0A9}">
      <dsp:nvSpPr>
        <dsp:cNvPr id="0" name=""/>
        <dsp:cNvSpPr/>
      </dsp:nvSpPr>
      <dsp:spPr>
        <a:xfrm>
          <a:off x="4645829" y="1137132"/>
          <a:ext cx="448181" cy="91440"/>
        </a:xfrm>
        <a:custGeom>
          <a:avLst/>
          <a:gdLst/>
          <a:ahLst/>
          <a:cxnLst/>
          <a:rect l="0" t="0" r="0" b="0"/>
          <a:pathLst>
            <a:path>
              <a:moveTo>
                <a:pt x="0" y="45720"/>
              </a:moveTo>
              <a:lnTo>
                <a:pt x="448181" y="45720"/>
              </a:lnTo>
            </a:path>
          </a:pathLst>
        </a:custGeom>
        <a:noFill/>
        <a:ln w="12700" cap="rnd" cmpd="sng" algn="ctr">
          <a:solidFill>
            <a:schemeClr val="accent2">
              <a:hueOff val="-741071"/>
              <a:satOff val="3550"/>
              <a:lumOff val="3284"/>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857950" y="1180458"/>
        <a:ext cx="23939" cy="4787"/>
      </dsp:txXfrm>
    </dsp:sp>
    <dsp:sp modelId="{5DDDB401-B153-4517-8FCB-1EA84DF1E528}">
      <dsp:nvSpPr>
        <dsp:cNvPr id="0" name=""/>
        <dsp:cNvSpPr/>
      </dsp:nvSpPr>
      <dsp:spPr>
        <a:xfrm>
          <a:off x="2565970" y="558354"/>
          <a:ext cx="2081658" cy="1248995"/>
        </a:xfrm>
        <a:prstGeom prst="rect">
          <a:avLst/>
        </a:prstGeom>
        <a:solidFill>
          <a:schemeClr val="accent2">
            <a:hueOff val="-592857"/>
            <a:satOff val="2840"/>
            <a:lumOff val="2627"/>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003" tIns="107070" rIns="102003" bIns="107070" numCol="1" spcCol="1270" anchor="ctr" anchorCtr="0">
          <a:noAutofit/>
        </a:bodyPr>
        <a:lstStyle/>
        <a:p>
          <a:pPr marL="0" lvl="0" indent="0" algn="ctr" defTabSz="666750">
            <a:lnSpc>
              <a:spcPct val="90000"/>
            </a:lnSpc>
            <a:spcBef>
              <a:spcPct val="0"/>
            </a:spcBef>
            <a:spcAft>
              <a:spcPct val="35000"/>
            </a:spcAft>
            <a:buNone/>
          </a:pPr>
          <a:r>
            <a:rPr lang="vi-VN" sz="1500" b="1" kern="1200"/>
            <a:t>Chọn node</a:t>
          </a:r>
          <a:r>
            <a:rPr lang="vi-VN" sz="1500" kern="1200"/>
            <a:t>: Hệ thống chọn ngẫu nhiên validator, ưu tiên theo tỷ lệ lượng token đã stake.</a:t>
          </a:r>
          <a:endParaRPr lang="en-US" sz="1500" kern="1200"/>
        </a:p>
      </dsp:txBody>
      <dsp:txXfrm>
        <a:off x="2565970" y="558354"/>
        <a:ext cx="2081658" cy="1248995"/>
      </dsp:txXfrm>
    </dsp:sp>
    <dsp:sp modelId="{06B4E47C-E412-4D9B-9FD5-F16DCC2A2619}">
      <dsp:nvSpPr>
        <dsp:cNvPr id="0" name=""/>
        <dsp:cNvSpPr/>
      </dsp:nvSpPr>
      <dsp:spPr>
        <a:xfrm>
          <a:off x="1046359" y="1805550"/>
          <a:ext cx="5120881" cy="448181"/>
        </a:xfrm>
        <a:custGeom>
          <a:avLst/>
          <a:gdLst/>
          <a:ahLst/>
          <a:cxnLst/>
          <a:rect l="0" t="0" r="0" b="0"/>
          <a:pathLst>
            <a:path>
              <a:moveTo>
                <a:pt x="5120881" y="0"/>
              </a:moveTo>
              <a:lnTo>
                <a:pt x="5120881" y="241190"/>
              </a:lnTo>
              <a:lnTo>
                <a:pt x="0" y="241190"/>
              </a:lnTo>
              <a:lnTo>
                <a:pt x="0" y="448181"/>
              </a:lnTo>
            </a:path>
          </a:pathLst>
        </a:custGeom>
        <a:noFill/>
        <a:ln w="12700" cap="rnd" cmpd="sng" algn="ctr">
          <a:solidFill>
            <a:schemeClr val="accent2">
              <a:hueOff val="-1482143"/>
              <a:satOff val="7100"/>
              <a:lumOff val="6569"/>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478219" y="2027247"/>
        <a:ext cx="257160" cy="4787"/>
      </dsp:txXfrm>
    </dsp:sp>
    <dsp:sp modelId="{962766E8-E93E-48EE-82BA-03F8EF59AB0A}">
      <dsp:nvSpPr>
        <dsp:cNvPr id="0" name=""/>
        <dsp:cNvSpPr/>
      </dsp:nvSpPr>
      <dsp:spPr>
        <a:xfrm>
          <a:off x="5126411" y="558354"/>
          <a:ext cx="2081658" cy="1248995"/>
        </a:xfrm>
        <a:prstGeom prst="rect">
          <a:avLst/>
        </a:prstGeom>
        <a:solidFill>
          <a:schemeClr val="accent2">
            <a:hueOff val="-1185714"/>
            <a:satOff val="5680"/>
            <a:lumOff val="5255"/>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003" tIns="107070" rIns="102003" bIns="107070" numCol="1" spcCol="1270" anchor="ctr" anchorCtr="0">
          <a:noAutofit/>
        </a:bodyPr>
        <a:lstStyle/>
        <a:p>
          <a:pPr marL="0" lvl="0" indent="0" algn="ctr" defTabSz="666750">
            <a:lnSpc>
              <a:spcPct val="90000"/>
            </a:lnSpc>
            <a:spcBef>
              <a:spcPct val="0"/>
            </a:spcBef>
            <a:spcAft>
              <a:spcPct val="35000"/>
            </a:spcAft>
            <a:buNone/>
          </a:pPr>
          <a:r>
            <a:rPr lang="vi-VN" sz="1500" b="1" kern="1200"/>
            <a:t>Xác minh giao dịch</a:t>
          </a:r>
          <a:r>
            <a:rPr lang="vi-VN" sz="1500" kern="1200"/>
            <a:t>: Validator xác minh giao dịch mới.</a:t>
          </a:r>
          <a:endParaRPr lang="en-US" sz="1500" kern="1200"/>
        </a:p>
      </dsp:txBody>
      <dsp:txXfrm>
        <a:off x="5126411" y="558354"/>
        <a:ext cx="2081658" cy="1248995"/>
      </dsp:txXfrm>
    </dsp:sp>
    <dsp:sp modelId="{676DE3E3-FCA9-43EB-9823-1820218418A5}">
      <dsp:nvSpPr>
        <dsp:cNvPr id="0" name=""/>
        <dsp:cNvSpPr/>
      </dsp:nvSpPr>
      <dsp:spPr>
        <a:xfrm>
          <a:off x="2085388" y="2864909"/>
          <a:ext cx="448181" cy="91440"/>
        </a:xfrm>
        <a:custGeom>
          <a:avLst/>
          <a:gdLst/>
          <a:ahLst/>
          <a:cxnLst/>
          <a:rect l="0" t="0" r="0" b="0"/>
          <a:pathLst>
            <a:path>
              <a:moveTo>
                <a:pt x="0" y="45720"/>
              </a:moveTo>
              <a:lnTo>
                <a:pt x="448181" y="45720"/>
              </a:lnTo>
            </a:path>
          </a:pathLst>
        </a:custGeom>
        <a:noFill/>
        <a:ln w="12700" cap="rnd" cmpd="sng" algn="ctr">
          <a:solidFill>
            <a:schemeClr val="accent2">
              <a:hueOff val="-2223214"/>
              <a:satOff val="10650"/>
              <a:lumOff val="9853"/>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297510" y="2908235"/>
        <a:ext cx="23939" cy="4787"/>
      </dsp:txXfrm>
    </dsp:sp>
    <dsp:sp modelId="{BEBB91B7-8737-4BBE-9079-A8B82BB31B62}">
      <dsp:nvSpPr>
        <dsp:cNvPr id="0" name=""/>
        <dsp:cNvSpPr/>
      </dsp:nvSpPr>
      <dsp:spPr>
        <a:xfrm>
          <a:off x="5529" y="2286131"/>
          <a:ext cx="2081658" cy="1248995"/>
        </a:xfrm>
        <a:prstGeom prst="rect">
          <a:avLst/>
        </a:prstGeom>
        <a:solidFill>
          <a:schemeClr val="accent2">
            <a:hueOff val="-1778572"/>
            <a:satOff val="8520"/>
            <a:lumOff val="7882"/>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003" tIns="107070" rIns="102003" bIns="107070" numCol="1" spcCol="1270" anchor="ctr" anchorCtr="0">
          <a:noAutofit/>
        </a:bodyPr>
        <a:lstStyle/>
        <a:p>
          <a:pPr marL="0" lvl="0" indent="0" algn="ctr" defTabSz="666750">
            <a:lnSpc>
              <a:spcPct val="90000"/>
            </a:lnSpc>
            <a:spcBef>
              <a:spcPct val="0"/>
            </a:spcBef>
            <a:spcAft>
              <a:spcPct val="35000"/>
            </a:spcAft>
            <a:buNone/>
          </a:pPr>
          <a:r>
            <a:rPr lang="vi-VN" sz="1500" b="1" kern="1200"/>
            <a:t>Tạo block mới</a:t>
          </a:r>
          <a:r>
            <a:rPr lang="vi-VN" sz="1500" kern="1200"/>
            <a:t>: Validator tạo block và đưa vào blockchain.</a:t>
          </a:r>
          <a:endParaRPr lang="en-US" sz="1500" kern="1200"/>
        </a:p>
      </dsp:txBody>
      <dsp:txXfrm>
        <a:off x="5529" y="2286131"/>
        <a:ext cx="2081658" cy="1248995"/>
      </dsp:txXfrm>
    </dsp:sp>
    <dsp:sp modelId="{07A9E8D6-4FDE-435A-9489-00F588223162}">
      <dsp:nvSpPr>
        <dsp:cNvPr id="0" name=""/>
        <dsp:cNvSpPr/>
      </dsp:nvSpPr>
      <dsp:spPr>
        <a:xfrm>
          <a:off x="4645829" y="2864909"/>
          <a:ext cx="448181" cy="91440"/>
        </a:xfrm>
        <a:custGeom>
          <a:avLst/>
          <a:gdLst/>
          <a:ahLst/>
          <a:cxnLst/>
          <a:rect l="0" t="0" r="0" b="0"/>
          <a:pathLst>
            <a:path>
              <a:moveTo>
                <a:pt x="0" y="45720"/>
              </a:moveTo>
              <a:lnTo>
                <a:pt x="448181" y="45720"/>
              </a:lnTo>
            </a:path>
          </a:pathLst>
        </a:custGeom>
        <a:noFill/>
        <a:ln w="12700" cap="rnd" cmpd="sng" algn="ctr">
          <a:solidFill>
            <a:schemeClr val="accent2">
              <a:hueOff val="-2964286"/>
              <a:satOff val="14200"/>
              <a:lumOff val="13137"/>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857950" y="2908235"/>
        <a:ext cx="23939" cy="4787"/>
      </dsp:txXfrm>
    </dsp:sp>
    <dsp:sp modelId="{8152A9FA-BCA5-4764-96E9-2A6DC9731A2D}">
      <dsp:nvSpPr>
        <dsp:cNvPr id="0" name=""/>
        <dsp:cNvSpPr/>
      </dsp:nvSpPr>
      <dsp:spPr>
        <a:xfrm>
          <a:off x="2565970" y="2286131"/>
          <a:ext cx="2081658" cy="1248995"/>
        </a:xfrm>
        <a:prstGeom prst="rect">
          <a:avLst/>
        </a:prstGeom>
        <a:solidFill>
          <a:schemeClr val="accent2">
            <a:hueOff val="-2371429"/>
            <a:satOff val="11360"/>
            <a:lumOff val="1051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003" tIns="107070" rIns="102003" bIns="107070" numCol="1" spcCol="1270" anchor="ctr" anchorCtr="0">
          <a:noAutofit/>
        </a:bodyPr>
        <a:lstStyle/>
        <a:p>
          <a:pPr marL="0" lvl="0" indent="0" algn="ctr" defTabSz="666750">
            <a:lnSpc>
              <a:spcPct val="90000"/>
            </a:lnSpc>
            <a:spcBef>
              <a:spcPct val="0"/>
            </a:spcBef>
            <a:spcAft>
              <a:spcPct val="35000"/>
            </a:spcAft>
            <a:buNone/>
          </a:pPr>
          <a:r>
            <a:rPr lang="vi-VN" sz="1500" b="1" kern="1200"/>
            <a:t>Cập nhật blockchain</a:t>
          </a:r>
          <a:r>
            <a:rPr lang="vi-VN" sz="1500" kern="1200"/>
            <a:t>: Block mới được đồng bộ đến toàn mạng.</a:t>
          </a:r>
          <a:endParaRPr lang="en-US" sz="1500" kern="1200"/>
        </a:p>
      </dsp:txBody>
      <dsp:txXfrm>
        <a:off x="2565970" y="2286131"/>
        <a:ext cx="2081658" cy="1248995"/>
      </dsp:txXfrm>
    </dsp:sp>
    <dsp:sp modelId="{F3633A49-19D3-4D6C-8DCD-FC1C038A804A}">
      <dsp:nvSpPr>
        <dsp:cNvPr id="0" name=""/>
        <dsp:cNvSpPr/>
      </dsp:nvSpPr>
      <dsp:spPr>
        <a:xfrm>
          <a:off x="5126411" y="2286131"/>
          <a:ext cx="2081658" cy="1248995"/>
        </a:xfrm>
        <a:prstGeom prst="rect">
          <a:avLst/>
        </a:prstGeom>
        <a:solidFill>
          <a:schemeClr val="accent2">
            <a:hueOff val="-2964286"/>
            <a:satOff val="14200"/>
            <a:lumOff val="13137"/>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003" tIns="107070" rIns="102003" bIns="107070" numCol="1" spcCol="1270" anchor="ctr" anchorCtr="0">
          <a:noAutofit/>
        </a:bodyPr>
        <a:lstStyle/>
        <a:p>
          <a:pPr marL="0" lvl="0" indent="0" algn="ctr" defTabSz="666750">
            <a:lnSpc>
              <a:spcPct val="90000"/>
            </a:lnSpc>
            <a:spcBef>
              <a:spcPct val="0"/>
            </a:spcBef>
            <a:spcAft>
              <a:spcPct val="35000"/>
            </a:spcAft>
            <a:buNone/>
          </a:pPr>
          <a:r>
            <a:rPr lang="vi-VN" sz="1500" b="1" kern="1200"/>
            <a:t>Phần thưởng</a:t>
          </a:r>
          <a:r>
            <a:rPr lang="vi-VN" sz="1500" kern="1200"/>
            <a:t>: Validator nhận thưởng tương ứng với lượng token đã stake.</a:t>
          </a:r>
          <a:endParaRPr lang="en-US" sz="1500" kern="1200"/>
        </a:p>
      </dsp:txBody>
      <dsp:txXfrm>
        <a:off x="5126411" y="2286131"/>
        <a:ext cx="2081658" cy="1248995"/>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266566-7A24-4F47-8891-336D85ABF6AD}" type="datetimeFigureOut">
              <a:rPr lang="en-US" smtClean="0"/>
              <a:t>3/8/2026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8CDF8D-5C21-4928-9526-E1AB71FBFE7D}" type="slidenum">
              <a:rPr lang="en-US" smtClean="0"/>
              <a:t>‹#›</a:t>
            </a:fld>
            <a:endParaRPr lang="en-US"/>
          </a:p>
        </p:txBody>
      </p:sp>
    </p:spTree>
    <p:extLst>
      <p:ext uri="{BB962C8B-B14F-4D97-AF65-F5344CB8AC3E}">
        <p14:creationId xmlns:p14="http://schemas.microsoft.com/office/powerpoint/2010/main" val="31765784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D8CDF8D-5C21-4928-9526-E1AB71FBFE7D}" type="slidenum">
              <a:rPr lang="en-US" smtClean="0"/>
              <a:t>1</a:t>
            </a:fld>
            <a:endParaRPr lang="en-US"/>
          </a:p>
        </p:txBody>
      </p:sp>
    </p:spTree>
    <p:extLst>
      <p:ext uri="{BB962C8B-B14F-4D97-AF65-F5344CB8AC3E}">
        <p14:creationId xmlns:p14="http://schemas.microsoft.com/office/powerpoint/2010/main" val="34114080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A3D28-0405-11F6-2563-9C14DEDD5A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E8AA72-D2D2-6BE8-97D6-A72ED0E795AB}"/>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E0B40B28-6E1F-3F00-BB78-6D0F6D69ABD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C7AD6C2-A15F-B9C9-6BAC-48F3B536F1F4}"/>
              </a:ext>
            </a:extLst>
          </p:cNvPr>
          <p:cNvSpPr>
            <a:spLocks noGrp="1"/>
          </p:cNvSpPr>
          <p:nvPr>
            <p:ph type="sldNum" sz="quarter" idx="5"/>
          </p:nvPr>
        </p:nvSpPr>
        <p:spPr/>
        <p:txBody>
          <a:bodyPr/>
          <a:lstStyle/>
          <a:p>
            <a:fld id="{5D8CDF8D-5C21-4928-9526-E1AB71FBFE7D}" type="slidenum">
              <a:rPr lang="en-US" smtClean="0"/>
              <a:t>2</a:t>
            </a:fld>
            <a:endParaRPr lang="en-US"/>
          </a:p>
        </p:txBody>
      </p:sp>
    </p:spTree>
    <p:extLst>
      <p:ext uri="{BB962C8B-B14F-4D97-AF65-F5344CB8AC3E}">
        <p14:creationId xmlns:p14="http://schemas.microsoft.com/office/powerpoint/2010/main" val="19693680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D8CDF8D-5C21-4928-9526-E1AB71FBFE7D}" type="slidenum">
              <a:rPr lang="en-US" smtClean="0"/>
              <a:t>3</a:t>
            </a:fld>
            <a:endParaRPr lang="en-US"/>
          </a:p>
        </p:txBody>
      </p:sp>
    </p:spTree>
    <p:extLst>
      <p:ext uri="{BB962C8B-B14F-4D97-AF65-F5344CB8AC3E}">
        <p14:creationId xmlns:p14="http://schemas.microsoft.com/office/powerpoint/2010/main" val="24665365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058217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166819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454789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3/8/2026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033798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3/8/2026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929785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3/8/2026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911201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536342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050614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507698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36276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4131431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569903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9643214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543295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140805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914687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3/8/2026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426724389"/>
      </p:ext>
    </p:extLst>
  </p:cSld>
  <p:clrMap bg1="lt1" tx1="dk1" bg2="lt2" tx2="dk2" accent1="accent1" accent2="accent2" accent3="accent3" accent4="accent4" accent5="accent5" accent6="accent6" hlink="hlink" folHlink="folHlink"/>
  <p:sldLayoutIdLst>
    <p:sldLayoutId id="2147484041" r:id="rId1"/>
    <p:sldLayoutId id="2147484042" r:id="rId2"/>
    <p:sldLayoutId id="2147484043" r:id="rId3"/>
    <p:sldLayoutId id="2147484044" r:id="rId4"/>
    <p:sldLayoutId id="2147484045" r:id="rId5"/>
    <p:sldLayoutId id="2147484046" r:id="rId6"/>
    <p:sldLayoutId id="2147484047" r:id="rId7"/>
    <p:sldLayoutId id="2147484048" r:id="rId8"/>
    <p:sldLayoutId id="2147484049" r:id="rId9"/>
    <p:sldLayoutId id="2147484050" r:id="rId10"/>
    <p:sldLayoutId id="2147484051" r:id="rId11"/>
    <p:sldLayoutId id="2147484052" r:id="rId12"/>
    <p:sldLayoutId id="2147484053" r:id="rId13"/>
    <p:sldLayoutId id="2147484054" r:id="rId14"/>
    <p:sldLayoutId id="2147484055" r:id="rId15"/>
    <p:sldLayoutId id="214748405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228C01EB-BEB8-97B6-AD13-DB3B525333FC}"/>
              </a:ext>
            </a:extLst>
          </p:cNvPr>
          <p:cNvSpPr txBox="1"/>
          <p:nvPr/>
        </p:nvSpPr>
        <p:spPr>
          <a:xfrm>
            <a:off x="1370654" y="28254"/>
            <a:ext cx="8149072" cy="1251625"/>
          </a:xfrm>
          <a:prstGeom prst="rect">
            <a:avLst/>
          </a:prstGeom>
          <a:noFill/>
        </p:spPr>
        <p:txBody>
          <a:bodyPr wrap="square">
            <a:spAutoFit/>
          </a:bodyPr>
          <a:lstStyle/>
          <a:p>
            <a:pPr algn="ctr">
              <a:lnSpc>
                <a:spcPts val="4850"/>
              </a:lnSpc>
            </a:pPr>
            <a:r>
              <a:rPr lang="en-US" sz="2000" dirty="0">
                <a:solidFill>
                  <a:srgbClr val="9C9283"/>
                </a:solidFill>
                <a:latin typeface="Noto Serif "/>
                <a:ea typeface="Noto Serif Medium" pitchFamily="34" charset="-122"/>
                <a:cs typeface="Noto Serif Medium" pitchFamily="34" charset="-120"/>
              </a:rPr>
              <a:t>BÁO CÁO BÀI TẬP LỚN </a:t>
            </a:r>
          </a:p>
          <a:p>
            <a:pPr algn="ctr">
              <a:lnSpc>
                <a:spcPts val="4850"/>
              </a:lnSpc>
            </a:pPr>
            <a:r>
              <a:rPr lang="en-US" sz="2000" dirty="0">
                <a:solidFill>
                  <a:srgbClr val="9C9283"/>
                </a:solidFill>
                <a:latin typeface="Noto Serif "/>
                <a:ea typeface="Noto Serif Medium" pitchFamily="34" charset="-122"/>
              </a:rPr>
              <a:t>AN TOÀN BẢO MẬT THÔNG TIN</a:t>
            </a:r>
            <a:endParaRPr lang="en-US" sz="2000" dirty="0">
              <a:latin typeface="Noto Serif "/>
            </a:endParaRPr>
          </a:p>
        </p:txBody>
      </p:sp>
      <p:pic>
        <p:nvPicPr>
          <p:cNvPr id="16" name="Picture 15" descr="Icon&#10;&#10;Description automatically generated">
            <a:extLst>
              <a:ext uri="{FF2B5EF4-FFF2-40B4-BE49-F238E27FC236}">
                <a16:creationId xmlns:a16="http://schemas.microsoft.com/office/drawing/2014/main" id="{4B4231CE-A398-F8BE-A738-07CAE8F2949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93046" y="1548910"/>
            <a:ext cx="1904291" cy="1880091"/>
          </a:xfrm>
          <a:prstGeom prst="rect">
            <a:avLst/>
          </a:prstGeom>
          <a:noFill/>
          <a:ln>
            <a:noFill/>
          </a:ln>
        </p:spPr>
      </p:pic>
      <p:sp>
        <p:nvSpPr>
          <p:cNvPr id="17" name="Text 1">
            <a:extLst>
              <a:ext uri="{FF2B5EF4-FFF2-40B4-BE49-F238E27FC236}">
                <a16:creationId xmlns:a16="http://schemas.microsoft.com/office/drawing/2014/main" id="{E250930A-E4FC-BB17-5A42-93B14BD61FED}"/>
              </a:ext>
            </a:extLst>
          </p:cNvPr>
          <p:cNvSpPr/>
          <p:nvPr/>
        </p:nvSpPr>
        <p:spPr>
          <a:xfrm>
            <a:off x="3331475" y="3674858"/>
            <a:ext cx="5612833" cy="395952"/>
          </a:xfrm>
          <a:prstGeom prst="rect">
            <a:avLst/>
          </a:prstGeom>
          <a:noFill/>
          <a:ln/>
        </p:spPr>
        <p:txBody>
          <a:bodyPr wrap="none" lIns="0" tIns="0" rIns="0" bIns="0" rtlCol="0" anchor="t"/>
          <a:lstStyle/>
          <a:p>
            <a:pPr>
              <a:lnSpc>
                <a:spcPts val="2500"/>
              </a:lnSpc>
            </a:pPr>
            <a:r>
              <a:rPr lang="en-US" sz="2000" dirty="0">
                <a:solidFill>
                  <a:srgbClr val="3A3A3A"/>
                </a:solidFill>
                <a:latin typeface="Noto Serif" pitchFamily="34" charset="0"/>
                <a:ea typeface="Noto Serif" pitchFamily="34" charset="-122"/>
                <a:cs typeface="Noto Serif" pitchFamily="34" charset="-120"/>
              </a:rPr>
              <a:t>Đề tài: ỨNG DỤNG BLOCK CHAIN</a:t>
            </a:r>
            <a:endParaRPr lang="en-US" sz="2000" dirty="0"/>
          </a:p>
        </p:txBody>
      </p:sp>
      <p:sp>
        <p:nvSpPr>
          <p:cNvPr id="18" name="Text 2">
            <a:extLst>
              <a:ext uri="{FF2B5EF4-FFF2-40B4-BE49-F238E27FC236}">
                <a16:creationId xmlns:a16="http://schemas.microsoft.com/office/drawing/2014/main" id="{7D6914AD-DD6B-21CA-04E3-BB494B56BDDE}"/>
              </a:ext>
            </a:extLst>
          </p:cNvPr>
          <p:cNvSpPr/>
          <p:nvPr/>
        </p:nvSpPr>
        <p:spPr>
          <a:xfrm>
            <a:off x="3331475" y="4188606"/>
            <a:ext cx="5694373" cy="395952"/>
          </a:xfrm>
          <a:prstGeom prst="rect">
            <a:avLst/>
          </a:prstGeom>
          <a:noFill/>
          <a:ln/>
        </p:spPr>
        <p:txBody>
          <a:bodyPr wrap="none" lIns="0" tIns="0" rIns="0" bIns="0" rtlCol="0" anchor="t"/>
          <a:lstStyle/>
          <a:p>
            <a:pPr>
              <a:lnSpc>
                <a:spcPts val="2500"/>
              </a:lnSpc>
            </a:pPr>
            <a:r>
              <a:rPr lang="en-US" sz="2000" dirty="0">
                <a:solidFill>
                  <a:srgbClr val="6F7F71"/>
                </a:solidFill>
                <a:latin typeface="Noto Serif" pitchFamily="34" charset="0"/>
                <a:ea typeface="Noto Serif" pitchFamily="34" charset="-122"/>
                <a:cs typeface="Noto Serif" pitchFamily="34" charset="-120"/>
              </a:rPr>
              <a:t>Giảng viên hướng dẫn: Nguyễn Việt Nhật</a:t>
            </a:r>
            <a:endParaRPr lang="en-US" sz="2000" dirty="0"/>
          </a:p>
        </p:txBody>
      </p:sp>
      <p:sp>
        <p:nvSpPr>
          <p:cNvPr id="19" name="Text 5">
            <a:extLst>
              <a:ext uri="{FF2B5EF4-FFF2-40B4-BE49-F238E27FC236}">
                <a16:creationId xmlns:a16="http://schemas.microsoft.com/office/drawing/2014/main" id="{C1B0DA11-93E2-9A6C-EF0F-CD10A5E92261}"/>
              </a:ext>
            </a:extLst>
          </p:cNvPr>
          <p:cNvSpPr/>
          <p:nvPr/>
        </p:nvSpPr>
        <p:spPr>
          <a:xfrm>
            <a:off x="3716188" y="4699049"/>
            <a:ext cx="4338498" cy="466954"/>
          </a:xfrm>
          <a:prstGeom prst="rect">
            <a:avLst/>
          </a:prstGeom>
          <a:noFill/>
          <a:ln/>
        </p:spPr>
        <p:txBody>
          <a:bodyPr wrap="none" lIns="0" tIns="0" rIns="0" bIns="0" rtlCol="0" anchor="t"/>
          <a:lstStyle/>
          <a:p>
            <a:pPr>
              <a:lnSpc>
                <a:spcPts val="2500"/>
              </a:lnSpc>
            </a:pPr>
            <a:r>
              <a:rPr lang="en-US" sz="2000" dirty="0">
                <a:solidFill>
                  <a:srgbClr val="4C4C4C"/>
                </a:solidFill>
                <a:latin typeface="Noto Serif" pitchFamily="34" charset="0"/>
                <a:ea typeface="Noto Serif" pitchFamily="34" charset="-122"/>
                <a:cs typeface="Noto Serif" pitchFamily="34" charset="-120"/>
              </a:rPr>
              <a:t>Lớp học phần: 67CS </a:t>
            </a:r>
            <a:endParaRPr lang="en-US" sz="2000" dirty="0"/>
          </a:p>
        </p:txBody>
      </p:sp>
      <p:sp>
        <p:nvSpPr>
          <p:cNvPr id="20" name="Text 4">
            <a:extLst>
              <a:ext uri="{FF2B5EF4-FFF2-40B4-BE49-F238E27FC236}">
                <a16:creationId xmlns:a16="http://schemas.microsoft.com/office/drawing/2014/main" id="{3EE8848B-9E8F-AF20-BFBE-DB9A7AE4B24A}"/>
              </a:ext>
            </a:extLst>
          </p:cNvPr>
          <p:cNvSpPr/>
          <p:nvPr/>
        </p:nvSpPr>
        <p:spPr>
          <a:xfrm>
            <a:off x="5013382" y="5188039"/>
            <a:ext cx="3575213" cy="1575429"/>
          </a:xfrm>
          <a:prstGeom prst="rect">
            <a:avLst/>
          </a:prstGeom>
          <a:noFill/>
          <a:ln/>
        </p:spPr>
        <p:txBody>
          <a:bodyPr wrap="none" lIns="0" tIns="0" rIns="0" bIns="0" rtlCol="0" anchor="t"/>
          <a:lstStyle/>
          <a:p>
            <a:pPr>
              <a:lnSpc>
                <a:spcPts val="2500"/>
              </a:lnSpc>
            </a:pPr>
            <a:r>
              <a:rPr lang="en-US" dirty="0" err="1">
                <a:solidFill>
                  <a:srgbClr val="6F7F71"/>
                </a:solidFill>
                <a:latin typeface="Noto Serif" pitchFamily="34" charset="0"/>
                <a:ea typeface="Noto Serif" pitchFamily="34" charset="-122"/>
                <a:cs typeface="Noto Serif" pitchFamily="34" charset="-120"/>
              </a:rPr>
              <a:t>Trần</a:t>
            </a:r>
            <a:r>
              <a:rPr lang="en-US" dirty="0">
                <a:solidFill>
                  <a:srgbClr val="6F7F71"/>
                </a:solidFill>
                <a:latin typeface="Noto Serif" pitchFamily="34" charset="0"/>
                <a:ea typeface="Noto Serif" pitchFamily="34" charset="-122"/>
                <a:cs typeface="Noto Serif" pitchFamily="34" charset="-120"/>
              </a:rPr>
              <a:t> Nhật Minh - 0117967 </a:t>
            </a:r>
          </a:p>
          <a:p>
            <a:pPr>
              <a:lnSpc>
                <a:spcPts val="2500"/>
              </a:lnSpc>
            </a:pPr>
            <a:r>
              <a:rPr lang="en-US" dirty="0">
                <a:solidFill>
                  <a:srgbClr val="6F7F71"/>
                </a:solidFill>
                <a:latin typeface="Noto Serif" pitchFamily="34" charset="0"/>
                <a:ea typeface="Noto Serif" pitchFamily="34" charset="-122"/>
                <a:cs typeface="Noto Serif" pitchFamily="34" charset="-120"/>
              </a:rPr>
              <a:t>Nguyễn Quang Minh - 0038967</a:t>
            </a:r>
          </a:p>
          <a:p>
            <a:pPr>
              <a:lnSpc>
                <a:spcPts val="2500"/>
              </a:lnSpc>
            </a:pPr>
            <a:r>
              <a:rPr lang="en-US" dirty="0">
                <a:solidFill>
                  <a:srgbClr val="6F7F71"/>
                </a:solidFill>
                <a:latin typeface="Noto Serif" pitchFamily="34" charset="0"/>
                <a:ea typeface="Noto Serif" pitchFamily="34" charset="-122"/>
                <a:cs typeface="Noto Serif" pitchFamily="34" charset="-120"/>
              </a:rPr>
              <a:t>Nguyễn Văn Nam - 0055367 </a:t>
            </a:r>
          </a:p>
          <a:p>
            <a:pPr>
              <a:lnSpc>
                <a:spcPts val="2500"/>
              </a:lnSpc>
            </a:pPr>
            <a:r>
              <a:rPr lang="en-US" dirty="0">
                <a:solidFill>
                  <a:srgbClr val="6F7F71"/>
                </a:solidFill>
                <a:latin typeface="Noto Serif" pitchFamily="34" charset="0"/>
                <a:ea typeface="Noto Serif" pitchFamily="34" charset="-122"/>
                <a:cs typeface="Noto Serif" pitchFamily="34" charset="-120"/>
              </a:rPr>
              <a:t>Lâm Quang Huy - 0212267</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46237B4-B251-648B-A0F0-A45C2C7EBDF0}"/>
            </a:ext>
          </a:extLst>
        </p:cNvPr>
        <p:cNvGrpSpPr/>
        <p:nvPr/>
      </p:nvGrpSpPr>
      <p:grpSpPr>
        <a:xfrm>
          <a:off x="0" y="0"/>
          <a:ext cx="0" cy="0"/>
          <a:chOff x="0" y="0"/>
          <a:chExt cx="0" cy="0"/>
        </a:xfrm>
      </p:grpSpPr>
      <p:pic>
        <p:nvPicPr>
          <p:cNvPr id="4" name="Content Placeholder 3" descr="A diagram of a chain link between cubes&#10;&#10;Description automatically generated">
            <a:extLst>
              <a:ext uri="{FF2B5EF4-FFF2-40B4-BE49-F238E27FC236}">
                <a16:creationId xmlns:a16="http://schemas.microsoft.com/office/drawing/2014/main" id="{D71EA810-FD5A-14A2-E557-59418B3CA38D}"/>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bwMode="auto">
          <a:xfrm>
            <a:off x="2892690" y="580873"/>
            <a:ext cx="6116770" cy="1614237"/>
          </a:xfrm>
          <a:prstGeom prst="rect">
            <a:avLst/>
          </a:prstGeom>
          <a:noFill/>
        </p:spPr>
      </p:pic>
      <p:sp>
        <p:nvSpPr>
          <p:cNvPr id="6" name="TextBox 5">
            <a:extLst>
              <a:ext uri="{FF2B5EF4-FFF2-40B4-BE49-F238E27FC236}">
                <a16:creationId xmlns:a16="http://schemas.microsoft.com/office/drawing/2014/main" id="{652C39C6-17BF-7022-4EDB-63F15EDCAEBA}"/>
              </a:ext>
            </a:extLst>
          </p:cNvPr>
          <p:cNvSpPr txBox="1"/>
          <p:nvPr/>
        </p:nvSpPr>
        <p:spPr>
          <a:xfrm>
            <a:off x="1834845" y="212940"/>
            <a:ext cx="4584424" cy="687304"/>
          </a:xfrm>
          <a:prstGeom prst="rect">
            <a:avLst/>
          </a:prstGeom>
          <a:noFill/>
        </p:spPr>
        <p:txBody>
          <a:bodyPr wrap="square">
            <a:spAutoFit/>
          </a:bodyPr>
          <a:lstStyle/>
          <a:p>
            <a:pPr marL="342900" indent="-342900" algn="just">
              <a:lnSpc>
                <a:spcPct val="110000"/>
              </a:lnSpc>
              <a:spcBef>
                <a:spcPts val="1800"/>
              </a:spcBef>
              <a:spcAft>
                <a:spcPts val="400"/>
              </a:spcAft>
              <a:buFont typeface="+mj-lt"/>
              <a:buAutoNum type="romanUcPeriod"/>
            </a:pPr>
            <a:r>
              <a:rPr lang="en-US" b="1" kern="0" dirty="0" err="1">
                <a:solidFill>
                  <a:schemeClr val="accent1"/>
                </a:solidFill>
                <a:latin typeface="Times New Roman" panose="02020603050405020304" pitchFamily="18" charset="0"/>
                <a:ea typeface="Times New Roman" panose="02020603050405020304" pitchFamily="18" charset="0"/>
                <a:cs typeface="Times New Roman" panose="02020603050405020304" pitchFamily="18" charset="0"/>
              </a:rPr>
              <a:t>Tổng</a:t>
            </a:r>
            <a:r>
              <a:rPr lang="en-US" b="1" kern="0" dirty="0">
                <a:solidFill>
                  <a:schemeClr val="accent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b="1" kern="0" dirty="0" err="1">
                <a:solidFill>
                  <a:schemeClr val="accent1"/>
                </a:solidFill>
                <a:latin typeface="Times New Roman" panose="02020603050405020304" pitchFamily="18" charset="0"/>
                <a:ea typeface="Times New Roman" panose="02020603050405020304" pitchFamily="18" charset="0"/>
                <a:cs typeface="Times New Roman" panose="02020603050405020304" pitchFamily="18" charset="0"/>
              </a:rPr>
              <a:t>quan</a:t>
            </a:r>
            <a:r>
              <a:rPr lang="en-US" b="1" kern="0" dirty="0">
                <a:solidFill>
                  <a:schemeClr val="accent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b="1" kern="0" dirty="0" err="1">
                <a:solidFill>
                  <a:schemeClr val="accent1"/>
                </a:solidFill>
                <a:latin typeface="Times New Roman" panose="02020603050405020304" pitchFamily="18" charset="0"/>
                <a:ea typeface="Times New Roman" panose="02020603050405020304" pitchFamily="18" charset="0"/>
                <a:cs typeface="Times New Roman" panose="02020603050405020304" pitchFamily="18" charset="0"/>
              </a:rPr>
              <a:t>về</a:t>
            </a:r>
            <a:r>
              <a:rPr lang="en-US" b="1" kern="0" dirty="0">
                <a:solidFill>
                  <a:schemeClr val="accent1"/>
                </a:solidFill>
                <a:latin typeface="Times New Roman" panose="02020603050405020304" pitchFamily="18" charset="0"/>
                <a:ea typeface="Times New Roman" panose="02020603050405020304" pitchFamily="18" charset="0"/>
                <a:cs typeface="Times New Roman" panose="02020603050405020304" pitchFamily="18" charset="0"/>
              </a:rPr>
              <a:t> Blockchain </a:t>
            </a:r>
            <a:r>
              <a:rPr lang="en-US" b="1" kern="0" dirty="0" err="1">
                <a:solidFill>
                  <a:schemeClr val="accent1"/>
                </a:solidFill>
                <a:latin typeface="Times New Roman" panose="02020603050405020304" pitchFamily="18" charset="0"/>
                <a:ea typeface="Times New Roman" panose="02020603050405020304" pitchFamily="18" charset="0"/>
                <a:cs typeface="Times New Roman" panose="02020603050405020304" pitchFamily="18" charset="0"/>
              </a:rPr>
              <a:t>và</a:t>
            </a:r>
            <a:r>
              <a:rPr lang="en-US" b="1" kern="0" dirty="0">
                <a:solidFill>
                  <a:schemeClr val="accent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b="1" kern="0" dirty="0" err="1">
                <a:solidFill>
                  <a:schemeClr val="accent1"/>
                </a:solidFill>
                <a:latin typeface="Times New Roman" panose="02020603050405020304" pitchFamily="18" charset="0"/>
                <a:ea typeface="Times New Roman" panose="02020603050405020304" pitchFamily="18" charset="0"/>
                <a:cs typeface="Times New Roman" panose="02020603050405020304" pitchFamily="18" charset="0"/>
              </a:rPr>
              <a:t>cơ</a:t>
            </a:r>
            <a:r>
              <a:rPr lang="en-US" b="1" kern="0" dirty="0">
                <a:solidFill>
                  <a:schemeClr val="accent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b="1" kern="0" dirty="0" err="1">
                <a:solidFill>
                  <a:schemeClr val="accent1"/>
                </a:solidFill>
                <a:latin typeface="Times New Roman" panose="02020603050405020304" pitchFamily="18" charset="0"/>
                <a:ea typeface="Times New Roman" panose="02020603050405020304" pitchFamily="18" charset="0"/>
                <a:cs typeface="Times New Roman" panose="02020603050405020304" pitchFamily="18" charset="0"/>
              </a:rPr>
              <a:t>chế</a:t>
            </a:r>
            <a:r>
              <a:rPr lang="en-US" b="1" kern="0" dirty="0">
                <a:solidFill>
                  <a:schemeClr val="accent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b="1" kern="0" dirty="0" err="1">
                <a:solidFill>
                  <a:schemeClr val="accent1"/>
                </a:solidFill>
                <a:latin typeface="Times New Roman" panose="02020603050405020304" pitchFamily="18" charset="0"/>
                <a:ea typeface="Times New Roman" panose="02020603050405020304" pitchFamily="18" charset="0"/>
                <a:cs typeface="Times New Roman" panose="02020603050405020304" pitchFamily="18" charset="0"/>
              </a:rPr>
              <a:t>bảo</a:t>
            </a:r>
            <a:r>
              <a:rPr lang="en-US" b="1" kern="0" dirty="0">
                <a:solidFill>
                  <a:schemeClr val="accent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b="1" kern="0" dirty="0" err="1">
                <a:solidFill>
                  <a:schemeClr val="accent1"/>
                </a:solidFill>
                <a:latin typeface="Times New Roman" panose="02020603050405020304" pitchFamily="18" charset="0"/>
                <a:ea typeface="Times New Roman" panose="02020603050405020304" pitchFamily="18" charset="0"/>
                <a:cs typeface="Times New Roman" panose="02020603050405020304" pitchFamily="18" charset="0"/>
              </a:rPr>
              <a:t>mật</a:t>
            </a:r>
            <a:endParaRPr lang="en-US" b="1" kern="0" dirty="0">
              <a:solidFill>
                <a:schemeClr val="accent1"/>
              </a:solidFill>
              <a:latin typeface="Aptos Display" panose="020B0004020202020204" pitchFamily="34" charset="0"/>
              <a:ea typeface="Times New Roman" panose="02020603050405020304" pitchFamily="18" charset="0"/>
              <a:cs typeface="Times New Roman" panose="02020603050405020304" pitchFamily="18" charset="0"/>
            </a:endParaRPr>
          </a:p>
        </p:txBody>
      </p:sp>
      <p:sp>
        <p:nvSpPr>
          <p:cNvPr id="22" name="Rectangle 2">
            <a:extLst>
              <a:ext uri="{FF2B5EF4-FFF2-40B4-BE49-F238E27FC236}">
                <a16:creationId xmlns:a16="http://schemas.microsoft.com/office/drawing/2014/main" id="{E0E83C6C-5502-677C-3665-8CA7C2BB473E}"/>
              </a:ext>
            </a:extLst>
          </p:cNvPr>
          <p:cNvSpPr>
            <a:spLocks noChangeArrowheads="1"/>
          </p:cNvSpPr>
          <p:nvPr/>
        </p:nvSpPr>
        <p:spPr bwMode="auto">
          <a:xfrm>
            <a:off x="1692275" y="2127656"/>
            <a:ext cx="8984596" cy="4616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lang="en-US" altLang="en-US" sz="1400" b="1" dirty="0">
                <a:latin typeface="Arial" panose="020B0604020202020204" pitchFamily="34" charset="0"/>
              </a:rPr>
              <a:t>Blockchain </a:t>
            </a:r>
            <a:r>
              <a:rPr lang="en-US" altLang="en-US" sz="1400" b="1" dirty="0" err="1">
                <a:latin typeface="Arial" panose="020B0604020202020204" pitchFamily="34" charset="0"/>
              </a:rPr>
              <a:t>là</a:t>
            </a:r>
            <a:r>
              <a:rPr lang="en-US" altLang="en-US" sz="1400" b="1" dirty="0">
                <a:latin typeface="Arial" panose="020B0604020202020204" pitchFamily="34" charset="0"/>
              </a:rPr>
              <a:t> </a:t>
            </a:r>
            <a:r>
              <a:rPr lang="en-US" altLang="en-US" sz="1400" b="1" dirty="0" err="1">
                <a:latin typeface="Arial" panose="020B0604020202020204" pitchFamily="34" charset="0"/>
              </a:rPr>
              <a:t>gì</a:t>
            </a:r>
            <a:r>
              <a:rPr lang="en-US" altLang="en-US" sz="1400" dirty="0">
                <a:latin typeface="Arial" panose="020B0604020202020204" pitchFamily="34" charset="0"/>
              </a:rPr>
              <a:t>: </a:t>
            </a:r>
            <a:r>
              <a:rPr lang="en-US" altLang="en-US" sz="1400" dirty="0" err="1">
                <a:latin typeface="Arial" panose="020B0604020202020204" pitchFamily="34" charset="0"/>
              </a:rPr>
              <a:t>Hệ</a:t>
            </a:r>
            <a:r>
              <a:rPr lang="en-US" altLang="en-US" sz="1400" dirty="0">
                <a:latin typeface="Arial" panose="020B0604020202020204" pitchFamily="34" charset="0"/>
              </a:rPr>
              <a:t> </a:t>
            </a:r>
            <a:r>
              <a:rPr lang="en-US" altLang="en-US" sz="1400" dirty="0" err="1">
                <a:latin typeface="Arial" panose="020B0604020202020204" pitchFamily="34" charset="0"/>
              </a:rPr>
              <a:t>thống</a:t>
            </a:r>
            <a:r>
              <a:rPr lang="en-US" altLang="en-US" sz="1400" dirty="0">
                <a:latin typeface="Arial" panose="020B0604020202020204" pitchFamily="34" charset="0"/>
              </a:rPr>
              <a:t> </a:t>
            </a:r>
            <a:r>
              <a:rPr lang="en-US" altLang="en-US" sz="1400" dirty="0" err="1">
                <a:latin typeface="Arial" panose="020B0604020202020204" pitchFamily="34" charset="0"/>
              </a:rPr>
              <a:t>cơ</a:t>
            </a:r>
            <a:r>
              <a:rPr lang="en-US" altLang="en-US" sz="1400" dirty="0">
                <a:latin typeface="Arial" panose="020B0604020202020204" pitchFamily="34" charset="0"/>
              </a:rPr>
              <a:t> </a:t>
            </a:r>
            <a:r>
              <a:rPr lang="en-US" altLang="en-US" sz="1400" dirty="0" err="1">
                <a:latin typeface="Arial" panose="020B0604020202020204" pitchFamily="34" charset="0"/>
              </a:rPr>
              <a:t>sở</a:t>
            </a:r>
            <a:r>
              <a:rPr lang="en-US" altLang="en-US" sz="1400" dirty="0">
                <a:latin typeface="Arial" panose="020B0604020202020204" pitchFamily="34" charset="0"/>
              </a:rPr>
              <a:t> </a:t>
            </a:r>
            <a:r>
              <a:rPr lang="en-US" altLang="en-US" sz="1400" dirty="0" err="1">
                <a:latin typeface="Arial" panose="020B0604020202020204" pitchFamily="34" charset="0"/>
              </a:rPr>
              <a:t>dữ</a:t>
            </a:r>
            <a:r>
              <a:rPr lang="en-US" altLang="en-US" sz="1400" dirty="0">
                <a:latin typeface="Arial" panose="020B0604020202020204" pitchFamily="34" charset="0"/>
              </a:rPr>
              <a:t> </a:t>
            </a:r>
            <a:r>
              <a:rPr lang="en-US" altLang="en-US" sz="1400" dirty="0" err="1">
                <a:latin typeface="Arial" panose="020B0604020202020204" pitchFamily="34" charset="0"/>
              </a:rPr>
              <a:t>liệu</a:t>
            </a:r>
            <a:r>
              <a:rPr lang="en-US" altLang="en-US" sz="1400" dirty="0">
                <a:latin typeface="Arial" panose="020B0604020202020204" pitchFamily="34" charset="0"/>
              </a:rPr>
              <a:t> </a:t>
            </a:r>
            <a:r>
              <a:rPr lang="en-US" altLang="en-US" sz="1400" dirty="0" err="1">
                <a:latin typeface="Arial" panose="020B0604020202020204" pitchFamily="34" charset="0"/>
              </a:rPr>
              <a:t>phân</a:t>
            </a:r>
            <a:r>
              <a:rPr lang="en-US" altLang="en-US" sz="1400" dirty="0">
                <a:latin typeface="Arial" panose="020B0604020202020204" pitchFamily="34" charset="0"/>
              </a:rPr>
              <a:t> </a:t>
            </a:r>
            <a:r>
              <a:rPr lang="en-US" altLang="en-US" sz="1400" dirty="0" err="1">
                <a:latin typeface="Arial" panose="020B0604020202020204" pitchFamily="34" charset="0"/>
              </a:rPr>
              <a:t>tán</a:t>
            </a:r>
            <a:r>
              <a:rPr lang="en-US" altLang="en-US" sz="1400" dirty="0">
                <a:latin typeface="Arial" panose="020B0604020202020204" pitchFamily="34" charset="0"/>
              </a:rPr>
              <a:t> (Distributed Ledger Technology – DLT), </a:t>
            </a:r>
            <a:r>
              <a:rPr lang="en-US" altLang="en-US" sz="1400" dirty="0" err="1">
                <a:latin typeface="Arial" panose="020B0604020202020204" pitchFamily="34" charset="0"/>
              </a:rPr>
              <a:t>nơi</a:t>
            </a:r>
            <a:r>
              <a:rPr lang="en-US" altLang="en-US" sz="1400" dirty="0">
                <a:latin typeface="Arial" panose="020B0604020202020204" pitchFamily="34" charset="0"/>
              </a:rPr>
              <a:t> </a:t>
            </a:r>
            <a:r>
              <a:rPr lang="en-US" altLang="en-US" sz="1400" dirty="0" err="1">
                <a:latin typeface="Arial" panose="020B0604020202020204" pitchFamily="34" charset="0"/>
              </a:rPr>
              <a:t>dữ</a:t>
            </a:r>
            <a:r>
              <a:rPr lang="en-US" altLang="en-US" sz="1400" dirty="0">
                <a:latin typeface="Arial" panose="020B0604020202020204" pitchFamily="34" charset="0"/>
              </a:rPr>
              <a:t> </a:t>
            </a:r>
            <a:r>
              <a:rPr lang="en-US" altLang="en-US" sz="1400" dirty="0" err="1">
                <a:latin typeface="Arial" panose="020B0604020202020204" pitchFamily="34" charset="0"/>
              </a:rPr>
              <a:t>liệu</a:t>
            </a:r>
            <a:r>
              <a:rPr lang="en-US" altLang="en-US" sz="1400" dirty="0">
                <a:latin typeface="Arial" panose="020B0604020202020204" pitchFamily="34" charset="0"/>
              </a:rPr>
              <a:t> </a:t>
            </a:r>
            <a:r>
              <a:rPr lang="en-US" altLang="en-US" sz="1400" dirty="0" err="1">
                <a:latin typeface="Arial" panose="020B0604020202020204" pitchFamily="34" charset="0"/>
              </a:rPr>
              <a:t>không</a:t>
            </a:r>
            <a:r>
              <a:rPr lang="en-US" altLang="en-US" sz="1400" dirty="0">
                <a:latin typeface="Arial" panose="020B0604020202020204" pitchFamily="34" charset="0"/>
              </a:rPr>
              <a:t> </a:t>
            </a:r>
            <a:r>
              <a:rPr lang="en-US" altLang="en-US" sz="1400" dirty="0" err="1">
                <a:latin typeface="Arial" panose="020B0604020202020204" pitchFamily="34" charset="0"/>
              </a:rPr>
              <a:t>tập</a:t>
            </a:r>
            <a:r>
              <a:rPr lang="en-US" altLang="en-US" sz="1400" dirty="0">
                <a:latin typeface="Arial" panose="020B0604020202020204" pitchFamily="34" charset="0"/>
              </a:rPr>
              <a:t> </a:t>
            </a:r>
            <a:r>
              <a:rPr lang="en-US" altLang="en-US" sz="1400" dirty="0" err="1">
                <a:latin typeface="Arial" panose="020B0604020202020204" pitchFamily="34" charset="0"/>
              </a:rPr>
              <a:t>trung</a:t>
            </a:r>
            <a:r>
              <a:rPr lang="en-US" altLang="en-US" sz="1400" dirty="0">
                <a:latin typeface="Arial" panose="020B0604020202020204" pitchFamily="34" charset="0"/>
              </a:rPr>
              <a:t> </a:t>
            </a:r>
            <a:r>
              <a:rPr lang="en-US" altLang="en-US" sz="1400" dirty="0" err="1">
                <a:latin typeface="Arial" panose="020B0604020202020204" pitchFamily="34" charset="0"/>
              </a:rPr>
              <a:t>mà</a:t>
            </a:r>
            <a:r>
              <a:rPr lang="en-US" altLang="en-US" sz="1400" dirty="0">
                <a:latin typeface="Arial" panose="020B0604020202020204" pitchFamily="34" charset="0"/>
              </a:rPr>
              <a:t> </a:t>
            </a:r>
            <a:r>
              <a:rPr lang="en-US" altLang="en-US" sz="1400" dirty="0" err="1">
                <a:latin typeface="Arial" panose="020B0604020202020204" pitchFamily="34" charset="0"/>
              </a:rPr>
              <a:t>phân</a:t>
            </a:r>
            <a:r>
              <a:rPr lang="en-US" altLang="en-US" sz="1400" dirty="0">
                <a:latin typeface="Arial" panose="020B0604020202020204" pitchFamily="34" charset="0"/>
              </a:rPr>
              <a:t> </a:t>
            </a:r>
            <a:r>
              <a:rPr lang="en-US" altLang="en-US" sz="1400" dirty="0" err="1">
                <a:latin typeface="Arial" panose="020B0604020202020204" pitchFamily="34" charset="0"/>
              </a:rPr>
              <a:t>phối</a:t>
            </a:r>
            <a:r>
              <a:rPr lang="en-US" altLang="en-US" sz="1400" dirty="0">
                <a:latin typeface="Arial" panose="020B0604020202020204" pitchFamily="34" charset="0"/>
              </a:rPr>
              <a:t> </a:t>
            </a:r>
            <a:r>
              <a:rPr lang="en-US" altLang="en-US" sz="1400" dirty="0" err="1">
                <a:latin typeface="Arial" panose="020B0604020202020204" pitchFamily="34" charset="0"/>
              </a:rPr>
              <a:t>trên</a:t>
            </a:r>
            <a:r>
              <a:rPr lang="en-US" altLang="en-US" sz="1400" dirty="0">
                <a:latin typeface="Arial" panose="020B0604020202020204" pitchFamily="34" charset="0"/>
              </a:rPr>
              <a:t> </a:t>
            </a:r>
            <a:r>
              <a:rPr lang="en-US" altLang="en-US" sz="1400" dirty="0" err="1">
                <a:latin typeface="Arial" panose="020B0604020202020204" pitchFamily="34" charset="0"/>
              </a:rPr>
              <a:t>nhiều</a:t>
            </a:r>
            <a:r>
              <a:rPr lang="en-US" altLang="en-US" sz="1400" dirty="0">
                <a:latin typeface="Arial" panose="020B0604020202020204" pitchFamily="34" charset="0"/>
              </a:rPr>
              <a:t> </a:t>
            </a:r>
            <a:r>
              <a:rPr lang="en-US" altLang="en-US" sz="1400" dirty="0" err="1">
                <a:latin typeface="Arial" panose="020B0604020202020204" pitchFamily="34" charset="0"/>
              </a:rPr>
              <a:t>nút</a:t>
            </a:r>
            <a:r>
              <a:rPr lang="en-US" altLang="en-US" sz="1400" dirty="0">
                <a:latin typeface="Arial" panose="020B0604020202020204" pitchFamily="34" charset="0"/>
              </a:rPr>
              <a:t> </a:t>
            </a:r>
            <a:r>
              <a:rPr lang="en-US" altLang="en-US" sz="1400" dirty="0" err="1">
                <a:latin typeface="Arial" panose="020B0604020202020204" pitchFamily="34" charset="0"/>
              </a:rPr>
              <a:t>mạng</a:t>
            </a:r>
            <a:r>
              <a:rPr lang="en-US" altLang="en-US" sz="1400" dirty="0">
                <a:latin typeface="Arial" panose="020B0604020202020204" pitchFamily="34" charset="0"/>
              </a:rPr>
              <a:t>, </a:t>
            </a:r>
            <a:r>
              <a:rPr lang="en-US" altLang="en-US" sz="1400" dirty="0" err="1">
                <a:latin typeface="Arial" panose="020B0604020202020204" pitchFamily="34" charset="0"/>
              </a:rPr>
              <a:t>được</a:t>
            </a:r>
            <a:r>
              <a:rPr lang="en-US" altLang="en-US" sz="1400" dirty="0">
                <a:latin typeface="Arial" panose="020B0604020202020204" pitchFamily="34" charset="0"/>
              </a:rPr>
              <a:t> </a:t>
            </a:r>
            <a:r>
              <a:rPr lang="en-US" altLang="en-US" sz="1400" dirty="0" err="1">
                <a:latin typeface="Arial" panose="020B0604020202020204" pitchFamily="34" charset="0"/>
              </a:rPr>
              <a:t>duy</a:t>
            </a:r>
            <a:r>
              <a:rPr lang="en-US" altLang="en-US" sz="1400" dirty="0">
                <a:latin typeface="Arial" panose="020B0604020202020204" pitchFamily="34" charset="0"/>
              </a:rPr>
              <a:t> </a:t>
            </a:r>
            <a:r>
              <a:rPr lang="en-US" altLang="en-US" sz="1400" dirty="0" err="1">
                <a:latin typeface="Arial" panose="020B0604020202020204" pitchFamily="34" charset="0"/>
              </a:rPr>
              <a:t>trì</a:t>
            </a:r>
            <a:r>
              <a:rPr lang="en-US" altLang="en-US" sz="1400" dirty="0">
                <a:latin typeface="Arial" panose="020B0604020202020204" pitchFamily="34" charset="0"/>
              </a:rPr>
              <a:t> </a:t>
            </a:r>
            <a:r>
              <a:rPr lang="en-US" altLang="en-US" sz="1400" dirty="0" err="1">
                <a:latin typeface="Arial" panose="020B0604020202020204" pitchFamily="34" charset="0"/>
              </a:rPr>
              <a:t>minh</a:t>
            </a:r>
            <a:r>
              <a:rPr lang="en-US" altLang="en-US" sz="1400" dirty="0">
                <a:latin typeface="Arial" panose="020B0604020202020204" pitchFamily="34" charset="0"/>
              </a:rPr>
              <a:t> </a:t>
            </a:r>
            <a:r>
              <a:rPr lang="en-US" altLang="en-US" sz="1400" dirty="0" err="1">
                <a:latin typeface="Arial" panose="020B0604020202020204" pitchFamily="34" charset="0"/>
              </a:rPr>
              <a:t>bạch</a:t>
            </a:r>
            <a:r>
              <a:rPr lang="en-US" altLang="en-US" sz="1400" dirty="0">
                <a:latin typeface="Arial" panose="020B0604020202020204" pitchFamily="34" charset="0"/>
              </a:rPr>
              <a:t> </a:t>
            </a:r>
            <a:r>
              <a:rPr lang="en-US" altLang="en-US" sz="1400" dirty="0" err="1">
                <a:latin typeface="Arial" panose="020B0604020202020204" pitchFamily="34" charset="0"/>
              </a:rPr>
              <a:t>và</a:t>
            </a:r>
            <a:r>
              <a:rPr lang="en-US" altLang="en-US" sz="1400" dirty="0">
                <a:latin typeface="Arial" panose="020B0604020202020204" pitchFamily="34" charset="0"/>
              </a:rPr>
              <a:t> </a:t>
            </a:r>
            <a:r>
              <a:rPr lang="en-US" altLang="en-US" sz="1400" dirty="0" err="1">
                <a:latin typeface="Arial" panose="020B0604020202020204" pitchFamily="34" charset="0"/>
              </a:rPr>
              <a:t>đồng</a:t>
            </a:r>
            <a:r>
              <a:rPr lang="en-US" altLang="en-US" sz="1400" dirty="0">
                <a:latin typeface="Arial" panose="020B0604020202020204" pitchFamily="34" charset="0"/>
              </a:rPr>
              <a:t> </a:t>
            </a:r>
            <a:r>
              <a:rPr lang="en-US" altLang="en-US" sz="1400" dirty="0" err="1">
                <a:latin typeface="Arial" panose="020B0604020202020204" pitchFamily="34" charset="0"/>
              </a:rPr>
              <a:t>thuận</a:t>
            </a:r>
            <a:r>
              <a:rPr lang="en-US" altLang="en-US" sz="1400" dirty="0">
                <a:latin typeface="Arial" panose="020B0604020202020204" pitchFamily="34" charset="0"/>
              </a:rPr>
              <a:t>.</a:t>
            </a:r>
          </a:p>
          <a:p>
            <a:pPr defTabSz="914400" eaLnBrk="0" fontAlgn="base" hangingPunct="0">
              <a:spcBef>
                <a:spcPct val="0"/>
              </a:spcBef>
              <a:spcAft>
                <a:spcPct val="0"/>
              </a:spcAft>
            </a:pPr>
            <a:endParaRPr lang="en-US" altLang="en-US" sz="1400" dirty="0">
              <a:latin typeface="Arial" panose="020B0604020202020204" pitchFamily="34" charset="0"/>
            </a:endParaRPr>
          </a:p>
          <a:p>
            <a:pPr defTabSz="914400" eaLnBrk="0" fontAlgn="base" hangingPunct="0">
              <a:spcBef>
                <a:spcPct val="0"/>
              </a:spcBef>
              <a:spcAft>
                <a:spcPct val="0"/>
              </a:spcAft>
            </a:pPr>
            <a:endParaRPr lang="en-US" altLang="en-US" sz="1400" dirty="0">
              <a:latin typeface="Arial" panose="020B0604020202020204" pitchFamily="34" charset="0"/>
            </a:endParaRPr>
          </a:p>
          <a:p>
            <a:pPr defTabSz="914400" eaLnBrk="0" fontAlgn="base" hangingPunct="0">
              <a:spcBef>
                <a:spcPct val="0"/>
              </a:spcBef>
              <a:spcAft>
                <a:spcPct val="0"/>
              </a:spcAft>
            </a:pPr>
            <a:r>
              <a:rPr lang="en-US" altLang="en-US" sz="1400" b="1" dirty="0">
                <a:latin typeface="Arial" panose="020B0604020202020204" pitchFamily="34" charset="0"/>
              </a:rPr>
              <a:t> </a:t>
            </a:r>
            <a:r>
              <a:rPr lang="en-US" altLang="en-US" sz="1400" b="1" dirty="0" err="1">
                <a:latin typeface="Arial" panose="020B0604020202020204" pitchFamily="34" charset="0"/>
              </a:rPr>
              <a:t>Cấu</a:t>
            </a:r>
            <a:r>
              <a:rPr lang="en-US" altLang="en-US" sz="1400" b="1" dirty="0">
                <a:latin typeface="Arial" panose="020B0604020202020204" pitchFamily="34" charset="0"/>
              </a:rPr>
              <a:t> </a:t>
            </a:r>
            <a:r>
              <a:rPr lang="en-US" altLang="en-US" sz="1400" b="1" dirty="0" err="1">
                <a:latin typeface="Arial" panose="020B0604020202020204" pitchFamily="34" charset="0"/>
              </a:rPr>
              <a:t>trúc</a:t>
            </a:r>
            <a:r>
              <a:rPr lang="en-US" altLang="en-US" sz="1400" dirty="0">
                <a:latin typeface="Arial" panose="020B0604020202020204" pitchFamily="34" charset="0"/>
              </a:rPr>
              <a:t>: </a:t>
            </a:r>
            <a:r>
              <a:rPr lang="en-US" altLang="en-US" sz="1400" dirty="0" err="1">
                <a:latin typeface="Arial" panose="020B0604020202020204" pitchFamily="34" charset="0"/>
              </a:rPr>
              <a:t>Dữ</a:t>
            </a:r>
            <a:r>
              <a:rPr lang="en-US" altLang="en-US" sz="1400" dirty="0">
                <a:latin typeface="Arial" panose="020B0604020202020204" pitchFamily="34" charset="0"/>
              </a:rPr>
              <a:t> </a:t>
            </a:r>
            <a:r>
              <a:rPr lang="en-US" altLang="en-US" sz="1400" dirty="0" err="1">
                <a:latin typeface="Arial" panose="020B0604020202020204" pitchFamily="34" charset="0"/>
              </a:rPr>
              <a:t>liệu</a:t>
            </a:r>
            <a:r>
              <a:rPr lang="en-US" altLang="en-US" sz="1400" dirty="0">
                <a:latin typeface="Arial" panose="020B0604020202020204" pitchFamily="34" charset="0"/>
              </a:rPr>
              <a:t> </a:t>
            </a:r>
            <a:r>
              <a:rPr lang="en-US" altLang="en-US" sz="1400" dirty="0" err="1">
                <a:latin typeface="Arial" panose="020B0604020202020204" pitchFamily="34" charset="0"/>
              </a:rPr>
              <a:t>được</a:t>
            </a:r>
            <a:r>
              <a:rPr lang="en-US" altLang="en-US" sz="1400" dirty="0">
                <a:latin typeface="Arial" panose="020B0604020202020204" pitchFamily="34" charset="0"/>
              </a:rPr>
              <a:t> </a:t>
            </a:r>
            <a:r>
              <a:rPr lang="en-US" altLang="en-US" sz="1400" dirty="0" err="1">
                <a:latin typeface="Arial" panose="020B0604020202020204" pitchFamily="34" charset="0"/>
              </a:rPr>
              <a:t>ghi</a:t>
            </a:r>
            <a:r>
              <a:rPr lang="en-US" altLang="en-US" sz="1400" dirty="0">
                <a:latin typeface="Arial" panose="020B0604020202020204" pitchFamily="34" charset="0"/>
              </a:rPr>
              <a:t> </a:t>
            </a:r>
            <a:r>
              <a:rPr lang="en-US" altLang="en-US" sz="1400" dirty="0" err="1">
                <a:latin typeface="Arial" panose="020B0604020202020204" pitchFamily="34" charset="0"/>
              </a:rPr>
              <a:t>vào</a:t>
            </a:r>
            <a:r>
              <a:rPr lang="en-US" altLang="en-US" sz="1400" dirty="0">
                <a:latin typeface="Arial" panose="020B0604020202020204" pitchFamily="34" charset="0"/>
              </a:rPr>
              <a:t> </a:t>
            </a:r>
            <a:r>
              <a:rPr lang="en-US" altLang="en-US" sz="1400" dirty="0" err="1">
                <a:latin typeface="Arial" panose="020B0604020202020204" pitchFamily="34" charset="0"/>
              </a:rPr>
              <a:t>các</a:t>
            </a:r>
            <a:r>
              <a:rPr lang="en-US" altLang="en-US" sz="1400" dirty="0">
                <a:latin typeface="Arial" panose="020B0604020202020204" pitchFamily="34" charset="0"/>
              </a:rPr>
              <a:t> </a:t>
            </a:r>
            <a:r>
              <a:rPr lang="en-US" altLang="en-US" sz="1400" b="1" dirty="0" err="1">
                <a:latin typeface="Arial" panose="020B0604020202020204" pitchFamily="34" charset="0"/>
              </a:rPr>
              <a:t>khối</a:t>
            </a:r>
            <a:r>
              <a:rPr lang="en-US" altLang="en-US" sz="1400" b="1" dirty="0">
                <a:latin typeface="Arial" panose="020B0604020202020204" pitchFamily="34" charset="0"/>
              </a:rPr>
              <a:t> (block)</a:t>
            </a:r>
            <a:r>
              <a:rPr lang="en-US" altLang="en-US" sz="1400" dirty="0">
                <a:latin typeface="Arial" panose="020B0604020202020204" pitchFamily="34" charset="0"/>
              </a:rPr>
              <a:t>, </a:t>
            </a:r>
            <a:r>
              <a:rPr lang="en-US" altLang="en-US" sz="1400" dirty="0" err="1">
                <a:latin typeface="Arial" panose="020B0604020202020204" pitchFamily="34" charset="0"/>
              </a:rPr>
              <a:t>mỗi</a:t>
            </a:r>
            <a:r>
              <a:rPr lang="en-US" altLang="en-US" sz="1400" dirty="0">
                <a:latin typeface="Arial" panose="020B0604020202020204" pitchFamily="34" charset="0"/>
              </a:rPr>
              <a:t> </a:t>
            </a:r>
            <a:r>
              <a:rPr lang="en-US" altLang="en-US" sz="1400" dirty="0" err="1">
                <a:latin typeface="Arial" panose="020B0604020202020204" pitchFamily="34" charset="0"/>
              </a:rPr>
              <a:t>khối</a:t>
            </a:r>
            <a:r>
              <a:rPr lang="en-US" altLang="en-US" sz="1400" dirty="0">
                <a:latin typeface="Arial" panose="020B0604020202020204" pitchFamily="34" charset="0"/>
              </a:rPr>
              <a:t> </a:t>
            </a:r>
            <a:r>
              <a:rPr lang="en-US" altLang="en-US" sz="1400" dirty="0" err="1">
                <a:latin typeface="Arial" panose="020B0604020202020204" pitchFamily="34" charset="0"/>
              </a:rPr>
              <a:t>chứa</a:t>
            </a:r>
            <a:r>
              <a:rPr lang="en-US" altLang="en-US" sz="1400" dirty="0">
                <a:latin typeface="Arial" panose="020B0604020202020204" pitchFamily="34" charset="0"/>
              </a:rPr>
              <a:t>:</a:t>
            </a:r>
          </a:p>
          <a:p>
            <a:pPr defTabSz="914400" eaLnBrk="0" fontAlgn="base" hangingPunct="0">
              <a:spcBef>
                <a:spcPct val="0"/>
              </a:spcBef>
              <a:spcAft>
                <a:spcPct val="0"/>
              </a:spcAft>
            </a:pPr>
            <a:r>
              <a:rPr lang="en-US" altLang="en-US" sz="1400" dirty="0">
                <a:latin typeface="Arial" panose="020B0604020202020204" pitchFamily="34" charset="0"/>
              </a:rPr>
              <a:t>     - </a:t>
            </a:r>
            <a:r>
              <a:rPr lang="en-US" altLang="en-US" sz="1400" dirty="0" err="1">
                <a:latin typeface="Arial" panose="020B0604020202020204" pitchFamily="34" charset="0"/>
              </a:rPr>
              <a:t>Dữ</a:t>
            </a:r>
            <a:r>
              <a:rPr lang="en-US" altLang="en-US" sz="1400" dirty="0">
                <a:latin typeface="Arial" panose="020B0604020202020204" pitchFamily="34" charset="0"/>
              </a:rPr>
              <a:t> </a:t>
            </a:r>
            <a:r>
              <a:rPr lang="en-US" altLang="en-US" sz="1400" dirty="0" err="1">
                <a:latin typeface="Arial" panose="020B0604020202020204" pitchFamily="34" charset="0"/>
              </a:rPr>
              <a:t>liệu</a:t>
            </a:r>
            <a:r>
              <a:rPr lang="en-US" altLang="en-US" sz="1400" dirty="0">
                <a:latin typeface="Arial" panose="020B0604020202020204" pitchFamily="34" charset="0"/>
              </a:rPr>
              <a:t> </a:t>
            </a:r>
            <a:r>
              <a:rPr lang="en-US" altLang="en-US" sz="1400" dirty="0" err="1">
                <a:latin typeface="Arial" panose="020B0604020202020204" pitchFamily="34" charset="0"/>
              </a:rPr>
              <a:t>giao</a:t>
            </a:r>
            <a:r>
              <a:rPr lang="en-US" altLang="en-US" sz="1400" dirty="0">
                <a:latin typeface="Arial" panose="020B0604020202020204" pitchFamily="34" charset="0"/>
              </a:rPr>
              <a:t> </a:t>
            </a:r>
            <a:r>
              <a:rPr lang="en-US" altLang="en-US" sz="1400" dirty="0" err="1">
                <a:latin typeface="Arial" panose="020B0604020202020204" pitchFamily="34" charset="0"/>
              </a:rPr>
              <a:t>dịch</a:t>
            </a:r>
            <a:endParaRPr lang="en-US" altLang="en-US" sz="1400" dirty="0">
              <a:latin typeface="Arial" panose="020B0604020202020204" pitchFamily="34" charset="0"/>
            </a:endParaRPr>
          </a:p>
          <a:p>
            <a:pPr defTabSz="914400" eaLnBrk="0" fontAlgn="base" hangingPunct="0">
              <a:spcBef>
                <a:spcPct val="0"/>
              </a:spcBef>
              <a:spcAft>
                <a:spcPct val="0"/>
              </a:spcAft>
            </a:pPr>
            <a:r>
              <a:rPr lang="en-US" altLang="en-US" sz="1400" dirty="0">
                <a:latin typeface="Arial" panose="020B0604020202020204" pitchFamily="34" charset="0"/>
              </a:rPr>
              <a:t>     - </a:t>
            </a:r>
            <a:r>
              <a:rPr lang="en-US" altLang="en-US" sz="1400" dirty="0" err="1">
                <a:latin typeface="Arial" panose="020B0604020202020204" pitchFamily="34" charset="0"/>
              </a:rPr>
              <a:t>Thời</a:t>
            </a:r>
            <a:r>
              <a:rPr lang="en-US" altLang="en-US" sz="1400" dirty="0">
                <a:latin typeface="Arial" panose="020B0604020202020204" pitchFamily="34" charset="0"/>
              </a:rPr>
              <a:t> </a:t>
            </a:r>
            <a:r>
              <a:rPr lang="en-US" altLang="en-US" sz="1400" dirty="0" err="1">
                <a:latin typeface="Arial" panose="020B0604020202020204" pitchFamily="34" charset="0"/>
              </a:rPr>
              <a:t>gian</a:t>
            </a:r>
            <a:r>
              <a:rPr lang="en-US" altLang="en-US" sz="1400" dirty="0">
                <a:latin typeface="Arial" panose="020B0604020202020204" pitchFamily="34" charset="0"/>
              </a:rPr>
              <a:t> (timestamp)</a:t>
            </a:r>
          </a:p>
          <a:p>
            <a:pPr defTabSz="914400" eaLnBrk="0" fontAlgn="base" hangingPunct="0">
              <a:spcBef>
                <a:spcPct val="0"/>
              </a:spcBef>
              <a:spcAft>
                <a:spcPct val="0"/>
              </a:spcAft>
            </a:pPr>
            <a:r>
              <a:rPr lang="en-US" altLang="en-US" sz="1400" dirty="0">
                <a:latin typeface="Arial" panose="020B0604020202020204" pitchFamily="34" charset="0"/>
              </a:rPr>
              <a:t>      - </a:t>
            </a:r>
            <a:r>
              <a:rPr lang="en-US" altLang="en-US" sz="1400" dirty="0" err="1">
                <a:latin typeface="Arial" panose="020B0604020202020204" pitchFamily="34" charset="0"/>
              </a:rPr>
              <a:t>Giá</a:t>
            </a:r>
            <a:r>
              <a:rPr lang="en-US" altLang="en-US" sz="1400" dirty="0">
                <a:latin typeface="Arial" panose="020B0604020202020204" pitchFamily="34" charset="0"/>
              </a:rPr>
              <a:t> </a:t>
            </a:r>
            <a:r>
              <a:rPr lang="en-US" altLang="en-US" sz="1400" dirty="0" err="1">
                <a:latin typeface="Arial" panose="020B0604020202020204" pitchFamily="34" charset="0"/>
              </a:rPr>
              <a:t>trị</a:t>
            </a:r>
            <a:r>
              <a:rPr lang="en-US" altLang="en-US" sz="1400" dirty="0">
                <a:latin typeface="Arial" panose="020B0604020202020204" pitchFamily="34" charset="0"/>
              </a:rPr>
              <a:t> </a:t>
            </a:r>
            <a:r>
              <a:rPr lang="en-US" altLang="en-US" sz="1400" dirty="0" err="1">
                <a:latin typeface="Arial" panose="020B0604020202020204" pitchFamily="34" charset="0"/>
              </a:rPr>
              <a:t>băm</a:t>
            </a:r>
            <a:r>
              <a:rPr lang="en-US" altLang="en-US" sz="1400" dirty="0">
                <a:latin typeface="Arial" panose="020B0604020202020204" pitchFamily="34" charset="0"/>
              </a:rPr>
              <a:t> (hash) </a:t>
            </a:r>
            <a:r>
              <a:rPr lang="en-US" altLang="en-US" sz="1400" dirty="0" err="1">
                <a:latin typeface="Arial" panose="020B0604020202020204" pitchFamily="34" charset="0"/>
              </a:rPr>
              <a:t>của</a:t>
            </a:r>
            <a:r>
              <a:rPr lang="en-US" altLang="en-US" sz="1400" dirty="0">
                <a:latin typeface="Arial" panose="020B0604020202020204" pitchFamily="34" charset="0"/>
              </a:rPr>
              <a:t> </a:t>
            </a:r>
            <a:r>
              <a:rPr lang="en-US" altLang="en-US" sz="1400" dirty="0" err="1">
                <a:latin typeface="Arial" panose="020B0604020202020204" pitchFamily="34" charset="0"/>
              </a:rPr>
              <a:t>khối</a:t>
            </a:r>
            <a:r>
              <a:rPr lang="en-US" altLang="en-US" sz="1400" dirty="0">
                <a:latin typeface="Arial" panose="020B0604020202020204" pitchFamily="34" charset="0"/>
              </a:rPr>
              <a:t> </a:t>
            </a:r>
            <a:r>
              <a:rPr lang="en-US" altLang="en-US" sz="1400" dirty="0" err="1">
                <a:latin typeface="Arial" panose="020B0604020202020204" pitchFamily="34" charset="0"/>
              </a:rPr>
              <a:t>trước</a:t>
            </a:r>
            <a:r>
              <a:rPr lang="en-US" altLang="en-US" sz="1400" dirty="0">
                <a:latin typeface="Arial" panose="020B0604020202020204" pitchFamily="34" charset="0"/>
              </a:rPr>
              <a:t> → </a:t>
            </a:r>
            <a:r>
              <a:rPr lang="en-US" altLang="en-US" sz="1400" dirty="0" err="1">
                <a:latin typeface="Arial" panose="020B0604020202020204" pitchFamily="34" charset="0"/>
              </a:rPr>
              <a:t>tạo</a:t>
            </a:r>
            <a:r>
              <a:rPr lang="en-US" altLang="en-US" sz="1400" dirty="0">
                <a:latin typeface="Arial" panose="020B0604020202020204" pitchFamily="34" charset="0"/>
              </a:rPr>
              <a:t> </a:t>
            </a:r>
            <a:r>
              <a:rPr lang="en-US" altLang="en-US" sz="1400" dirty="0" err="1">
                <a:latin typeface="Arial" panose="020B0604020202020204" pitchFamily="34" charset="0"/>
              </a:rPr>
              <a:t>thành</a:t>
            </a:r>
            <a:r>
              <a:rPr lang="en-US" altLang="en-US" sz="1400" dirty="0">
                <a:latin typeface="Arial" panose="020B0604020202020204" pitchFamily="34" charset="0"/>
              </a:rPr>
              <a:t> </a:t>
            </a:r>
            <a:r>
              <a:rPr lang="en-US" altLang="en-US" sz="1400" dirty="0" err="1">
                <a:latin typeface="Arial" panose="020B0604020202020204" pitchFamily="34" charset="0"/>
              </a:rPr>
              <a:t>chuỗi</a:t>
            </a:r>
            <a:r>
              <a:rPr lang="en-US" altLang="en-US" sz="1400" dirty="0">
                <a:latin typeface="Arial" panose="020B0604020202020204" pitchFamily="34" charset="0"/>
              </a:rPr>
              <a:t> </a:t>
            </a:r>
            <a:r>
              <a:rPr lang="en-US" altLang="en-US" sz="1400" dirty="0" err="1">
                <a:latin typeface="Arial" panose="020B0604020202020204" pitchFamily="34" charset="0"/>
              </a:rPr>
              <a:t>bất</a:t>
            </a:r>
            <a:r>
              <a:rPr lang="en-US" altLang="en-US" sz="1400" dirty="0">
                <a:latin typeface="Arial" panose="020B0604020202020204" pitchFamily="34" charset="0"/>
              </a:rPr>
              <a:t> </a:t>
            </a:r>
            <a:r>
              <a:rPr lang="en-US" altLang="en-US" sz="1400" dirty="0" err="1">
                <a:latin typeface="Arial" panose="020B0604020202020204" pitchFamily="34" charset="0"/>
              </a:rPr>
              <a:t>biến</a:t>
            </a:r>
            <a:r>
              <a:rPr lang="en-US" altLang="en-US" sz="1400" dirty="0">
                <a:latin typeface="Arial" panose="020B0604020202020204" pitchFamily="34" charset="0"/>
              </a:rPr>
              <a:t>.</a:t>
            </a:r>
          </a:p>
          <a:p>
            <a:pPr defTabSz="914400" eaLnBrk="0" fontAlgn="base" hangingPunct="0">
              <a:spcBef>
                <a:spcPct val="0"/>
              </a:spcBef>
              <a:spcAft>
                <a:spcPct val="0"/>
              </a:spcAft>
              <a:buFontTx/>
              <a:buChar char="•"/>
            </a:pPr>
            <a:endParaRPr lang="en-US" altLang="en-US" sz="1400" dirty="0">
              <a:latin typeface="Arial" panose="020B0604020202020204" pitchFamily="34" charset="0"/>
            </a:endParaRPr>
          </a:p>
          <a:p>
            <a:pPr defTabSz="914400" eaLnBrk="0" fontAlgn="base" hangingPunct="0">
              <a:spcBef>
                <a:spcPct val="0"/>
              </a:spcBef>
              <a:spcAft>
                <a:spcPct val="0"/>
              </a:spcAft>
              <a:buFontTx/>
              <a:buChar char="•"/>
            </a:pPr>
            <a:endParaRPr lang="en-US" altLang="en-US" sz="1400" dirty="0">
              <a:latin typeface="Arial" panose="020B0604020202020204" pitchFamily="34" charset="0"/>
            </a:endParaRPr>
          </a:p>
          <a:p>
            <a:pPr defTabSz="914400" eaLnBrk="0" fontAlgn="base" hangingPunct="0">
              <a:spcBef>
                <a:spcPct val="0"/>
              </a:spcBef>
              <a:spcAft>
                <a:spcPct val="0"/>
              </a:spcAft>
            </a:pPr>
            <a:r>
              <a:rPr lang="en-US" altLang="en-US" sz="1400" b="1" dirty="0" err="1">
                <a:latin typeface="Arial" panose="020B0604020202020204" pitchFamily="34" charset="0"/>
              </a:rPr>
              <a:t>Ứng</a:t>
            </a:r>
            <a:r>
              <a:rPr lang="en-US" altLang="en-US" sz="1400" b="1" dirty="0">
                <a:latin typeface="Arial" panose="020B0604020202020204" pitchFamily="34" charset="0"/>
              </a:rPr>
              <a:t> </a:t>
            </a:r>
            <a:r>
              <a:rPr lang="en-US" altLang="en-US" sz="1400" b="1" dirty="0" err="1">
                <a:latin typeface="Arial" panose="020B0604020202020204" pitchFamily="34" charset="0"/>
              </a:rPr>
              <a:t>dụng</a:t>
            </a:r>
            <a:r>
              <a:rPr lang="en-US" altLang="en-US" sz="1400" dirty="0">
                <a:latin typeface="Arial" panose="020B0604020202020204" pitchFamily="34" charset="0"/>
              </a:rPr>
              <a:t>:</a:t>
            </a:r>
          </a:p>
          <a:p>
            <a:pPr defTabSz="914400" eaLnBrk="0" fontAlgn="base" hangingPunct="0">
              <a:spcBef>
                <a:spcPct val="0"/>
              </a:spcBef>
              <a:spcAft>
                <a:spcPct val="0"/>
              </a:spcAft>
              <a:buFontTx/>
              <a:buChar char="•"/>
            </a:pPr>
            <a:r>
              <a:rPr lang="en-US" altLang="en-US" sz="1400" dirty="0" err="1">
                <a:latin typeface="Arial" panose="020B0604020202020204" pitchFamily="34" charset="0"/>
              </a:rPr>
              <a:t>Nổi</a:t>
            </a:r>
            <a:r>
              <a:rPr lang="en-US" altLang="en-US" sz="1400" dirty="0">
                <a:latin typeface="Arial" panose="020B0604020202020204" pitchFamily="34" charset="0"/>
              </a:rPr>
              <a:t> </a:t>
            </a:r>
            <a:r>
              <a:rPr lang="en-US" altLang="en-US" sz="1400" dirty="0" err="1">
                <a:latin typeface="Arial" panose="020B0604020202020204" pitchFamily="34" charset="0"/>
              </a:rPr>
              <a:t>bật</a:t>
            </a:r>
            <a:r>
              <a:rPr lang="en-US" altLang="en-US" sz="1400" dirty="0">
                <a:latin typeface="Arial" panose="020B0604020202020204" pitchFamily="34" charset="0"/>
              </a:rPr>
              <a:t> </a:t>
            </a:r>
            <a:r>
              <a:rPr lang="en-US" altLang="en-US" sz="1400" dirty="0" err="1">
                <a:latin typeface="Arial" panose="020B0604020202020204" pitchFamily="34" charset="0"/>
              </a:rPr>
              <a:t>nhất</a:t>
            </a:r>
            <a:r>
              <a:rPr lang="en-US" altLang="en-US" sz="1400" dirty="0">
                <a:latin typeface="Arial" panose="020B0604020202020204" pitchFamily="34" charset="0"/>
              </a:rPr>
              <a:t> </a:t>
            </a:r>
            <a:r>
              <a:rPr lang="en-US" altLang="en-US" sz="1400" dirty="0" err="1">
                <a:latin typeface="Arial" panose="020B0604020202020204" pitchFamily="34" charset="0"/>
              </a:rPr>
              <a:t>trong</a:t>
            </a:r>
            <a:r>
              <a:rPr lang="en-US" altLang="en-US" sz="1400" dirty="0">
                <a:latin typeface="Arial" panose="020B0604020202020204" pitchFamily="34" charset="0"/>
              </a:rPr>
              <a:t> </a:t>
            </a:r>
            <a:r>
              <a:rPr lang="en-US" altLang="en-US" sz="1400" b="1" dirty="0" err="1">
                <a:latin typeface="Arial" panose="020B0604020202020204" pitchFamily="34" charset="0"/>
              </a:rPr>
              <a:t>tiền</a:t>
            </a:r>
            <a:r>
              <a:rPr lang="en-US" altLang="en-US" sz="1400" b="1" dirty="0">
                <a:latin typeface="Arial" panose="020B0604020202020204" pitchFamily="34" charset="0"/>
              </a:rPr>
              <a:t> </a:t>
            </a:r>
            <a:r>
              <a:rPr lang="en-US" altLang="en-US" sz="1400" b="1" dirty="0" err="1">
                <a:latin typeface="Arial" panose="020B0604020202020204" pitchFamily="34" charset="0"/>
              </a:rPr>
              <a:t>điện</a:t>
            </a:r>
            <a:r>
              <a:rPr lang="en-US" altLang="en-US" sz="1400" b="1" dirty="0">
                <a:latin typeface="Arial" panose="020B0604020202020204" pitchFamily="34" charset="0"/>
              </a:rPr>
              <a:t> </a:t>
            </a:r>
            <a:r>
              <a:rPr lang="en-US" altLang="en-US" sz="1400" b="1" dirty="0" err="1">
                <a:latin typeface="Arial" panose="020B0604020202020204" pitchFamily="34" charset="0"/>
              </a:rPr>
              <a:t>tử</a:t>
            </a:r>
            <a:r>
              <a:rPr lang="en-US" altLang="en-US" sz="1400" b="1" dirty="0">
                <a:latin typeface="Arial" panose="020B0604020202020204" pitchFamily="34" charset="0"/>
              </a:rPr>
              <a:t> (cryptocurrency)</a:t>
            </a:r>
            <a:r>
              <a:rPr lang="en-US" altLang="en-US" sz="1400" dirty="0">
                <a:latin typeface="Arial" panose="020B0604020202020204" pitchFamily="34" charset="0"/>
              </a:rPr>
              <a:t>.</a:t>
            </a:r>
          </a:p>
          <a:p>
            <a:pPr defTabSz="914400" eaLnBrk="0" fontAlgn="base" hangingPunct="0">
              <a:spcBef>
                <a:spcPct val="0"/>
              </a:spcBef>
              <a:spcAft>
                <a:spcPct val="0"/>
              </a:spcAft>
              <a:buFontTx/>
              <a:buChar char="•"/>
            </a:pPr>
            <a:r>
              <a:rPr lang="en-US" altLang="en-US" sz="1400" dirty="0" err="1">
                <a:latin typeface="Arial" panose="020B0604020202020204" pitchFamily="34" charset="0"/>
              </a:rPr>
              <a:t>Ngoài</a:t>
            </a:r>
            <a:r>
              <a:rPr lang="en-US" altLang="en-US" sz="1400" dirty="0">
                <a:latin typeface="Arial" panose="020B0604020202020204" pitchFamily="34" charset="0"/>
              </a:rPr>
              <a:t> </a:t>
            </a:r>
            <a:r>
              <a:rPr lang="en-US" altLang="en-US" sz="1400" dirty="0" err="1">
                <a:latin typeface="Arial" panose="020B0604020202020204" pitchFamily="34" charset="0"/>
              </a:rPr>
              <a:t>ra</a:t>
            </a:r>
            <a:r>
              <a:rPr lang="en-US" altLang="en-US" sz="1400" dirty="0">
                <a:latin typeface="Arial" panose="020B0604020202020204" pitchFamily="34" charset="0"/>
              </a:rPr>
              <a:t> </a:t>
            </a:r>
            <a:r>
              <a:rPr lang="en-US" altLang="en-US" sz="1400" dirty="0" err="1">
                <a:latin typeface="Arial" panose="020B0604020202020204" pitchFamily="34" charset="0"/>
              </a:rPr>
              <a:t>còn</a:t>
            </a:r>
            <a:r>
              <a:rPr lang="en-US" altLang="en-US" sz="1400" dirty="0">
                <a:latin typeface="Arial" panose="020B0604020202020204" pitchFamily="34" charset="0"/>
              </a:rPr>
              <a:t> </a:t>
            </a:r>
            <a:r>
              <a:rPr lang="en-US" altLang="en-US" sz="1400" dirty="0" err="1">
                <a:latin typeface="Arial" panose="020B0604020202020204" pitchFamily="34" charset="0"/>
              </a:rPr>
              <a:t>ứng</a:t>
            </a:r>
            <a:r>
              <a:rPr lang="en-US" altLang="en-US" sz="1400" dirty="0">
                <a:latin typeface="Arial" panose="020B0604020202020204" pitchFamily="34" charset="0"/>
              </a:rPr>
              <a:t> </a:t>
            </a:r>
            <a:r>
              <a:rPr lang="en-US" altLang="en-US" sz="1400" dirty="0" err="1">
                <a:latin typeface="Arial" panose="020B0604020202020204" pitchFamily="34" charset="0"/>
              </a:rPr>
              <a:t>dụng</a:t>
            </a:r>
            <a:r>
              <a:rPr lang="en-US" altLang="en-US" sz="1400" dirty="0">
                <a:latin typeface="Arial" panose="020B0604020202020204" pitchFamily="34" charset="0"/>
              </a:rPr>
              <a:t> </a:t>
            </a:r>
            <a:r>
              <a:rPr lang="en-US" altLang="en-US" sz="1400" dirty="0" err="1">
                <a:latin typeface="Arial" panose="020B0604020202020204" pitchFamily="34" charset="0"/>
              </a:rPr>
              <a:t>trong</a:t>
            </a:r>
            <a:r>
              <a:rPr lang="en-US" altLang="en-US" sz="1400" dirty="0">
                <a:latin typeface="Arial" panose="020B0604020202020204" pitchFamily="34" charset="0"/>
              </a:rPr>
              <a:t>: y </a:t>
            </a:r>
            <a:r>
              <a:rPr lang="en-US" altLang="en-US" sz="1400" dirty="0" err="1">
                <a:latin typeface="Arial" panose="020B0604020202020204" pitchFamily="34" charset="0"/>
              </a:rPr>
              <a:t>tế</a:t>
            </a:r>
            <a:r>
              <a:rPr lang="en-US" altLang="en-US" sz="1400" dirty="0">
                <a:latin typeface="Arial" panose="020B0604020202020204" pitchFamily="34" charset="0"/>
              </a:rPr>
              <a:t>, </a:t>
            </a:r>
            <a:r>
              <a:rPr lang="en-US" altLang="en-US" sz="1400" dirty="0" err="1">
                <a:latin typeface="Arial" panose="020B0604020202020204" pitchFamily="34" charset="0"/>
              </a:rPr>
              <a:t>bảo</a:t>
            </a:r>
            <a:r>
              <a:rPr lang="en-US" altLang="en-US" sz="1400" dirty="0">
                <a:latin typeface="Arial" panose="020B0604020202020204" pitchFamily="34" charset="0"/>
              </a:rPr>
              <a:t> </a:t>
            </a:r>
            <a:r>
              <a:rPr lang="en-US" altLang="en-US" sz="1400" dirty="0" err="1">
                <a:latin typeface="Arial" panose="020B0604020202020204" pitchFamily="34" charset="0"/>
              </a:rPr>
              <a:t>hiểm</a:t>
            </a:r>
            <a:r>
              <a:rPr lang="en-US" altLang="en-US" sz="1400" dirty="0">
                <a:latin typeface="Arial" panose="020B0604020202020204" pitchFamily="34" charset="0"/>
              </a:rPr>
              <a:t>, </a:t>
            </a:r>
            <a:r>
              <a:rPr lang="en-US" altLang="en-US" sz="1400" dirty="0" err="1">
                <a:latin typeface="Arial" panose="020B0604020202020204" pitchFamily="34" charset="0"/>
              </a:rPr>
              <a:t>chuỗi</a:t>
            </a:r>
            <a:r>
              <a:rPr lang="en-US" altLang="en-US" sz="1400" dirty="0">
                <a:latin typeface="Arial" panose="020B0604020202020204" pitchFamily="34" charset="0"/>
              </a:rPr>
              <a:t> </a:t>
            </a:r>
            <a:r>
              <a:rPr lang="en-US" altLang="en-US" sz="1400" dirty="0" err="1">
                <a:latin typeface="Arial" panose="020B0604020202020204" pitchFamily="34" charset="0"/>
              </a:rPr>
              <a:t>cung</a:t>
            </a:r>
            <a:r>
              <a:rPr lang="en-US" altLang="en-US" sz="1400" dirty="0">
                <a:latin typeface="Arial" panose="020B0604020202020204" pitchFamily="34" charset="0"/>
              </a:rPr>
              <a:t> </a:t>
            </a:r>
            <a:r>
              <a:rPr lang="en-US" altLang="en-US" sz="1400" dirty="0" err="1">
                <a:latin typeface="Arial" panose="020B0604020202020204" pitchFamily="34" charset="0"/>
              </a:rPr>
              <a:t>ứng</a:t>
            </a:r>
            <a:r>
              <a:rPr lang="en-US" altLang="en-US" sz="1400" dirty="0">
                <a:latin typeface="Arial" panose="020B0604020202020204" pitchFamily="34" charset="0"/>
              </a:rPr>
              <a:t>, </a:t>
            </a:r>
            <a:r>
              <a:rPr lang="en-US" altLang="en-US" sz="1400" dirty="0" err="1">
                <a:latin typeface="Arial" panose="020B0604020202020204" pitchFamily="34" charset="0"/>
              </a:rPr>
              <a:t>bầu</a:t>
            </a:r>
            <a:r>
              <a:rPr lang="en-US" altLang="en-US" sz="1400" dirty="0">
                <a:latin typeface="Arial" panose="020B0604020202020204" pitchFamily="34" charset="0"/>
              </a:rPr>
              <a:t> </a:t>
            </a:r>
            <a:r>
              <a:rPr lang="en-US" altLang="en-US" sz="1400" dirty="0" err="1">
                <a:latin typeface="Arial" panose="020B0604020202020204" pitchFamily="34" charset="0"/>
              </a:rPr>
              <a:t>cử</a:t>
            </a:r>
            <a:r>
              <a:rPr lang="en-US" altLang="en-US" sz="1400" dirty="0">
                <a:latin typeface="Arial" panose="020B0604020202020204" pitchFamily="34" charset="0"/>
              </a:rPr>
              <a:t>, v.v.</a:t>
            </a:r>
          </a:p>
          <a:p>
            <a:pPr defTabSz="914400" eaLnBrk="0" fontAlgn="base" hangingPunct="0">
              <a:spcBef>
                <a:spcPct val="0"/>
              </a:spcBef>
              <a:spcAft>
                <a:spcPct val="0"/>
              </a:spcAft>
              <a:buFontTx/>
              <a:buChar char="•"/>
            </a:pPr>
            <a:endParaRPr lang="en-US" altLang="en-US" sz="1400" dirty="0">
              <a:latin typeface="Arial" panose="020B0604020202020204" pitchFamily="34" charset="0"/>
            </a:endParaRPr>
          </a:p>
          <a:p>
            <a:pPr defTabSz="914400" eaLnBrk="0" fontAlgn="base" hangingPunct="0">
              <a:spcBef>
                <a:spcPct val="0"/>
              </a:spcBef>
              <a:spcAft>
                <a:spcPct val="0"/>
              </a:spcAft>
            </a:pPr>
            <a:endParaRPr lang="en-US" altLang="en-US" sz="1400" dirty="0">
              <a:latin typeface="Arial" panose="020B0604020202020204" pitchFamily="34" charset="0"/>
            </a:endParaRPr>
          </a:p>
          <a:p>
            <a:pPr defTabSz="914400" eaLnBrk="0" fontAlgn="base" hangingPunct="0">
              <a:spcBef>
                <a:spcPct val="0"/>
              </a:spcBef>
              <a:spcAft>
                <a:spcPct val="0"/>
              </a:spcAft>
              <a:buFontTx/>
              <a:buChar char="•"/>
            </a:pPr>
            <a:r>
              <a:rPr lang="en-US" altLang="en-US" sz="1400" b="1" dirty="0" err="1">
                <a:latin typeface="Arial" panose="020B0604020202020204" pitchFamily="34" charset="0"/>
              </a:rPr>
              <a:t>Ưu</a:t>
            </a:r>
            <a:r>
              <a:rPr lang="en-US" altLang="en-US" sz="1400" b="1" dirty="0">
                <a:latin typeface="Arial" panose="020B0604020202020204" pitchFamily="34" charset="0"/>
              </a:rPr>
              <a:t> </a:t>
            </a:r>
            <a:r>
              <a:rPr lang="en-US" altLang="en-US" sz="1400" b="1" dirty="0" err="1">
                <a:latin typeface="Arial" panose="020B0604020202020204" pitchFamily="34" charset="0"/>
              </a:rPr>
              <a:t>điểm</a:t>
            </a:r>
            <a:r>
              <a:rPr lang="en-US" altLang="en-US" sz="1400" b="1" dirty="0">
                <a:latin typeface="Arial" panose="020B0604020202020204" pitchFamily="34" charset="0"/>
              </a:rPr>
              <a:t> so </a:t>
            </a:r>
            <a:r>
              <a:rPr lang="en-US" altLang="en-US" sz="1400" b="1" dirty="0" err="1">
                <a:latin typeface="Arial" panose="020B0604020202020204" pitchFamily="34" charset="0"/>
              </a:rPr>
              <a:t>với</a:t>
            </a:r>
            <a:r>
              <a:rPr lang="en-US" altLang="en-US" sz="1400" b="1" dirty="0">
                <a:latin typeface="Arial" panose="020B0604020202020204" pitchFamily="34" charset="0"/>
              </a:rPr>
              <a:t> </a:t>
            </a:r>
            <a:r>
              <a:rPr lang="en-US" altLang="en-US" sz="1400" b="1" dirty="0" err="1">
                <a:latin typeface="Arial" panose="020B0604020202020204" pitchFamily="34" charset="0"/>
              </a:rPr>
              <a:t>cơ</a:t>
            </a:r>
            <a:r>
              <a:rPr lang="en-US" altLang="en-US" sz="1400" b="1" dirty="0">
                <a:latin typeface="Arial" panose="020B0604020202020204" pitchFamily="34" charset="0"/>
              </a:rPr>
              <a:t> </a:t>
            </a:r>
            <a:r>
              <a:rPr lang="en-US" altLang="en-US" sz="1400" b="1" dirty="0" err="1">
                <a:latin typeface="Arial" panose="020B0604020202020204" pitchFamily="34" charset="0"/>
              </a:rPr>
              <a:t>sở</a:t>
            </a:r>
            <a:r>
              <a:rPr lang="en-US" altLang="en-US" sz="1400" b="1" dirty="0">
                <a:latin typeface="Arial" panose="020B0604020202020204" pitchFamily="34" charset="0"/>
              </a:rPr>
              <a:t> </a:t>
            </a:r>
            <a:r>
              <a:rPr lang="en-US" altLang="en-US" sz="1400" b="1" dirty="0" err="1">
                <a:latin typeface="Arial" panose="020B0604020202020204" pitchFamily="34" charset="0"/>
              </a:rPr>
              <a:t>dữ</a:t>
            </a:r>
            <a:r>
              <a:rPr lang="en-US" altLang="en-US" sz="1400" b="1" dirty="0">
                <a:latin typeface="Arial" panose="020B0604020202020204" pitchFamily="34" charset="0"/>
              </a:rPr>
              <a:t> </a:t>
            </a:r>
            <a:r>
              <a:rPr lang="en-US" altLang="en-US" sz="1400" b="1" dirty="0" err="1">
                <a:latin typeface="Arial" panose="020B0604020202020204" pitchFamily="34" charset="0"/>
              </a:rPr>
              <a:t>liệu</a:t>
            </a:r>
            <a:r>
              <a:rPr lang="en-US" altLang="en-US" sz="1400" b="1" dirty="0">
                <a:latin typeface="Arial" panose="020B0604020202020204" pitchFamily="34" charset="0"/>
              </a:rPr>
              <a:t> </a:t>
            </a:r>
            <a:r>
              <a:rPr lang="en-US" altLang="en-US" sz="1400" b="1" dirty="0" err="1">
                <a:latin typeface="Arial" panose="020B0604020202020204" pitchFamily="34" charset="0"/>
              </a:rPr>
              <a:t>truyền</a:t>
            </a:r>
            <a:r>
              <a:rPr lang="en-US" altLang="en-US" sz="1400" b="1" dirty="0">
                <a:latin typeface="Arial" panose="020B0604020202020204" pitchFamily="34" charset="0"/>
              </a:rPr>
              <a:t> </a:t>
            </a:r>
            <a:r>
              <a:rPr lang="en-US" altLang="en-US" sz="1400" b="1" dirty="0" err="1">
                <a:latin typeface="Arial" panose="020B0604020202020204" pitchFamily="34" charset="0"/>
              </a:rPr>
              <a:t>thống</a:t>
            </a:r>
            <a:r>
              <a:rPr lang="en-US" altLang="en-US" sz="1400" dirty="0">
                <a:latin typeface="Arial" panose="020B0604020202020204" pitchFamily="34" charset="0"/>
              </a:rPr>
              <a:t>: </a:t>
            </a:r>
            <a:r>
              <a:rPr lang="en-US" altLang="en-US" sz="1400" dirty="0" err="1">
                <a:latin typeface="Arial" panose="020B0604020202020204" pitchFamily="34" charset="0"/>
              </a:rPr>
              <a:t>chống</a:t>
            </a:r>
            <a:r>
              <a:rPr lang="en-US" altLang="en-US" sz="1400" dirty="0">
                <a:latin typeface="Arial" panose="020B0604020202020204" pitchFamily="34" charset="0"/>
              </a:rPr>
              <a:t> </a:t>
            </a:r>
            <a:r>
              <a:rPr lang="en-US" altLang="en-US" sz="1400" dirty="0" err="1">
                <a:latin typeface="Arial" panose="020B0604020202020204" pitchFamily="34" charset="0"/>
              </a:rPr>
              <a:t>gian</a:t>
            </a:r>
            <a:r>
              <a:rPr lang="en-US" altLang="en-US" sz="1400" dirty="0">
                <a:latin typeface="Arial" panose="020B0604020202020204" pitchFamily="34" charset="0"/>
              </a:rPr>
              <a:t> </a:t>
            </a:r>
            <a:r>
              <a:rPr lang="en-US" altLang="en-US" sz="1400" dirty="0" err="1">
                <a:latin typeface="Arial" panose="020B0604020202020204" pitchFamily="34" charset="0"/>
              </a:rPr>
              <a:t>lận</a:t>
            </a:r>
            <a:r>
              <a:rPr lang="en-US" altLang="en-US" sz="1400" dirty="0">
                <a:latin typeface="Arial" panose="020B0604020202020204" pitchFamily="34" charset="0"/>
              </a:rPr>
              <a:t>, </a:t>
            </a:r>
            <a:r>
              <a:rPr lang="en-US" altLang="en-US" sz="1400" dirty="0" err="1">
                <a:latin typeface="Arial" panose="020B0604020202020204" pitchFamily="34" charset="0"/>
              </a:rPr>
              <a:t>chống</a:t>
            </a:r>
            <a:r>
              <a:rPr lang="en-US" altLang="en-US" sz="1400" dirty="0">
                <a:latin typeface="Arial" panose="020B0604020202020204" pitchFamily="34" charset="0"/>
              </a:rPr>
              <a:t> </a:t>
            </a:r>
            <a:r>
              <a:rPr lang="en-US" altLang="en-US" sz="1400" dirty="0" err="1">
                <a:latin typeface="Arial" panose="020B0604020202020204" pitchFamily="34" charset="0"/>
              </a:rPr>
              <a:t>sửa</a:t>
            </a:r>
            <a:r>
              <a:rPr lang="en-US" altLang="en-US" sz="1400" dirty="0">
                <a:latin typeface="Arial" panose="020B0604020202020204" pitchFamily="34" charset="0"/>
              </a:rPr>
              <a:t> </a:t>
            </a:r>
            <a:r>
              <a:rPr lang="en-US" altLang="en-US" sz="1400" dirty="0" err="1">
                <a:latin typeface="Arial" panose="020B0604020202020204" pitchFamily="34" charset="0"/>
              </a:rPr>
              <a:t>đổi</a:t>
            </a:r>
            <a:r>
              <a:rPr lang="en-US" altLang="en-US" sz="1400" dirty="0">
                <a:latin typeface="Arial" panose="020B0604020202020204" pitchFamily="34" charset="0"/>
              </a:rPr>
              <a:t> </a:t>
            </a:r>
            <a:r>
              <a:rPr lang="en-US" altLang="en-US" sz="1400" dirty="0" err="1">
                <a:latin typeface="Arial" panose="020B0604020202020204" pitchFamily="34" charset="0"/>
              </a:rPr>
              <a:t>dữ</a:t>
            </a:r>
            <a:r>
              <a:rPr lang="en-US" altLang="en-US" sz="1400" dirty="0">
                <a:latin typeface="Arial" panose="020B0604020202020204" pitchFamily="34" charset="0"/>
              </a:rPr>
              <a:t> </a:t>
            </a:r>
            <a:r>
              <a:rPr lang="en-US" altLang="en-US" sz="1400" dirty="0" err="1">
                <a:latin typeface="Arial" panose="020B0604020202020204" pitchFamily="34" charset="0"/>
              </a:rPr>
              <a:t>liệu</a:t>
            </a:r>
            <a:r>
              <a:rPr lang="en-US" altLang="en-US" sz="1400" dirty="0">
                <a:latin typeface="Arial" panose="020B0604020202020204" pitchFamily="34" charset="0"/>
              </a:rPr>
              <a:t>.</a:t>
            </a:r>
          </a:p>
          <a:p>
            <a:pPr defTabSz="914400" eaLnBrk="0" fontAlgn="base" hangingPunct="0">
              <a:spcBef>
                <a:spcPct val="0"/>
              </a:spcBef>
              <a:spcAft>
                <a:spcPct val="0"/>
              </a:spcAft>
            </a:pPr>
            <a:endParaRPr lang="en-US" altLang="en-US" sz="1400" dirty="0">
              <a:latin typeface="Arial" panose="020B0604020202020204" pitchFamily="34" charset="0"/>
            </a:endParaRPr>
          </a:p>
          <a:p>
            <a:pPr defTabSz="914400" eaLnBrk="0" fontAlgn="base" hangingPunct="0">
              <a:spcBef>
                <a:spcPct val="0"/>
              </a:spcBef>
              <a:spcAft>
                <a:spcPct val="0"/>
              </a:spcAft>
              <a:buFontTx/>
              <a:buChar char="•"/>
            </a:pPr>
            <a:r>
              <a:rPr lang="en-US" altLang="en-US" sz="1400" b="1" dirty="0" err="1">
                <a:latin typeface="Arial" panose="020B0604020202020204" pitchFamily="34" charset="0"/>
              </a:rPr>
              <a:t>Hạn</a:t>
            </a:r>
            <a:r>
              <a:rPr lang="en-US" altLang="en-US" sz="1400" b="1" dirty="0">
                <a:latin typeface="Arial" panose="020B0604020202020204" pitchFamily="34" charset="0"/>
              </a:rPr>
              <a:t> </a:t>
            </a:r>
            <a:r>
              <a:rPr lang="en-US" altLang="en-US" sz="1400" b="1" dirty="0" err="1">
                <a:latin typeface="Arial" panose="020B0604020202020204" pitchFamily="34" charset="0"/>
              </a:rPr>
              <a:t>chế</a:t>
            </a:r>
            <a:r>
              <a:rPr lang="en-US" altLang="en-US" sz="1400" dirty="0">
                <a:latin typeface="Arial" panose="020B0604020202020204" pitchFamily="34" charset="0"/>
              </a:rPr>
              <a:t>: </a:t>
            </a:r>
            <a:r>
              <a:rPr lang="en-US" altLang="en-US" sz="1400" dirty="0" err="1">
                <a:latin typeface="Arial" panose="020B0604020202020204" pitchFamily="34" charset="0"/>
              </a:rPr>
              <a:t>tốc</a:t>
            </a:r>
            <a:r>
              <a:rPr lang="en-US" altLang="en-US" sz="1400" dirty="0">
                <a:latin typeface="Arial" panose="020B0604020202020204" pitchFamily="34" charset="0"/>
              </a:rPr>
              <a:t> </a:t>
            </a:r>
            <a:r>
              <a:rPr lang="en-US" altLang="en-US" sz="1400" dirty="0" err="1">
                <a:latin typeface="Arial" panose="020B0604020202020204" pitchFamily="34" charset="0"/>
              </a:rPr>
              <a:t>độ</a:t>
            </a:r>
            <a:r>
              <a:rPr lang="en-US" altLang="en-US" sz="1400" dirty="0">
                <a:latin typeface="Arial" panose="020B0604020202020204" pitchFamily="34" charset="0"/>
              </a:rPr>
              <a:t>, chi </a:t>
            </a:r>
            <a:r>
              <a:rPr lang="en-US" altLang="en-US" sz="1400" dirty="0" err="1">
                <a:latin typeface="Arial" panose="020B0604020202020204" pitchFamily="34" charset="0"/>
              </a:rPr>
              <a:t>phí</a:t>
            </a:r>
            <a:r>
              <a:rPr lang="en-US" altLang="en-US" sz="1400" dirty="0">
                <a:latin typeface="Arial" panose="020B0604020202020204" pitchFamily="34" charset="0"/>
              </a:rPr>
              <a:t>, </a:t>
            </a:r>
            <a:r>
              <a:rPr lang="en-US" altLang="en-US" sz="1400" dirty="0" err="1">
                <a:latin typeface="Arial" panose="020B0604020202020204" pitchFamily="34" charset="0"/>
              </a:rPr>
              <a:t>khả</a:t>
            </a:r>
            <a:r>
              <a:rPr lang="en-US" altLang="en-US" sz="1400" dirty="0">
                <a:latin typeface="Arial" panose="020B0604020202020204" pitchFamily="34" charset="0"/>
              </a:rPr>
              <a:t> </a:t>
            </a:r>
            <a:r>
              <a:rPr lang="en-US" altLang="en-US" sz="1400" dirty="0" err="1">
                <a:latin typeface="Arial" panose="020B0604020202020204" pitchFamily="34" charset="0"/>
              </a:rPr>
              <a:t>năng</a:t>
            </a:r>
            <a:r>
              <a:rPr lang="en-US" altLang="en-US" sz="1400" dirty="0">
                <a:latin typeface="Arial" panose="020B0604020202020204" pitchFamily="34" charset="0"/>
              </a:rPr>
              <a:t> </a:t>
            </a:r>
            <a:r>
              <a:rPr lang="en-US" altLang="en-US" sz="1400" dirty="0" err="1">
                <a:latin typeface="Arial" panose="020B0604020202020204" pitchFamily="34" charset="0"/>
              </a:rPr>
              <a:t>mở</a:t>
            </a:r>
            <a:r>
              <a:rPr lang="en-US" altLang="en-US" sz="1400" dirty="0">
                <a:latin typeface="Arial" panose="020B0604020202020204" pitchFamily="34" charset="0"/>
              </a:rPr>
              <a:t> </a:t>
            </a:r>
            <a:r>
              <a:rPr lang="en-US" altLang="en-US" sz="1400" dirty="0" err="1">
                <a:latin typeface="Arial" panose="020B0604020202020204" pitchFamily="34" charset="0"/>
              </a:rPr>
              <a:t>rộng</a:t>
            </a:r>
            <a:r>
              <a:rPr lang="en-US" altLang="en-US" sz="1400" dirty="0">
                <a:latin typeface="Arial" panose="020B0604020202020204" pitchFamily="34" charset="0"/>
              </a:rPr>
              <a:t>.</a:t>
            </a:r>
          </a:p>
          <a:p>
            <a:pPr defTabSz="914400" eaLnBrk="0" fontAlgn="base" hangingPunct="0">
              <a:spcBef>
                <a:spcPct val="0"/>
              </a:spcBef>
              <a:spcAft>
                <a:spcPct val="0"/>
              </a:spcAft>
              <a:buFontTx/>
              <a:buChar char="•"/>
            </a:pPr>
            <a:endParaRPr lang="en-US" altLang="en-US" sz="1400" dirty="0">
              <a:latin typeface="Arial" panose="020B0604020202020204" pitchFamily="34" charset="0"/>
            </a:endParaRPr>
          </a:p>
          <a:p>
            <a:pPr defTabSz="914400" eaLnBrk="0" fontAlgn="base" hangingPunct="0">
              <a:spcBef>
                <a:spcPct val="0"/>
              </a:spcBef>
              <a:spcAft>
                <a:spcPct val="0"/>
              </a:spcAft>
              <a:buFontTx/>
              <a:buChar char="•"/>
            </a:pPr>
            <a:r>
              <a:rPr lang="en-US" altLang="en-US" sz="1400" b="1" dirty="0" err="1">
                <a:latin typeface="Arial" panose="020B0604020202020204" pitchFamily="34" charset="0"/>
              </a:rPr>
              <a:t>Thực</a:t>
            </a:r>
            <a:r>
              <a:rPr lang="en-US" altLang="en-US" sz="1400" b="1" dirty="0">
                <a:latin typeface="Arial" panose="020B0604020202020204" pitchFamily="34" charset="0"/>
              </a:rPr>
              <a:t> </a:t>
            </a:r>
            <a:r>
              <a:rPr lang="en-US" altLang="en-US" sz="1400" b="1" dirty="0" err="1">
                <a:latin typeface="Arial" panose="020B0604020202020204" pitchFamily="34" charset="0"/>
              </a:rPr>
              <a:t>tiễn</a:t>
            </a:r>
            <a:r>
              <a:rPr lang="en-US" altLang="en-US" sz="1400" dirty="0">
                <a:latin typeface="Arial" panose="020B0604020202020204" pitchFamily="34" charset="0"/>
              </a:rPr>
              <a:t>: </a:t>
            </a:r>
            <a:r>
              <a:rPr lang="en-US" altLang="en-US" sz="1400" dirty="0" err="1">
                <a:latin typeface="Arial" panose="020B0604020202020204" pitchFamily="34" charset="0"/>
              </a:rPr>
              <a:t>Từ</a:t>
            </a:r>
            <a:r>
              <a:rPr lang="en-US" altLang="en-US" sz="1400" dirty="0">
                <a:latin typeface="Arial" panose="020B0604020202020204" pitchFamily="34" charset="0"/>
              </a:rPr>
              <a:t> 2014, blockchain </a:t>
            </a:r>
            <a:r>
              <a:rPr lang="en-US" altLang="en-US" sz="1400" dirty="0" err="1">
                <a:latin typeface="Arial" panose="020B0604020202020204" pitchFamily="34" charset="0"/>
              </a:rPr>
              <a:t>được</a:t>
            </a:r>
            <a:r>
              <a:rPr lang="en-US" altLang="en-US" sz="1400" dirty="0">
                <a:latin typeface="Arial" panose="020B0604020202020204" pitchFamily="34" charset="0"/>
              </a:rPr>
              <a:t> </a:t>
            </a:r>
            <a:r>
              <a:rPr lang="en-US" altLang="en-US" sz="1400" dirty="0" err="1">
                <a:latin typeface="Arial" panose="020B0604020202020204" pitchFamily="34" charset="0"/>
              </a:rPr>
              <a:t>nghiên</a:t>
            </a:r>
            <a:r>
              <a:rPr lang="en-US" altLang="en-US" sz="1400" dirty="0">
                <a:latin typeface="Arial" panose="020B0604020202020204" pitchFamily="34" charset="0"/>
              </a:rPr>
              <a:t> </a:t>
            </a:r>
            <a:r>
              <a:rPr lang="en-US" altLang="en-US" sz="1400" dirty="0" err="1">
                <a:latin typeface="Arial" panose="020B0604020202020204" pitchFamily="34" charset="0"/>
              </a:rPr>
              <a:t>cứu</a:t>
            </a:r>
            <a:r>
              <a:rPr lang="en-US" altLang="en-US" sz="1400" dirty="0">
                <a:latin typeface="Arial" panose="020B0604020202020204" pitchFamily="34" charset="0"/>
              </a:rPr>
              <a:t> </a:t>
            </a:r>
            <a:r>
              <a:rPr lang="en-US" altLang="en-US" sz="1400" dirty="0" err="1">
                <a:latin typeface="Arial" panose="020B0604020202020204" pitchFamily="34" charset="0"/>
              </a:rPr>
              <a:t>ứng</a:t>
            </a:r>
            <a:r>
              <a:rPr lang="en-US" altLang="en-US" sz="1400" dirty="0">
                <a:latin typeface="Arial" panose="020B0604020202020204" pitchFamily="34" charset="0"/>
              </a:rPr>
              <a:t> </a:t>
            </a:r>
            <a:r>
              <a:rPr lang="en-US" altLang="en-US" sz="1400" dirty="0" err="1">
                <a:latin typeface="Arial" panose="020B0604020202020204" pitchFamily="34" charset="0"/>
              </a:rPr>
              <a:t>dụng</a:t>
            </a:r>
            <a:r>
              <a:rPr lang="en-US" altLang="en-US" sz="1400" dirty="0">
                <a:latin typeface="Arial" panose="020B0604020202020204" pitchFamily="34" charset="0"/>
              </a:rPr>
              <a:t> </a:t>
            </a:r>
            <a:r>
              <a:rPr lang="en-US" altLang="en-US" sz="1400" dirty="0" err="1">
                <a:latin typeface="Arial" panose="020B0604020202020204" pitchFamily="34" charset="0"/>
              </a:rPr>
              <a:t>ngoài</a:t>
            </a:r>
            <a:r>
              <a:rPr lang="en-US" altLang="en-US" sz="1400" dirty="0">
                <a:latin typeface="Arial" panose="020B0604020202020204" pitchFamily="34" charset="0"/>
              </a:rPr>
              <a:t> </a:t>
            </a:r>
            <a:r>
              <a:rPr lang="en-US" altLang="en-US" sz="1400" dirty="0" err="1">
                <a:latin typeface="Arial" panose="020B0604020202020204" pitchFamily="34" charset="0"/>
              </a:rPr>
              <a:t>tiền</a:t>
            </a:r>
            <a:r>
              <a:rPr lang="en-US" altLang="en-US" sz="1400" dirty="0">
                <a:latin typeface="Arial" panose="020B0604020202020204" pitchFamily="34" charset="0"/>
              </a:rPr>
              <a:t> </a:t>
            </a:r>
            <a:r>
              <a:rPr lang="en-US" altLang="en-US" sz="1400" dirty="0" err="1">
                <a:latin typeface="Arial" panose="020B0604020202020204" pitchFamily="34" charset="0"/>
              </a:rPr>
              <a:t>điện</a:t>
            </a:r>
            <a:r>
              <a:rPr lang="en-US" altLang="en-US" sz="1400" dirty="0">
                <a:latin typeface="Arial" panose="020B0604020202020204" pitchFamily="34" charset="0"/>
              </a:rPr>
              <a:t> </a:t>
            </a:r>
            <a:r>
              <a:rPr lang="en-US" altLang="en-US" sz="1400" dirty="0" err="1">
                <a:latin typeface="Arial" panose="020B0604020202020204" pitchFamily="34" charset="0"/>
              </a:rPr>
              <a:t>tử</a:t>
            </a:r>
            <a:r>
              <a:rPr lang="en-US" altLang="en-US" sz="1400" dirty="0">
                <a:latin typeface="Arial" panose="020B0604020202020204" pitchFamily="34" charset="0"/>
              </a:rPr>
              <a:t>; </a:t>
            </a:r>
            <a:r>
              <a:rPr lang="en-US" altLang="en-US" sz="1400" dirty="0" err="1">
                <a:latin typeface="Arial" panose="020B0604020202020204" pitchFamily="34" charset="0"/>
              </a:rPr>
              <a:t>đến</a:t>
            </a:r>
            <a:r>
              <a:rPr lang="en-US" altLang="en-US" sz="1400" dirty="0">
                <a:latin typeface="Arial" panose="020B0604020202020204" pitchFamily="34" charset="0"/>
              </a:rPr>
              <a:t> 2017 </a:t>
            </a:r>
            <a:r>
              <a:rPr lang="en-US" altLang="en-US" sz="1400" dirty="0" err="1">
                <a:latin typeface="Arial" panose="020B0604020202020204" pitchFamily="34" charset="0"/>
              </a:rPr>
              <a:t>có</a:t>
            </a:r>
            <a:r>
              <a:rPr lang="en-US" altLang="en-US" sz="1400" dirty="0">
                <a:latin typeface="Arial" panose="020B0604020202020204" pitchFamily="34" charset="0"/>
              </a:rPr>
              <a:t> </a:t>
            </a:r>
            <a:r>
              <a:rPr lang="en-US" altLang="en-US" sz="1400" dirty="0" err="1">
                <a:latin typeface="Arial" panose="020B0604020202020204" pitchFamily="34" charset="0"/>
              </a:rPr>
              <a:t>khoảng</a:t>
            </a:r>
            <a:r>
              <a:rPr lang="en-US" altLang="en-US" sz="1400" dirty="0">
                <a:latin typeface="Arial" panose="020B0604020202020204" pitchFamily="34" charset="0"/>
              </a:rPr>
              <a:t> 15% </a:t>
            </a:r>
            <a:r>
              <a:rPr lang="en-US" altLang="en-US" sz="1400" dirty="0" err="1">
                <a:latin typeface="Arial" panose="020B0604020202020204" pitchFamily="34" charset="0"/>
              </a:rPr>
              <a:t>ngân</a:t>
            </a:r>
            <a:r>
              <a:rPr lang="en-US" altLang="en-US" sz="1400" dirty="0">
                <a:latin typeface="Arial" panose="020B0604020202020204" pitchFamily="34" charset="0"/>
              </a:rPr>
              <a:t> </a:t>
            </a:r>
            <a:r>
              <a:rPr lang="en-US" altLang="en-US" sz="1400" dirty="0" err="1">
                <a:latin typeface="Arial" panose="020B0604020202020204" pitchFamily="34" charset="0"/>
              </a:rPr>
              <a:t>hàng</a:t>
            </a:r>
            <a:r>
              <a:rPr lang="en-US" altLang="en-US" sz="1400" dirty="0">
                <a:latin typeface="Arial" panose="020B0604020202020204" pitchFamily="34" charset="0"/>
              </a:rPr>
              <a:t> </a:t>
            </a:r>
            <a:r>
              <a:rPr lang="en-US" altLang="en-US" sz="1400" dirty="0" err="1">
                <a:latin typeface="Arial" panose="020B0604020202020204" pitchFamily="34" charset="0"/>
              </a:rPr>
              <a:t>sử</a:t>
            </a:r>
            <a:r>
              <a:rPr lang="en-US" altLang="en-US" sz="1400" dirty="0">
                <a:latin typeface="Arial" panose="020B0604020202020204" pitchFamily="34" charset="0"/>
              </a:rPr>
              <a:t> </a:t>
            </a:r>
            <a:r>
              <a:rPr lang="en-US" altLang="en-US" sz="1400" dirty="0" err="1">
                <a:latin typeface="Arial" panose="020B0604020202020204" pitchFamily="34" charset="0"/>
              </a:rPr>
              <a:t>dụng</a:t>
            </a:r>
            <a:r>
              <a:rPr lang="en-US" altLang="en-US" sz="1400" dirty="0">
                <a:latin typeface="Arial" panose="020B0604020202020204" pitchFamily="34" charset="0"/>
              </a:rPr>
              <a:t>.</a:t>
            </a:r>
          </a:p>
        </p:txBody>
      </p:sp>
    </p:spTree>
    <p:extLst>
      <p:ext uri="{BB962C8B-B14F-4D97-AF65-F5344CB8AC3E}">
        <p14:creationId xmlns:p14="http://schemas.microsoft.com/office/powerpoint/2010/main" val="15436155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98902" y="162791"/>
            <a:ext cx="5171911" cy="1320800"/>
          </a:xfrm>
        </p:spPr>
        <p:txBody>
          <a:bodyPr anchor="ctr">
            <a:normAutofit/>
          </a:bodyPr>
          <a:lstStyle/>
          <a:p>
            <a:pPr>
              <a:lnSpc>
                <a:spcPct val="90000"/>
              </a:lnSpc>
            </a:pPr>
            <a:r>
              <a:rPr lang="en-US" sz="2400" b="1" dirty="0" err="1">
                <a:latin typeface="Noto Serif" panose="02020600060500020200" pitchFamily="18" charset="0"/>
                <a:ea typeface="Noto Serif" panose="02020600060500020200" pitchFamily="18" charset="0"/>
                <a:cs typeface="Noto Serif" panose="02020600060500020200" pitchFamily="18" charset="0"/>
              </a:rPr>
              <a:t>Cơ</a:t>
            </a:r>
            <a:r>
              <a:rPr lang="en-US" sz="2400" b="1" dirty="0">
                <a:latin typeface="Noto Serif" panose="02020600060500020200" pitchFamily="18" charset="0"/>
                <a:ea typeface="Noto Serif" panose="02020600060500020200" pitchFamily="18" charset="0"/>
                <a:cs typeface="Noto Serif" panose="02020600060500020200" pitchFamily="18" charset="0"/>
              </a:rPr>
              <a:t> </a:t>
            </a:r>
            <a:r>
              <a:rPr lang="en-US" sz="2400" b="1" dirty="0" err="1">
                <a:latin typeface="Noto Serif" panose="02020600060500020200" pitchFamily="18" charset="0"/>
                <a:ea typeface="Noto Serif" panose="02020600060500020200" pitchFamily="18" charset="0"/>
                <a:cs typeface="Noto Serif" panose="02020600060500020200" pitchFamily="18" charset="0"/>
              </a:rPr>
              <a:t>chế</a:t>
            </a:r>
            <a:r>
              <a:rPr lang="en-US" sz="2400" b="1" dirty="0">
                <a:latin typeface="Noto Serif" panose="02020600060500020200" pitchFamily="18" charset="0"/>
                <a:ea typeface="Noto Serif" panose="02020600060500020200" pitchFamily="18" charset="0"/>
                <a:cs typeface="Noto Serif" panose="02020600060500020200" pitchFamily="18" charset="0"/>
              </a:rPr>
              <a:t> </a:t>
            </a:r>
            <a:r>
              <a:rPr lang="en-US" sz="2400" b="1" dirty="0" err="1">
                <a:latin typeface="Noto Serif" panose="02020600060500020200" pitchFamily="18" charset="0"/>
                <a:ea typeface="Noto Serif" panose="02020600060500020200" pitchFamily="18" charset="0"/>
                <a:cs typeface="Noto Serif" panose="02020600060500020200" pitchFamily="18" charset="0"/>
              </a:rPr>
              <a:t>bảo</a:t>
            </a:r>
            <a:r>
              <a:rPr lang="en-US" sz="2400" b="1" dirty="0">
                <a:latin typeface="Noto Serif" panose="02020600060500020200" pitchFamily="18" charset="0"/>
                <a:ea typeface="Noto Serif" panose="02020600060500020200" pitchFamily="18" charset="0"/>
                <a:cs typeface="Noto Serif" panose="02020600060500020200" pitchFamily="18" charset="0"/>
              </a:rPr>
              <a:t> </a:t>
            </a:r>
            <a:r>
              <a:rPr lang="en-US" sz="2400" b="1" dirty="0" err="1">
                <a:latin typeface="Noto Serif" panose="02020600060500020200" pitchFamily="18" charset="0"/>
                <a:ea typeface="Noto Serif" panose="02020600060500020200" pitchFamily="18" charset="0"/>
                <a:cs typeface="Noto Serif" panose="02020600060500020200" pitchFamily="18" charset="0"/>
              </a:rPr>
              <a:t>mật</a:t>
            </a:r>
            <a:r>
              <a:rPr lang="en-US" sz="2400" b="1" dirty="0">
                <a:latin typeface="Noto Serif" panose="02020600060500020200" pitchFamily="18" charset="0"/>
                <a:ea typeface="Noto Serif" panose="02020600060500020200" pitchFamily="18" charset="0"/>
                <a:cs typeface="Noto Serif" panose="02020600060500020200" pitchFamily="18" charset="0"/>
              </a:rPr>
              <a:t> </a:t>
            </a:r>
            <a:r>
              <a:rPr lang="en-US" sz="2400" b="1" dirty="0" err="1">
                <a:latin typeface="Noto Serif" panose="02020600060500020200" pitchFamily="18" charset="0"/>
                <a:ea typeface="Noto Serif" panose="02020600060500020200" pitchFamily="18" charset="0"/>
                <a:cs typeface="Noto Serif" panose="02020600060500020200" pitchFamily="18" charset="0"/>
              </a:rPr>
              <a:t>của</a:t>
            </a:r>
            <a:r>
              <a:rPr lang="en-US" sz="2400" b="1" dirty="0">
                <a:latin typeface="Noto Serif" panose="02020600060500020200" pitchFamily="18" charset="0"/>
                <a:ea typeface="Noto Serif" panose="02020600060500020200" pitchFamily="18" charset="0"/>
                <a:cs typeface="Noto Serif" panose="02020600060500020200" pitchFamily="18" charset="0"/>
              </a:rPr>
              <a:t> Blockchain</a:t>
            </a:r>
            <a:br>
              <a:rPr lang="en-US" sz="2400" b="1" dirty="0">
                <a:latin typeface="Noto Serif" panose="02020600060500020200" pitchFamily="18" charset="0"/>
                <a:ea typeface="Noto Serif" panose="02020600060500020200" pitchFamily="18" charset="0"/>
                <a:cs typeface="Noto Serif" panose="02020600060500020200" pitchFamily="18" charset="0"/>
              </a:rPr>
            </a:br>
            <a:endParaRPr lang="en-US" sz="2400" dirty="0">
              <a:latin typeface="Noto Serif" panose="02020600060500020200" pitchFamily="18" charset="0"/>
              <a:ea typeface="Noto Serif" panose="02020600060500020200" pitchFamily="18" charset="0"/>
              <a:cs typeface="Noto Serif" panose="02020600060500020200" pitchFamily="18" charset="0"/>
            </a:endParaRPr>
          </a:p>
        </p:txBody>
      </p:sp>
      <p:sp>
        <p:nvSpPr>
          <p:cNvPr id="3" name="Content Placeholder 2"/>
          <p:cNvSpPr>
            <a:spLocks noGrp="1"/>
          </p:cNvSpPr>
          <p:nvPr>
            <p:ph idx="1"/>
          </p:nvPr>
        </p:nvSpPr>
        <p:spPr>
          <a:xfrm>
            <a:off x="5377835" y="1043567"/>
            <a:ext cx="4503920" cy="3880773"/>
          </a:xfrm>
        </p:spPr>
        <p:txBody>
          <a:bodyPr>
            <a:normAutofit/>
          </a:bodyPr>
          <a:lstStyle/>
          <a:p>
            <a:pPr>
              <a:lnSpc>
                <a:spcPct val="90000"/>
              </a:lnSpc>
            </a:pPr>
            <a:r>
              <a:rPr lang="vi-VN" b="1" dirty="0">
                <a:latin typeface="Noto Serif" panose="02020600060500020200" pitchFamily="18" charset="0"/>
                <a:ea typeface="Noto Serif" panose="02020600060500020200" pitchFamily="18" charset="0"/>
                <a:cs typeface="Noto Serif" panose="02020600060500020200" pitchFamily="18" charset="0"/>
              </a:rPr>
              <a:t>a. Hàm băm (Hash Function)</a:t>
            </a:r>
          </a:p>
          <a:p>
            <a:pPr>
              <a:lnSpc>
                <a:spcPct val="90000"/>
              </a:lnSpc>
            </a:pPr>
            <a:r>
              <a:rPr lang="vi-VN" b="1" dirty="0">
                <a:latin typeface="Noto Serif" panose="02020600060500020200" pitchFamily="18" charset="0"/>
                <a:ea typeface="Noto Serif" panose="02020600060500020200" pitchFamily="18" charset="0"/>
                <a:cs typeface="Noto Serif" panose="02020600060500020200" pitchFamily="18" charset="0"/>
              </a:rPr>
              <a:t>Khái niệm</a:t>
            </a:r>
            <a:r>
              <a:rPr lang="vi-VN" dirty="0">
                <a:latin typeface="Noto Serif" panose="02020600060500020200" pitchFamily="18" charset="0"/>
                <a:ea typeface="Noto Serif" panose="02020600060500020200" pitchFamily="18" charset="0"/>
                <a:cs typeface="Noto Serif" panose="02020600060500020200" pitchFamily="18" charset="0"/>
              </a:rPr>
              <a:t>: Biến dữ liệu đầu vào bất kỳ thành chuỗi có độ dài cố định.</a:t>
            </a:r>
          </a:p>
          <a:p>
            <a:pPr>
              <a:lnSpc>
                <a:spcPct val="90000"/>
              </a:lnSpc>
            </a:pPr>
            <a:r>
              <a:rPr lang="vi-VN" b="1" dirty="0">
                <a:latin typeface="Noto Serif" panose="02020600060500020200" pitchFamily="18" charset="0"/>
                <a:ea typeface="Noto Serif" panose="02020600060500020200" pitchFamily="18" charset="0"/>
                <a:cs typeface="Noto Serif" panose="02020600060500020200" pitchFamily="18" charset="0"/>
              </a:rPr>
              <a:t>Đặc điểm</a:t>
            </a:r>
            <a:r>
              <a:rPr lang="vi-VN" dirty="0">
                <a:latin typeface="Noto Serif" panose="02020600060500020200" pitchFamily="18" charset="0"/>
                <a:ea typeface="Noto Serif" panose="02020600060500020200" pitchFamily="18" charset="0"/>
                <a:cs typeface="Noto Serif" panose="02020600060500020200" pitchFamily="18" charset="0"/>
              </a:rPr>
              <a:t>:</a:t>
            </a:r>
          </a:p>
          <a:p>
            <a:pPr lvl="1">
              <a:lnSpc>
                <a:spcPct val="90000"/>
              </a:lnSpc>
            </a:pPr>
            <a:r>
              <a:rPr lang="vi-VN" sz="1800" dirty="0">
                <a:latin typeface="Noto Serif" panose="02020600060500020200" pitchFamily="18" charset="0"/>
                <a:ea typeface="Noto Serif" panose="02020600060500020200" pitchFamily="18" charset="0"/>
                <a:cs typeface="Noto Serif" panose="02020600060500020200" pitchFamily="18" charset="0"/>
              </a:rPr>
              <a:t>Mỗi block chứa hash của block trước → tạo chuỗi bất biến.</a:t>
            </a:r>
          </a:p>
          <a:p>
            <a:pPr lvl="1">
              <a:lnSpc>
                <a:spcPct val="90000"/>
              </a:lnSpc>
            </a:pPr>
            <a:r>
              <a:rPr lang="vi-VN" sz="1800" dirty="0">
                <a:latin typeface="Noto Serif" panose="02020600060500020200" pitchFamily="18" charset="0"/>
                <a:ea typeface="Noto Serif" panose="02020600060500020200" pitchFamily="18" charset="0"/>
                <a:cs typeface="Noto Serif" panose="02020600060500020200" pitchFamily="18" charset="0"/>
              </a:rPr>
              <a:t>Thay đổi dữ liệu → hash thay đổi → dễ phát hiện.</a:t>
            </a:r>
          </a:p>
          <a:p>
            <a:pPr>
              <a:lnSpc>
                <a:spcPct val="90000"/>
              </a:lnSpc>
            </a:pPr>
            <a:r>
              <a:rPr lang="vi-VN" b="1" dirty="0">
                <a:latin typeface="Noto Serif" panose="02020600060500020200" pitchFamily="18" charset="0"/>
                <a:ea typeface="Noto Serif" panose="02020600060500020200" pitchFamily="18" charset="0"/>
                <a:cs typeface="Noto Serif" panose="02020600060500020200" pitchFamily="18" charset="0"/>
              </a:rPr>
              <a:t>Ví dụ</a:t>
            </a:r>
            <a:r>
              <a:rPr lang="vi-VN" dirty="0">
                <a:latin typeface="Noto Serif" panose="02020600060500020200" pitchFamily="18" charset="0"/>
                <a:ea typeface="Noto Serif" panose="02020600060500020200" pitchFamily="18" charset="0"/>
                <a:cs typeface="Noto Serif" panose="02020600060500020200" pitchFamily="18" charset="0"/>
              </a:rPr>
              <a:t>: MD5 tạo chuỗi 32 ký tự từ “apple”.</a:t>
            </a:r>
          </a:p>
          <a:p>
            <a:pPr>
              <a:lnSpc>
                <a:spcPct val="90000"/>
              </a:lnSpc>
            </a:pPr>
            <a:r>
              <a:rPr lang="vi-VN" b="1" dirty="0">
                <a:latin typeface="Noto Serif" panose="02020600060500020200" pitchFamily="18" charset="0"/>
                <a:ea typeface="Noto Serif" panose="02020600060500020200" pitchFamily="18" charset="0"/>
                <a:cs typeface="Noto Serif" panose="02020600060500020200" pitchFamily="18" charset="0"/>
              </a:rPr>
              <a:t>Thuật toán phổ biến</a:t>
            </a:r>
            <a:r>
              <a:rPr lang="vi-VN" dirty="0">
                <a:latin typeface="Noto Serif" panose="02020600060500020200" pitchFamily="18" charset="0"/>
                <a:ea typeface="Noto Serif" panose="02020600060500020200" pitchFamily="18" charset="0"/>
                <a:cs typeface="Noto Serif" panose="02020600060500020200" pitchFamily="18" charset="0"/>
              </a:rPr>
              <a:t>: SHA-256, SHA-3</a:t>
            </a:r>
          </a:p>
          <a:p>
            <a:pPr marL="0" indent="0">
              <a:lnSpc>
                <a:spcPct val="90000"/>
              </a:lnSpc>
              <a:buNone/>
            </a:pPr>
            <a:endParaRPr lang="vi-VN" dirty="0">
              <a:latin typeface="Noto Serif" panose="02020600060500020200" pitchFamily="18" charset="0"/>
              <a:ea typeface="Noto Serif" panose="02020600060500020200" pitchFamily="18" charset="0"/>
              <a:cs typeface="Noto Serif" panose="02020600060500020200" pitchFamily="18" charset="0"/>
            </a:endParaRPr>
          </a:p>
        </p:txBody>
      </p:sp>
      <p:pic>
        <p:nvPicPr>
          <p:cNvPr id="4" name="Picture 3" descr="A group of rectangular colored rectangles with black text&#10;&#10;Description automatically generated">
            <a:extLst>
              <a:ext uri="{FF2B5EF4-FFF2-40B4-BE49-F238E27FC236}">
                <a16:creationId xmlns:a16="http://schemas.microsoft.com/office/drawing/2014/main" id="{F79616FD-5F6F-D6C1-61A0-C567C8AFDA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632943" y="1695191"/>
            <a:ext cx="3797245" cy="2577523"/>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1D77B8C-81AE-DB6E-5F2A-62B3C79B2296}"/>
              </a:ext>
            </a:extLst>
          </p:cNvPr>
          <p:cNvSpPr>
            <a:spLocks noGrp="1"/>
          </p:cNvSpPr>
          <p:nvPr>
            <p:ph type="title"/>
          </p:nvPr>
        </p:nvSpPr>
        <p:spPr>
          <a:xfrm>
            <a:off x="167304" y="181842"/>
            <a:ext cx="5784975" cy="1182254"/>
          </a:xfrm>
        </p:spPr>
        <p:txBody>
          <a:bodyPr anchor="ctr">
            <a:normAutofit/>
          </a:bodyPr>
          <a:lstStyle/>
          <a:p>
            <a:pPr>
              <a:lnSpc>
                <a:spcPct val="90000"/>
              </a:lnSpc>
            </a:pPr>
            <a:r>
              <a:rPr lang="en-US" sz="2800" b="1" dirty="0" err="1"/>
              <a:t>Cơ</a:t>
            </a:r>
            <a:r>
              <a:rPr lang="en-US" sz="2800" b="1" dirty="0"/>
              <a:t> </a:t>
            </a:r>
            <a:r>
              <a:rPr lang="en-US" sz="2800" b="1" dirty="0" err="1"/>
              <a:t>chế</a:t>
            </a:r>
            <a:r>
              <a:rPr lang="en-US" sz="2800" b="1" dirty="0"/>
              <a:t> </a:t>
            </a:r>
            <a:r>
              <a:rPr lang="en-US" sz="2800" b="1" dirty="0" err="1"/>
              <a:t>bảo</a:t>
            </a:r>
            <a:r>
              <a:rPr lang="en-US" sz="2800" b="1" dirty="0"/>
              <a:t> </a:t>
            </a:r>
            <a:r>
              <a:rPr lang="en-US" sz="2800" b="1" dirty="0" err="1"/>
              <a:t>mật</a:t>
            </a:r>
            <a:r>
              <a:rPr lang="en-US" sz="2800" b="1" dirty="0"/>
              <a:t> </a:t>
            </a:r>
            <a:r>
              <a:rPr lang="en-US" sz="2800" b="1" dirty="0" err="1"/>
              <a:t>của</a:t>
            </a:r>
            <a:r>
              <a:rPr lang="en-US" sz="2800" b="1" dirty="0"/>
              <a:t> Blockchain</a:t>
            </a:r>
            <a:endParaRPr lang="vi-VN" sz="2800" dirty="0">
              <a:latin typeface="Noto Serif" panose="02020600060500020200" pitchFamily="18" charset="0"/>
              <a:ea typeface="Noto Serif" panose="02020600060500020200" pitchFamily="18" charset="0"/>
              <a:cs typeface="Noto Serif" panose="02020600060500020200" pitchFamily="18" charset="0"/>
            </a:endParaRPr>
          </a:p>
        </p:txBody>
      </p:sp>
      <p:sp>
        <p:nvSpPr>
          <p:cNvPr id="3" name="Content Placeholder 2"/>
          <p:cNvSpPr>
            <a:spLocks noGrp="1"/>
          </p:cNvSpPr>
          <p:nvPr>
            <p:ph idx="1"/>
          </p:nvPr>
        </p:nvSpPr>
        <p:spPr>
          <a:xfrm>
            <a:off x="454748" y="1364096"/>
            <a:ext cx="5784975" cy="3880773"/>
          </a:xfrm>
        </p:spPr>
        <p:txBody>
          <a:bodyPr>
            <a:noAutofit/>
          </a:bodyPr>
          <a:lstStyle/>
          <a:p>
            <a:pPr>
              <a:lnSpc>
                <a:spcPct val="90000"/>
              </a:lnSpc>
            </a:pPr>
            <a:r>
              <a:rPr lang="en-US" sz="2000" b="1" dirty="0">
                <a:latin typeface="Noto Serif" panose="02020600060500020200" pitchFamily="18" charset="0"/>
                <a:ea typeface="Noto Serif" panose="02020600060500020200" pitchFamily="18" charset="0"/>
                <a:cs typeface="Noto Serif" panose="02020600060500020200" pitchFamily="18" charset="0"/>
              </a:rPr>
              <a:t>b. </a:t>
            </a:r>
            <a:r>
              <a:rPr lang="en-US" sz="2000" b="1" dirty="0" err="1">
                <a:latin typeface="Noto Serif" panose="02020600060500020200" pitchFamily="18" charset="0"/>
                <a:ea typeface="Noto Serif" panose="02020600060500020200" pitchFamily="18" charset="0"/>
                <a:cs typeface="Noto Serif" panose="02020600060500020200" pitchFamily="18" charset="0"/>
              </a:rPr>
              <a:t>Mã</a:t>
            </a:r>
            <a:r>
              <a:rPr lang="en-US" sz="2000" b="1" dirty="0">
                <a:latin typeface="Noto Serif" panose="02020600060500020200" pitchFamily="18" charset="0"/>
                <a:ea typeface="Noto Serif" panose="02020600060500020200" pitchFamily="18" charset="0"/>
                <a:cs typeface="Noto Serif" panose="02020600060500020200" pitchFamily="18" charset="0"/>
              </a:rPr>
              <a:t> </a:t>
            </a:r>
            <a:r>
              <a:rPr lang="en-US" sz="2000" b="1" dirty="0" err="1">
                <a:latin typeface="Noto Serif" panose="02020600060500020200" pitchFamily="18" charset="0"/>
                <a:ea typeface="Noto Serif" panose="02020600060500020200" pitchFamily="18" charset="0"/>
                <a:cs typeface="Noto Serif" panose="02020600060500020200" pitchFamily="18" charset="0"/>
              </a:rPr>
              <a:t>hóa</a:t>
            </a:r>
            <a:r>
              <a:rPr lang="en-US" sz="2000" b="1" dirty="0">
                <a:latin typeface="Noto Serif" panose="02020600060500020200" pitchFamily="18" charset="0"/>
                <a:ea typeface="Noto Serif" panose="02020600060500020200" pitchFamily="18" charset="0"/>
                <a:cs typeface="Noto Serif" panose="02020600060500020200" pitchFamily="18" charset="0"/>
              </a:rPr>
              <a:t> </a:t>
            </a:r>
            <a:r>
              <a:rPr lang="en-US" sz="2000" b="1" dirty="0" err="1">
                <a:latin typeface="Noto Serif" panose="02020600060500020200" pitchFamily="18" charset="0"/>
                <a:ea typeface="Noto Serif" panose="02020600060500020200" pitchFamily="18" charset="0"/>
                <a:cs typeface="Noto Serif" panose="02020600060500020200" pitchFamily="18" charset="0"/>
              </a:rPr>
              <a:t>bất</a:t>
            </a:r>
            <a:r>
              <a:rPr lang="en-US" sz="2000" b="1" dirty="0">
                <a:latin typeface="Noto Serif" panose="02020600060500020200" pitchFamily="18" charset="0"/>
                <a:ea typeface="Noto Serif" panose="02020600060500020200" pitchFamily="18" charset="0"/>
                <a:cs typeface="Noto Serif" panose="02020600060500020200" pitchFamily="18" charset="0"/>
              </a:rPr>
              <a:t> </a:t>
            </a:r>
            <a:r>
              <a:rPr lang="en-US" sz="2000" b="1" dirty="0" err="1">
                <a:latin typeface="Noto Serif" panose="02020600060500020200" pitchFamily="18" charset="0"/>
                <a:ea typeface="Noto Serif" panose="02020600060500020200" pitchFamily="18" charset="0"/>
                <a:cs typeface="Noto Serif" panose="02020600060500020200" pitchFamily="18" charset="0"/>
              </a:rPr>
              <a:t>đối</a:t>
            </a:r>
            <a:r>
              <a:rPr lang="en-US" sz="2000" b="1" dirty="0">
                <a:latin typeface="Noto Serif" panose="02020600060500020200" pitchFamily="18" charset="0"/>
                <a:ea typeface="Noto Serif" panose="02020600060500020200" pitchFamily="18" charset="0"/>
                <a:cs typeface="Noto Serif" panose="02020600060500020200" pitchFamily="18" charset="0"/>
              </a:rPr>
              <a:t> </a:t>
            </a:r>
            <a:r>
              <a:rPr lang="en-US" sz="2000" b="1" dirty="0" err="1">
                <a:latin typeface="Noto Serif" panose="02020600060500020200" pitchFamily="18" charset="0"/>
                <a:ea typeface="Noto Serif" panose="02020600060500020200" pitchFamily="18" charset="0"/>
                <a:cs typeface="Noto Serif" panose="02020600060500020200" pitchFamily="18" charset="0"/>
              </a:rPr>
              <a:t>xứng</a:t>
            </a:r>
            <a:r>
              <a:rPr lang="en-US" sz="2000" b="1" dirty="0">
                <a:latin typeface="Noto Serif" panose="02020600060500020200" pitchFamily="18" charset="0"/>
                <a:ea typeface="Noto Serif" panose="02020600060500020200" pitchFamily="18" charset="0"/>
                <a:cs typeface="Noto Serif" panose="02020600060500020200" pitchFamily="18" charset="0"/>
              </a:rPr>
              <a:t> </a:t>
            </a:r>
            <a:r>
              <a:rPr lang="en-US" sz="2000" b="1" dirty="0" err="1">
                <a:latin typeface="Noto Serif" panose="02020600060500020200" pitchFamily="18" charset="0"/>
                <a:ea typeface="Noto Serif" panose="02020600060500020200" pitchFamily="18" charset="0"/>
                <a:cs typeface="Noto Serif" panose="02020600060500020200" pitchFamily="18" charset="0"/>
              </a:rPr>
              <a:t>và</a:t>
            </a:r>
            <a:r>
              <a:rPr lang="en-US" sz="2000" b="1" dirty="0">
                <a:latin typeface="Noto Serif" panose="02020600060500020200" pitchFamily="18" charset="0"/>
                <a:ea typeface="Noto Serif" panose="02020600060500020200" pitchFamily="18" charset="0"/>
                <a:cs typeface="Noto Serif" panose="02020600060500020200" pitchFamily="18" charset="0"/>
              </a:rPr>
              <a:t> </a:t>
            </a:r>
            <a:r>
              <a:rPr lang="en-US" sz="2000" b="1" dirty="0" err="1">
                <a:latin typeface="Noto Serif" panose="02020600060500020200" pitchFamily="18" charset="0"/>
                <a:ea typeface="Noto Serif" panose="02020600060500020200" pitchFamily="18" charset="0"/>
                <a:cs typeface="Noto Serif" panose="02020600060500020200" pitchFamily="18" charset="0"/>
              </a:rPr>
              <a:t>Chữ</a:t>
            </a:r>
            <a:r>
              <a:rPr lang="en-US" sz="2000" b="1" dirty="0">
                <a:latin typeface="Noto Serif" panose="02020600060500020200" pitchFamily="18" charset="0"/>
                <a:ea typeface="Noto Serif" panose="02020600060500020200" pitchFamily="18" charset="0"/>
                <a:cs typeface="Noto Serif" panose="02020600060500020200" pitchFamily="18" charset="0"/>
              </a:rPr>
              <a:t> </a:t>
            </a:r>
            <a:r>
              <a:rPr lang="en-US" sz="2000" b="1" dirty="0" err="1">
                <a:latin typeface="Noto Serif" panose="02020600060500020200" pitchFamily="18" charset="0"/>
                <a:ea typeface="Noto Serif" panose="02020600060500020200" pitchFamily="18" charset="0"/>
                <a:cs typeface="Noto Serif" panose="02020600060500020200" pitchFamily="18" charset="0"/>
              </a:rPr>
              <a:t>ký</a:t>
            </a:r>
            <a:r>
              <a:rPr lang="en-US" sz="2000" b="1" dirty="0">
                <a:latin typeface="Noto Serif" panose="02020600060500020200" pitchFamily="18" charset="0"/>
                <a:ea typeface="Noto Serif" panose="02020600060500020200" pitchFamily="18" charset="0"/>
                <a:cs typeface="Noto Serif" panose="02020600060500020200" pitchFamily="18" charset="0"/>
              </a:rPr>
              <a:t> </a:t>
            </a:r>
            <a:r>
              <a:rPr lang="en-US" sz="2000" b="1" dirty="0" err="1">
                <a:latin typeface="Noto Serif" panose="02020600060500020200" pitchFamily="18" charset="0"/>
                <a:ea typeface="Noto Serif" panose="02020600060500020200" pitchFamily="18" charset="0"/>
                <a:cs typeface="Noto Serif" panose="02020600060500020200" pitchFamily="18" charset="0"/>
              </a:rPr>
              <a:t>số</a:t>
            </a:r>
            <a:endParaRPr lang="en-US" sz="2000" b="1" dirty="0">
              <a:latin typeface="Noto Serif" panose="02020600060500020200" pitchFamily="18" charset="0"/>
              <a:ea typeface="Noto Serif" panose="02020600060500020200" pitchFamily="18" charset="0"/>
              <a:cs typeface="Noto Serif" panose="02020600060500020200" pitchFamily="18" charset="0"/>
            </a:endParaRPr>
          </a:p>
          <a:p>
            <a:pPr>
              <a:lnSpc>
                <a:spcPct val="90000"/>
              </a:lnSpc>
            </a:pPr>
            <a:r>
              <a:rPr lang="en-US" sz="2000" b="1" dirty="0" err="1">
                <a:latin typeface="Noto Serif" panose="02020600060500020200" pitchFamily="18" charset="0"/>
                <a:ea typeface="Noto Serif" panose="02020600060500020200" pitchFamily="18" charset="0"/>
                <a:cs typeface="Noto Serif" panose="02020600060500020200" pitchFamily="18" charset="0"/>
              </a:rPr>
              <a:t>Khái</a:t>
            </a:r>
            <a:r>
              <a:rPr lang="en-US" sz="2000" b="1" dirty="0">
                <a:latin typeface="Noto Serif" panose="02020600060500020200" pitchFamily="18" charset="0"/>
                <a:ea typeface="Noto Serif" panose="02020600060500020200" pitchFamily="18" charset="0"/>
                <a:cs typeface="Noto Serif" panose="02020600060500020200" pitchFamily="18" charset="0"/>
              </a:rPr>
              <a:t> </a:t>
            </a:r>
            <a:r>
              <a:rPr lang="en-US" sz="2000" b="1" dirty="0" err="1">
                <a:latin typeface="Noto Serif" panose="02020600060500020200" pitchFamily="18" charset="0"/>
                <a:ea typeface="Noto Serif" panose="02020600060500020200" pitchFamily="18" charset="0"/>
                <a:cs typeface="Noto Serif" panose="02020600060500020200" pitchFamily="18" charset="0"/>
              </a:rPr>
              <a:t>niệm</a:t>
            </a:r>
            <a:r>
              <a:rPr lang="en-US" sz="2000" dirty="0">
                <a:latin typeface="Noto Serif" panose="02020600060500020200" pitchFamily="18" charset="0"/>
                <a:ea typeface="Noto Serif" panose="02020600060500020200" pitchFamily="18" charset="0"/>
                <a:cs typeface="Noto Serif" panose="02020600060500020200" pitchFamily="18" charset="0"/>
              </a:rPr>
              <a:t>: </a:t>
            </a:r>
            <a:r>
              <a:rPr lang="en-US" sz="2000" dirty="0" err="1">
                <a:latin typeface="Noto Serif" panose="02020600060500020200" pitchFamily="18" charset="0"/>
                <a:ea typeface="Noto Serif" panose="02020600060500020200" pitchFamily="18" charset="0"/>
                <a:cs typeface="Noto Serif" panose="02020600060500020200" pitchFamily="18" charset="0"/>
              </a:rPr>
              <a:t>Sử</a:t>
            </a:r>
            <a:r>
              <a:rPr lang="en-US" sz="2000" dirty="0">
                <a:latin typeface="Noto Serif" panose="02020600060500020200" pitchFamily="18" charset="0"/>
                <a:ea typeface="Noto Serif" panose="02020600060500020200" pitchFamily="18" charset="0"/>
                <a:cs typeface="Noto Serif" panose="02020600060500020200" pitchFamily="18" charset="0"/>
              </a:rPr>
              <a:t> </a:t>
            </a:r>
            <a:r>
              <a:rPr lang="en-US" sz="2000" dirty="0" err="1">
                <a:latin typeface="Noto Serif" panose="02020600060500020200" pitchFamily="18" charset="0"/>
                <a:ea typeface="Noto Serif" panose="02020600060500020200" pitchFamily="18" charset="0"/>
                <a:cs typeface="Noto Serif" panose="02020600060500020200" pitchFamily="18" charset="0"/>
              </a:rPr>
              <a:t>dụng</a:t>
            </a:r>
            <a:r>
              <a:rPr lang="en-US" sz="2000" dirty="0">
                <a:latin typeface="Noto Serif" panose="02020600060500020200" pitchFamily="18" charset="0"/>
                <a:ea typeface="Noto Serif" panose="02020600060500020200" pitchFamily="18" charset="0"/>
                <a:cs typeface="Noto Serif" panose="02020600060500020200" pitchFamily="18" charset="0"/>
              </a:rPr>
              <a:t> </a:t>
            </a:r>
            <a:r>
              <a:rPr lang="en-US" sz="2000" dirty="0" err="1">
                <a:latin typeface="Noto Serif" panose="02020600060500020200" pitchFamily="18" charset="0"/>
                <a:ea typeface="Noto Serif" panose="02020600060500020200" pitchFamily="18" charset="0"/>
                <a:cs typeface="Noto Serif" panose="02020600060500020200" pitchFamily="18" charset="0"/>
              </a:rPr>
              <a:t>cặp</a:t>
            </a:r>
            <a:r>
              <a:rPr lang="en-US" sz="2000" dirty="0">
                <a:latin typeface="Noto Serif" panose="02020600060500020200" pitchFamily="18" charset="0"/>
                <a:ea typeface="Noto Serif" panose="02020600060500020200" pitchFamily="18" charset="0"/>
                <a:cs typeface="Noto Serif" panose="02020600060500020200" pitchFamily="18" charset="0"/>
              </a:rPr>
              <a:t> </a:t>
            </a:r>
            <a:r>
              <a:rPr lang="en-US" sz="2000" dirty="0" err="1">
                <a:latin typeface="Noto Serif" panose="02020600060500020200" pitchFamily="18" charset="0"/>
                <a:ea typeface="Noto Serif" panose="02020600060500020200" pitchFamily="18" charset="0"/>
                <a:cs typeface="Noto Serif" panose="02020600060500020200" pitchFamily="18" charset="0"/>
              </a:rPr>
              <a:t>khóa</a:t>
            </a:r>
            <a:r>
              <a:rPr lang="en-US" sz="2000" dirty="0">
                <a:latin typeface="Noto Serif" panose="02020600060500020200" pitchFamily="18" charset="0"/>
                <a:ea typeface="Noto Serif" panose="02020600060500020200" pitchFamily="18" charset="0"/>
                <a:cs typeface="Noto Serif" panose="02020600060500020200" pitchFamily="18" charset="0"/>
              </a:rPr>
              <a:t> Public/Private key </a:t>
            </a:r>
            <a:r>
              <a:rPr lang="en-US" sz="2000" dirty="0" err="1">
                <a:latin typeface="Noto Serif" panose="02020600060500020200" pitchFamily="18" charset="0"/>
                <a:ea typeface="Noto Serif" panose="02020600060500020200" pitchFamily="18" charset="0"/>
                <a:cs typeface="Noto Serif" panose="02020600060500020200" pitchFamily="18" charset="0"/>
              </a:rPr>
              <a:t>để</a:t>
            </a:r>
            <a:r>
              <a:rPr lang="en-US" sz="2000" dirty="0">
                <a:latin typeface="Noto Serif" panose="02020600060500020200" pitchFamily="18" charset="0"/>
                <a:ea typeface="Noto Serif" panose="02020600060500020200" pitchFamily="18" charset="0"/>
                <a:cs typeface="Noto Serif" panose="02020600060500020200" pitchFamily="18" charset="0"/>
              </a:rPr>
              <a:t> </a:t>
            </a:r>
            <a:r>
              <a:rPr lang="en-US" sz="2000" dirty="0" err="1">
                <a:latin typeface="Noto Serif" panose="02020600060500020200" pitchFamily="18" charset="0"/>
                <a:ea typeface="Noto Serif" panose="02020600060500020200" pitchFamily="18" charset="0"/>
                <a:cs typeface="Noto Serif" panose="02020600060500020200" pitchFamily="18" charset="0"/>
              </a:rPr>
              <a:t>mã</a:t>
            </a:r>
            <a:r>
              <a:rPr lang="en-US" sz="2000" dirty="0">
                <a:latin typeface="Noto Serif" panose="02020600060500020200" pitchFamily="18" charset="0"/>
                <a:ea typeface="Noto Serif" panose="02020600060500020200" pitchFamily="18" charset="0"/>
                <a:cs typeface="Noto Serif" panose="02020600060500020200" pitchFamily="18" charset="0"/>
              </a:rPr>
              <a:t> </a:t>
            </a:r>
            <a:r>
              <a:rPr lang="en-US" sz="2000" dirty="0" err="1">
                <a:latin typeface="Noto Serif" panose="02020600060500020200" pitchFamily="18" charset="0"/>
                <a:ea typeface="Noto Serif" panose="02020600060500020200" pitchFamily="18" charset="0"/>
                <a:cs typeface="Noto Serif" panose="02020600060500020200" pitchFamily="18" charset="0"/>
              </a:rPr>
              <a:t>hóa</a:t>
            </a:r>
            <a:r>
              <a:rPr lang="en-US" sz="2000" dirty="0">
                <a:latin typeface="Noto Serif" panose="02020600060500020200" pitchFamily="18" charset="0"/>
                <a:ea typeface="Noto Serif" panose="02020600060500020200" pitchFamily="18" charset="0"/>
                <a:cs typeface="Noto Serif" panose="02020600060500020200" pitchFamily="18" charset="0"/>
              </a:rPr>
              <a:t> – </a:t>
            </a:r>
            <a:r>
              <a:rPr lang="en-US" sz="2000" dirty="0" err="1">
                <a:latin typeface="Noto Serif" panose="02020600060500020200" pitchFamily="18" charset="0"/>
                <a:ea typeface="Noto Serif" panose="02020600060500020200" pitchFamily="18" charset="0"/>
                <a:cs typeface="Noto Serif" panose="02020600060500020200" pitchFamily="18" charset="0"/>
              </a:rPr>
              <a:t>giải</a:t>
            </a:r>
            <a:r>
              <a:rPr lang="en-US" sz="2000" dirty="0">
                <a:latin typeface="Noto Serif" panose="02020600060500020200" pitchFamily="18" charset="0"/>
                <a:ea typeface="Noto Serif" panose="02020600060500020200" pitchFamily="18" charset="0"/>
                <a:cs typeface="Noto Serif" panose="02020600060500020200" pitchFamily="18" charset="0"/>
              </a:rPr>
              <a:t> </a:t>
            </a:r>
            <a:r>
              <a:rPr lang="en-US" sz="2000" dirty="0" err="1">
                <a:latin typeface="Noto Serif" panose="02020600060500020200" pitchFamily="18" charset="0"/>
                <a:ea typeface="Noto Serif" panose="02020600060500020200" pitchFamily="18" charset="0"/>
                <a:cs typeface="Noto Serif" panose="02020600060500020200" pitchFamily="18" charset="0"/>
              </a:rPr>
              <a:t>mã</a:t>
            </a:r>
            <a:r>
              <a:rPr lang="en-US" sz="2000" dirty="0">
                <a:latin typeface="Noto Serif" panose="02020600060500020200" pitchFamily="18" charset="0"/>
                <a:ea typeface="Noto Serif" panose="02020600060500020200" pitchFamily="18" charset="0"/>
                <a:cs typeface="Noto Serif" panose="02020600060500020200" pitchFamily="18" charset="0"/>
              </a:rPr>
              <a:t> </a:t>
            </a:r>
            <a:r>
              <a:rPr lang="en-US" sz="2000" dirty="0" err="1">
                <a:latin typeface="Noto Serif" panose="02020600060500020200" pitchFamily="18" charset="0"/>
                <a:ea typeface="Noto Serif" panose="02020600060500020200" pitchFamily="18" charset="0"/>
                <a:cs typeface="Noto Serif" panose="02020600060500020200" pitchFamily="18" charset="0"/>
              </a:rPr>
              <a:t>dữ</a:t>
            </a:r>
            <a:r>
              <a:rPr lang="en-US" sz="2000" dirty="0">
                <a:latin typeface="Noto Serif" panose="02020600060500020200" pitchFamily="18" charset="0"/>
                <a:ea typeface="Noto Serif" panose="02020600060500020200" pitchFamily="18" charset="0"/>
                <a:cs typeface="Noto Serif" panose="02020600060500020200" pitchFamily="18" charset="0"/>
              </a:rPr>
              <a:t> </a:t>
            </a:r>
            <a:r>
              <a:rPr lang="en-US" sz="2000" dirty="0" err="1">
                <a:latin typeface="Noto Serif" panose="02020600060500020200" pitchFamily="18" charset="0"/>
                <a:ea typeface="Noto Serif" panose="02020600060500020200" pitchFamily="18" charset="0"/>
                <a:cs typeface="Noto Serif" panose="02020600060500020200" pitchFamily="18" charset="0"/>
              </a:rPr>
              <a:t>liệu</a:t>
            </a:r>
            <a:r>
              <a:rPr lang="en-US" sz="2000" dirty="0">
                <a:latin typeface="Noto Serif" panose="02020600060500020200" pitchFamily="18" charset="0"/>
                <a:ea typeface="Noto Serif" panose="02020600060500020200" pitchFamily="18" charset="0"/>
                <a:cs typeface="Noto Serif" panose="02020600060500020200" pitchFamily="18" charset="0"/>
              </a:rPr>
              <a:t>.</a:t>
            </a:r>
          </a:p>
          <a:p>
            <a:pPr>
              <a:lnSpc>
                <a:spcPct val="90000"/>
              </a:lnSpc>
            </a:pPr>
            <a:r>
              <a:rPr lang="en-US" sz="2000" b="1" dirty="0" err="1">
                <a:latin typeface="Noto Serif" panose="02020600060500020200" pitchFamily="18" charset="0"/>
                <a:ea typeface="Noto Serif" panose="02020600060500020200" pitchFamily="18" charset="0"/>
                <a:cs typeface="Noto Serif" panose="02020600060500020200" pitchFamily="18" charset="0"/>
              </a:rPr>
              <a:t>Chữ</a:t>
            </a:r>
            <a:r>
              <a:rPr lang="en-US" sz="2000" b="1" dirty="0">
                <a:latin typeface="Noto Serif" panose="02020600060500020200" pitchFamily="18" charset="0"/>
                <a:ea typeface="Noto Serif" panose="02020600060500020200" pitchFamily="18" charset="0"/>
                <a:cs typeface="Noto Serif" panose="02020600060500020200" pitchFamily="18" charset="0"/>
              </a:rPr>
              <a:t> </a:t>
            </a:r>
            <a:r>
              <a:rPr lang="en-US" sz="2000" b="1" dirty="0" err="1">
                <a:latin typeface="Noto Serif" panose="02020600060500020200" pitchFamily="18" charset="0"/>
                <a:ea typeface="Noto Serif" panose="02020600060500020200" pitchFamily="18" charset="0"/>
                <a:cs typeface="Noto Serif" panose="02020600060500020200" pitchFamily="18" charset="0"/>
              </a:rPr>
              <a:t>ký</a:t>
            </a:r>
            <a:r>
              <a:rPr lang="en-US" sz="2000" b="1" dirty="0">
                <a:latin typeface="Noto Serif" panose="02020600060500020200" pitchFamily="18" charset="0"/>
                <a:ea typeface="Noto Serif" panose="02020600060500020200" pitchFamily="18" charset="0"/>
                <a:cs typeface="Noto Serif" panose="02020600060500020200" pitchFamily="18" charset="0"/>
              </a:rPr>
              <a:t> </a:t>
            </a:r>
            <a:r>
              <a:rPr lang="en-US" sz="2000" b="1" dirty="0" err="1">
                <a:latin typeface="Noto Serif" panose="02020600060500020200" pitchFamily="18" charset="0"/>
                <a:ea typeface="Noto Serif" panose="02020600060500020200" pitchFamily="18" charset="0"/>
                <a:cs typeface="Noto Serif" panose="02020600060500020200" pitchFamily="18" charset="0"/>
              </a:rPr>
              <a:t>số</a:t>
            </a:r>
            <a:r>
              <a:rPr lang="en-US" sz="2000" dirty="0">
                <a:latin typeface="Noto Serif" panose="02020600060500020200" pitchFamily="18" charset="0"/>
                <a:ea typeface="Noto Serif" panose="02020600060500020200" pitchFamily="18" charset="0"/>
                <a:cs typeface="Noto Serif" panose="02020600060500020200" pitchFamily="18" charset="0"/>
              </a:rPr>
              <a:t>:</a:t>
            </a:r>
          </a:p>
          <a:p>
            <a:pPr lvl="1">
              <a:lnSpc>
                <a:spcPct val="90000"/>
              </a:lnSpc>
            </a:pPr>
            <a:r>
              <a:rPr lang="en-US" sz="2000" dirty="0" err="1">
                <a:latin typeface="Noto Serif" panose="02020600060500020200" pitchFamily="18" charset="0"/>
                <a:ea typeface="Noto Serif" panose="02020600060500020200" pitchFamily="18" charset="0"/>
                <a:cs typeface="Noto Serif" panose="02020600060500020200" pitchFamily="18" charset="0"/>
              </a:rPr>
              <a:t>Ký</a:t>
            </a:r>
            <a:r>
              <a:rPr lang="en-US" sz="2000" dirty="0">
                <a:latin typeface="Noto Serif" panose="02020600060500020200" pitchFamily="18" charset="0"/>
                <a:ea typeface="Noto Serif" panose="02020600060500020200" pitchFamily="18" charset="0"/>
                <a:cs typeface="Noto Serif" panose="02020600060500020200" pitchFamily="18" charset="0"/>
              </a:rPr>
              <a:t> </a:t>
            </a:r>
            <a:r>
              <a:rPr lang="en-US" sz="2000" dirty="0" err="1">
                <a:latin typeface="Noto Serif" panose="02020600060500020200" pitchFamily="18" charset="0"/>
                <a:ea typeface="Noto Serif" panose="02020600060500020200" pitchFamily="18" charset="0"/>
                <a:cs typeface="Noto Serif" panose="02020600060500020200" pitchFamily="18" charset="0"/>
              </a:rPr>
              <a:t>bằng</a:t>
            </a:r>
            <a:r>
              <a:rPr lang="en-US" sz="2000" dirty="0">
                <a:latin typeface="Noto Serif" panose="02020600060500020200" pitchFamily="18" charset="0"/>
                <a:ea typeface="Noto Serif" panose="02020600060500020200" pitchFamily="18" charset="0"/>
                <a:cs typeface="Noto Serif" panose="02020600060500020200" pitchFamily="18" charset="0"/>
              </a:rPr>
              <a:t> </a:t>
            </a:r>
            <a:r>
              <a:rPr lang="en-US" sz="2000" b="1" dirty="0">
                <a:latin typeface="Noto Serif" panose="02020600060500020200" pitchFamily="18" charset="0"/>
                <a:ea typeface="Noto Serif" panose="02020600060500020200" pitchFamily="18" charset="0"/>
                <a:cs typeface="Noto Serif" panose="02020600060500020200" pitchFamily="18" charset="0"/>
              </a:rPr>
              <a:t>Private key</a:t>
            </a:r>
            <a:r>
              <a:rPr lang="en-US" sz="2000" dirty="0">
                <a:latin typeface="Noto Serif" panose="02020600060500020200" pitchFamily="18" charset="0"/>
                <a:ea typeface="Noto Serif" panose="02020600060500020200" pitchFamily="18" charset="0"/>
                <a:cs typeface="Noto Serif" panose="02020600060500020200" pitchFamily="18" charset="0"/>
              </a:rPr>
              <a:t>, </a:t>
            </a:r>
            <a:r>
              <a:rPr lang="en-US" sz="2000" dirty="0" err="1">
                <a:latin typeface="Noto Serif" panose="02020600060500020200" pitchFamily="18" charset="0"/>
                <a:ea typeface="Noto Serif" panose="02020600060500020200" pitchFamily="18" charset="0"/>
                <a:cs typeface="Noto Serif" panose="02020600060500020200" pitchFamily="18" charset="0"/>
              </a:rPr>
              <a:t>xác</a:t>
            </a:r>
            <a:r>
              <a:rPr lang="en-US" sz="2000" dirty="0">
                <a:latin typeface="Noto Serif" panose="02020600060500020200" pitchFamily="18" charset="0"/>
                <a:ea typeface="Noto Serif" panose="02020600060500020200" pitchFamily="18" charset="0"/>
                <a:cs typeface="Noto Serif" panose="02020600060500020200" pitchFamily="18" charset="0"/>
              </a:rPr>
              <a:t> </a:t>
            </a:r>
            <a:r>
              <a:rPr lang="en-US" sz="2000" dirty="0" err="1">
                <a:latin typeface="Noto Serif" panose="02020600060500020200" pitchFamily="18" charset="0"/>
                <a:ea typeface="Noto Serif" panose="02020600060500020200" pitchFamily="18" charset="0"/>
                <a:cs typeface="Noto Serif" panose="02020600060500020200" pitchFamily="18" charset="0"/>
              </a:rPr>
              <a:t>minh</a:t>
            </a:r>
            <a:r>
              <a:rPr lang="en-US" sz="2000" dirty="0">
                <a:latin typeface="Noto Serif" panose="02020600060500020200" pitchFamily="18" charset="0"/>
                <a:ea typeface="Noto Serif" panose="02020600060500020200" pitchFamily="18" charset="0"/>
                <a:cs typeface="Noto Serif" panose="02020600060500020200" pitchFamily="18" charset="0"/>
              </a:rPr>
              <a:t> </a:t>
            </a:r>
            <a:r>
              <a:rPr lang="en-US" sz="2000" dirty="0" err="1">
                <a:latin typeface="Noto Serif" panose="02020600060500020200" pitchFamily="18" charset="0"/>
                <a:ea typeface="Noto Serif" panose="02020600060500020200" pitchFamily="18" charset="0"/>
                <a:cs typeface="Noto Serif" panose="02020600060500020200" pitchFamily="18" charset="0"/>
              </a:rPr>
              <a:t>bằng</a:t>
            </a:r>
            <a:r>
              <a:rPr lang="en-US" sz="2000" dirty="0">
                <a:latin typeface="Noto Serif" panose="02020600060500020200" pitchFamily="18" charset="0"/>
                <a:ea typeface="Noto Serif" panose="02020600060500020200" pitchFamily="18" charset="0"/>
                <a:cs typeface="Noto Serif" panose="02020600060500020200" pitchFamily="18" charset="0"/>
              </a:rPr>
              <a:t> </a:t>
            </a:r>
            <a:r>
              <a:rPr lang="en-US" sz="2000" b="1" dirty="0">
                <a:latin typeface="Noto Serif" panose="02020600060500020200" pitchFamily="18" charset="0"/>
                <a:ea typeface="Noto Serif" panose="02020600060500020200" pitchFamily="18" charset="0"/>
                <a:cs typeface="Noto Serif" panose="02020600060500020200" pitchFamily="18" charset="0"/>
              </a:rPr>
              <a:t>Public key</a:t>
            </a:r>
            <a:r>
              <a:rPr lang="en-US" sz="2000" dirty="0">
                <a:latin typeface="Noto Serif" panose="02020600060500020200" pitchFamily="18" charset="0"/>
                <a:ea typeface="Noto Serif" panose="02020600060500020200" pitchFamily="18" charset="0"/>
                <a:cs typeface="Noto Serif" panose="02020600060500020200" pitchFamily="18" charset="0"/>
              </a:rPr>
              <a:t>.</a:t>
            </a:r>
          </a:p>
          <a:p>
            <a:pPr lvl="1">
              <a:lnSpc>
                <a:spcPct val="90000"/>
              </a:lnSpc>
            </a:pPr>
            <a:r>
              <a:rPr lang="en-US" sz="2000" dirty="0" err="1">
                <a:latin typeface="Noto Serif" panose="02020600060500020200" pitchFamily="18" charset="0"/>
                <a:ea typeface="Noto Serif" panose="02020600060500020200" pitchFamily="18" charset="0"/>
                <a:cs typeface="Noto Serif" panose="02020600060500020200" pitchFamily="18" charset="0"/>
              </a:rPr>
              <a:t>Đảm</a:t>
            </a:r>
            <a:r>
              <a:rPr lang="en-US" sz="2000" dirty="0">
                <a:latin typeface="Noto Serif" panose="02020600060500020200" pitchFamily="18" charset="0"/>
                <a:ea typeface="Noto Serif" panose="02020600060500020200" pitchFamily="18" charset="0"/>
                <a:cs typeface="Noto Serif" panose="02020600060500020200" pitchFamily="18" charset="0"/>
              </a:rPr>
              <a:t> </a:t>
            </a:r>
            <a:r>
              <a:rPr lang="en-US" sz="2000" dirty="0" err="1">
                <a:latin typeface="Noto Serif" panose="02020600060500020200" pitchFamily="18" charset="0"/>
                <a:ea typeface="Noto Serif" panose="02020600060500020200" pitchFamily="18" charset="0"/>
                <a:cs typeface="Noto Serif" panose="02020600060500020200" pitchFamily="18" charset="0"/>
              </a:rPr>
              <a:t>bảo</a:t>
            </a:r>
            <a:r>
              <a:rPr lang="en-US" sz="2000" dirty="0">
                <a:latin typeface="Noto Serif" panose="02020600060500020200" pitchFamily="18" charset="0"/>
                <a:ea typeface="Noto Serif" panose="02020600060500020200" pitchFamily="18" charset="0"/>
                <a:cs typeface="Noto Serif" panose="02020600060500020200" pitchFamily="18" charset="0"/>
              </a:rPr>
              <a:t>: </a:t>
            </a:r>
            <a:r>
              <a:rPr lang="en-US" sz="2000" dirty="0" err="1">
                <a:latin typeface="Noto Serif" panose="02020600060500020200" pitchFamily="18" charset="0"/>
                <a:ea typeface="Noto Serif" panose="02020600060500020200" pitchFamily="18" charset="0"/>
                <a:cs typeface="Noto Serif" panose="02020600060500020200" pitchFamily="18" charset="0"/>
              </a:rPr>
              <a:t>Toàn</a:t>
            </a:r>
            <a:r>
              <a:rPr lang="en-US" sz="2000" dirty="0">
                <a:latin typeface="Noto Serif" panose="02020600060500020200" pitchFamily="18" charset="0"/>
                <a:ea typeface="Noto Serif" panose="02020600060500020200" pitchFamily="18" charset="0"/>
                <a:cs typeface="Noto Serif" panose="02020600060500020200" pitchFamily="18" charset="0"/>
              </a:rPr>
              <a:t> </a:t>
            </a:r>
            <a:r>
              <a:rPr lang="en-US" sz="2000" dirty="0" err="1">
                <a:latin typeface="Noto Serif" panose="02020600060500020200" pitchFamily="18" charset="0"/>
                <a:ea typeface="Noto Serif" panose="02020600060500020200" pitchFamily="18" charset="0"/>
                <a:cs typeface="Noto Serif" panose="02020600060500020200" pitchFamily="18" charset="0"/>
              </a:rPr>
              <a:t>vẹn</a:t>
            </a:r>
            <a:r>
              <a:rPr lang="en-US" sz="2000" dirty="0">
                <a:latin typeface="Noto Serif" panose="02020600060500020200" pitchFamily="18" charset="0"/>
                <a:ea typeface="Noto Serif" panose="02020600060500020200" pitchFamily="18" charset="0"/>
                <a:cs typeface="Noto Serif" panose="02020600060500020200" pitchFamily="18" charset="0"/>
              </a:rPr>
              <a:t>, </a:t>
            </a:r>
            <a:r>
              <a:rPr lang="en-US" sz="2000" dirty="0" err="1">
                <a:latin typeface="Noto Serif" panose="02020600060500020200" pitchFamily="18" charset="0"/>
                <a:ea typeface="Noto Serif" panose="02020600060500020200" pitchFamily="18" charset="0"/>
                <a:cs typeface="Noto Serif" panose="02020600060500020200" pitchFamily="18" charset="0"/>
              </a:rPr>
              <a:t>Xác</a:t>
            </a:r>
            <a:r>
              <a:rPr lang="en-US" sz="2000" dirty="0">
                <a:latin typeface="Noto Serif" panose="02020600060500020200" pitchFamily="18" charset="0"/>
                <a:ea typeface="Noto Serif" panose="02020600060500020200" pitchFamily="18" charset="0"/>
                <a:cs typeface="Noto Serif" panose="02020600060500020200" pitchFamily="18" charset="0"/>
              </a:rPr>
              <a:t> </a:t>
            </a:r>
            <a:r>
              <a:rPr lang="en-US" sz="2000" dirty="0" err="1">
                <a:latin typeface="Noto Serif" panose="02020600060500020200" pitchFamily="18" charset="0"/>
                <a:ea typeface="Noto Serif" panose="02020600060500020200" pitchFamily="18" charset="0"/>
                <a:cs typeface="Noto Serif" panose="02020600060500020200" pitchFamily="18" charset="0"/>
              </a:rPr>
              <a:t>thực</a:t>
            </a:r>
            <a:r>
              <a:rPr lang="en-US" sz="2000" dirty="0">
                <a:latin typeface="Noto Serif" panose="02020600060500020200" pitchFamily="18" charset="0"/>
                <a:ea typeface="Noto Serif" panose="02020600060500020200" pitchFamily="18" charset="0"/>
                <a:cs typeface="Noto Serif" panose="02020600060500020200" pitchFamily="18" charset="0"/>
              </a:rPr>
              <a:t>, </a:t>
            </a:r>
            <a:r>
              <a:rPr lang="en-US" sz="2000" dirty="0" err="1">
                <a:latin typeface="Noto Serif" panose="02020600060500020200" pitchFamily="18" charset="0"/>
                <a:ea typeface="Noto Serif" panose="02020600060500020200" pitchFamily="18" charset="0"/>
                <a:cs typeface="Noto Serif" panose="02020600060500020200" pitchFamily="18" charset="0"/>
              </a:rPr>
              <a:t>Không</a:t>
            </a:r>
            <a:r>
              <a:rPr lang="en-US" sz="2000" dirty="0">
                <a:latin typeface="Noto Serif" panose="02020600060500020200" pitchFamily="18" charset="0"/>
                <a:ea typeface="Noto Serif" panose="02020600060500020200" pitchFamily="18" charset="0"/>
                <a:cs typeface="Noto Serif" panose="02020600060500020200" pitchFamily="18" charset="0"/>
              </a:rPr>
              <a:t> </a:t>
            </a:r>
            <a:r>
              <a:rPr lang="en-US" sz="2000" dirty="0" err="1">
                <a:latin typeface="Noto Serif" panose="02020600060500020200" pitchFamily="18" charset="0"/>
                <a:ea typeface="Noto Serif" panose="02020600060500020200" pitchFamily="18" charset="0"/>
                <a:cs typeface="Noto Serif" panose="02020600060500020200" pitchFamily="18" charset="0"/>
              </a:rPr>
              <a:t>chối</a:t>
            </a:r>
            <a:r>
              <a:rPr lang="en-US" sz="2000" dirty="0">
                <a:latin typeface="Noto Serif" panose="02020600060500020200" pitchFamily="18" charset="0"/>
                <a:ea typeface="Noto Serif" panose="02020600060500020200" pitchFamily="18" charset="0"/>
                <a:cs typeface="Noto Serif" panose="02020600060500020200" pitchFamily="18" charset="0"/>
              </a:rPr>
              <a:t> </a:t>
            </a:r>
            <a:r>
              <a:rPr lang="en-US" sz="2000" dirty="0" err="1">
                <a:latin typeface="Noto Serif" panose="02020600060500020200" pitchFamily="18" charset="0"/>
                <a:ea typeface="Noto Serif" panose="02020600060500020200" pitchFamily="18" charset="0"/>
                <a:cs typeface="Noto Serif" panose="02020600060500020200" pitchFamily="18" charset="0"/>
              </a:rPr>
              <a:t>bỏ</a:t>
            </a:r>
            <a:r>
              <a:rPr lang="en-US" sz="2000" dirty="0">
                <a:latin typeface="Noto Serif" panose="02020600060500020200" pitchFamily="18" charset="0"/>
                <a:ea typeface="Noto Serif" panose="02020600060500020200" pitchFamily="18" charset="0"/>
                <a:cs typeface="Noto Serif" panose="02020600060500020200" pitchFamily="18" charset="0"/>
              </a:rPr>
              <a:t>.</a:t>
            </a:r>
          </a:p>
          <a:p>
            <a:pPr marL="0" indent="0">
              <a:lnSpc>
                <a:spcPct val="90000"/>
              </a:lnSpc>
              <a:buNone/>
            </a:pPr>
            <a:endParaRPr lang="en-US" sz="2000" dirty="0">
              <a:latin typeface="Noto Serif" panose="02020600060500020200" pitchFamily="18" charset="0"/>
              <a:ea typeface="Noto Serif" panose="02020600060500020200" pitchFamily="18" charset="0"/>
              <a:cs typeface="Noto Serif" panose="02020600060500020200" pitchFamily="18" charset="0"/>
            </a:endParaRPr>
          </a:p>
        </p:txBody>
      </p:sp>
      <p:pic>
        <p:nvPicPr>
          <p:cNvPr id="5" name="Picture 4">
            <a:extLst>
              <a:ext uri="{FF2B5EF4-FFF2-40B4-BE49-F238E27FC236}">
                <a16:creationId xmlns:a16="http://schemas.microsoft.com/office/drawing/2014/main" id="{2E04D3E3-D496-BFD2-CCF8-582B2EBC1BAE}"/>
              </a:ext>
            </a:extLst>
          </p:cNvPr>
          <p:cNvPicPr>
            <a:picLocks noChangeAspect="1"/>
          </p:cNvPicPr>
          <p:nvPr/>
        </p:nvPicPr>
        <p:blipFill>
          <a:blip r:embed="rId2"/>
          <a:stretch>
            <a:fillRect/>
          </a:stretch>
        </p:blipFill>
        <p:spPr>
          <a:xfrm>
            <a:off x="6239723" y="2234879"/>
            <a:ext cx="3797245" cy="189862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ACC7B37-48D5-6615-54F5-A5AE2AAA85F5}"/>
              </a:ext>
            </a:extLst>
          </p:cNvPr>
          <p:cNvSpPr>
            <a:spLocks noGrp="1"/>
          </p:cNvSpPr>
          <p:nvPr>
            <p:ph type="title"/>
          </p:nvPr>
        </p:nvSpPr>
        <p:spPr>
          <a:xfrm>
            <a:off x="270148" y="0"/>
            <a:ext cx="6268152" cy="1320800"/>
          </a:xfrm>
        </p:spPr>
        <p:txBody>
          <a:bodyPr anchor="ctr">
            <a:normAutofit/>
          </a:bodyPr>
          <a:lstStyle/>
          <a:p>
            <a:pPr>
              <a:lnSpc>
                <a:spcPct val="90000"/>
              </a:lnSpc>
            </a:pPr>
            <a:r>
              <a:rPr lang="en-US" sz="2800" b="1" dirty="0" err="1"/>
              <a:t>Cơ</a:t>
            </a:r>
            <a:r>
              <a:rPr lang="en-US" sz="2800" b="1" dirty="0"/>
              <a:t> </a:t>
            </a:r>
            <a:r>
              <a:rPr lang="en-US" sz="2800" b="1" dirty="0" err="1"/>
              <a:t>chế</a:t>
            </a:r>
            <a:r>
              <a:rPr lang="en-US" sz="2800" b="1" dirty="0"/>
              <a:t> </a:t>
            </a:r>
            <a:r>
              <a:rPr lang="en-US" sz="2800" b="1" dirty="0" err="1"/>
              <a:t>bảo</a:t>
            </a:r>
            <a:r>
              <a:rPr lang="en-US" sz="2800" b="1" dirty="0"/>
              <a:t> </a:t>
            </a:r>
            <a:r>
              <a:rPr lang="en-US" sz="2800" b="1" dirty="0" err="1"/>
              <a:t>mật</a:t>
            </a:r>
            <a:r>
              <a:rPr lang="en-US" sz="2800" b="1" dirty="0"/>
              <a:t> </a:t>
            </a:r>
            <a:r>
              <a:rPr lang="en-US" sz="2800" b="1" dirty="0" err="1"/>
              <a:t>của</a:t>
            </a:r>
            <a:r>
              <a:rPr lang="en-US" sz="2800" b="1" dirty="0"/>
              <a:t> Blockchain</a:t>
            </a:r>
            <a:endParaRPr lang="en-US" sz="2800" dirty="0">
              <a:latin typeface="Noto Serif" panose="02020600060500020200" pitchFamily="18" charset="0"/>
              <a:ea typeface="Noto Serif" panose="02020600060500020200" pitchFamily="18" charset="0"/>
              <a:cs typeface="Noto Serif" panose="02020600060500020200" pitchFamily="18" charset="0"/>
            </a:endParaRPr>
          </a:p>
        </p:txBody>
      </p:sp>
      <p:sp>
        <p:nvSpPr>
          <p:cNvPr id="3" name="Content Placeholder 2"/>
          <p:cNvSpPr>
            <a:spLocks noGrp="1"/>
          </p:cNvSpPr>
          <p:nvPr>
            <p:ph idx="1"/>
          </p:nvPr>
        </p:nvSpPr>
        <p:spPr>
          <a:xfrm>
            <a:off x="442152" y="1171429"/>
            <a:ext cx="5724853" cy="3880773"/>
          </a:xfrm>
        </p:spPr>
        <p:txBody>
          <a:bodyPr>
            <a:noAutofit/>
          </a:bodyPr>
          <a:lstStyle/>
          <a:p>
            <a:pPr marL="0" indent="0">
              <a:lnSpc>
                <a:spcPct val="90000"/>
              </a:lnSpc>
              <a:buNone/>
            </a:pPr>
            <a:r>
              <a:rPr lang="en-US" sz="1600" b="1" dirty="0">
                <a:latin typeface="Noto Serif" panose="02020600060500020200" pitchFamily="18" charset="0"/>
                <a:ea typeface="Noto Serif" panose="02020600060500020200" pitchFamily="18" charset="0"/>
                <a:cs typeface="Noto Serif" panose="02020600060500020200" pitchFamily="18" charset="0"/>
              </a:rPr>
              <a:t>c. </a:t>
            </a:r>
            <a:r>
              <a:rPr lang="vi-VN" sz="1600" b="1" dirty="0">
                <a:latin typeface="Noto Serif" panose="02020600060500020200" pitchFamily="18" charset="0"/>
                <a:ea typeface="Noto Serif" panose="02020600060500020200" pitchFamily="18" charset="0"/>
                <a:cs typeface="Noto Serif" panose="02020600060500020200" pitchFamily="18" charset="0"/>
              </a:rPr>
              <a:t>Merkle Tree</a:t>
            </a:r>
          </a:p>
          <a:p>
            <a:pPr>
              <a:lnSpc>
                <a:spcPct val="90000"/>
              </a:lnSpc>
            </a:pPr>
            <a:r>
              <a:rPr lang="vi-VN" sz="1600" b="1" dirty="0">
                <a:latin typeface="Noto Serif" panose="02020600060500020200" pitchFamily="18" charset="0"/>
                <a:ea typeface="Noto Serif" panose="02020600060500020200" pitchFamily="18" charset="0"/>
                <a:cs typeface="Noto Serif" panose="02020600060500020200" pitchFamily="18" charset="0"/>
              </a:rPr>
              <a:t>Khái niệm</a:t>
            </a:r>
            <a:r>
              <a:rPr lang="vi-VN" sz="1600" dirty="0">
                <a:latin typeface="Noto Serif" panose="02020600060500020200" pitchFamily="18" charset="0"/>
                <a:ea typeface="Noto Serif" panose="02020600060500020200" pitchFamily="18" charset="0"/>
                <a:cs typeface="Noto Serif" panose="02020600060500020200" pitchFamily="18" charset="0"/>
              </a:rPr>
              <a:t>: Cấu trúc cây băm tóm tắt tất cả giao dịch trong một block.</a:t>
            </a:r>
          </a:p>
          <a:p>
            <a:pPr>
              <a:lnSpc>
                <a:spcPct val="90000"/>
              </a:lnSpc>
            </a:pPr>
            <a:r>
              <a:rPr lang="vi-VN" sz="1600" b="1" dirty="0">
                <a:latin typeface="Noto Serif" panose="02020600060500020200" pitchFamily="18" charset="0"/>
                <a:ea typeface="Noto Serif" panose="02020600060500020200" pitchFamily="18" charset="0"/>
                <a:cs typeface="Noto Serif" panose="02020600060500020200" pitchFamily="18" charset="0"/>
              </a:rPr>
              <a:t>Cách hoạt động</a:t>
            </a:r>
            <a:r>
              <a:rPr lang="vi-VN" sz="1600" dirty="0">
                <a:latin typeface="Noto Serif" panose="02020600060500020200" pitchFamily="18" charset="0"/>
                <a:ea typeface="Noto Serif" panose="02020600060500020200" pitchFamily="18" charset="0"/>
                <a:cs typeface="Noto Serif" panose="02020600060500020200" pitchFamily="18" charset="0"/>
              </a:rPr>
              <a:t>: Băm cặp nút liên tục → tạo </a:t>
            </a:r>
            <a:r>
              <a:rPr lang="vi-VN" sz="1600" b="1" dirty="0">
                <a:latin typeface="Noto Serif" panose="02020600060500020200" pitchFamily="18" charset="0"/>
                <a:ea typeface="Noto Serif" panose="02020600060500020200" pitchFamily="18" charset="0"/>
                <a:cs typeface="Noto Serif" panose="02020600060500020200" pitchFamily="18" charset="0"/>
              </a:rPr>
              <a:t>Merkle Root</a:t>
            </a:r>
            <a:r>
              <a:rPr lang="vi-VN" sz="1600" dirty="0">
                <a:latin typeface="Noto Serif" panose="02020600060500020200" pitchFamily="18" charset="0"/>
                <a:ea typeface="Noto Serif" panose="02020600060500020200" pitchFamily="18" charset="0"/>
                <a:cs typeface="Noto Serif" panose="02020600060500020200" pitchFamily="18" charset="0"/>
              </a:rPr>
              <a:t> lưu trong tiêu đề block.</a:t>
            </a:r>
          </a:p>
          <a:p>
            <a:pPr>
              <a:lnSpc>
                <a:spcPct val="90000"/>
              </a:lnSpc>
            </a:pPr>
            <a:r>
              <a:rPr lang="vi-VN" sz="1600" b="1" dirty="0">
                <a:latin typeface="Noto Serif" panose="02020600060500020200" pitchFamily="18" charset="0"/>
                <a:ea typeface="Noto Serif" panose="02020600060500020200" pitchFamily="18" charset="0"/>
                <a:cs typeface="Noto Serif" panose="02020600060500020200" pitchFamily="18" charset="0"/>
              </a:rPr>
              <a:t>Ví dụ</a:t>
            </a:r>
            <a:r>
              <a:rPr lang="vi-VN" sz="1600" dirty="0">
                <a:latin typeface="Noto Serif" panose="02020600060500020200" pitchFamily="18" charset="0"/>
                <a:ea typeface="Noto Serif" panose="02020600060500020200" pitchFamily="18" charset="0"/>
                <a:cs typeface="Noto Serif" panose="02020600060500020200" pitchFamily="18" charset="0"/>
              </a:rPr>
              <a:t>: Giao dịch A, B, C, D → băm → Hash AB, Hash CD → Root Merkle.</a:t>
            </a:r>
          </a:p>
          <a:p>
            <a:pPr>
              <a:lnSpc>
                <a:spcPct val="90000"/>
              </a:lnSpc>
            </a:pPr>
            <a:r>
              <a:rPr lang="vi-VN" sz="1600" b="1" dirty="0">
                <a:latin typeface="Noto Serif" panose="02020600060500020200" pitchFamily="18" charset="0"/>
                <a:ea typeface="Noto Serif" panose="02020600060500020200" pitchFamily="18" charset="0"/>
                <a:cs typeface="Noto Serif" panose="02020600060500020200" pitchFamily="18" charset="0"/>
              </a:rPr>
              <a:t>Lợi ích</a:t>
            </a:r>
            <a:r>
              <a:rPr lang="vi-VN" sz="1600" dirty="0">
                <a:latin typeface="Noto Serif" panose="02020600060500020200" pitchFamily="18" charset="0"/>
                <a:ea typeface="Noto Serif" panose="02020600060500020200" pitchFamily="18" charset="0"/>
                <a:cs typeface="Noto Serif" panose="02020600060500020200" pitchFamily="18" charset="0"/>
              </a:rPr>
              <a:t>:</a:t>
            </a:r>
          </a:p>
          <a:p>
            <a:pPr lvl="1">
              <a:lnSpc>
                <a:spcPct val="90000"/>
              </a:lnSpc>
            </a:pPr>
            <a:r>
              <a:rPr lang="vi-VN" dirty="0">
                <a:latin typeface="Noto Serif" panose="02020600060500020200" pitchFamily="18" charset="0"/>
                <a:ea typeface="Noto Serif" panose="02020600060500020200" pitchFamily="18" charset="0"/>
                <a:cs typeface="Noto Serif" panose="02020600060500020200" pitchFamily="18" charset="0"/>
              </a:rPr>
              <a:t>Xác minh nhanh tính toàn vẹn.</a:t>
            </a:r>
          </a:p>
          <a:p>
            <a:pPr lvl="1">
              <a:lnSpc>
                <a:spcPct val="90000"/>
              </a:lnSpc>
            </a:pPr>
            <a:r>
              <a:rPr lang="vi-VN" dirty="0">
                <a:latin typeface="Noto Serif" panose="02020600060500020200" pitchFamily="18" charset="0"/>
                <a:ea typeface="Noto Serif" panose="02020600060500020200" pitchFamily="18" charset="0"/>
                <a:cs typeface="Noto Serif" panose="02020600060500020200" pitchFamily="18" charset="0"/>
              </a:rPr>
              <a:t>Tiết kiệm bộ nhớ &amp; băng thông.</a:t>
            </a:r>
          </a:p>
          <a:p>
            <a:pPr lvl="1">
              <a:lnSpc>
                <a:spcPct val="90000"/>
              </a:lnSpc>
            </a:pPr>
            <a:r>
              <a:rPr lang="vi-VN" dirty="0">
                <a:latin typeface="Noto Serif" panose="02020600060500020200" pitchFamily="18" charset="0"/>
                <a:ea typeface="Noto Serif" panose="02020600060500020200" pitchFamily="18" charset="0"/>
                <a:cs typeface="Noto Serif" panose="02020600060500020200" pitchFamily="18" charset="0"/>
              </a:rPr>
              <a:t>Chỉ cần tải lại phần bị hỏng thay vì toàn bộ dữ liệu.</a:t>
            </a:r>
          </a:p>
          <a:p>
            <a:pPr marL="0" indent="0">
              <a:lnSpc>
                <a:spcPct val="90000"/>
              </a:lnSpc>
              <a:buNone/>
            </a:pPr>
            <a:endParaRPr lang="vi-VN" sz="1600" dirty="0">
              <a:latin typeface="Noto Serif" panose="02020600060500020200" pitchFamily="18" charset="0"/>
              <a:ea typeface="Noto Serif" panose="02020600060500020200" pitchFamily="18" charset="0"/>
              <a:cs typeface="Noto Serif" panose="02020600060500020200" pitchFamily="18" charset="0"/>
            </a:endParaRPr>
          </a:p>
        </p:txBody>
      </p:sp>
      <p:pic>
        <p:nvPicPr>
          <p:cNvPr id="2" name="Picture 1" descr="A diagram of a blockchain&#10;&#10;Description automatically generated">
            <a:extLst>
              <a:ext uri="{FF2B5EF4-FFF2-40B4-BE49-F238E27FC236}">
                <a16:creationId xmlns:a16="http://schemas.microsoft.com/office/drawing/2014/main" id="{D79D3F78-FC36-80D6-1555-C2D95A26FA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6243857" y="2020770"/>
            <a:ext cx="3797245" cy="2534661"/>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7EF8BBE-2414-6C66-0AF6-3440C46961CC}"/>
              </a:ext>
            </a:extLst>
          </p:cNvPr>
          <p:cNvSpPr>
            <a:spLocks noGrp="1"/>
          </p:cNvSpPr>
          <p:nvPr>
            <p:ph type="title"/>
          </p:nvPr>
        </p:nvSpPr>
        <p:spPr>
          <a:xfrm>
            <a:off x="353869" y="380251"/>
            <a:ext cx="7777017" cy="1320800"/>
          </a:xfrm>
        </p:spPr>
        <p:txBody>
          <a:bodyPr anchor="t">
            <a:normAutofit/>
          </a:bodyPr>
          <a:lstStyle/>
          <a:p>
            <a:r>
              <a:rPr lang="en-US" b="1" dirty="0" err="1"/>
              <a:t>Cơ</a:t>
            </a:r>
            <a:r>
              <a:rPr lang="en-US" b="1" dirty="0"/>
              <a:t> </a:t>
            </a:r>
            <a:r>
              <a:rPr lang="en-US" b="1" dirty="0" err="1"/>
              <a:t>chế</a:t>
            </a:r>
            <a:r>
              <a:rPr lang="en-US" b="1" dirty="0"/>
              <a:t> </a:t>
            </a:r>
            <a:r>
              <a:rPr lang="en-US" b="1" dirty="0" err="1"/>
              <a:t>bảo</a:t>
            </a:r>
            <a:r>
              <a:rPr lang="en-US" b="1" dirty="0"/>
              <a:t> </a:t>
            </a:r>
            <a:r>
              <a:rPr lang="en-US" b="1" dirty="0" err="1"/>
              <a:t>mật</a:t>
            </a:r>
            <a:r>
              <a:rPr lang="en-US" b="1" dirty="0"/>
              <a:t> </a:t>
            </a:r>
            <a:r>
              <a:rPr lang="en-US" b="1" dirty="0" err="1"/>
              <a:t>của</a:t>
            </a:r>
            <a:r>
              <a:rPr lang="en-US" b="1" dirty="0"/>
              <a:t> Blockchain</a:t>
            </a:r>
            <a:endParaRPr lang="en-US" dirty="0">
              <a:latin typeface="Noto Serif" panose="02020600060500020200" pitchFamily="18" charset="0"/>
              <a:ea typeface="Noto Serif" panose="02020600060500020200" pitchFamily="18" charset="0"/>
              <a:cs typeface="Noto Serif" panose="02020600060500020200" pitchFamily="18" charset="0"/>
            </a:endParaRPr>
          </a:p>
        </p:txBody>
      </p:sp>
      <p:sp>
        <p:nvSpPr>
          <p:cNvPr id="3" name="Content Placeholder 2"/>
          <p:cNvSpPr>
            <a:spLocks noGrp="1"/>
          </p:cNvSpPr>
          <p:nvPr>
            <p:ph idx="1"/>
          </p:nvPr>
        </p:nvSpPr>
        <p:spPr>
          <a:xfrm>
            <a:off x="4921826" y="1331271"/>
            <a:ext cx="5053446" cy="3880773"/>
          </a:xfrm>
        </p:spPr>
        <p:txBody>
          <a:bodyPr vert="horz" lIns="91440" tIns="45720" rIns="91440" bIns="45720" rtlCol="0" anchor="t">
            <a:normAutofit/>
          </a:bodyPr>
          <a:lstStyle/>
          <a:p>
            <a:pPr marL="0" indent="0">
              <a:lnSpc>
                <a:spcPct val="90000"/>
              </a:lnSpc>
              <a:buNone/>
            </a:pPr>
            <a:r>
              <a:rPr lang="en-US" sz="2000" dirty="0">
                <a:latin typeface="Noto Serif" panose="02020600060500020200" pitchFamily="18" charset="0"/>
                <a:ea typeface="Noto Serif" panose="02020600060500020200" pitchFamily="18" charset="0"/>
                <a:cs typeface="Noto Serif" panose="02020600060500020200" pitchFamily="18" charset="0"/>
              </a:rPr>
              <a:t>d. </a:t>
            </a:r>
            <a:r>
              <a:rPr lang="en-US" sz="2000" dirty="0" err="1">
                <a:latin typeface="Noto Serif" panose="02020600060500020200" pitchFamily="18" charset="0"/>
                <a:ea typeface="Noto Serif" panose="02020600060500020200" pitchFamily="18" charset="0"/>
                <a:cs typeface="Noto Serif" panose="02020600060500020200" pitchFamily="18" charset="0"/>
              </a:rPr>
              <a:t>Cơ</a:t>
            </a:r>
            <a:r>
              <a:rPr lang="en-US" sz="2000" dirty="0">
                <a:latin typeface="Noto Serif" panose="02020600060500020200" pitchFamily="18" charset="0"/>
                <a:ea typeface="Noto Serif" panose="02020600060500020200" pitchFamily="18" charset="0"/>
                <a:cs typeface="Noto Serif" panose="02020600060500020200" pitchFamily="18" charset="0"/>
              </a:rPr>
              <a:t> </a:t>
            </a:r>
            <a:r>
              <a:rPr lang="en-US" sz="2000" dirty="0" err="1">
                <a:latin typeface="Noto Serif" panose="02020600060500020200" pitchFamily="18" charset="0"/>
                <a:ea typeface="Noto Serif" panose="02020600060500020200" pitchFamily="18" charset="0"/>
                <a:cs typeface="Noto Serif" panose="02020600060500020200" pitchFamily="18" charset="0"/>
              </a:rPr>
              <a:t>chế</a:t>
            </a:r>
            <a:r>
              <a:rPr lang="en-US" sz="2000" dirty="0">
                <a:latin typeface="Noto Serif" panose="02020600060500020200" pitchFamily="18" charset="0"/>
                <a:ea typeface="Noto Serif" panose="02020600060500020200" pitchFamily="18" charset="0"/>
                <a:cs typeface="Noto Serif" panose="02020600060500020200" pitchFamily="18" charset="0"/>
              </a:rPr>
              <a:t> </a:t>
            </a:r>
            <a:r>
              <a:rPr lang="en-US" sz="2000" dirty="0" err="1">
                <a:latin typeface="Noto Serif" panose="02020600060500020200" pitchFamily="18" charset="0"/>
                <a:ea typeface="Noto Serif" panose="02020600060500020200" pitchFamily="18" charset="0"/>
                <a:cs typeface="Noto Serif" panose="02020600060500020200" pitchFamily="18" charset="0"/>
              </a:rPr>
              <a:t>đồng</a:t>
            </a:r>
            <a:r>
              <a:rPr lang="en-US" sz="2000" dirty="0">
                <a:latin typeface="Noto Serif" panose="02020600060500020200" pitchFamily="18" charset="0"/>
                <a:ea typeface="Noto Serif" panose="02020600060500020200" pitchFamily="18" charset="0"/>
                <a:cs typeface="Noto Serif" panose="02020600060500020200" pitchFamily="18" charset="0"/>
              </a:rPr>
              <a:t> </a:t>
            </a:r>
            <a:r>
              <a:rPr lang="en-US" sz="2000" dirty="0" err="1">
                <a:latin typeface="Noto Serif" panose="02020600060500020200" pitchFamily="18" charset="0"/>
                <a:ea typeface="Noto Serif" panose="02020600060500020200" pitchFamily="18" charset="0"/>
                <a:cs typeface="Noto Serif" panose="02020600060500020200" pitchFamily="18" charset="0"/>
              </a:rPr>
              <a:t>thuận</a:t>
            </a:r>
            <a:r>
              <a:rPr lang="en-US" sz="2000" dirty="0">
                <a:latin typeface="Noto Serif" panose="02020600060500020200" pitchFamily="18" charset="0"/>
                <a:ea typeface="Noto Serif" panose="02020600060500020200" pitchFamily="18" charset="0"/>
                <a:cs typeface="Noto Serif" panose="02020600060500020200" pitchFamily="18" charset="0"/>
              </a:rPr>
              <a:t> </a:t>
            </a:r>
          </a:p>
          <a:p>
            <a:pPr marL="0" indent="0">
              <a:lnSpc>
                <a:spcPct val="90000"/>
              </a:lnSpc>
              <a:buNone/>
            </a:pPr>
            <a:r>
              <a:rPr lang="en-US" sz="2000" dirty="0" err="1">
                <a:latin typeface="Noto Serif" panose="02020600060500020200" pitchFamily="18" charset="0"/>
                <a:ea typeface="Noto Serif" panose="02020600060500020200" pitchFamily="18" charset="0"/>
                <a:cs typeface="Noto Serif" panose="02020600060500020200" pitchFamily="18" charset="0"/>
              </a:rPr>
              <a:t>Khái</a:t>
            </a:r>
            <a:r>
              <a:rPr lang="en-US" sz="2000" dirty="0">
                <a:latin typeface="Noto Serif" panose="02020600060500020200" pitchFamily="18" charset="0"/>
                <a:ea typeface="Noto Serif" panose="02020600060500020200" pitchFamily="18" charset="0"/>
                <a:cs typeface="Noto Serif" panose="02020600060500020200" pitchFamily="18" charset="0"/>
              </a:rPr>
              <a:t> </a:t>
            </a:r>
            <a:r>
              <a:rPr lang="en-US" sz="2000" dirty="0" err="1">
                <a:latin typeface="Noto Serif" panose="02020600060500020200" pitchFamily="18" charset="0"/>
                <a:ea typeface="Noto Serif" panose="02020600060500020200" pitchFamily="18" charset="0"/>
                <a:cs typeface="Noto Serif" panose="02020600060500020200" pitchFamily="18" charset="0"/>
              </a:rPr>
              <a:t>Niệm</a:t>
            </a:r>
            <a:r>
              <a:rPr lang="en-US" sz="2000" dirty="0">
                <a:latin typeface="Noto Serif" panose="02020600060500020200" pitchFamily="18" charset="0"/>
                <a:ea typeface="Noto Serif" panose="02020600060500020200" pitchFamily="18" charset="0"/>
                <a:cs typeface="Noto Serif" panose="02020600060500020200" pitchFamily="18" charset="0"/>
              </a:rPr>
              <a:t> : </a:t>
            </a:r>
          </a:p>
          <a:p>
            <a:pPr marL="0" indent="0">
              <a:lnSpc>
                <a:spcPct val="90000"/>
              </a:lnSpc>
              <a:buNone/>
            </a:pPr>
            <a:r>
              <a:rPr lang="en-US" sz="1600" dirty="0" err="1">
                <a:latin typeface="Noto Serif" panose="02020600060500020200" pitchFamily="18" charset="0"/>
                <a:ea typeface="Noto Serif" panose="02020600060500020200" pitchFamily="18" charset="0"/>
                <a:cs typeface="Noto Serif" panose="02020600060500020200" pitchFamily="18" charset="0"/>
              </a:rPr>
              <a:t>Cơ</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chế</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đồng</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thuận</a:t>
            </a:r>
            <a:r>
              <a:rPr lang="en-US" sz="1600" dirty="0">
                <a:latin typeface="Noto Serif" panose="02020600060500020200" pitchFamily="18" charset="0"/>
                <a:ea typeface="Noto Serif" panose="02020600060500020200" pitchFamily="18" charset="0"/>
                <a:cs typeface="Noto Serif" panose="02020600060500020200" pitchFamily="18" charset="0"/>
              </a:rPr>
              <a:t> (Consensus mechanism) </a:t>
            </a:r>
            <a:r>
              <a:rPr lang="en-US" sz="1600" dirty="0" err="1">
                <a:latin typeface="Noto Serif" panose="02020600060500020200" pitchFamily="18" charset="0"/>
                <a:ea typeface="Noto Serif" panose="02020600060500020200" pitchFamily="18" charset="0"/>
                <a:cs typeface="Noto Serif" panose="02020600060500020200" pitchFamily="18" charset="0"/>
              </a:rPr>
              <a:t>là</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một</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quy</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trình</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cốt</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lõi</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trong</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hệ</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thống</a:t>
            </a:r>
            <a:r>
              <a:rPr lang="en-US" sz="1600" dirty="0">
                <a:latin typeface="Noto Serif" panose="02020600060500020200" pitchFamily="18" charset="0"/>
                <a:ea typeface="Noto Serif" panose="02020600060500020200" pitchFamily="18" charset="0"/>
                <a:cs typeface="Noto Serif" panose="02020600060500020200" pitchFamily="18" charset="0"/>
              </a:rPr>
              <a:t> blockchain, </a:t>
            </a:r>
            <a:r>
              <a:rPr lang="en-US" sz="1600" dirty="0" err="1">
                <a:latin typeface="Noto Serif" panose="02020600060500020200" pitchFamily="18" charset="0"/>
                <a:ea typeface="Noto Serif" panose="02020600060500020200" pitchFamily="18" charset="0"/>
                <a:cs typeface="Noto Serif" panose="02020600060500020200" pitchFamily="18" charset="0"/>
              </a:rPr>
              <a:t>nơi</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các</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nút</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máy</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tính</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trong</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mạng</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lưới</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đạt</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được</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thỏa</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thuận</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chung</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về</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tính</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hợp</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lệ</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của</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giao</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dịch</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và</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trạng</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thái</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của</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sổ</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cái</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kỹ</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thuật</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số</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đảm</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bảo</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tính</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bảo</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mật</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toàn</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vẹn</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và</a:t>
            </a:r>
            <a:r>
              <a:rPr lang="en-US" sz="1600" dirty="0">
                <a:latin typeface="Noto Serif" panose="02020600060500020200" pitchFamily="18" charset="0"/>
                <a:ea typeface="Noto Serif" panose="02020600060500020200" pitchFamily="18" charset="0"/>
                <a:cs typeface="Noto Serif" panose="02020600060500020200" pitchFamily="18" charset="0"/>
              </a:rPr>
              <a:t> phi </a:t>
            </a:r>
            <a:r>
              <a:rPr lang="en-US" sz="1600" dirty="0" err="1">
                <a:latin typeface="Noto Serif" panose="02020600060500020200" pitchFamily="18" charset="0"/>
                <a:ea typeface="Noto Serif" panose="02020600060500020200" pitchFamily="18" charset="0"/>
                <a:cs typeface="Noto Serif" panose="02020600060500020200" pitchFamily="18" charset="0"/>
              </a:rPr>
              <a:t>tập</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trung</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của</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mạng</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lưới</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mà</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không</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cần</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sự</a:t>
            </a:r>
            <a:r>
              <a:rPr lang="en-US" sz="1600" dirty="0">
                <a:latin typeface="Noto Serif" panose="02020600060500020200" pitchFamily="18" charset="0"/>
                <a:ea typeface="Noto Serif" panose="02020600060500020200" pitchFamily="18" charset="0"/>
                <a:cs typeface="Noto Serif" panose="02020600060500020200" pitchFamily="18" charset="0"/>
              </a:rPr>
              <a:t> can </a:t>
            </a:r>
            <a:r>
              <a:rPr lang="en-US" sz="1600" dirty="0" err="1">
                <a:latin typeface="Noto Serif" panose="02020600060500020200" pitchFamily="18" charset="0"/>
                <a:ea typeface="Noto Serif" panose="02020600060500020200" pitchFamily="18" charset="0"/>
                <a:cs typeface="Noto Serif" panose="02020600060500020200" pitchFamily="18" charset="0"/>
              </a:rPr>
              <a:t>thiệp</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của</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bên</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thứ</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ba</a:t>
            </a:r>
            <a:r>
              <a:rPr lang="en-US" sz="1600" dirty="0">
                <a:latin typeface="Noto Serif" panose="02020600060500020200" pitchFamily="18" charset="0"/>
                <a:ea typeface="Noto Serif" panose="02020600060500020200" pitchFamily="18" charset="0"/>
                <a:cs typeface="Noto Serif" panose="02020600060500020200" pitchFamily="18" charset="0"/>
              </a:rPr>
              <a:t>.</a:t>
            </a:r>
          </a:p>
          <a:p>
            <a:pPr marL="0" indent="0">
              <a:lnSpc>
                <a:spcPct val="90000"/>
              </a:lnSpc>
              <a:buNone/>
            </a:pPr>
            <a:r>
              <a:rPr lang="en-US" sz="2000" dirty="0" err="1">
                <a:latin typeface="Noto Serif" panose="02020600060500020200" pitchFamily="18" charset="0"/>
                <a:ea typeface="Noto Serif" panose="02020600060500020200" pitchFamily="18" charset="0"/>
                <a:cs typeface="Noto Serif" panose="02020600060500020200" pitchFamily="18" charset="0"/>
              </a:rPr>
              <a:t>Mục</a:t>
            </a:r>
            <a:r>
              <a:rPr lang="en-US" sz="2000" dirty="0">
                <a:latin typeface="Noto Serif" panose="02020600060500020200" pitchFamily="18" charset="0"/>
                <a:ea typeface="Noto Serif" panose="02020600060500020200" pitchFamily="18" charset="0"/>
                <a:cs typeface="Noto Serif" panose="02020600060500020200" pitchFamily="18" charset="0"/>
              </a:rPr>
              <a:t> </a:t>
            </a:r>
            <a:r>
              <a:rPr lang="en-US" sz="2000" dirty="0" err="1">
                <a:latin typeface="Noto Serif" panose="02020600060500020200" pitchFamily="18" charset="0"/>
                <a:ea typeface="Noto Serif" panose="02020600060500020200" pitchFamily="18" charset="0"/>
                <a:cs typeface="Noto Serif" panose="02020600060500020200" pitchFamily="18" charset="0"/>
              </a:rPr>
              <a:t>tiêu</a:t>
            </a:r>
            <a:r>
              <a:rPr lang="en-US" sz="2000" dirty="0">
                <a:latin typeface="Noto Serif" panose="02020600060500020200" pitchFamily="18" charset="0"/>
                <a:ea typeface="Noto Serif" panose="02020600060500020200" pitchFamily="18" charset="0"/>
                <a:cs typeface="Noto Serif" panose="02020600060500020200" pitchFamily="18" charset="0"/>
              </a:rPr>
              <a:t>: </a:t>
            </a:r>
          </a:p>
          <a:p>
            <a:pPr marL="0" indent="0">
              <a:lnSpc>
                <a:spcPct val="90000"/>
              </a:lnSpc>
              <a:buNone/>
            </a:pPr>
            <a:r>
              <a:rPr lang="en-US" sz="1600" dirty="0" err="1">
                <a:latin typeface="Noto Serif" panose="02020600060500020200" pitchFamily="18" charset="0"/>
                <a:ea typeface="Noto Serif" panose="02020600060500020200" pitchFamily="18" charset="0"/>
                <a:cs typeface="Noto Serif" panose="02020600060500020200" pitchFamily="18" charset="0"/>
              </a:rPr>
              <a:t>Đảm</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bảo</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bảo</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mật</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toàn</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vẹn</a:t>
            </a:r>
            <a:r>
              <a:rPr lang="en-US" sz="1600" dirty="0">
                <a:latin typeface="Noto Serif" panose="02020600060500020200" pitchFamily="18" charset="0"/>
                <a:ea typeface="Noto Serif" panose="02020600060500020200" pitchFamily="18" charset="0"/>
                <a:cs typeface="Noto Serif" panose="02020600060500020200" pitchFamily="18" charset="0"/>
              </a:rPr>
              <a:t>, phi </a:t>
            </a:r>
            <a:r>
              <a:rPr lang="en-US" sz="1600" dirty="0" err="1">
                <a:latin typeface="Noto Serif" panose="02020600060500020200" pitchFamily="18" charset="0"/>
                <a:ea typeface="Noto Serif" panose="02020600060500020200" pitchFamily="18" charset="0"/>
                <a:cs typeface="Noto Serif" panose="02020600060500020200" pitchFamily="18" charset="0"/>
              </a:rPr>
              <a:t>tập</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trung</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ngăn</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gian</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lận</a:t>
            </a:r>
            <a:r>
              <a:rPr lang="en-US" sz="1600" dirty="0">
                <a:latin typeface="Noto Serif" panose="02020600060500020200" pitchFamily="18" charset="0"/>
                <a:ea typeface="Noto Serif" panose="02020600060500020200" pitchFamily="18" charset="0"/>
                <a:cs typeface="Noto Serif" panose="02020600060500020200" pitchFamily="18" charset="0"/>
              </a:rPr>
              <a:t>.</a:t>
            </a:r>
          </a:p>
          <a:p>
            <a:pPr>
              <a:lnSpc>
                <a:spcPct val="90000"/>
              </a:lnSpc>
            </a:pPr>
            <a:endParaRPr lang="en-US" sz="1600" dirty="0">
              <a:latin typeface="Noto Serif" panose="02020600060500020200" pitchFamily="18" charset="0"/>
              <a:ea typeface="Noto Serif" panose="02020600060500020200" pitchFamily="18" charset="0"/>
              <a:cs typeface="Noto Serif" panose="02020600060500020200" pitchFamily="18" charset="0"/>
            </a:endParaRPr>
          </a:p>
          <a:p>
            <a:pPr>
              <a:lnSpc>
                <a:spcPct val="90000"/>
              </a:lnSpc>
            </a:pPr>
            <a:endParaRPr lang="en-US" dirty="0">
              <a:latin typeface="Noto Serif" panose="02020600060500020200" pitchFamily="18" charset="0"/>
              <a:ea typeface="Noto Serif" panose="02020600060500020200" pitchFamily="18" charset="0"/>
              <a:cs typeface="Noto Serif" panose="02020600060500020200" pitchFamily="18" charset="0"/>
            </a:endParaRPr>
          </a:p>
        </p:txBody>
      </p:sp>
      <p:pic>
        <p:nvPicPr>
          <p:cNvPr id="2050" name="Picture 2" descr="Cơ chế đồng thuận (Consensus Mechanism) là gì? Nội dung về Cơ chế đồng thuận">
            <a:extLst>
              <a:ext uri="{FF2B5EF4-FFF2-40B4-BE49-F238E27FC236}">
                <a16:creationId xmlns:a16="http://schemas.microsoft.com/office/drawing/2014/main" id="{DAB83324-70C7-EBFD-B40C-283786DE2211}"/>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33461" y="1754087"/>
            <a:ext cx="3962467" cy="2830333"/>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0C058092-AE02-C949-A054-23BCCC1263C0}"/>
              </a:ext>
            </a:extLst>
          </p:cNvPr>
          <p:cNvSpPr txBox="1">
            <a:spLocks/>
          </p:cNvSpPr>
          <p:nvPr/>
        </p:nvSpPr>
        <p:spPr>
          <a:xfrm>
            <a:off x="2029315" y="643467"/>
            <a:ext cx="3152284" cy="1375608"/>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nSpc>
                <a:spcPct val="90000"/>
              </a:lnSpc>
              <a:spcAft>
                <a:spcPts val="600"/>
              </a:spcAft>
            </a:pPr>
            <a:endParaRPr lang="en-US" sz="2800" dirty="0">
              <a:solidFill>
                <a:schemeClr val="bg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173CC-300A-69E1-2AA4-A24BBFB0F173}"/>
              </a:ext>
            </a:extLst>
          </p:cNvPr>
          <p:cNvSpPr>
            <a:spLocks noGrp="1"/>
          </p:cNvSpPr>
          <p:nvPr>
            <p:ph type="title"/>
          </p:nvPr>
        </p:nvSpPr>
        <p:spPr>
          <a:xfrm>
            <a:off x="423594" y="214542"/>
            <a:ext cx="3202834" cy="839415"/>
          </a:xfrm>
        </p:spPr>
        <p:txBody>
          <a:bodyPr anchor="ctr">
            <a:normAutofit fontScale="90000"/>
          </a:bodyPr>
          <a:lstStyle/>
          <a:p>
            <a:pPr>
              <a:lnSpc>
                <a:spcPct val="90000"/>
              </a:lnSpc>
            </a:pPr>
            <a:r>
              <a:rPr lang="en-US" sz="2800" dirty="0" err="1"/>
              <a:t>Cách</a:t>
            </a:r>
            <a:r>
              <a:rPr lang="en-US" sz="2800" dirty="0"/>
              <a:t> </a:t>
            </a:r>
            <a:r>
              <a:rPr lang="en-US" sz="2800" dirty="0" err="1"/>
              <a:t>hoạt</a:t>
            </a:r>
            <a:r>
              <a:rPr lang="en-US" sz="2800" dirty="0"/>
              <a:t> </a:t>
            </a:r>
            <a:r>
              <a:rPr lang="en-US" sz="2800" dirty="0" err="1"/>
              <a:t>động</a:t>
            </a:r>
            <a:r>
              <a:rPr lang="en-US" sz="2800" dirty="0"/>
              <a:t>:</a:t>
            </a:r>
            <a:br>
              <a:rPr lang="en-US" sz="2800" dirty="0"/>
            </a:br>
            <a:endParaRPr lang="en-US" sz="2800" dirty="0"/>
          </a:p>
        </p:txBody>
      </p:sp>
      <p:sp>
        <p:nvSpPr>
          <p:cNvPr id="3" name="Content Placeholder 2">
            <a:extLst>
              <a:ext uri="{FF2B5EF4-FFF2-40B4-BE49-F238E27FC236}">
                <a16:creationId xmlns:a16="http://schemas.microsoft.com/office/drawing/2014/main" id="{4B99D8C2-B125-0B5C-7FBB-15F2D0FF164A}"/>
              </a:ext>
            </a:extLst>
          </p:cNvPr>
          <p:cNvSpPr>
            <a:spLocks noGrp="1"/>
          </p:cNvSpPr>
          <p:nvPr>
            <p:ph idx="1"/>
          </p:nvPr>
        </p:nvSpPr>
        <p:spPr>
          <a:xfrm>
            <a:off x="148322" y="799380"/>
            <a:ext cx="7156488" cy="3253075"/>
          </a:xfrm>
        </p:spPr>
        <p:txBody>
          <a:bodyPr>
            <a:noAutofit/>
          </a:bodyPr>
          <a:lstStyle/>
          <a:p>
            <a:pPr marL="0" indent="0">
              <a:lnSpc>
                <a:spcPct val="90000"/>
              </a:lnSpc>
              <a:buNone/>
            </a:pPr>
            <a:r>
              <a:rPr lang="en-US" sz="1600" dirty="0">
                <a:latin typeface="Noto Serif" panose="02020600060500020200" pitchFamily="18" charset="0"/>
                <a:ea typeface="Noto Serif" panose="02020600060500020200" pitchFamily="18" charset="0"/>
                <a:cs typeface="Noto Serif" panose="02020600060500020200" pitchFamily="18" charset="0"/>
              </a:rPr>
              <a:t> </a:t>
            </a:r>
          </a:p>
          <a:p>
            <a:pPr lvl="1">
              <a:lnSpc>
                <a:spcPct val="90000"/>
              </a:lnSpc>
            </a:pPr>
            <a:r>
              <a:rPr lang="en-US" b="1" dirty="0" err="1">
                <a:latin typeface="Noto Serif" panose="02020600060500020200" pitchFamily="18" charset="0"/>
                <a:ea typeface="Noto Serif" panose="02020600060500020200" pitchFamily="18" charset="0"/>
                <a:cs typeface="Noto Serif" panose="02020600060500020200" pitchFamily="18" charset="0"/>
              </a:rPr>
              <a:t>Gửi</a:t>
            </a:r>
            <a:r>
              <a:rPr lang="en-US" b="1" dirty="0">
                <a:latin typeface="Noto Serif" panose="02020600060500020200" pitchFamily="18" charset="0"/>
                <a:ea typeface="Noto Serif" panose="02020600060500020200" pitchFamily="18" charset="0"/>
                <a:cs typeface="Noto Serif" panose="02020600060500020200" pitchFamily="18" charset="0"/>
              </a:rPr>
              <a:t> </a:t>
            </a:r>
            <a:r>
              <a:rPr lang="en-US" b="1" dirty="0" err="1">
                <a:latin typeface="Noto Serif" panose="02020600060500020200" pitchFamily="18" charset="0"/>
                <a:ea typeface="Noto Serif" panose="02020600060500020200" pitchFamily="18" charset="0"/>
                <a:cs typeface="Noto Serif" panose="02020600060500020200" pitchFamily="18" charset="0"/>
              </a:rPr>
              <a:t>thông</a:t>
            </a:r>
            <a:r>
              <a:rPr lang="en-US" b="1" dirty="0">
                <a:latin typeface="Noto Serif" panose="02020600060500020200" pitchFamily="18" charset="0"/>
                <a:ea typeface="Noto Serif" panose="02020600060500020200" pitchFamily="18" charset="0"/>
                <a:cs typeface="Noto Serif" panose="02020600060500020200" pitchFamily="18" charset="0"/>
              </a:rPr>
              <a:t> tin </a:t>
            </a:r>
            <a:r>
              <a:rPr lang="en-US" b="1" dirty="0" err="1">
                <a:latin typeface="Noto Serif" panose="02020600060500020200" pitchFamily="18" charset="0"/>
                <a:ea typeface="Noto Serif" panose="02020600060500020200" pitchFamily="18" charset="0"/>
                <a:cs typeface="Noto Serif" panose="02020600060500020200" pitchFamily="18" charset="0"/>
              </a:rPr>
              <a:t>giao</a:t>
            </a:r>
            <a:r>
              <a:rPr lang="en-US" b="1" dirty="0">
                <a:latin typeface="Noto Serif" panose="02020600060500020200" pitchFamily="18" charset="0"/>
                <a:ea typeface="Noto Serif" panose="02020600060500020200" pitchFamily="18" charset="0"/>
                <a:cs typeface="Noto Serif" panose="02020600060500020200" pitchFamily="18" charset="0"/>
              </a:rPr>
              <a:t> </a:t>
            </a:r>
            <a:r>
              <a:rPr lang="en-US" b="1" dirty="0" err="1">
                <a:latin typeface="Noto Serif" panose="02020600060500020200" pitchFamily="18" charset="0"/>
                <a:ea typeface="Noto Serif" panose="02020600060500020200" pitchFamily="18" charset="0"/>
                <a:cs typeface="Noto Serif" panose="02020600060500020200" pitchFamily="18" charset="0"/>
              </a:rPr>
              <a:t>dịch</a:t>
            </a:r>
            <a:r>
              <a:rPr lang="en-US" b="1" dirty="0">
                <a:latin typeface="Noto Serif" panose="02020600060500020200" pitchFamily="18" charset="0"/>
                <a:ea typeface="Noto Serif" panose="02020600060500020200" pitchFamily="18" charset="0"/>
                <a:cs typeface="Noto Serif" panose="02020600060500020200" pitchFamily="18" charset="0"/>
              </a:rPr>
              <a:t>:</a:t>
            </a:r>
            <a:r>
              <a:rPr lang="en-US" dirty="0">
                <a:latin typeface="Noto Serif" panose="02020600060500020200" pitchFamily="18" charset="0"/>
                <a:ea typeface="Noto Serif" panose="02020600060500020200" pitchFamily="18" charset="0"/>
                <a:cs typeface="Noto Serif" panose="02020600060500020200" pitchFamily="18" charset="0"/>
              </a:rPr>
              <a:t> Khi </a:t>
            </a:r>
            <a:r>
              <a:rPr lang="en-US" dirty="0" err="1">
                <a:latin typeface="Noto Serif" panose="02020600060500020200" pitchFamily="18" charset="0"/>
                <a:ea typeface="Noto Serif" panose="02020600060500020200" pitchFamily="18" charset="0"/>
                <a:cs typeface="Noto Serif" panose="02020600060500020200" pitchFamily="18" charset="0"/>
              </a:rPr>
              <a:t>một</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giao</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dịch</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được</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thực</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hiện</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thông</a:t>
            </a:r>
            <a:r>
              <a:rPr lang="en-US" dirty="0">
                <a:latin typeface="Noto Serif" panose="02020600060500020200" pitchFamily="18" charset="0"/>
                <a:ea typeface="Noto Serif" panose="02020600060500020200" pitchFamily="18" charset="0"/>
                <a:cs typeface="Noto Serif" panose="02020600060500020200" pitchFamily="18" charset="0"/>
              </a:rPr>
              <a:t> tin </a:t>
            </a:r>
            <a:r>
              <a:rPr lang="en-US" dirty="0" err="1">
                <a:latin typeface="Noto Serif" panose="02020600060500020200" pitchFamily="18" charset="0"/>
                <a:ea typeface="Noto Serif" panose="02020600060500020200" pitchFamily="18" charset="0"/>
                <a:cs typeface="Noto Serif" panose="02020600060500020200" pitchFamily="18" charset="0"/>
              </a:rPr>
              <a:t>này</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được</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gửi</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đến</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các</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nút</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trong</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mạng</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lưới</a:t>
            </a:r>
            <a:r>
              <a:rPr lang="en-US" dirty="0">
                <a:latin typeface="Noto Serif" panose="02020600060500020200" pitchFamily="18" charset="0"/>
                <a:ea typeface="Noto Serif" panose="02020600060500020200" pitchFamily="18" charset="0"/>
                <a:cs typeface="Noto Serif" panose="02020600060500020200" pitchFamily="18" charset="0"/>
              </a:rPr>
              <a:t> blockchain. </a:t>
            </a:r>
            <a:endParaRPr lang="en-US" sz="1600" dirty="0">
              <a:latin typeface="Noto Serif" panose="02020600060500020200" pitchFamily="18" charset="0"/>
              <a:ea typeface="Noto Serif" panose="02020600060500020200" pitchFamily="18" charset="0"/>
              <a:cs typeface="Noto Serif" panose="02020600060500020200" pitchFamily="18" charset="0"/>
            </a:endParaRPr>
          </a:p>
          <a:p>
            <a:pPr lvl="1">
              <a:lnSpc>
                <a:spcPct val="90000"/>
              </a:lnSpc>
            </a:pPr>
            <a:r>
              <a:rPr lang="en-US" b="1" dirty="0" err="1">
                <a:latin typeface="Noto Serif" panose="02020600060500020200" pitchFamily="18" charset="0"/>
                <a:ea typeface="Noto Serif" panose="02020600060500020200" pitchFamily="18" charset="0"/>
                <a:cs typeface="Noto Serif" panose="02020600060500020200" pitchFamily="18" charset="0"/>
              </a:rPr>
              <a:t>Thỏa</a:t>
            </a:r>
            <a:r>
              <a:rPr lang="en-US" b="1" dirty="0">
                <a:latin typeface="Noto Serif" panose="02020600060500020200" pitchFamily="18" charset="0"/>
                <a:ea typeface="Noto Serif" panose="02020600060500020200" pitchFamily="18" charset="0"/>
                <a:cs typeface="Noto Serif" panose="02020600060500020200" pitchFamily="18" charset="0"/>
              </a:rPr>
              <a:t> </a:t>
            </a:r>
            <a:r>
              <a:rPr lang="en-US" b="1" dirty="0" err="1">
                <a:latin typeface="Noto Serif" panose="02020600060500020200" pitchFamily="18" charset="0"/>
                <a:ea typeface="Noto Serif" panose="02020600060500020200" pitchFamily="18" charset="0"/>
                <a:cs typeface="Noto Serif" panose="02020600060500020200" pitchFamily="18" charset="0"/>
              </a:rPr>
              <a:t>thuận</a:t>
            </a:r>
            <a:r>
              <a:rPr lang="en-US" b="1" dirty="0">
                <a:latin typeface="Noto Serif" panose="02020600060500020200" pitchFamily="18" charset="0"/>
                <a:ea typeface="Noto Serif" panose="02020600060500020200" pitchFamily="18" charset="0"/>
                <a:cs typeface="Noto Serif" panose="02020600060500020200" pitchFamily="18" charset="0"/>
              </a:rPr>
              <a:t> </a:t>
            </a:r>
            <a:r>
              <a:rPr lang="en-US" b="1" dirty="0" err="1">
                <a:latin typeface="Noto Serif" panose="02020600060500020200" pitchFamily="18" charset="0"/>
                <a:ea typeface="Noto Serif" panose="02020600060500020200" pitchFamily="18" charset="0"/>
                <a:cs typeface="Noto Serif" panose="02020600060500020200" pitchFamily="18" charset="0"/>
              </a:rPr>
              <a:t>về</a:t>
            </a:r>
            <a:r>
              <a:rPr lang="en-US" b="1" dirty="0">
                <a:latin typeface="Noto Serif" panose="02020600060500020200" pitchFamily="18" charset="0"/>
                <a:ea typeface="Noto Serif" panose="02020600060500020200" pitchFamily="18" charset="0"/>
                <a:cs typeface="Noto Serif" panose="02020600060500020200" pitchFamily="18" charset="0"/>
              </a:rPr>
              <a:t> </a:t>
            </a:r>
            <a:r>
              <a:rPr lang="en-US" b="1" dirty="0" err="1">
                <a:latin typeface="Noto Serif" panose="02020600060500020200" pitchFamily="18" charset="0"/>
                <a:ea typeface="Noto Serif" panose="02020600060500020200" pitchFamily="18" charset="0"/>
                <a:cs typeface="Noto Serif" panose="02020600060500020200" pitchFamily="18" charset="0"/>
              </a:rPr>
              <a:t>giao</a:t>
            </a:r>
            <a:r>
              <a:rPr lang="en-US" b="1" dirty="0">
                <a:latin typeface="Noto Serif" panose="02020600060500020200" pitchFamily="18" charset="0"/>
                <a:ea typeface="Noto Serif" panose="02020600060500020200" pitchFamily="18" charset="0"/>
                <a:cs typeface="Noto Serif" panose="02020600060500020200" pitchFamily="18" charset="0"/>
              </a:rPr>
              <a:t> </a:t>
            </a:r>
            <a:r>
              <a:rPr lang="en-US" b="1" dirty="0" err="1">
                <a:latin typeface="Noto Serif" panose="02020600060500020200" pitchFamily="18" charset="0"/>
                <a:ea typeface="Noto Serif" panose="02020600060500020200" pitchFamily="18" charset="0"/>
                <a:cs typeface="Noto Serif" panose="02020600060500020200" pitchFamily="18" charset="0"/>
              </a:rPr>
              <a:t>dịch</a:t>
            </a:r>
            <a:r>
              <a:rPr lang="en-US" b="1" dirty="0">
                <a:latin typeface="Noto Serif" panose="02020600060500020200" pitchFamily="18" charset="0"/>
                <a:ea typeface="Noto Serif" panose="02020600060500020200" pitchFamily="18" charset="0"/>
                <a:cs typeface="Noto Serif" panose="02020600060500020200" pitchFamily="18" charset="0"/>
              </a:rPr>
              <a:t>:</a:t>
            </a:r>
            <a:r>
              <a:rPr lang="en-US" dirty="0">
                <a:latin typeface="Noto Serif" panose="02020600060500020200" pitchFamily="18" charset="0"/>
                <a:ea typeface="Noto Serif" panose="02020600060500020200" pitchFamily="18" charset="0"/>
                <a:cs typeface="Noto Serif" panose="02020600060500020200" pitchFamily="18" charset="0"/>
              </a:rPr>
              <a:t> Các </a:t>
            </a:r>
            <a:r>
              <a:rPr lang="en-US" dirty="0" err="1">
                <a:latin typeface="Noto Serif" panose="02020600060500020200" pitchFamily="18" charset="0"/>
                <a:ea typeface="Noto Serif" panose="02020600060500020200" pitchFamily="18" charset="0"/>
                <a:cs typeface="Noto Serif" panose="02020600060500020200" pitchFamily="18" charset="0"/>
              </a:rPr>
              <a:t>nút</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sử</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dụng</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thuật</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toán</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đồng</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thuận</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đã</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được</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lập</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trình</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để</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xác</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minh</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và</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đồng</a:t>
            </a:r>
            <a:r>
              <a:rPr lang="en-US" dirty="0">
                <a:latin typeface="Noto Serif" panose="02020600060500020200" pitchFamily="18" charset="0"/>
                <a:ea typeface="Noto Serif" panose="02020600060500020200" pitchFamily="18" charset="0"/>
                <a:cs typeface="Noto Serif" panose="02020600060500020200" pitchFamily="18" charset="0"/>
              </a:rPr>
              <a:t> ý </a:t>
            </a:r>
            <a:r>
              <a:rPr lang="en-US" dirty="0" err="1">
                <a:latin typeface="Noto Serif" panose="02020600060500020200" pitchFamily="18" charset="0"/>
                <a:ea typeface="Noto Serif" panose="02020600060500020200" pitchFamily="18" charset="0"/>
                <a:cs typeface="Noto Serif" panose="02020600060500020200" pitchFamily="18" charset="0"/>
              </a:rPr>
              <a:t>về</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tính</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hợp</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lệ</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của</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giao</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dịch</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đó</a:t>
            </a:r>
            <a:r>
              <a:rPr lang="en-US" dirty="0">
                <a:latin typeface="Noto Serif" panose="02020600060500020200" pitchFamily="18" charset="0"/>
                <a:ea typeface="Noto Serif" panose="02020600060500020200" pitchFamily="18" charset="0"/>
                <a:cs typeface="Noto Serif" panose="02020600060500020200" pitchFamily="18" charset="0"/>
              </a:rPr>
              <a:t>. </a:t>
            </a:r>
            <a:endParaRPr lang="en-US" sz="1600" dirty="0">
              <a:latin typeface="Noto Serif" panose="02020600060500020200" pitchFamily="18" charset="0"/>
              <a:ea typeface="Noto Serif" panose="02020600060500020200" pitchFamily="18" charset="0"/>
              <a:cs typeface="Noto Serif" panose="02020600060500020200" pitchFamily="18" charset="0"/>
            </a:endParaRPr>
          </a:p>
          <a:p>
            <a:pPr lvl="1">
              <a:lnSpc>
                <a:spcPct val="90000"/>
              </a:lnSpc>
            </a:pPr>
            <a:r>
              <a:rPr lang="en-US" b="1" dirty="0" err="1">
                <a:latin typeface="Noto Serif" panose="02020600060500020200" pitchFamily="18" charset="0"/>
                <a:ea typeface="Noto Serif" panose="02020600060500020200" pitchFamily="18" charset="0"/>
                <a:cs typeface="Noto Serif" panose="02020600060500020200" pitchFamily="18" charset="0"/>
              </a:rPr>
              <a:t>Thêm</a:t>
            </a:r>
            <a:r>
              <a:rPr lang="en-US" b="1" dirty="0">
                <a:latin typeface="Noto Serif" panose="02020600060500020200" pitchFamily="18" charset="0"/>
                <a:ea typeface="Noto Serif" panose="02020600060500020200" pitchFamily="18" charset="0"/>
                <a:cs typeface="Noto Serif" panose="02020600060500020200" pitchFamily="18" charset="0"/>
              </a:rPr>
              <a:t> </a:t>
            </a:r>
            <a:r>
              <a:rPr lang="en-US" b="1" dirty="0" err="1">
                <a:latin typeface="Noto Serif" panose="02020600060500020200" pitchFamily="18" charset="0"/>
                <a:ea typeface="Noto Serif" panose="02020600060500020200" pitchFamily="18" charset="0"/>
                <a:cs typeface="Noto Serif" panose="02020600060500020200" pitchFamily="18" charset="0"/>
              </a:rPr>
              <a:t>khối</a:t>
            </a:r>
            <a:r>
              <a:rPr lang="en-US" b="1" dirty="0">
                <a:latin typeface="Noto Serif" panose="02020600060500020200" pitchFamily="18" charset="0"/>
                <a:ea typeface="Noto Serif" panose="02020600060500020200" pitchFamily="18" charset="0"/>
                <a:cs typeface="Noto Serif" panose="02020600060500020200" pitchFamily="18" charset="0"/>
              </a:rPr>
              <a:t> </a:t>
            </a:r>
            <a:r>
              <a:rPr lang="en-US" b="1" dirty="0" err="1">
                <a:latin typeface="Noto Serif" panose="02020600060500020200" pitchFamily="18" charset="0"/>
                <a:ea typeface="Noto Serif" panose="02020600060500020200" pitchFamily="18" charset="0"/>
                <a:cs typeface="Noto Serif" panose="02020600060500020200" pitchFamily="18" charset="0"/>
              </a:rPr>
              <a:t>mới</a:t>
            </a:r>
            <a:r>
              <a:rPr lang="en-US" b="1" dirty="0">
                <a:latin typeface="Noto Serif" panose="02020600060500020200" pitchFamily="18" charset="0"/>
                <a:ea typeface="Noto Serif" panose="02020600060500020200" pitchFamily="18" charset="0"/>
                <a:cs typeface="Noto Serif" panose="02020600060500020200" pitchFamily="18" charset="0"/>
              </a:rPr>
              <a:t>:</a:t>
            </a:r>
            <a:r>
              <a:rPr lang="en-US" dirty="0">
                <a:latin typeface="Noto Serif" panose="02020600060500020200" pitchFamily="18" charset="0"/>
                <a:ea typeface="Noto Serif" panose="02020600060500020200" pitchFamily="18" charset="0"/>
                <a:cs typeface="Noto Serif" panose="02020600060500020200" pitchFamily="18" charset="0"/>
              </a:rPr>
              <a:t> Khi </a:t>
            </a:r>
            <a:r>
              <a:rPr lang="en-US" dirty="0" err="1">
                <a:latin typeface="Noto Serif" panose="02020600060500020200" pitchFamily="18" charset="0"/>
                <a:ea typeface="Noto Serif" panose="02020600060500020200" pitchFamily="18" charset="0"/>
                <a:cs typeface="Noto Serif" panose="02020600060500020200" pitchFamily="18" charset="0"/>
              </a:rPr>
              <a:t>đủ</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số</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lượng</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nút</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đồng</a:t>
            </a:r>
            <a:r>
              <a:rPr lang="en-US" dirty="0">
                <a:latin typeface="Noto Serif" panose="02020600060500020200" pitchFamily="18" charset="0"/>
                <a:ea typeface="Noto Serif" panose="02020600060500020200" pitchFamily="18" charset="0"/>
                <a:cs typeface="Noto Serif" panose="02020600060500020200" pitchFamily="18" charset="0"/>
              </a:rPr>
              <a:t> ý, </a:t>
            </a:r>
            <a:r>
              <a:rPr lang="en-US" dirty="0" err="1">
                <a:latin typeface="Noto Serif" panose="02020600060500020200" pitchFamily="18" charset="0"/>
                <a:ea typeface="Noto Serif" panose="02020600060500020200" pitchFamily="18" charset="0"/>
                <a:cs typeface="Noto Serif" panose="02020600060500020200" pitchFamily="18" charset="0"/>
              </a:rPr>
              <a:t>giao</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dịch</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sẽ</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được</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xác</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nhận</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và</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được</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thêm</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vào</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một</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khối</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mới</a:t>
            </a:r>
            <a:r>
              <a:rPr lang="en-US" dirty="0">
                <a:latin typeface="Noto Serif" panose="02020600060500020200" pitchFamily="18" charset="0"/>
                <a:ea typeface="Noto Serif" panose="02020600060500020200" pitchFamily="18" charset="0"/>
                <a:cs typeface="Noto Serif" panose="02020600060500020200" pitchFamily="18" charset="0"/>
              </a:rPr>
              <a:t>. </a:t>
            </a:r>
          </a:p>
          <a:p>
            <a:pPr lvl="1">
              <a:lnSpc>
                <a:spcPct val="90000"/>
              </a:lnSpc>
            </a:pPr>
            <a:r>
              <a:rPr lang="en-US" b="1" dirty="0" err="1">
                <a:latin typeface="Noto Serif" panose="02020600060500020200" pitchFamily="18" charset="0"/>
                <a:ea typeface="Noto Serif" panose="02020600060500020200" pitchFamily="18" charset="0"/>
                <a:cs typeface="Noto Serif" panose="02020600060500020200" pitchFamily="18" charset="0"/>
              </a:rPr>
              <a:t>Cập</a:t>
            </a:r>
            <a:r>
              <a:rPr lang="en-US" b="1" dirty="0">
                <a:latin typeface="Noto Serif" panose="02020600060500020200" pitchFamily="18" charset="0"/>
                <a:ea typeface="Noto Serif" panose="02020600060500020200" pitchFamily="18" charset="0"/>
                <a:cs typeface="Noto Serif" panose="02020600060500020200" pitchFamily="18" charset="0"/>
              </a:rPr>
              <a:t> </a:t>
            </a:r>
            <a:r>
              <a:rPr lang="en-US" b="1" dirty="0" err="1">
                <a:latin typeface="Noto Serif" panose="02020600060500020200" pitchFamily="18" charset="0"/>
                <a:ea typeface="Noto Serif" panose="02020600060500020200" pitchFamily="18" charset="0"/>
                <a:cs typeface="Noto Serif" panose="02020600060500020200" pitchFamily="18" charset="0"/>
              </a:rPr>
              <a:t>nhật</a:t>
            </a:r>
            <a:r>
              <a:rPr lang="en-US" b="1" dirty="0">
                <a:latin typeface="Noto Serif" panose="02020600060500020200" pitchFamily="18" charset="0"/>
                <a:ea typeface="Noto Serif" panose="02020600060500020200" pitchFamily="18" charset="0"/>
                <a:cs typeface="Noto Serif" panose="02020600060500020200" pitchFamily="18" charset="0"/>
              </a:rPr>
              <a:t> </a:t>
            </a:r>
            <a:r>
              <a:rPr lang="en-US" b="1" dirty="0" err="1">
                <a:latin typeface="Noto Serif" panose="02020600060500020200" pitchFamily="18" charset="0"/>
                <a:ea typeface="Noto Serif" panose="02020600060500020200" pitchFamily="18" charset="0"/>
                <a:cs typeface="Noto Serif" panose="02020600060500020200" pitchFamily="18" charset="0"/>
              </a:rPr>
              <a:t>sổ</a:t>
            </a:r>
            <a:r>
              <a:rPr lang="en-US" b="1" dirty="0">
                <a:latin typeface="Noto Serif" panose="02020600060500020200" pitchFamily="18" charset="0"/>
                <a:ea typeface="Noto Serif" panose="02020600060500020200" pitchFamily="18" charset="0"/>
                <a:cs typeface="Noto Serif" panose="02020600060500020200" pitchFamily="18" charset="0"/>
              </a:rPr>
              <a:t> </a:t>
            </a:r>
            <a:r>
              <a:rPr lang="en-US" b="1" dirty="0" err="1">
                <a:latin typeface="Noto Serif" panose="02020600060500020200" pitchFamily="18" charset="0"/>
                <a:ea typeface="Noto Serif" panose="02020600060500020200" pitchFamily="18" charset="0"/>
                <a:cs typeface="Noto Serif" panose="02020600060500020200" pitchFamily="18" charset="0"/>
              </a:rPr>
              <a:t>cái</a:t>
            </a:r>
            <a:r>
              <a:rPr lang="en-US" b="1" dirty="0">
                <a:latin typeface="Noto Serif" panose="02020600060500020200" pitchFamily="18" charset="0"/>
                <a:ea typeface="Noto Serif" panose="02020600060500020200" pitchFamily="18" charset="0"/>
                <a:cs typeface="Noto Serif" panose="02020600060500020200" pitchFamily="18" charset="0"/>
              </a:rPr>
              <a:t>:</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Khối</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mới</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này</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được</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thêm</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vào</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chuỗi</a:t>
            </a:r>
            <a:r>
              <a:rPr lang="en-US" dirty="0">
                <a:latin typeface="Noto Serif" panose="02020600060500020200" pitchFamily="18" charset="0"/>
                <a:ea typeface="Noto Serif" panose="02020600060500020200" pitchFamily="18" charset="0"/>
                <a:cs typeface="Noto Serif" panose="02020600060500020200" pitchFamily="18" charset="0"/>
              </a:rPr>
              <a:t> blockchain, </a:t>
            </a:r>
            <a:r>
              <a:rPr lang="en-US" dirty="0" err="1">
                <a:latin typeface="Noto Serif" panose="02020600060500020200" pitchFamily="18" charset="0"/>
                <a:ea typeface="Noto Serif" panose="02020600060500020200" pitchFamily="18" charset="0"/>
                <a:cs typeface="Noto Serif" panose="02020600060500020200" pitchFamily="18" charset="0"/>
              </a:rPr>
              <a:t>cập</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nhật</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sổ</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cái</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kỹ</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thuật</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số</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một</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cách</a:t>
            </a:r>
            <a:r>
              <a:rPr lang="en-US" dirty="0">
                <a:latin typeface="Noto Serif" panose="02020600060500020200" pitchFamily="18" charset="0"/>
                <a:ea typeface="Noto Serif" panose="02020600060500020200" pitchFamily="18" charset="0"/>
                <a:cs typeface="Noto Serif" panose="02020600060500020200" pitchFamily="18" charset="0"/>
              </a:rPr>
              <a:t> an </a:t>
            </a:r>
            <a:r>
              <a:rPr lang="en-US" dirty="0" err="1">
                <a:latin typeface="Noto Serif" panose="02020600060500020200" pitchFamily="18" charset="0"/>
                <a:ea typeface="Noto Serif" panose="02020600060500020200" pitchFamily="18" charset="0"/>
                <a:cs typeface="Noto Serif" panose="02020600060500020200" pitchFamily="18" charset="0"/>
              </a:rPr>
              <a:t>toàn</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và</a:t>
            </a:r>
            <a:r>
              <a:rPr lang="en-US" dirty="0">
                <a:latin typeface="Noto Serif" panose="02020600060500020200" pitchFamily="18" charset="0"/>
                <a:ea typeface="Noto Serif" panose="02020600060500020200" pitchFamily="18" charset="0"/>
                <a:cs typeface="Noto Serif" panose="02020600060500020200" pitchFamily="18" charset="0"/>
              </a:rPr>
              <a:t> phi </a:t>
            </a:r>
            <a:r>
              <a:rPr lang="en-US" dirty="0" err="1">
                <a:latin typeface="Noto Serif" panose="02020600060500020200" pitchFamily="18" charset="0"/>
                <a:ea typeface="Noto Serif" panose="02020600060500020200" pitchFamily="18" charset="0"/>
                <a:cs typeface="Noto Serif" panose="02020600060500020200" pitchFamily="18" charset="0"/>
              </a:rPr>
              <a:t>tập</a:t>
            </a:r>
            <a:r>
              <a:rPr lang="en-US" dirty="0">
                <a:latin typeface="Noto Serif" panose="02020600060500020200" pitchFamily="18" charset="0"/>
                <a:ea typeface="Noto Serif" panose="02020600060500020200" pitchFamily="18" charset="0"/>
                <a:cs typeface="Noto Serif" panose="02020600060500020200" pitchFamily="18" charset="0"/>
              </a:rPr>
              <a:t> </a:t>
            </a:r>
            <a:r>
              <a:rPr lang="en-US" dirty="0" err="1">
                <a:latin typeface="Noto Serif" panose="02020600060500020200" pitchFamily="18" charset="0"/>
                <a:ea typeface="Noto Serif" panose="02020600060500020200" pitchFamily="18" charset="0"/>
                <a:cs typeface="Noto Serif" panose="02020600060500020200" pitchFamily="18" charset="0"/>
              </a:rPr>
              <a:t>trung</a:t>
            </a:r>
            <a:r>
              <a:rPr lang="en-US" dirty="0">
                <a:latin typeface="Noto Serif" panose="02020600060500020200" pitchFamily="18" charset="0"/>
                <a:ea typeface="Noto Serif" panose="02020600060500020200" pitchFamily="18" charset="0"/>
                <a:cs typeface="Noto Serif" panose="02020600060500020200" pitchFamily="18" charset="0"/>
              </a:rPr>
              <a:t>. </a:t>
            </a:r>
          </a:p>
          <a:p>
            <a:pPr lvl="1">
              <a:lnSpc>
                <a:spcPct val="90000"/>
              </a:lnSpc>
            </a:pPr>
            <a:endParaRPr lang="en-US" dirty="0">
              <a:latin typeface="Noto Serif" panose="02020600060500020200" pitchFamily="18" charset="0"/>
              <a:ea typeface="Noto Serif" panose="02020600060500020200" pitchFamily="18" charset="0"/>
              <a:cs typeface="Noto Serif" panose="02020600060500020200" pitchFamily="18" charset="0"/>
            </a:endParaRPr>
          </a:p>
          <a:p>
            <a:pPr>
              <a:lnSpc>
                <a:spcPct val="90000"/>
              </a:lnSpc>
            </a:pPr>
            <a:endParaRPr lang="en-US" sz="1600" dirty="0">
              <a:latin typeface="Noto Serif" panose="02020600060500020200" pitchFamily="18" charset="0"/>
              <a:ea typeface="Noto Serif" panose="02020600060500020200" pitchFamily="18" charset="0"/>
              <a:cs typeface="Noto Serif" panose="02020600060500020200" pitchFamily="18" charset="0"/>
            </a:endParaRPr>
          </a:p>
        </p:txBody>
      </p:sp>
      <p:pic>
        <p:nvPicPr>
          <p:cNvPr id="3074" name="Picture 2" descr="Thuật toán đồng thuận blockchain là gì? Có những thuật toán nào?">
            <a:extLst>
              <a:ext uri="{FF2B5EF4-FFF2-40B4-BE49-F238E27FC236}">
                <a16:creationId xmlns:a16="http://schemas.microsoft.com/office/drawing/2014/main" id="{FC45B58E-7E03-2B96-0D8E-B718736C648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350709" y="4037231"/>
            <a:ext cx="3797245" cy="26062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392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C5D50BE-8EE6-91A8-1CAF-AA6224DF8897}"/>
              </a:ext>
            </a:extLst>
          </p:cNvPr>
          <p:cNvSpPr>
            <a:spLocks noGrp="1"/>
          </p:cNvSpPr>
          <p:nvPr>
            <p:ph type="title"/>
          </p:nvPr>
        </p:nvSpPr>
        <p:spPr>
          <a:xfrm>
            <a:off x="878609" y="443347"/>
            <a:ext cx="7648121" cy="1099457"/>
          </a:xfrm>
        </p:spPr>
        <p:txBody>
          <a:bodyPr>
            <a:normAutofit/>
          </a:bodyPr>
          <a:lstStyle/>
          <a:p>
            <a:r>
              <a:rPr lang="en-US" b="1" dirty="0"/>
              <a:t>Các </a:t>
            </a:r>
            <a:r>
              <a:rPr lang="en-US" b="1" dirty="0" err="1"/>
              <a:t>loại</a:t>
            </a:r>
            <a:r>
              <a:rPr lang="en-US" b="1" dirty="0"/>
              <a:t> </a:t>
            </a:r>
            <a:r>
              <a:rPr lang="en-US" b="1" dirty="0" err="1"/>
              <a:t>chính</a:t>
            </a:r>
            <a:r>
              <a:rPr lang="en-US" dirty="0"/>
              <a:t>: </a:t>
            </a:r>
            <a:endParaRPr lang="en-US" dirty="0">
              <a:latin typeface="Noto Serif" panose="02020600060500020200" pitchFamily="18" charset="0"/>
              <a:ea typeface="Noto Serif" panose="02020600060500020200" pitchFamily="18" charset="0"/>
              <a:cs typeface="Noto Serif" panose="02020600060500020200" pitchFamily="18" charset="0"/>
            </a:endParaRPr>
          </a:p>
        </p:txBody>
      </p:sp>
      <p:graphicFrame>
        <p:nvGraphicFramePr>
          <p:cNvPr id="8" name="Content Placeholder 2">
            <a:extLst>
              <a:ext uri="{FF2B5EF4-FFF2-40B4-BE49-F238E27FC236}">
                <a16:creationId xmlns:a16="http://schemas.microsoft.com/office/drawing/2014/main" id="{8EC1AFC0-4CCD-C106-1A10-A1407BDE2EB3}"/>
              </a:ext>
            </a:extLst>
          </p:cNvPr>
          <p:cNvGraphicFramePr>
            <a:graphicFrameLocks noGrp="1"/>
          </p:cNvGraphicFramePr>
          <p:nvPr>
            <p:ph idx="1"/>
            <p:extLst>
              <p:ext uri="{D42A27DB-BD31-4B8C-83A1-F6EECF244321}">
                <p14:modId xmlns:p14="http://schemas.microsoft.com/office/powerpoint/2010/main" val="30406056"/>
              </p:ext>
            </p:extLst>
          </p:nvPr>
        </p:nvGraphicFramePr>
        <p:xfrm>
          <a:off x="1517649" y="1465365"/>
          <a:ext cx="7213600" cy="40934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2D5529C-C5F4-D5AF-E214-4AF632A76FA8}"/>
              </a:ext>
            </a:extLst>
          </p:cNvPr>
          <p:cNvSpPr>
            <a:spLocks noGrp="1"/>
          </p:cNvSpPr>
          <p:nvPr>
            <p:ph type="title"/>
          </p:nvPr>
        </p:nvSpPr>
        <p:spPr>
          <a:xfrm>
            <a:off x="596724" y="274590"/>
            <a:ext cx="5499276" cy="1375608"/>
          </a:xfrm>
        </p:spPr>
        <p:txBody>
          <a:bodyPr vert="horz" lIns="91440" tIns="45720" rIns="91440" bIns="45720" rtlCol="0" anchor="ctr">
            <a:normAutofit/>
          </a:bodyPr>
          <a:lstStyle/>
          <a:p>
            <a:pPr>
              <a:lnSpc>
                <a:spcPct val="90000"/>
              </a:lnSpc>
            </a:pPr>
            <a:r>
              <a:rPr lang="en-US" sz="3100" b="1" dirty="0">
                <a:latin typeface="Noto Serif" panose="02020600060500020200" pitchFamily="18" charset="0"/>
                <a:ea typeface="Noto Serif" panose="02020600060500020200" pitchFamily="18" charset="0"/>
                <a:cs typeface="Noto Serif" panose="02020600060500020200" pitchFamily="18" charset="0"/>
              </a:rPr>
              <a:t>Proof of Work (PoW)</a:t>
            </a:r>
            <a:br>
              <a:rPr lang="en-US" sz="3100" b="1" dirty="0">
                <a:latin typeface="Noto Serif" panose="02020600060500020200" pitchFamily="18" charset="0"/>
                <a:ea typeface="Noto Serif" panose="02020600060500020200" pitchFamily="18" charset="0"/>
                <a:cs typeface="Noto Serif" panose="02020600060500020200" pitchFamily="18" charset="0"/>
              </a:rPr>
            </a:br>
            <a:endParaRPr lang="en-US" sz="3100" dirty="0">
              <a:latin typeface="Noto Serif" panose="02020600060500020200" pitchFamily="18" charset="0"/>
              <a:ea typeface="Noto Serif" panose="02020600060500020200" pitchFamily="18" charset="0"/>
              <a:cs typeface="Noto Serif" panose="02020600060500020200" pitchFamily="18" charset="0"/>
            </a:endParaRPr>
          </a:p>
        </p:txBody>
      </p:sp>
      <p:pic>
        <p:nvPicPr>
          <p:cNvPr id="4098" name="Picture 2">
            <a:extLst>
              <a:ext uri="{FF2B5EF4-FFF2-40B4-BE49-F238E27FC236}">
                <a16:creationId xmlns:a16="http://schemas.microsoft.com/office/drawing/2014/main" id="{48460A8A-9C33-FF14-1426-4FF7921161F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5862207" y="2245358"/>
            <a:ext cx="3857625" cy="148518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10DC24C-3699-6E19-368D-B3972A838E5F}"/>
              </a:ext>
            </a:extLst>
          </p:cNvPr>
          <p:cNvSpPr txBox="1"/>
          <p:nvPr/>
        </p:nvSpPr>
        <p:spPr>
          <a:xfrm>
            <a:off x="748145" y="1419489"/>
            <a:ext cx="4795405" cy="2783634"/>
          </a:xfrm>
          <a:prstGeom prst="rect">
            <a:avLst/>
          </a:prstGeom>
        </p:spPr>
        <p:txBody>
          <a:bodyPr vert="horz" lIns="91440" tIns="45720" rIns="91440" bIns="45720" rtlCol="0">
            <a:normAutofit lnSpcReduction="10000"/>
          </a:bodyPr>
          <a:lstStyle/>
          <a:p>
            <a:pPr>
              <a:lnSpc>
                <a:spcPct val="90000"/>
              </a:lnSpc>
              <a:spcBef>
                <a:spcPts val="1000"/>
              </a:spcBef>
              <a:buClr>
                <a:schemeClr val="accent1"/>
              </a:buClr>
              <a:buSzPct val="80000"/>
            </a:pPr>
            <a:r>
              <a:rPr lang="en-US" sz="2000" b="1" dirty="0">
                <a:latin typeface="Noto Serif" panose="02020600060500020200" pitchFamily="18" charset="0"/>
                <a:ea typeface="Noto Serif" panose="02020600060500020200" pitchFamily="18" charset="0"/>
                <a:cs typeface="Noto Serif" panose="02020600060500020200" pitchFamily="18" charset="0"/>
              </a:rPr>
              <a:t>1. </a:t>
            </a:r>
            <a:r>
              <a:rPr lang="en-US" sz="2000" b="1" dirty="0" err="1">
                <a:latin typeface="Noto Serif" panose="02020600060500020200" pitchFamily="18" charset="0"/>
                <a:ea typeface="Noto Serif" panose="02020600060500020200" pitchFamily="18" charset="0"/>
                <a:cs typeface="Noto Serif" panose="02020600060500020200" pitchFamily="18" charset="0"/>
              </a:rPr>
              <a:t>Khái</a:t>
            </a:r>
            <a:r>
              <a:rPr lang="en-US" sz="2000" b="1" dirty="0">
                <a:latin typeface="Noto Serif" panose="02020600060500020200" pitchFamily="18" charset="0"/>
                <a:ea typeface="Noto Serif" panose="02020600060500020200" pitchFamily="18" charset="0"/>
                <a:cs typeface="Noto Serif" panose="02020600060500020200" pitchFamily="18" charset="0"/>
              </a:rPr>
              <a:t> </a:t>
            </a:r>
            <a:r>
              <a:rPr lang="en-US" sz="2000" b="1" dirty="0" err="1">
                <a:latin typeface="Noto Serif" panose="02020600060500020200" pitchFamily="18" charset="0"/>
                <a:ea typeface="Noto Serif" panose="02020600060500020200" pitchFamily="18" charset="0"/>
                <a:cs typeface="Noto Serif" panose="02020600060500020200" pitchFamily="18" charset="0"/>
              </a:rPr>
              <a:t>niệm</a:t>
            </a:r>
            <a:endParaRPr lang="en-US" sz="2000" b="1" dirty="0">
              <a:latin typeface="Noto Serif" panose="02020600060500020200" pitchFamily="18" charset="0"/>
              <a:ea typeface="Noto Serif" panose="02020600060500020200" pitchFamily="18" charset="0"/>
              <a:cs typeface="Noto Serif" panose="02020600060500020200" pitchFamily="18" charset="0"/>
            </a:endParaRPr>
          </a:p>
          <a:p>
            <a:pPr>
              <a:lnSpc>
                <a:spcPct val="90000"/>
              </a:lnSpc>
              <a:spcBef>
                <a:spcPts val="1000"/>
              </a:spcBef>
              <a:buClr>
                <a:schemeClr val="accent1"/>
              </a:buClr>
              <a:buSzPct val="80000"/>
            </a:pPr>
            <a:br>
              <a:rPr lang="en-US" sz="1400" dirty="0">
                <a:latin typeface="Noto Serif" panose="02020600060500020200" pitchFamily="18" charset="0"/>
                <a:ea typeface="Noto Serif" panose="02020600060500020200" pitchFamily="18" charset="0"/>
                <a:cs typeface="Noto Serif" panose="02020600060500020200" pitchFamily="18" charset="0"/>
              </a:rPr>
            </a:br>
            <a:r>
              <a:rPr lang="en-US" sz="1600" dirty="0">
                <a:latin typeface="Noto Serif" panose="02020600060500020200" pitchFamily="18" charset="0"/>
                <a:ea typeface="Noto Serif" panose="02020600060500020200" pitchFamily="18" charset="0"/>
                <a:cs typeface="Noto Serif" panose="02020600060500020200" pitchFamily="18" charset="0"/>
              </a:rPr>
              <a:t>Proof of Work (PoW) </a:t>
            </a:r>
            <a:r>
              <a:rPr lang="en-US" sz="1600" dirty="0" err="1">
                <a:latin typeface="Noto Serif" panose="02020600060500020200" pitchFamily="18" charset="0"/>
                <a:ea typeface="Noto Serif" panose="02020600060500020200" pitchFamily="18" charset="0"/>
                <a:cs typeface="Noto Serif" panose="02020600060500020200" pitchFamily="18" charset="0"/>
              </a:rPr>
              <a:t>là</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một</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trong</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những</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cơ</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chế</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đồng</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thuận</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đầu</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tiên</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và</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phổ</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biến</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nhất</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trong</a:t>
            </a:r>
            <a:r>
              <a:rPr lang="en-US" sz="1600" dirty="0">
                <a:latin typeface="Noto Serif" panose="02020600060500020200" pitchFamily="18" charset="0"/>
                <a:ea typeface="Noto Serif" panose="02020600060500020200" pitchFamily="18" charset="0"/>
                <a:cs typeface="Noto Serif" panose="02020600060500020200" pitchFamily="18" charset="0"/>
              </a:rPr>
              <a:t> blockchain, </a:t>
            </a:r>
            <a:r>
              <a:rPr lang="en-US" sz="1600" dirty="0" err="1">
                <a:latin typeface="Noto Serif" panose="02020600060500020200" pitchFamily="18" charset="0"/>
                <a:ea typeface="Noto Serif" panose="02020600060500020200" pitchFamily="18" charset="0"/>
                <a:cs typeface="Noto Serif" panose="02020600060500020200" pitchFamily="18" charset="0"/>
              </a:rPr>
              <a:t>từng</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được</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sử</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dụng</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rộng</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rãi</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để</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xác</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minh</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giao</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dịch</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và</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tạo</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ra</a:t>
            </a:r>
            <a:r>
              <a:rPr lang="en-US" sz="1600" dirty="0">
                <a:latin typeface="Noto Serif" panose="02020600060500020200" pitchFamily="18" charset="0"/>
                <a:ea typeface="Noto Serif" panose="02020600060500020200" pitchFamily="18" charset="0"/>
                <a:cs typeface="Noto Serif" panose="02020600060500020200" pitchFamily="18" charset="0"/>
              </a:rPr>
              <a:t> block </a:t>
            </a:r>
            <a:r>
              <a:rPr lang="en-US" sz="1600" dirty="0" err="1">
                <a:latin typeface="Noto Serif" panose="02020600060500020200" pitchFamily="18" charset="0"/>
                <a:ea typeface="Noto Serif" panose="02020600060500020200" pitchFamily="18" charset="0"/>
                <a:cs typeface="Noto Serif" panose="02020600060500020200" pitchFamily="18" charset="0"/>
              </a:rPr>
              <a:t>mới</a:t>
            </a:r>
            <a:r>
              <a:rPr lang="en-US" sz="1600" dirty="0">
                <a:latin typeface="Noto Serif" panose="02020600060500020200" pitchFamily="18" charset="0"/>
                <a:ea typeface="Noto Serif" panose="02020600060500020200" pitchFamily="18" charset="0"/>
                <a:cs typeface="Noto Serif" panose="02020600060500020200" pitchFamily="18" charset="0"/>
              </a:rPr>
              <a:t>.</a:t>
            </a:r>
          </a:p>
          <a:p>
            <a:pPr>
              <a:lnSpc>
                <a:spcPct val="90000"/>
              </a:lnSpc>
              <a:spcBef>
                <a:spcPts val="1000"/>
              </a:spcBef>
              <a:buClr>
                <a:schemeClr val="accent1"/>
              </a:buClr>
              <a:buSzPct val="80000"/>
            </a:pPr>
            <a:br>
              <a:rPr lang="en-US" sz="1600" dirty="0">
                <a:latin typeface="Noto Serif" panose="02020600060500020200" pitchFamily="18" charset="0"/>
                <a:ea typeface="Noto Serif" panose="02020600060500020200" pitchFamily="18" charset="0"/>
                <a:cs typeface="Noto Serif" panose="02020600060500020200" pitchFamily="18" charset="0"/>
              </a:rPr>
            </a:br>
            <a:r>
              <a:rPr lang="en-US" sz="1600" dirty="0">
                <a:latin typeface="Noto Serif" panose="02020600060500020200" pitchFamily="18" charset="0"/>
                <a:ea typeface="Noto Serif" panose="02020600060500020200" pitchFamily="18" charset="0"/>
                <a:cs typeface="Noto Serif" panose="02020600060500020200" pitchFamily="18" charset="0"/>
              </a:rPr>
              <a:t>Trong PoW, </a:t>
            </a:r>
            <a:r>
              <a:rPr lang="en-US" sz="1600" dirty="0" err="1">
                <a:latin typeface="Noto Serif" panose="02020600060500020200" pitchFamily="18" charset="0"/>
                <a:ea typeface="Noto Serif" panose="02020600060500020200" pitchFamily="18" charset="0"/>
                <a:cs typeface="Noto Serif" panose="02020600060500020200" pitchFamily="18" charset="0"/>
              </a:rPr>
              <a:t>các</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b="1" dirty="0" err="1">
                <a:latin typeface="Noto Serif" panose="02020600060500020200" pitchFamily="18" charset="0"/>
                <a:ea typeface="Noto Serif" panose="02020600060500020200" pitchFamily="18" charset="0"/>
                <a:cs typeface="Noto Serif" panose="02020600060500020200" pitchFamily="18" charset="0"/>
              </a:rPr>
              <a:t>thợ</a:t>
            </a:r>
            <a:r>
              <a:rPr lang="en-US" sz="1600" b="1" dirty="0">
                <a:latin typeface="Noto Serif" panose="02020600060500020200" pitchFamily="18" charset="0"/>
                <a:ea typeface="Noto Serif" panose="02020600060500020200" pitchFamily="18" charset="0"/>
                <a:cs typeface="Noto Serif" panose="02020600060500020200" pitchFamily="18" charset="0"/>
              </a:rPr>
              <a:t> </a:t>
            </a:r>
            <a:r>
              <a:rPr lang="en-US" sz="1600" b="1" dirty="0" err="1">
                <a:latin typeface="Noto Serif" panose="02020600060500020200" pitchFamily="18" charset="0"/>
                <a:ea typeface="Noto Serif" panose="02020600060500020200" pitchFamily="18" charset="0"/>
                <a:cs typeface="Noto Serif" panose="02020600060500020200" pitchFamily="18" charset="0"/>
              </a:rPr>
              <a:t>đào</a:t>
            </a:r>
            <a:r>
              <a:rPr lang="en-US" sz="1600" b="1" dirty="0">
                <a:latin typeface="Noto Serif" panose="02020600060500020200" pitchFamily="18" charset="0"/>
                <a:ea typeface="Noto Serif" panose="02020600060500020200" pitchFamily="18" charset="0"/>
                <a:cs typeface="Noto Serif" panose="02020600060500020200" pitchFamily="18" charset="0"/>
              </a:rPr>
              <a:t> (miner)</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phải</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cạnh</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tranh</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giải</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các</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bài</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toán</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mật</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mã</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để</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có</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quyền</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thêm</a:t>
            </a:r>
            <a:r>
              <a:rPr lang="en-US" sz="1600" dirty="0">
                <a:latin typeface="Noto Serif" panose="02020600060500020200" pitchFamily="18" charset="0"/>
                <a:ea typeface="Noto Serif" panose="02020600060500020200" pitchFamily="18" charset="0"/>
                <a:cs typeface="Noto Serif" panose="02020600060500020200" pitchFamily="18" charset="0"/>
              </a:rPr>
              <a:t> block </a:t>
            </a:r>
            <a:r>
              <a:rPr lang="en-US" sz="1600" dirty="0" err="1">
                <a:latin typeface="Noto Serif" panose="02020600060500020200" pitchFamily="18" charset="0"/>
                <a:ea typeface="Noto Serif" panose="02020600060500020200" pitchFamily="18" charset="0"/>
                <a:cs typeface="Noto Serif" panose="02020600060500020200" pitchFamily="18" charset="0"/>
              </a:rPr>
              <a:t>vào</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chuỗi</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và</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nhận</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phần</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thưởng</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thường</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là</a:t>
            </a:r>
            <a:r>
              <a:rPr lang="en-US" sz="1600" dirty="0">
                <a:latin typeface="Noto Serif" panose="02020600060500020200" pitchFamily="18" charset="0"/>
                <a:ea typeface="Noto Serif" panose="02020600060500020200" pitchFamily="18" charset="0"/>
                <a:cs typeface="Noto Serif" panose="02020600060500020200" pitchFamily="18" charset="0"/>
              </a:rPr>
              <a:t> coin </a:t>
            </a:r>
            <a:r>
              <a:rPr lang="en-US" sz="1600" dirty="0" err="1">
                <a:latin typeface="Noto Serif" panose="02020600060500020200" pitchFamily="18" charset="0"/>
                <a:ea typeface="Noto Serif" panose="02020600060500020200" pitchFamily="18" charset="0"/>
                <a:cs typeface="Noto Serif" panose="02020600060500020200" pitchFamily="18" charset="0"/>
              </a:rPr>
              <a:t>mới</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sinh</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ra</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và</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phí</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giao</a:t>
            </a:r>
            <a:r>
              <a:rPr lang="en-US" sz="1600" dirty="0">
                <a:latin typeface="Noto Serif" panose="02020600060500020200" pitchFamily="18" charset="0"/>
                <a:ea typeface="Noto Serif" panose="02020600060500020200" pitchFamily="18" charset="0"/>
                <a:cs typeface="Noto Serif" panose="02020600060500020200" pitchFamily="18" charset="0"/>
              </a:rPr>
              <a:t> </a:t>
            </a:r>
            <a:r>
              <a:rPr lang="en-US" sz="1600" dirty="0" err="1">
                <a:latin typeface="Noto Serif" panose="02020600060500020200" pitchFamily="18" charset="0"/>
                <a:ea typeface="Noto Serif" panose="02020600060500020200" pitchFamily="18" charset="0"/>
                <a:cs typeface="Noto Serif" panose="02020600060500020200" pitchFamily="18" charset="0"/>
              </a:rPr>
              <a:t>dịch</a:t>
            </a:r>
            <a:r>
              <a:rPr lang="en-US" sz="1600" dirty="0">
                <a:latin typeface="Noto Serif" panose="02020600060500020200" pitchFamily="18" charset="0"/>
                <a:ea typeface="Noto Serif" panose="02020600060500020200" pitchFamily="18" charset="0"/>
                <a:cs typeface="Noto Serif" panose="02020600060500020200" pitchFamily="18" charset="0"/>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0B5F7E3B-C5F1-40E0-A491-558BAFBC11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241804" y="1460500"/>
            <a:ext cx="0" cy="3937000"/>
          </a:xfrm>
          <a:prstGeom prst="line">
            <a:avLst/>
          </a:prstGeom>
        </p:spPr>
        <p:style>
          <a:lnRef idx="1">
            <a:schemeClr val="accent1"/>
          </a:lnRef>
          <a:fillRef idx="0">
            <a:schemeClr val="accent1"/>
          </a:fillRef>
          <a:effectRef idx="0">
            <a:schemeClr val="accent1"/>
          </a:effectRef>
          <a:fontRef idx="minor">
            <a:schemeClr val="tx1"/>
          </a:fontRef>
        </p:style>
      </p:cxnSp>
      <p:sp>
        <p:nvSpPr>
          <p:cNvPr id="6" name="Title 1">
            <a:extLst>
              <a:ext uri="{FF2B5EF4-FFF2-40B4-BE49-F238E27FC236}">
                <a16:creationId xmlns:a16="http://schemas.microsoft.com/office/drawing/2014/main" id="{9BEF6E21-74A8-5A2E-4802-55861915381D}"/>
              </a:ext>
            </a:extLst>
          </p:cNvPr>
          <p:cNvSpPr>
            <a:spLocks noGrp="1"/>
          </p:cNvSpPr>
          <p:nvPr>
            <p:ph type="title"/>
          </p:nvPr>
        </p:nvSpPr>
        <p:spPr>
          <a:xfrm>
            <a:off x="643467" y="816638"/>
            <a:ext cx="3367359" cy="5224724"/>
          </a:xfrm>
        </p:spPr>
        <p:txBody>
          <a:bodyPr anchor="ctr">
            <a:normAutofit/>
          </a:bodyPr>
          <a:lstStyle/>
          <a:p>
            <a:r>
              <a:rPr lang="en-US" err="1">
                <a:latin typeface="Noto Serif" panose="02020600060500020200" pitchFamily="18" charset="0"/>
                <a:ea typeface="Noto Serif" panose="02020600060500020200" pitchFamily="18" charset="0"/>
                <a:cs typeface="Noto Serif" panose="02020600060500020200" pitchFamily="18" charset="0"/>
              </a:rPr>
              <a:t>Cách</a:t>
            </a:r>
            <a:r>
              <a:rPr lang="en-US">
                <a:latin typeface="Noto Serif" panose="02020600060500020200" pitchFamily="18" charset="0"/>
                <a:ea typeface="Noto Serif" panose="02020600060500020200" pitchFamily="18" charset="0"/>
                <a:cs typeface="Noto Serif" panose="02020600060500020200" pitchFamily="18" charset="0"/>
              </a:rPr>
              <a:t> </a:t>
            </a:r>
            <a:r>
              <a:rPr lang="en-US" err="1">
                <a:latin typeface="Noto Serif" panose="02020600060500020200" pitchFamily="18" charset="0"/>
                <a:ea typeface="Noto Serif" panose="02020600060500020200" pitchFamily="18" charset="0"/>
                <a:cs typeface="Noto Serif" panose="02020600060500020200" pitchFamily="18" charset="0"/>
              </a:rPr>
              <a:t>Hoạt</a:t>
            </a:r>
            <a:r>
              <a:rPr lang="en-US">
                <a:latin typeface="Noto Serif" panose="02020600060500020200" pitchFamily="18" charset="0"/>
                <a:ea typeface="Noto Serif" panose="02020600060500020200" pitchFamily="18" charset="0"/>
                <a:cs typeface="Noto Serif" panose="02020600060500020200" pitchFamily="18" charset="0"/>
              </a:rPr>
              <a:t> </a:t>
            </a:r>
            <a:r>
              <a:rPr lang="en-US" err="1">
                <a:latin typeface="Noto Serif" panose="02020600060500020200" pitchFamily="18" charset="0"/>
                <a:ea typeface="Noto Serif" panose="02020600060500020200" pitchFamily="18" charset="0"/>
                <a:cs typeface="Noto Serif" panose="02020600060500020200" pitchFamily="18" charset="0"/>
              </a:rPr>
              <a:t>Động</a:t>
            </a:r>
            <a:r>
              <a:rPr lang="en-US">
                <a:latin typeface="Noto Serif" panose="02020600060500020200" pitchFamily="18" charset="0"/>
                <a:ea typeface="Noto Serif" panose="02020600060500020200" pitchFamily="18" charset="0"/>
                <a:cs typeface="Noto Serif" panose="02020600060500020200" pitchFamily="18" charset="0"/>
              </a:rPr>
              <a:t> </a:t>
            </a:r>
          </a:p>
        </p:txBody>
      </p:sp>
      <p:sp>
        <p:nvSpPr>
          <p:cNvPr id="3" name="Content Placeholder 2"/>
          <p:cNvSpPr>
            <a:spLocks noGrp="1"/>
          </p:cNvSpPr>
          <p:nvPr>
            <p:ph idx="1"/>
          </p:nvPr>
        </p:nvSpPr>
        <p:spPr>
          <a:xfrm>
            <a:off x="4654295" y="816638"/>
            <a:ext cx="4619706" cy="5224724"/>
          </a:xfrm>
        </p:spPr>
        <p:txBody>
          <a:bodyPr anchor="ctr">
            <a:normAutofit/>
          </a:bodyPr>
          <a:lstStyle/>
          <a:p>
            <a:r>
              <a:rPr lang="vi-VN" dirty="0"/>
              <a:t>Khi người dùng thực hiện giao dịch, thông tin sẽ được đưa vào một block và phát tán trên mạng lưới.</a:t>
            </a:r>
            <a:endParaRPr lang="vi-VN"/>
          </a:p>
          <a:p>
            <a:r>
              <a:rPr lang="vi-VN" dirty="0"/>
              <a:t>Các miner sẽ tiến hành </a:t>
            </a:r>
            <a:r>
              <a:rPr lang="vi-VN" b="1" dirty="0"/>
              <a:t>đào block</a:t>
            </a:r>
            <a:r>
              <a:rPr lang="vi-VN" dirty="0"/>
              <a:t> bằng cách giải một bài toán mật mã phức tạp.</a:t>
            </a:r>
            <a:endParaRPr lang="vi-VN"/>
          </a:p>
          <a:p>
            <a:r>
              <a:rPr lang="vi-VN" dirty="0"/>
              <a:t>Quá trình đào chủ yếu xoay quanh việc tìm một giá trị </a:t>
            </a:r>
            <a:r>
              <a:rPr lang="vi-VN" b="1" dirty="0"/>
              <a:t>nonce</a:t>
            </a:r>
            <a:r>
              <a:rPr lang="vi-VN" dirty="0"/>
              <a:t> sao cho khi đưa vào hàm hash (SHA-256 trong Bitcoin) thì kết quả nhỏ hơn </a:t>
            </a:r>
            <a:r>
              <a:rPr lang="vi-VN" b="1" dirty="0"/>
              <a:t>mục tiêu độ khó (target difficulty)</a:t>
            </a:r>
            <a:r>
              <a:rPr lang="vi-VN" dirty="0"/>
              <a:t> do mạng quy định.</a:t>
            </a:r>
            <a:endParaRPr lang="vi-VN"/>
          </a:p>
          <a:p>
            <a:r>
              <a:rPr lang="vi-VN" dirty="0"/>
              <a:t>Nếu hash hợp lệ → miner chiến thắng, block được xác nhận và thêm vào blockchain.</a:t>
            </a:r>
            <a:endParaRPr lang="vi-VN"/>
          </a:p>
          <a:p>
            <a:r>
              <a:rPr lang="vi-VN" dirty="0"/>
              <a:t>Nếu hash không hợp lệ → miner tăng nonce thêm 1 và tiếp tục thử.</a:t>
            </a:r>
            <a:endParaRPr lang="vi-VN"/>
          </a:p>
          <a:p>
            <a:endParaRPr lang="vi-VN">
              <a:latin typeface="Noto Serif "/>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99CC376-F613-D30B-261B-831C5CAB0780}"/>
              </a:ext>
            </a:extLst>
          </p:cNvPr>
          <p:cNvSpPr>
            <a:spLocks noGrp="1"/>
          </p:cNvSpPr>
          <p:nvPr>
            <p:ph type="title"/>
          </p:nvPr>
        </p:nvSpPr>
        <p:spPr>
          <a:xfrm>
            <a:off x="795395" y="860912"/>
            <a:ext cx="7660729" cy="2568088"/>
          </a:xfrm>
        </p:spPr>
        <p:txBody>
          <a:bodyPr anchor="ctr">
            <a:noAutofit/>
          </a:bodyPr>
          <a:lstStyle/>
          <a:p>
            <a:pPr>
              <a:lnSpc>
                <a:spcPct val="90000"/>
              </a:lnSpc>
            </a:pPr>
            <a:br>
              <a:rPr lang="vi-VN" sz="1600" b="1" dirty="0">
                <a:solidFill>
                  <a:schemeClr val="tx1"/>
                </a:solidFill>
                <a:latin typeface="Noto Serif" panose="02020600060500020200" pitchFamily="18" charset="0"/>
                <a:ea typeface="Noto Serif" panose="02020600060500020200" pitchFamily="18" charset="0"/>
                <a:cs typeface="Noto Serif" panose="02020600060500020200" pitchFamily="18" charset="0"/>
              </a:rPr>
            </a:br>
            <a:r>
              <a:rPr lang="vi-VN" sz="2000" b="1" dirty="0">
                <a:solidFill>
                  <a:schemeClr val="tx1"/>
                </a:solidFill>
                <a:latin typeface="Noto Serif" panose="02020600060500020200" pitchFamily="18" charset="0"/>
                <a:ea typeface="Noto Serif" panose="02020600060500020200" pitchFamily="18" charset="0"/>
                <a:cs typeface="Noto Serif" panose="02020600060500020200" pitchFamily="18" charset="0"/>
              </a:rPr>
              <a:t>1. Khái niệm</a:t>
            </a:r>
            <a:br>
              <a:rPr lang="en-US" sz="1600" b="1" dirty="0">
                <a:solidFill>
                  <a:schemeClr val="tx1"/>
                </a:solidFill>
                <a:latin typeface="Noto Serif" panose="02020600060500020200" pitchFamily="18" charset="0"/>
                <a:ea typeface="Noto Serif" panose="02020600060500020200" pitchFamily="18" charset="0"/>
                <a:cs typeface="Noto Serif" panose="02020600060500020200" pitchFamily="18" charset="0"/>
              </a:rPr>
            </a:br>
            <a:br>
              <a:rPr lang="vi-VN" sz="1600" dirty="0">
                <a:solidFill>
                  <a:schemeClr val="tx1"/>
                </a:solidFill>
                <a:latin typeface="Noto Serif" panose="02020600060500020200" pitchFamily="18" charset="0"/>
                <a:ea typeface="Noto Serif" panose="02020600060500020200" pitchFamily="18" charset="0"/>
                <a:cs typeface="Noto Serif" panose="02020600060500020200" pitchFamily="18" charset="0"/>
              </a:rPr>
            </a:br>
            <a:r>
              <a:rPr lang="vi-VN" sz="1600" dirty="0">
                <a:solidFill>
                  <a:schemeClr val="tx1"/>
                </a:solidFill>
                <a:latin typeface="Noto Serif" panose="02020600060500020200" pitchFamily="18" charset="0"/>
                <a:ea typeface="Noto Serif" panose="02020600060500020200" pitchFamily="18" charset="0"/>
                <a:cs typeface="Noto Serif" panose="02020600060500020200" pitchFamily="18" charset="0"/>
              </a:rPr>
              <a:t>Proof of Stake (PoS) là cơ chế đồng thuận thay thế cho Proof of Work (PoW), giúp tiết kiệm năng lượng hơn. Thay vì dùng phần cứng để đào block, người dùng tham gia xác thực bằng cách </a:t>
            </a:r>
            <a:r>
              <a:rPr lang="vi-VN" sz="1600" b="1" dirty="0">
                <a:solidFill>
                  <a:schemeClr val="tx1"/>
                </a:solidFill>
                <a:latin typeface="Noto Serif" panose="02020600060500020200" pitchFamily="18" charset="0"/>
                <a:ea typeface="Noto Serif" panose="02020600060500020200" pitchFamily="18" charset="0"/>
                <a:cs typeface="Noto Serif" panose="02020600060500020200" pitchFamily="18" charset="0"/>
              </a:rPr>
              <a:t>stake (ký quỹ)</a:t>
            </a:r>
            <a:r>
              <a:rPr lang="vi-VN" sz="1600" dirty="0">
                <a:solidFill>
                  <a:schemeClr val="tx1"/>
                </a:solidFill>
                <a:latin typeface="Noto Serif" panose="02020600060500020200" pitchFamily="18" charset="0"/>
                <a:ea typeface="Noto Serif" panose="02020600060500020200" pitchFamily="18" charset="0"/>
                <a:cs typeface="Noto Serif" panose="02020600060500020200" pitchFamily="18" charset="0"/>
              </a:rPr>
              <a:t> một lượng token của mình. Ai stake nhiều hơn thì có cơ hội cao hơn được chọn làm </a:t>
            </a:r>
            <a:r>
              <a:rPr lang="vi-VN" sz="1600" b="1" dirty="0">
                <a:solidFill>
                  <a:schemeClr val="tx1"/>
                </a:solidFill>
                <a:latin typeface="Noto Serif" panose="02020600060500020200" pitchFamily="18" charset="0"/>
                <a:ea typeface="Noto Serif" panose="02020600060500020200" pitchFamily="18" charset="0"/>
                <a:cs typeface="Noto Serif" panose="02020600060500020200" pitchFamily="18" charset="0"/>
              </a:rPr>
              <a:t>validator</a:t>
            </a:r>
            <a:r>
              <a:rPr lang="vi-VN" sz="1600" dirty="0">
                <a:solidFill>
                  <a:schemeClr val="tx1"/>
                </a:solidFill>
                <a:latin typeface="Noto Serif" panose="02020600060500020200" pitchFamily="18" charset="0"/>
                <a:ea typeface="Noto Serif" panose="02020600060500020200" pitchFamily="18" charset="0"/>
                <a:cs typeface="Noto Serif" panose="02020600060500020200" pitchFamily="18" charset="0"/>
              </a:rPr>
              <a:t> và nhận phần thưởng.</a:t>
            </a:r>
            <a:br>
              <a:rPr lang="vi-VN" sz="1600" dirty="0">
                <a:solidFill>
                  <a:schemeClr val="tx1"/>
                </a:solidFill>
                <a:latin typeface="Noto Serif" panose="02020600060500020200" pitchFamily="18" charset="0"/>
                <a:ea typeface="Noto Serif" panose="02020600060500020200" pitchFamily="18" charset="0"/>
                <a:cs typeface="Noto Serif" panose="02020600060500020200" pitchFamily="18" charset="0"/>
              </a:rPr>
            </a:br>
            <a:endParaRPr lang="en-US" sz="1600" dirty="0">
              <a:solidFill>
                <a:schemeClr val="tx1"/>
              </a:solidFill>
              <a:latin typeface="Noto Serif" panose="02020600060500020200" pitchFamily="18" charset="0"/>
              <a:ea typeface="Noto Serif" panose="02020600060500020200" pitchFamily="18" charset="0"/>
              <a:cs typeface="Noto Serif" panose="02020600060500020200" pitchFamily="18" charset="0"/>
            </a:endParaRPr>
          </a:p>
        </p:txBody>
      </p:sp>
      <p:pic>
        <p:nvPicPr>
          <p:cNvPr id="2" name="Content Placeholder 1" descr="A diagram of a diagram of a person's status&#10;&#10;Description automatically generated with medium confidence">
            <a:extLst>
              <a:ext uri="{FF2B5EF4-FFF2-40B4-BE49-F238E27FC236}">
                <a16:creationId xmlns:a16="http://schemas.microsoft.com/office/drawing/2014/main" id="{E3FAA78E-8128-3790-52FC-823D59A2117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auto">
          <a:xfrm>
            <a:off x="2003862" y="3433790"/>
            <a:ext cx="4859333" cy="2563298"/>
          </a:xfrm>
          <a:prstGeom prst="rect">
            <a:avLst/>
          </a:prstGeom>
          <a:noFill/>
        </p:spPr>
      </p:pic>
      <p:sp>
        <p:nvSpPr>
          <p:cNvPr id="7" name="Title 1">
            <a:extLst>
              <a:ext uri="{FF2B5EF4-FFF2-40B4-BE49-F238E27FC236}">
                <a16:creationId xmlns:a16="http://schemas.microsoft.com/office/drawing/2014/main" id="{AD348E80-57B4-F6DB-4DAD-1D699C3D654A}"/>
              </a:ext>
            </a:extLst>
          </p:cNvPr>
          <p:cNvSpPr txBox="1">
            <a:spLocks/>
          </p:cNvSpPr>
          <p:nvPr/>
        </p:nvSpPr>
        <p:spPr>
          <a:xfrm>
            <a:off x="670351" y="371327"/>
            <a:ext cx="5049844" cy="896364"/>
          </a:xfrm>
          <a:prstGeom prst="rect">
            <a:avLst/>
          </a:prstGeom>
        </p:spPr>
        <p:txBody>
          <a:bodyPr vert="horz" lIns="91440" tIns="45720" rIns="91440" bIns="45720" rtlCol="0" anchor="t">
            <a:normAutofit fontScale="85000" lnSpcReduction="2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spcAft>
                <a:spcPts val="600"/>
              </a:spcAft>
            </a:pPr>
            <a:r>
              <a:rPr lang="en-US" dirty="0">
                <a:latin typeface="Noto Serif" panose="02020600060500020200" pitchFamily="18" charset="0"/>
                <a:ea typeface="Noto Serif" panose="02020600060500020200" pitchFamily="18" charset="0"/>
                <a:cs typeface="Noto Serif" panose="02020600060500020200" pitchFamily="18" charset="0"/>
              </a:rPr>
              <a:t>Proof of Stake (</a:t>
            </a:r>
            <a:r>
              <a:rPr lang="en-US" dirty="0" err="1">
                <a:latin typeface="Noto Serif" panose="02020600060500020200" pitchFamily="18" charset="0"/>
                <a:ea typeface="Noto Serif" panose="02020600060500020200" pitchFamily="18" charset="0"/>
                <a:cs typeface="Noto Serif" panose="02020600060500020200" pitchFamily="18" charset="0"/>
              </a:rPr>
              <a:t>PoS</a:t>
            </a:r>
            <a:r>
              <a:rPr lang="en-US" dirty="0">
                <a:latin typeface="Noto Serif" panose="02020600060500020200" pitchFamily="18" charset="0"/>
                <a:ea typeface="Noto Serif" panose="02020600060500020200" pitchFamily="18" charset="0"/>
                <a:cs typeface="Noto Serif" panose="02020600060500020200" pitchFamily="18" charset="0"/>
              </a:rPr>
              <a:t>)</a:t>
            </a:r>
            <a:br>
              <a:rPr lang="en-US" b="1" dirty="0">
                <a:latin typeface="Noto Serif" panose="02020600060500020200" pitchFamily="18" charset="0"/>
                <a:ea typeface="Noto Serif" panose="02020600060500020200" pitchFamily="18" charset="0"/>
                <a:cs typeface="Noto Serif" panose="02020600060500020200" pitchFamily="18" charset="0"/>
              </a:rPr>
            </a:br>
            <a:endParaRPr lang="en-US" dirty="0">
              <a:latin typeface="Noto Serif" panose="02020600060500020200" pitchFamily="18" charset="0"/>
              <a:ea typeface="Noto Serif" panose="02020600060500020200" pitchFamily="18" charset="0"/>
              <a:cs typeface="Noto Serif" panose="02020600060500020200"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B462000-8E85-902B-D2F1-622AB5AC059A}"/>
              </a:ext>
            </a:extLst>
          </p:cNvPr>
          <p:cNvSpPr>
            <a:spLocks noGrp="1"/>
          </p:cNvSpPr>
          <p:nvPr>
            <p:ph type="title"/>
          </p:nvPr>
        </p:nvSpPr>
        <p:spPr>
          <a:xfrm>
            <a:off x="421410" y="258331"/>
            <a:ext cx="3511550" cy="704849"/>
          </a:xfrm>
        </p:spPr>
        <p:txBody>
          <a:bodyPr>
            <a:noAutofit/>
          </a:bodyPr>
          <a:lstStyle/>
          <a:p>
            <a:pPr>
              <a:lnSpc>
                <a:spcPct val="90000"/>
              </a:lnSpc>
            </a:pPr>
            <a:r>
              <a:rPr lang="vi-VN" sz="2400" b="1" dirty="0">
                <a:latin typeface="Noto Serif" panose="02020600060500020200" pitchFamily="18" charset="0"/>
                <a:ea typeface="Noto Serif" panose="02020600060500020200" pitchFamily="18" charset="0"/>
                <a:cs typeface="Noto Serif" panose="02020600060500020200" pitchFamily="18" charset="0"/>
              </a:rPr>
              <a:t>Cách hoạt động</a:t>
            </a:r>
            <a:br>
              <a:rPr lang="vi-VN" sz="2400" dirty="0">
                <a:latin typeface="Noto Serif" panose="02020600060500020200" pitchFamily="18" charset="0"/>
                <a:ea typeface="Noto Serif" panose="02020600060500020200" pitchFamily="18" charset="0"/>
                <a:cs typeface="Noto Serif" panose="02020600060500020200" pitchFamily="18" charset="0"/>
              </a:rPr>
            </a:br>
            <a:endParaRPr lang="vi-VN" sz="2400" dirty="0">
              <a:latin typeface="Noto Serif" panose="02020600060500020200" pitchFamily="18" charset="0"/>
              <a:ea typeface="Noto Serif" panose="02020600060500020200" pitchFamily="18" charset="0"/>
              <a:cs typeface="Noto Serif" panose="02020600060500020200" pitchFamily="18" charset="0"/>
            </a:endParaRPr>
          </a:p>
        </p:txBody>
      </p:sp>
      <p:graphicFrame>
        <p:nvGraphicFramePr>
          <p:cNvPr id="8" name="Content Placeholder 2">
            <a:extLst>
              <a:ext uri="{FF2B5EF4-FFF2-40B4-BE49-F238E27FC236}">
                <a16:creationId xmlns:a16="http://schemas.microsoft.com/office/drawing/2014/main" id="{D1F777F9-63E1-64E4-3201-394B0E820C35}"/>
              </a:ext>
            </a:extLst>
          </p:cNvPr>
          <p:cNvGraphicFramePr>
            <a:graphicFrameLocks noGrp="1"/>
          </p:cNvGraphicFramePr>
          <p:nvPr>
            <p:ph idx="1"/>
            <p:extLst>
              <p:ext uri="{D42A27DB-BD31-4B8C-83A1-F6EECF244321}">
                <p14:modId xmlns:p14="http://schemas.microsoft.com/office/powerpoint/2010/main" val="173052867"/>
              </p:ext>
            </p:extLst>
          </p:nvPr>
        </p:nvGraphicFramePr>
        <p:xfrm>
          <a:off x="935759" y="1117271"/>
          <a:ext cx="7213600" cy="40934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0E9387C-1188-2FD0-8F0D-39CE1D89A233}"/>
              </a:ext>
            </a:extLst>
          </p:cNvPr>
          <p:cNvSpPr txBox="1"/>
          <p:nvPr/>
        </p:nvSpPr>
        <p:spPr>
          <a:xfrm>
            <a:off x="347231" y="301515"/>
            <a:ext cx="8136946" cy="414857"/>
          </a:xfrm>
          <a:prstGeom prst="rect">
            <a:avLst/>
          </a:prstGeom>
          <a:noFill/>
        </p:spPr>
        <p:txBody>
          <a:bodyPr wrap="square">
            <a:spAutoFit/>
          </a:bodyPr>
          <a:lstStyle/>
          <a:p>
            <a:pPr algn="just">
              <a:lnSpc>
                <a:spcPct val="110000"/>
              </a:lnSpc>
              <a:spcBef>
                <a:spcPts val="1800"/>
              </a:spcBef>
              <a:spcAft>
                <a:spcPts val="400"/>
              </a:spcAft>
            </a:pPr>
            <a:r>
              <a:rPr lang="en-US" sz="2000" b="1" kern="0" dirty="0">
                <a:solidFill>
                  <a:schemeClr val="accent1"/>
                </a:solidFill>
                <a:latin typeface="Noto Serif" panose="02020600060500020200" pitchFamily="18" charset="0"/>
                <a:ea typeface="Noto Serif" panose="02020600060500020200" pitchFamily="18" charset="0"/>
                <a:cs typeface="Noto Serif" panose="02020600060500020200" pitchFamily="18" charset="0"/>
              </a:rPr>
              <a:t>II. ỨNG DỤNG BLOCKCHAIN TRONG XÁC THỰC DANH TÍNH</a:t>
            </a:r>
          </a:p>
        </p:txBody>
      </p:sp>
      <p:sp>
        <p:nvSpPr>
          <p:cNvPr id="7" name="TextBox 6">
            <a:extLst>
              <a:ext uri="{FF2B5EF4-FFF2-40B4-BE49-F238E27FC236}">
                <a16:creationId xmlns:a16="http://schemas.microsoft.com/office/drawing/2014/main" id="{13F74EE1-787A-82AF-D176-9ED0AA92638A}"/>
              </a:ext>
            </a:extLst>
          </p:cNvPr>
          <p:cNvSpPr txBox="1"/>
          <p:nvPr/>
        </p:nvSpPr>
        <p:spPr>
          <a:xfrm>
            <a:off x="653762" y="900895"/>
            <a:ext cx="5847485" cy="380489"/>
          </a:xfrm>
          <a:prstGeom prst="rect">
            <a:avLst/>
          </a:prstGeom>
          <a:noFill/>
        </p:spPr>
        <p:txBody>
          <a:bodyPr wrap="square">
            <a:spAutoFit/>
          </a:bodyPr>
          <a:lstStyle/>
          <a:p>
            <a:pPr marL="342900" indent="-342900" algn="just">
              <a:lnSpc>
                <a:spcPct val="110000"/>
              </a:lnSpc>
              <a:spcBef>
                <a:spcPts val="800"/>
              </a:spcBef>
              <a:spcAft>
                <a:spcPts val="400"/>
              </a:spcAft>
              <a:buFont typeface="+mj-lt"/>
              <a:buAutoNum type="arabicPeriod"/>
            </a:pPr>
            <a:r>
              <a:rPr lang="en-US" b="1" dirty="0" err="1">
                <a:solidFill>
                  <a:schemeClr val="accent1"/>
                </a:solidFill>
                <a:latin typeface="Noto Serif" panose="02020600060500020200" pitchFamily="18" charset="0"/>
                <a:ea typeface="Noto Serif" panose="02020600060500020200" pitchFamily="18" charset="0"/>
                <a:cs typeface="Noto Serif" panose="02020600060500020200" pitchFamily="18" charset="0"/>
              </a:rPr>
              <a:t>Khái</a:t>
            </a:r>
            <a:r>
              <a:rPr lang="en-US" b="1" dirty="0">
                <a:solidFill>
                  <a:schemeClr val="accent1"/>
                </a:solidFill>
                <a:latin typeface="Noto Serif" panose="02020600060500020200" pitchFamily="18" charset="0"/>
                <a:ea typeface="Noto Serif" panose="02020600060500020200" pitchFamily="18" charset="0"/>
                <a:cs typeface="Noto Serif" panose="02020600060500020200" pitchFamily="18" charset="0"/>
              </a:rPr>
              <a:t> </a:t>
            </a:r>
            <a:r>
              <a:rPr lang="en-US" b="1" dirty="0" err="1">
                <a:solidFill>
                  <a:schemeClr val="accent1"/>
                </a:solidFill>
                <a:latin typeface="Noto Serif" panose="02020600060500020200" pitchFamily="18" charset="0"/>
                <a:ea typeface="Noto Serif" panose="02020600060500020200" pitchFamily="18" charset="0"/>
                <a:cs typeface="Noto Serif" panose="02020600060500020200" pitchFamily="18" charset="0"/>
              </a:rPr>
              <a:t>niệm</a:t>
            </a:r>
            <a:r>
              <a:rPr lang="en-US" b="1" dirty="0">
                <a:solidFill>
                  <a:schemeClr val="accent1"/>
                </a:solidFill>
                <a:latin typeface="Noto Serif" panose="02020600060500020200" pitchFamily="18" charset="0"/>
                <a:ea typeface="Noto Serif" panose="02020600060500020200" pitchFamily="18" charset="0"/>
                <a:cs typeface="Noto Serif" panose="02020600060500020200" pitchFamily="18" charset="0"/>
              </a:rPr>
              <a:t> </a:t>
            </a:r>
            <a:r>
              <a:rPr lang="en-US" b="1" dirty="0" err="1">
                <a:solidFill>
                  <a:schemeClr val="accent1"/>
                </a:solidFill>
                <a:latin typeface="Noto Serif" panose="02020600060500020200" pitchFamily="18" charset="0"/>
                <a:ea typeface="Noto Serif" panose="02020600060500020200" pitchFamily="18" charset="0"/>
                <a:cs typeface="Noto Serif" panose="02020600060500020200" pitchFamily="18" charset="0"/>
              </a:rPr>
              <a:t>liên</a:t>
            </a:r>
            <a:r>
              <a:rPr lang="en-US" b="1" dirty="0">
                <a:solidFill>
                  <a:schemeClr val="accent1"/>
                </a:solidFill>
                <a:latin typeface="Noto Serif" panose="02020600060500020200" pitchFamily="18" charset="0"/>
                <a:ea typeface="Noto Serif" panose="02020600060500020200" pitchFamily="18" charset="0"/>
                <a:cs typeface="Noto Serif" panose="02020600060500020200" pitchFamily="18" charset="0"/>
              </a:rPr>
              <a:t> </a:t>
            </a:r>
            <a:r>
              <a:rPr lang="en-US" b="1" dirty="0" err="1">
                <a:solidFill>
                  <a:schemeClr val="accent1"/>
                </a:solidFill>
                <a:latin typeface="Noto Serif" panose="02020600060500020200" pitchFamily="18" charset="0"/>
                <a:ea typeface="Noto Serif" panose="02020600060500020200" pitchFamily="18" charset="0"/>
                <a:cs typeface="Noto Serif" panose="02020600060500020200" pitchFamily="18" charset="0"/>
              </a:rPr>
              <a:t>quan</a:t>
            </a:r>
            <a:r>
              <a:rPr lang="en-US" b="1" dirty="0">
                <a:solidFill>
                  <a:schemeClr val="accent1"/>
                </a:solidFill>
                <a:latin typeface="Noto Serif" panose="02020600060500020200" pitchFamily="18" charset="0"/>
                <a:ea typeface="Noto Serif" panose="02020600060500020200" pitchFamily="18" charset="0"/>
                <a:cs typeface="Noto Serif" panose="02020600060500020200" pitchFamily="18" charset="0"/>
              </a:rPr>
              <a:t> </a:t>
            </a:r>
            <a:r>
              <a:rPr lang="en-US" b="1" dirty="0" err="1">
                <a:solidFill>
                  <a:schemeClr val="accent1"/>
                </a:solidFill>
                <a:latin typeface="Noto Serif" panose="02020600060500020200" pitchFamily="18" charset="0"/>
                <a:ea typeface="Noto Serif" panose="02020600060500020200" pitchFamily="18" charset="0"/>
                <a:cs typeface="Noto Serif" panose="02020600060500020200" pitchFamily="18" charset="0"/>
              </a:rPr>
              <a:t>đến</a:t>
            </a:r>
            <a:r>
              <a:rPr lang="en-US" b="1" dirty="0">
                <a:solidFill>
                  <a:schemeClr val="accent1"/>
                </a:solidFill>
                <a:latin typeface="Noto Serif" panose="02020600060500020200" pitchFamily="18" charset="0"/>
                <a:ea typeface="Noto Serif" panose="02020600060500020200" pitchFamily="18" charset="0"/>
                <a:cs typeface="Noto Serif" panose="02020600060500020200" pitchFamily="18" charset="0"/>
              </a:rPr>
              <a:t> </a:t>
            </a:r>
            <a:r>
              <a:rPr lang="en-US" b="1" dirty="0" err="1">
                <a:solidFill>
                  <a:schemeClr val="accent1"/>
                </a:solidFill>
                <a:latin typeface="Noto Serif" panose="02020600060500020200" pitchFamily="18" charset="0"/>
                <a:ea typeface="Noto Serif" panose="02020600060500020200" pitchFamily="18" charset="0"/>
                <a:cs typeface="Noto Serif" panose="02020600060500020200" pitchFamily="18" charset="0"/>
              </a:rPr>
              <a:t>xác</a:t>
            </a:r>
            <a:r>
              <a:rPr lang="en-US" b="1" dirty="0">
                <a:solidFill>
                  <a:schemeClr val="accent1"/>
                </a:solidFill>
                <a:latin typeface="Noto Serif" panose="02020600060500020200" pitchFamily="18" charset="0"/>
                <a:ea typeface="Noto Serif" panose="02020600060500020200" pitchFamily="18" charset="0"/>
                <a:cs typeface="Noto Serif" panose="02020600060500020200" pitchFamily="18" charset="0"/>
              </a:rPr>
              <a:t> </a:t>
            </a:r>
            <a:r>
              <a:rPr lang="en-US" b="1" dirty="0" err="1">
                <a:solidFill>
                  <a:schemeClr val="accent1"/>
                </a:solidFill>
                <a:latin typeface="Noto Serif" panose="02020600060500020200" pitchFamily="18" charset="0"/>
                <a:ea typeface="Noto Serif" panose="02020600060500020200" pitchFamily="18" charset="0"/>
                <a:cs typeface="Noto Serif" panose="02020600060500020200" pitchFamily="18" charset="0"/>
              </a:rPr>
              <a:t>thực</a:t>
            </a:r>
            <a:r>
              <a:rPr lang="en-US" b="1" dirty="0">
                <a:solidFill>
                  <a:schemeClr val="accent1"/>
                </a:solidFill>
                <a:latin typeface="Noto Serif" panose="02020600060500020200" pitchFamily="18" charset="0"/>
                <a:ea typeface="Noto Serif" panose="02020600060500020200" pitchFamily="18" charset="0"/>
                <a:cs typeface="Noto Serif" panose="02020600060500020200" pitchFamily="18" charset="0"/>
              </a:rPr>
              <a:t> </a:t>
            </a:r>
            <a:r>
              <a:rPr lang="en-US" b="1" dirty="0" err="1">
                <a:solidFill>
                  <a:schemeClr val="accent1"/>
                </a:solidFill>
                <a:latin typeface="Noto Serif" panose="02020600060500020200" pitchFamily="18" charset="0"/>
                <a:ea typeface="Noto Serif" panose="02020600060500020200" pitchFamily="18" charset="0"/>
                <a:cs typeface="Noto Serif" panose="02020600060500020200" pitchFamily="18" charset="0"/>
              </a:rPr>
              <a:t>danh</a:t>
            </a:r>
            <a:r>
              <a:rPr lang="en-US" b="1" dirty="0">
                <a:solidFill>
                  <a:schemeClr val="accent1"/>
                </a:solidFill>
                <a:latin typeface="Noto Serif" panose="02020600060500020200" pitchFamily="18" charset="0"/>
                <a:ea typeface="Noto Serif" panose="02020600060500020200" pitchFamily="18" charset="0"/>
                <a:cs typeface="Noto Serif" panose="02020600060500020200" pitchFamily="18" charset="0"/>
              </a:rPr>
              <a:t> </a:t>
            </a:r>
            <a:r>
              <a:rPr lang="en-US" b="1" dirty="0" err="1">
                <a:solidFill>
                  <a:schemeClr val="accent1"/>
                </a:solidFill>
                <a:latin typeface="Noto Serif" panose="02020600060500020200" pitchFamily="18" charset="0"/>
                <a:ea typeface="Noto Serif" panose="02020600060500020200" pitchFamily="18" charset="0"/>
                <a:cs typeface="Noto Serif" panose="02020600060500020200" pitchFamily="18" charset="0"/>
              </a:rPr>
              <a:t>tính</a:t>
            </a:r>
            <a:endParaRPr lang="en-US" b="1" dirty="0">
              <a:solidFill>
                <a:schemeClr val="accent1"/>
              </a:solidFill>
              <a:latin typeface="Noto Serif" panose="02020600060500020200" pitchFamily="18" charset="0"/>
              <a:ea typeface="Noto Serif" panose="02020600060500020200" pitchFamily="18" charset="0"/>
              <a:cs typeface="Noto Serif" panose="02020600060500020200" pitchFamily="18" charset="0"/>
            </a:endParaRPr>
          </a:p>
        </p:txBody>
      </p:sp>
      <p:sp>
        <p:nvSpPr>
          <p:cNvPr id="11" name="Rectangle 2">
            <a:extLst>
              <a:ext uri="{FF2B5EF4-FFF2-40B4-BE49-F238E27FC236}">
                <a16:creationId xmlns:a16="http://schemas.microsoft.com/office/drawing/2014/main" id="{78D39F06-649D-9A86-0045-89689AA917B7}"/>
              </a:ext>
            </a:extLst>
          </p:cNvPr>
          <p:cNvSpPr>
            <a:spLocks noChangeArrowheads="1"/>
          </p:cNvSpPr>
          <p:nvPr/>
        </p:nvSpPr>
        <p:spPr bwMode="auto">
          <a:xfrm>
            <a:off x="836201" y="1579197"/>
            <a:ext cx="6724917"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lang="en-US" altLang="en-US" sz="1600" b="1" dirty="0">
                <a:latin typeface="Noto Serif" panose="02020600060500020200" pitchFamily="18" charset="0"/>
                <a:ea typeface="Noto Serif" panose="02020600060500020200" pitchFamily="18" charset="0"/>
                <a:cs typeface="Noto Serif" panose="02020600060500020200" pitchFamily="18" charset="0"/>
              </a:rPr>
              <a:t>Danh </a:t>
            </a:r>
            <a:r>
              <a:rPr lang="en-US" altLang="en-US" sz="1600" b="1" dirty="0" err="1">
                <a:latin typeface="Noto Serif" panose="02020600060500020200" pitchFamily="18" charset="0"/>
                <a:ea typeface="Noto Serif" panose="02020600060500020200" pitchFamily="18" charset="0"/>
                <a:cs typeface="Noto Serif" panose="02020600060500020200" pitchFamily="18" charset="0"/>
              </a:rPr>
              <a:t>tính</a:t>
            </a:r>
            <a:r>
              <a:rPr lang="en-US" altLang="en-US" sz="1600" b="1"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b="1" dirty="0" err="1">
                <a:latin typeface="Noto Serif" panose="02020600060500020200" pitchFamily="18" charset="0"/>
                <a:ea typeface="Noto Serif" panose="02020600060500020200" pitchFamily="18" charset="0"/>
                <a:cs typeface="Noto Serif" panose="02020600060500020200" pitchFamily="18" charset="0"/>
              </a:rPr>
              <a:t>số</a:t>
            </a:r>
            <a:r>
              <a:rPr lang="en-US" altLang="en-US" sz="1600" b="1" dirty="0">
                <a:latin typeface="Noto Serif" panose="02020600060500020200" pitchFamily="18" charset="0"/>
                <a:ea typeface="Noto Serif" panose="02020600060500020200" pitchFamily="18" charset="0"/>
                <a:cs typeface="Noto Serif" panose="02020600060500020200" pitchFamily="18" charset="0"/>
              </a:rPr>
              <a:t> (Digital Identity):</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Tập</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hợp</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thông</a:t>
            </a:r>
            <a:r>
              <a:rPr lang="en-US" altLang="en-US" sz="1600" dirty="0">
                <a:latin typeface="Noto Serif" panose="02020600060500020200" pitchFamily="18" charset="0"/>
                <a:ea typeface="Noto Serif" panose="02020600060500020200" pitchFamily="18" charset="0"/>
                <a:cs typeface="Noto Serif" panose="02020600060500020200" pitchFamily="18" charset="0"/>
              </a:rPr>
              <a:t> tin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điện</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tử</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về</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cá</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nhân</a:t>
            </a:r>
            <a:r>
              <a:rPr lang="en-US" altLang="en-US" sz="1600" dirty="0">
                <a:latin typeface="Noto Serif" panose="02020600060500020200" pitchFamily="18" charset="0"/>
                <a:ea typeface="Noto Serif" panose="02020600060500020200" pitchFamily="18" charset="0"/>
                <a:cs typeface="Noto Serif" panose="02020600060500020200" pitchFamily="18" charset="0"/>
              </a:rPr>
              <a:t>/</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tổ</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chức</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tên</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số</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điện</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thoại</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giao</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dịch</a:t>
            </a:r>
            <a:r>
              <a:rPr lang="en-US" altLang="en-US" sz="1600" dirty="0">
                <a:latin typeface="Noto Serif" panose="02020600060500020200" pitchFamily="18" charset="0"/>
                <a:ea typeface="Noto Serif" panose="02020600060500020200" pitchFamily="18" charset="0"/>
                <a:cs typeface="Noto Serif" panose="02020600060500020200" pitchFamily="18" charset="0"/>
              </a:rPr>
              <a:t>...).</a:t>
            </a:r>
          </a:p>
          <a:p>
            <a:pPr defTabSz="914400" eaLnBrk="0" fontAlgn="base" hangingPunct="0">
              <a:spcBef>
                <a:spcPct val="0"/>
              </a:spcBef>
              <a:spcAft>
                <a:spcPct val="0"/>
              </a:spcAft>
            </a:pPr>
            <a:endParaRPr lang="en-US" altLang="en-US" sz="1600" dirty="0">
              <a:latin typeface="Noto Serif" panose="02020600060500020200" pitchFamily="18" charset="0"/>
              <a:ea typeface="Noto Serif" panose="02020600060500020200" pitchFamily="18" charset="0"/>
              <a:cs typeface="Noto Serif" panose="02020600060500020200" pitchFamily="18" charset="0"/>
            </a:endParaRPr>
          </a:p>
          <a:p>
            <a:pPr defTabSz="914400" eaLnBrk="0" fontAlgn="base" hangingPunct="0">
              <a:spcBef>
                <a:spcPct val="0"/>
              </a:spcBef>
              <a:spcAft>
                <a:spcPct val="0"/>
              </a:spcAft>
            </a:pPr>
            <a:r>
              <a:rPr lang="en-US" altLang="en-US" sz="1600" b="1" dirty="0" err="1">
                <a:latin typeface="Noto Serif" panose="02020600060500020200" pitchFamily="18" charset="0"/>
                <a:ea typeface="Noto Serif" panose="02020600060500020200" pitchFamily="18" charset="0"/>
                <a:cs typeface="Noto Serif" panose="02020600060500020200" pitchFamily="18" charset="0"/>
              </a:rPr>
              <a:t>Xác</a:t>
            </a:r>
            <a:r>
              <a:rPr lang="en-US" altLang="en-US" sz="1600" b="1"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b="1" dirty="0" err="1">
                <a:latin typeface="Noto Serif" panose="02020600060500020200" pitchFamily="18" charset="0"/>
                <a:ea typeface="Noto Serif" panose="02020600060500020200" pitchFamily="18" charset="0"/>
                <a:cs typeface="Noto Serif" panose="02020600060500020200" pitchFamily="18" charset="0"/>
              </a:rPr>
              <a:t>thực</a:t>
            </a:r>
            <a:r>
              <a:rPr lang="en-US" altLang="en-US" sz="1600" b="1" dirty="0">
                <a:latin typeface="Noto Serif" panose="02020600060500020200" pitchFamily="18" charset="0"/>
                <a:ea typeface="Noto Serif" panose="02020600060500020200" pitchFamily="18" charset="0"/>
                <a:cs typeface="Noto Serif" panose="02020600060500020200" pitchFamily="18" charset="0"/>
              </a:rPr>
              <a:t> (Authentication):</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Kiểm</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tra</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thông</a:t>
            </a:r>
            <a:r>
              <a:rPr lang="en-US" altLang="en-US" sz="1600" dirty="0">
                <a:latin typeface="Noto Serif" panose="02020600060500020200" pitchFamily="18" charset="0"/>
                <a:ea typeface="Noto Serif" panose="02020600060500020200" pitchFamily="18" charset="0"/>
                <a:cs typeface="Noto Serif" panose="02020600060500020200" pitchFamily="18" charset="0"/>
              </a:rPr>
              <a:t> tin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để</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xác</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minh</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bạn</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có</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đúng</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là</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chủ</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tài</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khoản</a:t>
            </a:r>
            <a:r>
              <a:rPr lang="en-US" altLang="en-US" sz="1600" dirty="0">
                <a:latin typeface="Noto Serif" panose="02020600060500020200" pitchFamily="18" charset="0"/>
                <a:ea typeface="Noto Serif" panose="02020600060500020200" pitchFamily="18" charset="0"/>
                <a:cs typeface="Noto Serif" panose="02020600060500020200" pitchFamily="18" charset="0"/>
              </a:rPr>
              <a:t>.</a:t>
            </a:r>
          </a:p>
          <a:p>
            <a:pPr defTabSz="914400" eaLnBrk="0" fontAlgn="base" hangingPunct="0">
              <a:spcBef>
                <a:spcPct val="0"/>
              </a:spcBef>
              <a:spcAft>
                <a:spcPct val="0"/>
              </a:spcAft>
            </a:pPr>
            <a:endParaRPr lang="en-US" altLang="en-US" sz="1600" dirty="0">
              <a:latin typeface="Noto Serif" panose="02020600060500020200" pitchFamily="18" charset="0"/>
              <a:ea typeface="Noto Serif" panose="02020600060500020200" pitchFamily="18" charset="0"/>
              <a:cs typeface="Noto Serif" panose="02020600060500020200" pitchFamily="18" charset="0"/>
            </a:endParaRPr>
          </a:p>
          <a:p>
            <a:pPr defTabSz="914400" eaLnBrk="0" fontAlgn="base" hangingPunct="0">
              <a:spcBef>
                <a:spcPct val="0"/>
              </a:spcBef>
              <a:spcAft>
                <a:spcPct val="0"/>
              </a:spcAft>
            </a:pPr>
            <a:r>
              <a:rPr lang="en-US" altLang="en-US" sz="1600" b="1" dirty="0" err="1">
                <a:latin typeface="Noto Serif" panose="02020600060500020200" pitchFamily="18" charset="0"/>
                <a:ea typeface="Noto Serif" panose="02020600060500020200" pitchFamily="18" charset="0"/>
                <a:cs typeface="Noto Serif" panose="02020600060500020200" pitchFamily="18" charset="0"/>
              </a:rPr>
              <a:t>Phân</a:t>
            </a:r>
            <a:r>
              <a:rPr lang="en-US" altLang="en-US" sz="1600" b="1"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b="1" dirty="0" err="1">
                <a:latin typeface="Noto Serif" panose="02020600060500020200" pitchFamily="18" charset="0"/>
                <a:ea typeface="Noto Serif" panose="02020600060500020200" pitchFamily="18" charset="0"/>
                <a:cs typeface="Noto Serif" panose="02020600060500020200" pitchFamily="18" charset="0"/>
              </a:rPr>
              <a:t>quyền</a:t>
            </a:r>
            <a:r>
              <a:rPr lang="en-US" altLang="en-US" sz="1600" b="1" dirty="0">
                <a:latin typeface="Noto Serif" panose="02020600060500020200" pitchFamily="18" charset="0"/>
                <a:ea typeface="Noto Serif" panose="02020600060500020200" pitchFamily="18" charset="0"/>
                <a:cs typeface="Noto Serif" panose="02020600060500020200" pitchFamily="18" charset="0"/>
              </a:rPr>
              <a:t> (Authorization):</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Quyết</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định</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quyền</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truy</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cập</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sau</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khi</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đã</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xác</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thực</a:t>
            </a:r>
            <a:r>
              <a:rPr lang="en-US" altLang="en-US" sz="1600" dirty="0">
                <a:latin typeface="Noto Serif" panose="02020600060500020200" pitchFamily="18" charset="0"/>
                <a:ea typeface="Noto Serif" panose="02020600060500020200" pitchFamily="18" charset="0"/>
                <a:cs typeface="Noto Serif" panose="02020600060500020200" pitchFamily="18" charset="0"/>
              </a:rPr>
              <a:t>.</a:t>
            </a:r>
          </a:p>
        </p:txBody>
      </p:sp>
    </p:spTree>
    <p:extLst>
      <p:ext uri="{BB962C8B-B14F-4D97-AF65-F5344CB8AC3E}">
        <p14:creationId xmlns:p14="http://schemas.microsoft.com/office/powerpoint/2010/main" val="35722266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35D3A06-C776-9FC7-C581-17EE51464C08}"/>
              </a:ext>
            </a:extLst>
          </p:cNvPr>
          <p:cNvSpPr txBox="1"/>
          <p:nvPr/>
        </p:nvSpPr>
        <p:spPr>
          <a:xfrm>
            <a:off x="477115" y="305486"/>
            <a:ext cx="6941994" cy="461665"/>
          </a:xfrm>
          <a:prstGeom prst="rect">
            <a:avLst/>
          </a:prstGeom>
          <a:noFill/>
        </p:spPr>
        <p:txBody>
          <a:bodyPr wrap="square">
            <a:spAutoFit/>
          </a:bodyPr>
          <a:lstStyle/>
          <a:p>
            <a:r>
              <a:rPr lang="en-US" sz="2400" dirty="0">
                <a:solidFill>
                  <a:schemeClr val="accent1"/>
                </a:solidFill>
              </a:rPr>
              <a:t>2. </a:t>
            </a:r>
            <a:r>
              <a:rPr lang="en-US" sz="2400" dirty="0" err="1">
                <a:solidFill>
                  <a:schemeClr val="accent1"/>
                </a:solidFill>
              </a:rPr>
              <a:t>Vấn</a:t>
            </a:r>
            <a:r>
              <a:rPr lang="en-US" sz="2400" dirty="0">
                <a:solidFill>
                  <a:schemeClr val="accent1"/>
                </a:solidFill>
              </a:rPr>
              <a:t> </a:t>
            </a:r>
            <a:r>
              <a:rPr lang="en-US" sz="2400" dirty="0" err="1">
                <a:solidFill>
                  <a:schemeClr val="accent1"/>
                </a:solidFill>
              </a:rPr>
              <a:t>đề</a:t>
            </a:r>
            <a:r>
              <a:rPr lang="en-US" sz="2400" dirty="0">
                <a:solidFill>
                  <a:schemeClr val="accent1"/>
                </a:solidFill>
              </a:rPr>
              <a:t> </a:t>
            </a:r>
            <a:r>
              <a:rPr lang="en-US" sz="2400" dirty="0" err="1">
                <a:solidFill>
                  <a:schemeClr val="accent1"/>
                </a:solidFill>
              </a:rPr>
              <a:t>trong</a:t>
            </a:r>
            <a:r>
              <a:rPr lang="en-US" sz="2400" dirty="0">
                <a:solidFill>
                  <a:schemeClr val="accent1"/>
                </a:solidFill>
              </a:rPr>
              <a:t> </a:t>
            </a:r>
            <a:r>
              <a:rPr lang="en-US" sz="2400" dirty="0" err="1">
                <a:solidFill>
                  <a:schemeClr val="accent1"/>
                </a:solidFill>
              </a:rPr>
              <a:t>xác</a:t>
            </a:r>
            <a:r>
              <a:rPr lang="en-US" sz="2400" dirty="0">
                <a:solidFill>
                  <a:schemeClr val="accent1"/>
                </a:solidFill>
              </a:rPr>
              <a:t> </a:t>
            </a:r>
            <a:r>
              <a:rPr lang="en-US" sz="2400" dirty="0" err="1">
                <a:solidFill>
                  <a:schemeClr val="accent1"/>
                </a:solidFill>
              </a:rPr>
              <a:t>minh</a:t>
            </a:r>
            <a:r>
              <a:rPr lang="en-US" sz="2400" dirty="0">
                <a:solidFill>
                  <a:schemeClr val="accent1"/>
                </a:solidFill>
              </a:rPr>
              <a:t> </a:t>
            </a:r>
            <a:r>
              <a:rPr lang="en-US" sz="2400" dirty="0" err="1">
                <a:solidFill>
                  <a:schemeClr val="accent1"/>
                </a:solidFill>
              </a:rPr>
              <a:t>danh</a:t>
            </a:r>
            <a:r>
              <a:rPr lang="en-US" sz="2400" dirty="0">
                <a:solidFill>
                  <a:schemeClr val="accent1"/>
                </a:solidFill>
              </a:rPr>
              <a:t> </a:t>
            </a:r>
            <a:r>
              <a:rPr lang="en-US" sz="2400" dirty="0" err="1">
                <a:solidFill>
                  <a:schemeClr val="accent1"/>
                </a:solidFill>
              </a:rPr>
              <a:t>tính</a:t>
            </a:r>
            <a:r>
              <a:rPr lang="en-US" sz="2400" dirty="0">
                <a:solidFill>
                  <a:schemeClr val="accent1"/>
                </a:solidFill>
              </a:rPr>
              <a:t> </a:t>
            </a:r>
            <a:r>
              <a:rPr lang="en-US" sz="2400" dirty="0" err="1">
                <a:solidFill>
                  <a:schemeClr val="accent1"/>
                </a:solidFill>
              </a:rPr>
              <a:t>truyền</a:t>
            </a:r>
            <a:r>
              <a:rPr lang="en-US" sz="2400" dirty="0">
                <a:solidFill>
                  <a:schemeClr val="accent1"/>
                </a:solidFill>
              </a:rPr>
              <a:t> </a:t>
            </a:r>
            <a:r>
              <a:rPr lang="en-US" sz="2400" dirty="0" err="1">
                <a:solidFill>
                  <a:schemeClr val="accent1"/>
                </a:solidFill>
              </a:rPr>
              <a:t>thống</a:t>
            </a:r>
            <a:endParaRPr lang="en-US" sz="2400" dirty="0">
              <a:solidFill>
                <a:schemeClr val="accent1"/>
              </a:solidFill>
            </a:endParaRPr>
          </a:p>
        </p:txBody>
      </p:sp>
      <p:sp>
        <p:nvSpPr>
          <p:cNvPr id="6" name="Rectangle 1">
            <a:extLst>
              <a:ext uri="{FF2B5EF4-FFF2-40B4-BE49-F238E27FC236}">
                <a16:creationId xmlns:a16="http://schemas.microsoft.com/office/drawing/2014/main" id="{45D253A9-C00A-6FA8-6C7C-72F58F1FD831}"/>
              </a:ext>
            </a:extLst>
          </p:cNvPr>
          <p:cNvSpPr>
            <a:spLocks noChangeArrowheads="1"/>
          </p:cNvSpPr>
          <p:nvPr/>
        </p:nvSpPr>
        <p:spPr bwMode="auto">
          <a:xfrm>
            <a:off x="770660" y="1115730"/>
            <a:ext cx="6696941"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lang="en-US" altLang="en-US" b="1" dirty="0" err="1">
                <a:latin typeface="Noto Serif" panose="02020600060500020200" pitchFamily="18" charset="0"/>
                <a:ea typeface="Noto Serif" panose="02020600060500020200" pitchFamily="18" charset="0"/>
                <a:cs typeface="Noto Serif" panose="02020600060500020200" pitchFamily="18" charset="0"/>
              </a:rPr>
              <a:t>Dễ</a:t>
            </a:r>
            <a:r>
              <a:rPr lang="en-US" altLang="en-US" b="1" dirty="0">
                <a:latin typeface="Noto Serif" panose="02020600060500020200" pitchFamily="18" charset="0"/>
                <a:ea typeface="Noto Serif" panose="02020600060500020200" pitchFamily="18" charset="0"/>
                <a:cs typeface="Noto Serif" panose="02020600060500020200" pitchFamily="18" charset="0"/>
              </a:rPr>
              <a:t> </a:t>
            </a:r>
            <a:r>
              <a:rPr lang="en-US" altLang="en-US" b="1" dirty="0" err="1">
                <a:latin typeface="Noto Serif" panose="02020600060500020200" pitchFamily="18" charset="0"/>
                <a:ea typeface="Noto Serif" panose="02020600060500020200" pitchFamily="18" charset="0"/>
                <a:cs typeface="Noto Serif" panose="02020600060500020200" pitchFamily="18" charset="0"/>
              </a:rPr>
              <a:t>bị</a:t>
            </a:r>
            <a:r>
              <a:rPr lang="en-US" altLang="en-US" b="1" dirty="0">
                <a:latin typeface="Noto Serif" panose="02020600060500020200" pitchFamily="18" charset="0"/>
                <a:ea typeface="Noto Serif" panose="02020600060500020200" pitchFamily="18" charset="0"/>
                <a:cs typeface="Noto Serif" panose="02020600060500020200" pitchFamily="18" charset="0"/>
              </a:rPr>
              <a:t> </a:t>
            </a:r>
            <a:r>
              <a:rPr lang="en-US" altLang="en-US" b="1" dirty="0" err="1">
                <a:latin typeface="Noto Serif" panose="02020600060500020200" pitchFamily="18" charset="0"/>
                <a:ea typeface="Noto Serif" panose="02020600060500020200" pitchFamily="18" charset="0"/>
                <a:cs typeface="Noto Serif" panose="02020600060500020200" pitchFamily="18" charset="0"/>
              </a:rPr>
              <a:t>tấn</a:t>
            </a:r>
            <a:r>
              <a:rPr lang="en-US" altLang="en-US" b="1" dirty="0">
                <a:latin typeface="Noto Serif" panose="02020600060500020200" pitchFamily="18" charset="0"/>
                <a:ea typeface="Noto Serif" panose="02020600060500020200" pitchFamily="18" charset="0"/>
                <a:cs typeface="Noto Serif" panose="02020600060500020200" pitchFamily="18" charset="0"/>
              </a:rPr>
              <a:t> </a:t>
            </a:r>
            <a:r>
              <a:rPr lang="en-US" altLang="en-US" b="1" dirty="0" err="1">
                <a:latin typeface="Noto Serif" panose="02020600060500020200" pitchFamily="18" charset="0"/>
                <a:ea typeface="Noto Serif" panose="02020600060500020200" pitchFamily="18" charset="0"/>
                <a:cs typeface="Noto Serif" panose="02020600060500020200" pitchFamily="18" charset="0"/>
              </a:rPr>
              <a:t>công</a:t>
            </a:r>
            <a:r>
              <a:rPr lang="en-US" altLang="en-US" b="1" dirty="0">
                <a:latin typeface="Noto Serif" panose="02020600060500020200" pitchFamily="18" charset="0"/>
                <a:ea typeface="Noto Serif" panose="02020600060500020200" pitchFamily="18" charset="0"/>
                <a:cs typeface="Noto Serif" panose="02020600060500020200" pitchFamily="18" charset="0"/>
              </a:rPr>
              <a:t>:</a:t>
            </a:r>
            <a:r>
              <a:rPr lang="en-US" altLang="en-US" dirty="0">
                <a:latin typeface="Noto Serif" panose="02020600060500020200" pitchFamily="18" charset="0"/>
                <a:ea typeface="Noto Serif" panose="02020600060500020200" pitchFamily="18" charset="0"/>
                <a:cs typeface="Noto Serif" panose="02020600060500020200" pitchFamily="18" charset="0"/>
              </a:rPr>
              <a:t> CSDL </a:t>
            </a:r>
            <a:r>
              <a:rPr lang="en-US" altLang="en-US" dirty="0" err="1">
                <a:latin typeface="Noto Serif" panose="02020600060500020200" pitchFamily="18" charset="0"/>
                <a:ea typeface="Noto Serif" panose="02020600060500020200" pitchFamily="18" charset="0"/>
                <a:cs typeface="Noto Serif" panose="02020600060500020200" pitchFamily="18" charset="0"/>
              </a:rPr>
              <a:t>tập</a:t>
            </a:r>
            <a:r>
              <a:rPr lang="en-US" altLang="en-US" dirty="0">
                <a:latin typeface="Noto Serif" panose="02020600060500020200" pitchFamily="18" charset="0"/>
                <a:ea typeface="Noto Serif" panose="02020600060500020200" pitchFamily="18" charset="0"/>
                <a:cs typeface="Noto Serif" panose="02020600060500020200" pitchFamily="18" charset="0"/>
              </a:rPr>
              <a:t> </a:t>
            </a:r>
            <a:r>
              <a:rPr lang="en-US" altLang="en-US" dirty="0" err="1">
                <a:latin typeface="Noto Serif" panose="02020600060500020200" pitchFamily="18" charset="0"/>
                <a:ea typeface="Noto Serif" panose="02020600060500020200" pitchFamily="18" charset="0"/>
                <a:cs typeface="Noto Serif" panose="02020600060500020200" pitchFamily="18" charset="0"/>
              </a:rPr>
              <a:t>trung</a:t>
            </a:r>
            <a:r>
              <a:rPr lang="en-US" altLang="en-US" dirty="0">
                <a:latin typeface="Noto Serif" panose="02020600060500020200" pitchFamily="18" charset="0"/>
                <a:ea typeface="Noto Serif" panose="02020600060500020200" pitchFamily="18" charset="0"/>
                <a:cs typeface="Noto Serif" panose="02020600060500020200" pitchFamily="18" charset="0"/>
              </a:rPr>
              <a:t> </a:t>
            </a:r>
            <a:r>
              <a:rPr lang="en-US" altLang="en-US" dirty="0" err="1">
                <a:latin typeface="Noto Serif" panose="02020600060500020200" pitchFamily="18" charset="0"/>
                <a:ea typeface="Noto Serif" panose="02020600060500020200" pitchFamily="18" charset="0"/>
                <a:cs typeface="Noto Serif" panose="02020600060500020200" pitchFamily="18" charset="0"/>
              </a:rPr>
              <a:t>là</a:t>
            </a:r>
            <a:r>
              <a:rPr lang="en-US" altLang="en-US" dirty="0">
                <a:latin typeface="Noto Serif" panose="02020600060500020200" pitchFamily="18" charset="0"/>
                <a:ea typeface="Noto Serif" panose="02020600060500020200" pitchFamily="18" charset="0"/>
                <a:cs typeface="Noto Serif" panose="02020600060500020200" pitchFamily="18" charset="0"/>
              </a:rPr>
              <a:t> </a:t>
            </a:r>
            <a:r>
              <a:rPr lang="en-US" altLang="en-US" dirty="0" err="1">
                <a:latin typeface="Noto Serif" panose="02020600060500020200" pitchFamily="18" charset="0"/>
                <a:ea typeface="Noto Serif" panose="02020600060500020200" pitchFamily="18" charset="0"/>
                <a:cs typeface="Noto Serif" panose="02020600060500020200" pitchFamily="18" charset="0"/>
              </a:rPr>
              <a:t>mục</a:t>
            </a:r>
            <a:r>
              <a:rPr lang="en-US" altLang="en-US" dirty="0">
                <a:latin typeface="Noto Serif" panose="02020600060500020200" pitchFamily="18" charset="0"/>
                <a:ea typeface="Noto Serif" panose="02020600060500020200" pitchFamily="18" charset="0"/>
                <a:cs typeface="Noto Serif" panose="02020600060500020200" pitchFamily="18" charset="0"/>
              </a:rPr>
              <a:t> </a:t>
            </a:r>
            <a:r>
              <a:rPr lang="en-US" altLang="en-US" dirty="0" err="1">
                <a:latin typeface="Noto Serif" panose="02020600060500020200" pitchFamily="18" charset="0"/>
                <a:ea typeface="Noto Serif" panose="02020600060500020200" pitchFamily="18" charset="0"/>
                <a:cs typeface="Noto Serif" panose="02020600060500020200" pitchFamily="18" charset="0"/>
              </a:rPr>
              <a:t>tiêu</a:t>
            </a:r>
            <a:r>
              <a:rPr lang="en-US" altLang="en-US" dirty="0">
                <a:latin typeface="Noto Serif" panose="02020600060500020200" pitchFamily="18" charset="0"/>
                <a:ea typeface="Noto Serif" panose="02020600060500020200" pitchFamily="18" charset="0"/>
                <a:cs typeface="Noto Serif" panose="02020600060500020200" pitchFamily="18" charset="0"/>
              </a:rPr>
              <a:t> </a:t>
            </a:r>
            <a:r>
              <a:rPr lang="en-US" altLang="en-US" dirty="0" err="1">
                <a:latin typeface="Noto Serif" panose="02020600060500020200" pitchFamily="18" charset="0"/>
                <a:ea typeface="Noto Serif" panose="02020600060500020200" pitchFamily="18" charset="0"/>
                <a:cs typeface="Noto Serif" panose="02020600060500020200" pitchFamily="18" charset="0"/>
              </a:rPr>
              <a:t>hấp</a:t>
            </a:r>
            <a:r>
              <a:rPr lang="en-US" altLang="en-US" dirty="0">
                <a:latin typeface="Noto Serif" panose="02020600060500020200" pitchFamily="18" charset="0"/>
                <a:ea typeface="Noto Serif" panose="02020600060500020200" pitchFamily="18" charset="0"/>
                <a:cs typeface="Noto Serif" panose="02020600060500020200" pitchFamily="18" charset="0"/>
              </a:rPr>
              <a:t> </a:t>
            </a:r>
            <a:r>
              <a:rPr lang="en-US" altLang="en-US" dirty="0" err="1">
                <a:latin typeface="Noto Serif" panose="02020600060500020200" pitchFamily="18" charset="0"/>
                <a:ea typeface="Noto Serif" panose="02020600060500020200" pitchFamily="18" charset="0"/>
                <a:cs typeface="Noto Serif" panose="02020600060500020200" pitchFamily="18" charset="0"/>
              </a:rPr>
              <a:t>dẫn</a:t>
            </a:r>
            <a:r>
              <a:rPr lang="en-US" altLang="en-US" dirty="0">
                <a:latin typeface="Noto Serif" panose="02020600060500020200" pitchFamily="18" charset="0"/>
                <a:ea typeface="Noto Serif" panose="02020600060500020200" pitchFamily="18" charset="0"/>
                <a:cs typeface="Noto Serif" panose="02020600060500020200" pitchFamily="18" charset="0"/>
              </a:rPr>
              <a:t>.</a:t>
            </a:r>
          </a:p>
          <a:p>
            <a:pPr defTabSz="914400" eaLnBrk="0" fontAlgn="base" hangingPunct="0">
              <a:spcBef>
                <a:spcPct val="0"/>
              </a:spcBef>
              <a:spcAft>
                <a:spcPct val="0"/>
              </a:spcAft>
            </a:pPr>
            <a:endParaRPr lang="en-US" altLang="en-US" dirty="0">
              <a:latin typeface="Noto Serif" panose="02020600060500020200" pitchFamily="18" charset="0"/>
              <a:ea typeface="Noto Serif" panose="02020600060500020200" pitchFamily="18" charset="0"/>
              <a:cs typeface="Noto Serif" panose="02020600060500020200" pitchFamily="18" charset="0"/>
            </a:endParaRPr>
          </a:p>
          <a:p>
            <a:pPr defTabSz="914400" eaLnBrk="0" fontAlgn="base" hangingPunct="0">
              <a:spcBef>
                <a:spcPct val="0"/>
              </a:spcBef>
              <a:spcAft>
                <a:spcPct val="0"/>
              </a:spcAft>
            </a:pPr>
            <a:r>
              <a:rPr lang="en-US" altLang="en-US" b="1" dirty="0" err="1">
                <a:latin typeface="Noto Serif" panose="02020600060500020200" pitchFamily="18" charset="0"/>
                <a:ea typeface="Noto Serif" panose="02020600060500020200" pitchFamily="18" charset="0"/>
                <a:cs typeface="Noto Serif" panose="02020600060500020200" pitchFamily="18" charset="0"/>
              </a:rPr>
              <a:t>Thiếu</a:t>
            </a:r>
            <a:r>
              <a:rPr lang="en-US" altLang="en-US" b="1" dirty="0">
                <a:latin typeface="Noto Serif" panose="02020600060500020200" pitchFamily="18" charset="0"/>
                <a:ea typeface="Noto Serif" panose="02020600060500020200" pitchFamily="18" charset="0"/>
                <a:cs typeface="Noto Serif" panose="02020600060500020200" pitchFamily="18" charset="0"/>
              </a:rPr>
              <a:t> </a:t>
            </a:r>
            <a:r>
              <a:rPr lang="en-US" altLang="en-US" b="1" dirty="0" err="1">
                <a:latin typeface="Noto Serif" panose="02020600060500020200" pitchFamily="18" charset="0"/>
                <a:ea typeface="Noto Serif" panose="02020600060500020200" pitchFamily="18" charset="0"/>
                <a:cs typeface="Noto Serif" panose="02020600060500020200" pitchFamily="18" charset="0"/>
              </a:rPr>
              <a:t>quyền</a:t>
            </a:r>
            <a:r>
              <a:rPr lang="en-US" altLang="en-US" b="1" dirty="0">
                <a:latin typeface="Noto Serif" panose="02020600060500020200" pitchFamily="18" charset="0"/>
                <a:ea typeface="Noto Serif" panose="02020600060500020200" pitchFamily="18" charset="0"/>
                <a:cs typeface="Noto Serif" panose="02020600060500020200" pitchFamily="18" charset="0"/>
              </a:rPr>
              <a:t> </a:t>
            </a:r>
            <a:r>
              <a:rPr lang="en-US" altLang="en-US" b="1" dirty="0" err="1">
                <a:latin typeface="Noto Serif" panose="02020600060500020200" pitchFamily="18" charset="0"/>
                <a:ea typeface="Noto Serif" panose="02020600060500020200" pitchFamily="18" charset="0"/>
                <a:cs typeface="Noto Serif" panose="02020600060500020200" pitchFamily="18" charset="0"/>
              </a:rPr>
              <a:t>riêng</a:t>
            </a:r>
            <a:r>
              <a:rPr lang="en-US" altLang="en-US" b="1" dirty="0">
                <a:latin typeface="Noto Serif" panose="02020600060500020200" pitchFamily="18" charset="0"/>
                <a:ea typeface="Noto Serif" panose="02020600060500020200" pitchFamily="18" charset="0"/>
                <a:cs typeface="Noto Serif" panose="02020600060500020200" pitchFamily="18" charset="0"/>
              </a:rPr>
              <a:t> </a:t>
            </a:r>
            <a:r>
              <a:rPr lang="en-US" altLang="en-US" b="1" dirty="0" err="1">
                <a:latin typeface="Noto Serif" panose="02020600060500020200" pitchFamily="18" charset="0"/>
                <a:ea typeface="Noto Serif" panose="02020600060500020200" pitchFamily="18" charset="0"/>
                <a:cs typeface="Noto Serif" panose="02020600060500020200" pitchFamily="18" charset="0"/>
              </a:rPr>
              <a:t>tư</a:t>
            </a:r>
            <a:r>
              <a:rPr lang="en-US" altLang="en-US" b="1" dirty="0">
                <a:latin typeface="Noto Serif" panose="02020600060500020200" pitchFamily="18" charset="0"/>
                <a:ea typeface="Noto Serif" panose="02020600060500020200" pitchFamily="18" charset="0"/>
                <a:cs typeface="Noto Serif" panose="02020600060500020200" pitchFamily="18" charset="0"/>
              </a:rPr>
              <a:t>:</a:t>
            </a:r>
            <a:r>
              <a:rPr lang="en-US" altLang="en-US" dirty="0">
                <a:latin typeface="Noto Serif" panose="02020600060500020200" pitchFamily="18" charset="0"/>
                <a:ea typeface="Noto Serif" panose="02020600060500020200" pitchFamily="18" charset="0"/>
                <a:cs typeface="Noto Serif" panose="02020600060500020200" pitchFamily="18" charset="0"/>
              </a:rPr>
              <a:t> Chia </a:t>
            </a:r>
            <a:r>
              <a:rPr lang="en-US" altLang="en-US" dirty="0" err="1">
                <a:latin typeface="Noto Serif" panose="02020600060500020200" pitchFamily="18" charset="0"/>
                <a:ea typeface="Noto Serif" panose="02020600060500020200" pitchFamily="18" charset="0"/>
                <a:cs typeface="Noto Serif" panose="02020600060500020200" pitchFamily="18" charset="0"/>
              </a:rPr>
              <a:t>sẻ</a:t>
            </a:r>
            <a:r>
              <a:rPr lang="en-US" altLang="en-US" dirty="0">
                <a:latin typeface="Noto Serif" panose="02020600060500020200" pitchFamily="18" charset="0"/>
                <a:ea typeface="Noto Serif" panose="02020600060500020200" pitchFamily="18" charset="0"/>
                <a:cs typeface="Noto Serif" panose="02020600060500020200" pitchFamily="18" charset="0"/>
              </a:rPr>
              <a:t> </a:t>
            </a:r>
            <a:r>
              <a:rPr lang="en-US" altLang="en-US" dirty="0" err="1">
                <a:latin typeface="Noto Serif" panose="02020600060500020200" pitchFamily="18" charset="0"/>
                <a:ea typeface="Noto Serif" panose="02020600060500020200" pitchFamily="18" charset="0"/>
                <a:cs typeface="Noto Serif" panose="02020600060500020200" pitchFamily="18" charset="0"/>
              </a:rPr>
              <a:t>nhiều</a:t>
            </a:r>
            <a:r>
              <a:rPr lang="en-US" altLang="en-US" dirty="0">
                <a:latin typeface="Noto Serif" panose="02020600060500020200" pitchFamily="18" charset="0"/>
                <a:ea typeface="Noto Serif" panose="02020600060500020200" pitchFamily="18" charset="0"/>
                <a:cs typeface="Noto Serif" panose="02020600060500020200" pitchFamily="18" charset="0"/>
              </a:rPr>
              <a:t> </a:t>
            </a:r>
            <a:r>
              <a:rPr lang="en-US" altLang="en-US" dirty="0" err="1">
                <a:latin typeface="Noto Serif" panose="02020600060500020200" pitchFamily="18" charset="0"/>
                <a:ea typeface="Noto Serif" panose="02020600060500020200" pitchFamily="18" charset="0"/>
                <a:cs typeface="Noto Serif" panose="02020600060500020200" pitchFamily="18" charset="0"/>
              </a:rPr>
              <a:t>thông</a:t>
            </a:r>
            <a:r>
              <a:rPr lang="en-US" altLang="en-US" dirty="0">
                <a:latin typeface="Noto Serif" panose="02020600060500020200" pitchFamily="18" charset="0"/>
                <a:ea typeface="Noto Serif" panose="02020600060500020200" pitchFamily="18" charset="0"/>
                <a:cs typeface="Noto Serif" panose="02020600060500020200" pitchFamily="18" charset="0"/>
              </a:rPr>
              <a:t> tin </a:t>
            </a:r>
            <a:r>
              <a:rPr lang="en-US" altLang="en-US" dirty="0" err="1">
                <a:latin typeface="Noto Serif" panose="02020600060500020200" pitchFamily="18" charset="0"/>
                <a:ea typeface="Noto Serif" panose="02020600060500020200" pitchFamily="18" charset="0"/>
                <a:cs typeface="Noto Serif" panose="02020600060500020200" pitchFamily="18" charset="0"/>
              </a:rPr>
              <a:t>cá</a:t>
            </a:r>
            <a:r>
              <a:rPr lang="en-US" altLang="en-US" dirty="0">
                <a:latin typeface="Noto Serif" panose="02020600060500020200" pitchFamily="18" charset="0"/>
                <a:ea typeface="Noto Serif" panose="02020600060500020200" pitchFamily="18" charset="0"/>
                <a:cs typeface="Noto Serif" panose="02020600060500020200" pitchFamily="18" charset="0"/>
              </a:rPr>
              <a:t> </a:t>
            </a:r>
            <a:r>
              <a:rPr lang="en-US" altLang="en-US" dirty="0" err="1">
                <a:latin typeface="Noto Serif" panose="02020600060500020200" pitchFamily="18" charset="0"/>
                <a:ea typeface="Noto Serif" panose="02020600060500020200" pitchFamily="18" charset="0"/>
                <a:cs typeface="Noto Serif" panose="02020600060500020200" pitchFamily="18" charset="0"/>
              </a:rPr>
              <a:t>nhân</a:t>
            </a:r>
            <a:r>
              <a:rPr lang="en-US" altLang="en-US" dirty="0">
                <a:latin typeface="Noto Serif" panose="02020600060500020200" pitchFamily="18" charset="0"/>
                <a:ea typeface="Noto Serif" panose="02020600060500020200" pitchFamily="18" charset="0"/>
                <a:cs typeface="Noto Serif" panose="02020600060500020200" pitchFamily="18" charset="0"/>
              </a:rPr>
              <a:t>.</a:t>
            </a:r>
          </a:p>
          <a:p>
            <a:pPr defTabSz="914400" eaLnBrk="0" fontAlgn="base" hangingPunct="0">
              <a:spcBef>
                <a:spcPct val="0"/>
              </a:spcBef>
              <a:spcAft>
                <a:spcPct val="0"/>
              </a:spcAft>
            </a:pPr>
            <a:endParaRPr lang="en-US" altLang="en-US" dirty="0">
              <a:latin typeface="Noto Serif" panose="02020600060500020200" pitchFamily="18" charset="0"/>
              <a:ea typeface="Noto Serif" panose="02020600060500020200" pitchFamily="18" charset="0"/>
              <a:cs typeface="Noto Serif" panose="02020600060500020200" pitchFamily="18" charset="0"/>
            </a:endParaRPr>
          </a:p>
          <a:p>
            <a:pPr defTabSz="914400" eaLnBrk="0" fontAlgn="base" hangingPunct="0">
              <a:spcBef>
                <a:spcPct val="0"/>
              </a:spcBef>
              <a:spcAft>
                <a:spcPct val="0"/>
              </a:spcAft>
            </a:pPr>
            <a:r>
              <a:rPr lang="en-US" altLang="en-US" b="1" dirty="0" err="1">
                <a:latin typeface="Noto Serif" panose="02020600060500020200" pitchFamily="18" charset="0"/>
                <a:ea typeface="Noto Serif" panose="02020600060500020200" pitchFamily="18" charset="0"/>
                <a:cs typeface="Noto Serif" panose="02020600060500020200" pitchFamily="18" charset="0"/>
              </a:rPr>
              <a:t>Chậm</a:t>
            </a:r>
            <a:r>
              <a:rPr lang="en-US" altLang="en-US" b="1" dirty="0">
                <a:latin typeface="Noto Serif" panose="02020600060500020200" pitchFamily="18" charset="0"/>
                <a:ea typeface="Noto Serif" panose="02020600060500020200" pitchFamily="18" charset="0"/>
                <a:cs typeface="Noto Serif" panose="02020600060500020200" pitchFamily="18" charset="0"/>
              </a:rPr>
              <a:t> &amp; </a:t>
            </a:r>
            <a:r>
              <a:rPr lang="en-US" altLang="en-US" b="1" dirty="0" err="1">
                <a:latin typeface="Noto Serif" panose="02020600060500020200" pitchFamily="18" charset="0"/>
                <a:ea typeface="Noto Serif" panose="02020600060500020200" pitchFamily="18" charset="0"/>
                <a:cs typeface="Noto Serif" panose="02020600060500020200" pitchFamily="18" charset="0"/>
              </a:rPr>
              <a:t>kém</a:t>
            </a:r>
            <a:r>
              <a:rPr lang="en-US" altLang="en-US" b="1" dirty="0">
                <a:latin typeface="Noto Serif" panose="02020600060500020200" pitchFamily="18" charset="0"/>
                <a:ea typeface="Noto Serif" panose="02020600060500020200" pitchFamily="18" charset="0"/>
                <a:cs typeface="Noto Serif" panose="02020600060500020200" pitchFamily="18" charset="0"/>
              </a:rPr>
              <a:t> </a:t>
            </a:r>
            <a:r>
              <a:rPr lang="en-US" altLang="en-US" b="1" dirty="0" err="1">
                <a:latin typeface="Noto Serif" panose="02020600060500020200" pitchFamily="18" charset="0"/>
                <a:ea typeface="Noto Serif" panose="02020600060500020200" pitchFamily="18" charset="0"/>
                <a:cs typeface="Noto Serif" panose="02020600060500020200" pitchFamily="18" charset="0"/>
              </a:rPr>
              <a:t>hiệu</a:t>
            </a:r>
            <a:r>
              <a:rPr lang="en-US" altLang="en-US" b="1" dirty="0">
                <a:latin typeface="Noto Serif" panose="02020600060500020200" pitchFamily="18" charset="0"/>
                <a:ea typeface="Noto Serif" panose="02020600060500020200" pitchFamily="18" charset="0"/>
                <a:cs typeface="Noto Serif" panose="02020600060500020200" pitchFamily="18" charset="0"/>
              </a:rPr>
              <a:t> </a:t>
            </a:r>
            <a:r>
              <a:rPr lang="en-US" altLang="en-US" b="1" dirty="0" err="1">
                <a:latin typeface="Noto Serif" panose="02020600060500020200" pitchFamily="18" charset="0"/>
                <a:ea typeface="Noto Serif" panose="02020600060500020200" pitchFamily="18" charset="0"/>
                <a:cs typeface="Noto Serif" panose="02020600060500020200" pitchFamily="18" charset="0"/>
              </a:rPr>
              <a:t>quả</a:t>
            </a:r>
            <a:r>
              <a:rPr lang="en-US" altLang="en-US" b="1" dirty="0">
                <a:latin typeface="Noto Serif" panose="02020600060500020200" pitchFamily="18" charset="0"/>
                <a:ea typeface="Noto Serif" panose="02020600060500020200" pitchFamily="18" charset="0"/>
                <a:cs typeface="Noto Serif" panose="02020600060500020200" pitchFamily="18" charset="0"/>
              </a:rPr>
              <a:t>:</a:t>
            </a:r>
            <a:r>
              <a:rPr lang="en-US" altLang="en-US" dirty="0">
                <a:latin typeface="Noto Serif" panose="02020600060500020200" pitchFamily="18" charset="0"/>
                <a:ea typeface="Noto Serif" panose="02020600060500020200" pitchFamily="18" charset="0"/>
                <a:cs typeface="Noto Serif" panose="02020600060500020200" pitchFamily="18" charset="0"/>
              </a:rPr>
              <a:t> </a:t>
            </a:r>
            <a:r>
              <a:rPr lang="en-US" altLang="en-US" dirty="0" err="1">
                <a:latin typeface="Noto Serif" panose="02020600060500020200" pitchFamily="18" charset="0"/>
                <a:ea typeface="Noto Serif" panose="02020600060500020200" pitchFamily="18" charset="0"/>
                <a:cs typeface="Noto Serif" panose="02020600060500020200" pitchFamily="18" charset="0"/>
              </a:rPr>
              <a:t>Thủ</a:t>
            </a:r>
            <a:r>
              <a:rPr lang="en-US" altLang="en-US" dirty="0">
                <a:latin typeface="Noto Serif" panose="02020600060500020200" pitchFamily="18" charset="0"/>
                <a:ea typeface="Noto Serif" panose="02020600060500020200" pitchFamily="18" charset="0"/>
                <a:cs typeface="Noto Serif" panose="02020600060500020200" pitchFamily="18" charset="0"/>
              </a:rPr>
              <a:t> </a:t>
            </a:r>
            <a:r>
              <a:rPr lang="en-US" altLang="en-US" dirty="0" err="1">
                <a:latin typeface="Noto Serif" panose="02020600060500020200" pitchFamily="18" charset="0"/>
                <a:ea typeface="Noto Serif" panose="02020600060500020200" pitchFamily="18" charset="0"/>
                <a:cs typeface="Noto Serif" panose="02020600060500020200" pitchFamily="18" charset="0"/>
              </a:rPr>
              <a:t>công</a:t>
            </a:r>
            <a:r>
              <a:rPr lang="en-US" altLang="en-US" dirty="0">
                <a:latin typeface="Noto Serif" panose="02020600060500020200" pitchFamily="18" charset="0"/>
                <a:ea typeface="Noto Serif" panose="02020600060500020200" pitchFamily="18" charset="0"/>
                <a:cs typeface="Noto Serif" panose="02020600060500020200" pitchFamily="18" charset="0"/>
              </a:rPr>
              <a:t>, </a:t>
            </a:r>
            <a:r>
              <a:rPr lang="en-US" altLang="en-US" dirty="0" err="1">
                <a:latin typeface="Noto Serif" panose="02020600060500020200" pitchFamily="18" charset="0"/>
                <a:ea typeface="Noto Serif" panose="02020600060500020200" pitchFamily="18" charset="0"/>
                <a:cs typeface="Noto Serif" panose="02020600060500020200" pitchFamily="18" charset="0"/>
              </a:rPr>
              <a:t>tốn</a:t>
            </a:r>
            <a:r>
              <a:rPr lang="en-US" altLang="en-US" dirty="0">
                <a:latin typeface="Noto Serif" panose="02020600060500020200" pitchFamily="18" charset="0"/>
                <a:ea typeface="Noto Serif" panose="02020600060500020200" pitchFamily="18" charset="0"/>
                <a:cs typeface="Noto Serif" panose="02020600060500020200" pitchFamily="18" charset="0"/>
              </a:rPr>
              <a:t> </a:t>
            </a:r>
            <a:r>
              <a:rPr lang="en-US" altLang="en-US" dirty="0" err="1">
                <a:latin typeface="Noto Serif" panose="02020600060500020200" pitchFamily="18" charset="0"/>
                <a:ea typeface="Noto Serif" panose="02020600060500020200" pitchFamily="18" charset="0"/>
                <a:cs typeface="Noto Serif" panose="02020600060500020200" pitchFamily="18" charset="0"/>
              </a:rPr>
              <a:t>thời</a:t>
            </a:r>
            <a:r>
              <a:rPr lang="en-US" altLang="en-US" dirty="0">
                <a:latin typeface="Noto Serif" panose="02020600060500020200" pitchFamily="18" charset="0"/>
                <a:ea typeface="Noto Serif" panose="02020600060500020200" pitchFamily="18" charset="0"/>
                <a:cs typeface="Noto Serif" panose="02020600060500020200" pitchFamily="18" charset="0"/>
              </a:rPr>
              <a:t> </a:t>
            </a:r>
            <a:r>
              <a:rPr lang="en-US" altLang="en-US" dirty="0" err="1">
                <a:latin typeface="Noto Serif" panose="02020600060500020200" pitchFamily="18" charset="0"/>
                <a:ea typeface="Noto Serif" panose="02020600060500020200" pitchFamily="18" charset="0"/>
                <a:cs typeface="Noto Serif" panose="02020600060500020200" pitchFamily="18" charset="0"/>
              </a:rPr>
              <a:t>gian</a:t>
            </a:r>
            <a:r>
              <a:rPr lang="en-US" altLang="en-US" dirty="0">
                <a:latin typeface="Noto Serif" panose="02020600060500020200" pitchFamily="18" charset="0"/>
                <a:ea typeface="Noto Serif" panose="02020600060500020200" pitchFamily="18" charset="0"/>
                <a:cs typeface="Noto Serif" panose="02020600060500020200" pitchFamily="18" charset="0"/>
              </a:rPr>
              <a:t>.</a:t>
            </a:r>
          </a:p>
          <a:p>
            <a:pPr defTabSz="914400" eaLnBrk="0" fontAlgn="base" hangingPunct="0">
              <a:spcBef>
                <a:spcPct val="0"/>
              </a:spcBef>
              <a:spcAft>
                <a:spcPct val="0"/>
              </a:spcAft>
            </a:pPr>
            <a:endParaRPr lang="en-US" altLang="en-US" dirty="0">
              <a:latin typeface="Noto Serif" panose="02020600060500020200" pitchFamily="18" charset="0"/>
              <a:ea typeface="Noto Serif" panose="02020600060500020200" pitchFamily="18" charset="0"/>
              <a:cs typeface="Noto Serif" panose="02020600060500020200" pitchFamily="18" charset="0"/>
            </a:endParaRPr>
          </a:p>
          <a:p>
            <a:pPr defTabSz="914400" eaLnBrk="0" fontAlgn="base" hangingPunct="0">
              <a:spcBef>
                <a:spcPct val="0"/>
              </a:spcBef>
              <a:spcAft>
                <a:spcPct val="0"/>
              </a:spcAft>
            </a:pPr>
            <a:r>
              <a:rPr lang="en-US" altLang="en-US" b="1" dirty="0" err="1">
                <a:latin typeface="Noto Serif" panose="02020600060500020200" pitchFamily="18" charset="0"/>
                <a:ea typeface="Noto Serif" panose="02020600060500020200" pitchFamily="18" charset="0"/>
                <a:cs typeface="Noto Serif" panose="02020600060500020200" pitchFamily="18" charset="0"/>
              </a:rPr>
              <a:t>Hệ</a:t>
            </a:r>
            <a:r>
              <a:rPr lang="en-US" altLang="en-US" b="1" dirty="0">
                <a:latin typeface="Noto Serif" panose="02020600060500020200" pitchFamily="18" charset="0"/>
                <a:ea typeface="Noto Serif" panose="02020600060500020200" pitchFamily="18" charset="0"/>
                <a:cs typeface="Noto Serif" panose="02020600060500020200" pitchFamily="18" charset="0"/>
              </a:rPr>
              <a:t> </a:t>
            </a:r>
            <a:r>
              <a:rPr lang="en-US" altLang="en-US" b="1" dirty="0" err="1">
                <a:latin typeface="Noto Serif" panose="02020600060500020200" pitchFamily="18" charset="0"/>
                <a:ea typeface="Noto Serif" panose="02020600060500020200" pitchFamily="18" charset="0"/>
                <a:cs typeface="Noto Serif" panose="02020600060500020200" pitchFamily="18" charset="0"/>
              </a:rPr>
              <a:t>thống</a:t>
            </a:r>
            <a:r>
              <a:rPr lang="en-US" altLang="en-US" b="1" dirty="0">
                <a:latin typeface="Noto Serif" panose="02020600060500020200" pitchFamily="18" charset="0"/>
                <a:ea typeface="Noto Serif" panose="02020600060500020200" pitchFamily="18" charset="0"/>
                <a:cs typeface="Noto Serif" panose="02020600060500020200" pitchFamily="18" charset="0"/>
              </a:rPr>
              <a:t> </a:t>
            </a:r>
            <a:r>
              <a:rPr lang="en-US" altLang="en-US" b="1" dirty="0" err="1">
                <a:latin typeface="Noto Serif" panose="02020600060500020200" pitchFamily="18" charset="0"/>
                <a:ea typeface="Noto Serif" panose="02020600060500020200" pitchFamily="18" charset="0"/>
                <a:cs typeface="Noto Serif" panose="02020600060500020200" pitchFamily="18" charset="0"/>
              </a:rPr>
              <a:t>phân</a:t>
            </a:r>
            <a:r>
              <a:rPr lang="en-US" altLang="en-US" b="1" dirty="0">
                <a:latin typeface="Noto Serif" panose="02020600060500020200" pitchFamily="18" charset="0"/>
                <a:ea typeface="Noto Serif" panose="02020600060500020200" pitchFamily="18" charset="0"/>
                <a:cs typeface="Noto Serif" panose="02020600060500020200" pitchFamily="18" charset="0"/>
              </a:rPr>
              <a:t> </a:t>
            </a:r>
            <a:r>
              <a:rPr lang="en-US" altLang="en-US" b="1" dirty="0" err="1">
                <a:latin typeface="Noto Serif" panose="02020600060500020200" pitchFamily="18" charset="0"/>
                <a:ea typeface="Noto Serif" panose="02020600060500020200" pitchFamily="18" charset="0"/>
                <a:cs typeface="Noto Serif" panose="02020600060500020200" pitchFamily="18" charset="0"/>
              </a:rPr>
              <a:t>tán</a:t>
            </a:r>
            <a:r>
              <a:rPr lang="en-US" altLang="en-US" b="1" dirty="0">
                <a:latin typeface="Noto Serif" panose="02020600060500020200" pitchFamily="18" charset="0"/>
                <a:ea typeface="Noto Serif" panose="02020600060500020200" pitchFamily="18" charset="0"/>
                <a:cs typeface="Noto Serif" panose="02020600060500020200" pitchFamily="18" charset="0"/>
              </a:rPr>
              <a:t> </a:t>
            </a:r>
            <a:r>
              <a:rPr lang="en-US" altLang="en-US" b="1" dirty="0" err="1">
                <a:latin typeface="Noto Serif" panose="02020600060500020200" pitchFamily="18" charset="0"/>
                <a:ea typeface="Noto Serif" panose="02020600060500020200" pitchFamily="18" charset="0"/>
                <a:cs typeface="Noto Serif" panose="02020600060500020200" pitchFamily="18" charset="0"/>
              </a:rPr>
              <a:t>rời</a:t>
            </a:r>
            <a:r>
              <a:rPr lang="en-US" altLang="en-US" b="1" dirty="0">
                <a:latin typeface="Noto Serif" panose="02020600060500020200" pitchFamily="18" charset="0"/>
                <a:ea typeface="Noto Serif" panose="02020600060500020200" pitchFamily="18" charset="0"/>
                <a:cs typeface="Noto Serif" panose="02020600060500020200" pitchFamily="18" charset="0"/>
              </a:rPr>
              <a:t> </a:t>
            </a:r>
            <a:r>
              <a:rPr lang="en-US" altLang="en-US" b="1" dirty="0" err="1">
                <a:latin typeface="Noto Serif" panose="02020600060500020200" pitchFamily="18" charset="0"/>
                <a:ea typeface="Noto Serif" panose="02020600060500020200" pitchFamily="18" charset="0"/>
                <a:cs typeface="Noto Serif" panose="02020600060500020200" pitchFamily="18" charset="0"/>
              </a:rPr>
              <a:t>rạc</a:t>
            </a:r>
            <a:r>
              <a:rPr lang="en-US" altLang="en-US" b="1" dirty="0">
                <a:latin typeface="Noto Serif" panose="02020600060500020200" pitchFamily="18" charset="0"/>
                <a:ea typeface="Noto Serif" panose="02020600060500020200" pitchFamily="18" charset="0"/>
                <a:cs typeface="Noto Serif" panose="02020600060500020200" pitchFamily="18" charset="0"/>
              </a:rPr>
              <a:t>:</a:t>
            </a:r>
            <a:r>
              <a:rPr lang="en-US" altLang="en-US" dirty="0">
                <a:latin typeface="Noto Serif" panose="02020600060500020200" pitchFamily="18" charset="0"/>
                <a:ea typeface="Noto Serif" panose="02020600060500020200" pitchFamily="18" charset="0"/>
                <a:cs typeface="Noto Serif" panose="02020600060500020200" pitchFamily="18" charset="0"/>
              </a:rPr>
              <a:t> </a:t>
            </a:r>
            <a:r>
              <a:rPr lang="en-US" altLang="en-US" dirty="0" err="1">
                <a:latin typeface="Noto Serif" panose="02020600060500020200" pitchFamily="18" charset="0"/>
                <a:ea typeface="Noto Serif" panose="02020600060500020200" pitchFamily="18" charset="0"/>
                <a:cs typeface="Noto Serif" panose="02020600060500020200" pitchFamily="18" charset="0"/>
              </a:rPr>
              <a:t>Không</a:t>
            </a:r>
            <a:r>
              <a:rPr lang="en-US" altLang="en-US" dirty="0">
                <a:latin typeface="Noto Serif" panose="02020600060500020200" pitchFamily="18" charset="0"/>
                <a:ea typeface="Noto Serif" panose="02020600060500020200" pitchFamily="18" charset="0"/>
                <a:cs typeface="Noto Serif" panose="02020600060500020200" pitchFamily="18" charset="0"/>
              </a:rPr>
              <a:t> </a:t>
            </a:r>
            <a:r>
              <a:rPr lang="en-US" altLang="en-US" dirty="0" err="1">
                <a:latin typeface="Noto Serif" panose="02020600060500020200" pitchFamily="18" charset="0"/>
                <a:ea typeface="Noto Serif" panose="02020600060500020200" pitchFamily="18" charset="0"/>
                <a:cs typeface="Noto Serif" panose="02020600060500020200" pitchFamily="18" charset="0"/>
              </a:rPr>
              <a:t>có</a:t>
            </a:r>
            <a:r>
              <a:rPr lang="en-US" altLang="en-US" dirty="0">
                <a:latin typeface="Noto Serif" panose="02020600060500020200" pitchFamily="18" charset="0"/>
                <a:ea typeface="Noto Serif" panose="02020600060500020200" pitchFamily="18" charset="0"/>
                <a:cs typeface="Noto Serif" panose="02020600060500020200" pitchFamily="18" charset="0"/>
              </a:rPr>
              <a:t> </a:t>
            </a:r>
            <a:r>
              <a:rPr lang="en-US" altLang="en-US" dirty="0" err="1">
                <a:latin typeface="Noto Serif" panose="02020600060500020200" pitchFamily="18" charset="0"/>
                <a:ea typeface="Noto Serif" panose="02020600060500020200" pitchFamily="18" charset="0"/>
                <a:cs typeface="Noto Serif" panose="02020600060500020200" pitchFamily="18" charset="0"/>
              </a:rPr>
              <a:t>chuẩn</a:t>
            </a:r>
            <a:r>
              <a:rPr lang="en-US" altLang="en-US" dirty="0">
                <a:latin typeface="Noto Serif" panose="02020600060500020200" pitchFamily="18" charset="0"/>
                <a:ea typeface="Noto Serif" panose="02020600060500020200" pitchFamily="18" charset="0"/>
                <a:cs typeface="Noto Serif" panose="02020600060500020200" pitchFamily="18" charset="0"/>
              </a:rPr>
              <a:t> </a:t>
            </a:r>
            <a:r>
              <a:rPr lang="en-US" altLang="en-US" dirty="0" err="1">
                <a:latin typeface="Noto Serif" panose="02020600060500020200" pitchFamily="18" charset="0"/>
                <a:ea typeface="Noto Serif" panose="02020600060500020200" pitchFamily="18" charset="0"/>
                <a:cs typeface="Noto Serif" panose="02020600060500020200" pitchFamily="18" charset="0"/>
              </a:rPr>
              <a:t>chung</a:t>
            </a:r>
            <a:r>
              <a:rPr lang="en-US" altLang="en-US" dirty="0">
                <a:latin typeface="Noto Serif" panose="02020600060500020200" pitchFamily="18" charset="0"/>
                <a:ea typeface="Noto Serif" panose="02020600060500020200" pitchFamily="18" charset="0"/>
                <a:cs typeface="Noto Serif" panose="02020600060500020200" pitchFamily="18" charset="0"/>
              </a:rPr>
              <a:t>.</a:t>
            </a:r>
          </a:p>
        </p:txBody>
      </p:sp>
    </p:spTree>
    <p:extLst>
      <p:ext uri="{BB962C8B-B14F-4D97-AF65-F5344CB8AC3E}">
        <p14:creationId xmlns:p14="http://schemas.microsoft.com/office/powerpoint/2010/main" val="27679853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786DE50-4A15-5BF3-2693-61DF92D8B130}"/>
              </a:ext>
            </a:extLst>
          </p:cNvPr>
          <p:cNvSpPr txBox="1"/>
          <p:nvPr/>
        </p:nvSpPr>
        <p:spPr>
          <a:xfrm>
            <a:off x="388794" y="288120"/>
            <a:ext cx="6032788" cy="461665"/>
          </a:xfrm>
          <a:prstGeom prst="rect">
            <a:avLst/>
          </a:prstGeom>
          <a:noFill/>
        </p:spPr>
        <p:txBody>
          <a:bodyPr wrap="square">
            <a:spAutoFit/>
          </a:bodyPr>
          <a:lstStyle/>
          <a:p>
            <a:r>
              <a:rPr lang="en-US" sz="2400" dirty="0">
                <a:solidFill>
                  <a:schemeClr val="accent1"/>
                </a:solidFill>
                <a:latin typeface="Noto Serif" panose="02020600060500020200" pitchFamily="18" charset="0"/>
                <a:ea typeface="Noto Serif" panose="02020600060500020200" pitchFamily="18" charset="0"/>
                <a:cs typeface="Noto Serif" panose="02020600060500020200" pitchFamily="18" charset="0"/>
              </a:rPr>
              <a:t>3. Quản </a:t>
            </a:r>
            <a:r>
              <a:rPr lang="en-US" sz="2400" dirty="0" err="1">
                <a:solidFill>
                  <a:schemeClr val="accent1"/>
                </a:solidFill>
                <a:latin typeface="Noto Serif" panose="02020600060500020200" pitchFamily="18" charset="0"/>
                <a:ea typeface="Noto Serif" panose="02020600060500020200" pitchFamily="18" charset="0"/>
                <a:cs typeface="Noto Serif" panose="02020600060500020200" pitchFamily="18" charset="0"/>
              </a:rPr>
              <a:t>lý</a:t>
            </a:r>
            <a:r>
              <a:rPr lang="en-US" sz="2400" dirty="0">
                <a:solidFill>
                  <a:schemeClr val="accent1"/>
                </a:solidFill>
                <a:latin typeface="Noto Serif" panose="02020600060500020200" pitchFamily="18" charset="0"/>
                <a:ea typeface="Noto Serif" panose="02020600060500020200" pitchFamily="18" charset="0"/>
                <a:cs typeface="Noto Serif" panose="02020600060500020200" pitchFamily="18" charset="0"/>
              </a:rPr>
              <a:t> </a:t>
            </a:r>
            <a:r>
              <a:rPr lang="en-US" sz="2400" dirty="0" err="1">
                <a:solidFill>
                  <a:schemeClr val="accent1"/>
                </a:solidFill>
                <a:latin typeface="Noto Serif" panose="02020600060500020200" pitchFamily="18" charset="0"/>
                <a:ea typeface="Noto Serif" panose="02020600060500020200" pitchFamily="18" charset="0"/>
                <a:cs typeface="Noto Serif" panose="02020600060500020200" pitchFamily="18" charset="0"/>
              </a:rPr>
              <a:t>danh</a:t>
            </a:r>
            <a:r>
              <a:rPr lang="en-US" sz="2400" dirty="0">
                <a:solidFill>
                  <a:schemeClr val="accent1"/>
                </a:solidFill>
                <a:latin typeface="Noto Serif" panose="02020600060500020200" pitchFamily="18" charset="0"/>
                <a:ea typeface="Noto Serif" panose="02020600060500020200" pitchFamily="18" charset="0"/>
                <a:cs typeface="Noto Serif" panose="02020600060500020200" pitchFamily="18" charset="0"/>
              </a:rPr>
              <a:t> </a:t>
            </a:r>
            <a:r>
              <a:rPr lang="en-US" sz="2400" dirty="0" err="1">
                <a:solidFill>
                  <a:schemeClr val="accent1"/>
                </a:solidFill>
                <a:latin typeface="Noto Serif" panose="02020600060500020200" pitchFamily="18" charset="0"/>
                <a:ea typeface="Noto Serif" panose="02020600060500020200" pitchFamily="18" charset="0"/>
                <a:cs typeface="Noto Serif" panose="02020600060500020200" pitchFamily="18" charset="0"/>
              </a:rPr>
              <a:t>tính</a:t>
            </a:r>
            <a:r>
              <a:rPr lang="en-US" sz="2400" dirty="0">
                <a:solidFill>
                  <a:schemeClr val="accent1"/>
                </a:solidFill>
                <a:latin typeface="Noto Serif" panose="02020600060500020200" pitchFamily="18" charset="0"/>
                <a:ea typeface="Noto Serif" panose="02020600060500020200" pitchFamily="18" charset="0"/>
                <a:cs typeface="Noto Serif" panose="02020600060500020200" pitchFamily="18" charset="0"/>
              </a:rPr>
              <a:t> </a:t>
            </a:r>
            <a:r>
              <a:rPr lang="en-US" sz="2400" dirty="0" err="1">
                <a:solidFill>
                  <a:schemeClr val="accent1"/>
                </a:solidFill>
                <a:latin typeface="Noto Serif" panose="02020600060500020200" pitchFamily="18" charset="0"/>
                <a:ea typeface="Noto Serif" panose="02020600060500020200" pitchFamily="18" charset="0"/>
                <a:cs typeface="Noto Serif" panose="02020600060500020200" pitchFamily="18" charset="0"/>
              </a:rPr>
              <a:t>với</a:t>
            </a:r>
            <a:r>
              <a:rPr lang="en-US" sz="2400" dirty="0">
                <a:solidFill>
                  <a:schemeClr val="accent1"/>
                </a:solidFill>
                <a:latin typeface="Noto Serif" panose="02020600060500020200" pitchFamily="18" charset="0"/>
                <a:ea typeface="Noto Serif" panose="02020600060500020200" pitchFamily="18" charset="0"/>
                <a:cs typeface="Noto Serif" panose="02020600060500020200" pitchFamily="18" charset="0"/>
              </a:rPr>
              <a:t> Blockchain</a:t>
            </a:r>
          </a:p>
        </p:txBody>
      </p:sp>
      <p:sp>
        <p:nvSpPr>
          <p:cNvPr id="6" name="Rectangle 1">
            <a:extLst>
              <a:ext uri="{FF2B5EF4-FFF2-40B4-BE49-F238E27FC236}">
                <a16:creationId xmlns:a16="http://schemas.microsoft.com/office/drawing/2014/main" id="{DB6034A7-936E-0BFB-7A64-3E56A56229DA}"/>
              </a:ext>
            </a:extLst>
          </p:cNvPr>
          <p:cNvSpPr>
            <a:spLocks noChangeArrowheads="1"/>
          </p:cNvSpPr>
          <p:nvPr/>
        </p:nvSpPr>
        <p:spPr bwMode="auto">
          <a:xfrm>
            <a:off x="781052" y="997054"/>
            <a:ext cx="6883977"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lang="en-US" altLang="en-US" sz="1600" b="1" dirty="0">
                <a:latin typeface="Arial" panose="020B0604020202020204" pitchFamily="34" charset="0"/>
              </a:rPr>
              <a:t>Phi </a:t>
            </a:r>
            <a:r>
              <a:rPr lang="en-US" altLang="en-US" sz="1600" b="1" dirty="0" err="1">
                <a:latin typeface="Arial" panose="020B0604020202020204" pitchFamily="34" charset="0"/>
              </a:rPr>
              <a:t>tập</a:t>
            </a:r>
            <a:r>
              <a:rPr lang="en-US" altLang="en-US" sz="1600" b="1" dirty="0">
                <a:latin typeface="Arial" panose="020B0604020202020204" pitchFamily="34" charset="0"/>
              </a:rPr>
              <a:t> </a:t>
            </a:r>
            <a:r>
              <a:rPr lang="en-US" altLang="en-US" sz="1600" b="1" dirty="0" err="1">
                <a:latin typeface="Arial" panose="020B0604020202020204" pitchFamily="34" charset="0"/>
              </a:rPr>
              <a:t>trung</a:t>
            </a:r>
            <a:r>
              <a:rPr lang="en-US" altLang="en-US" sz="1600" b="1" dirty="0">
                <a:latin typeface="Arial" panose="020B0604020202020204" pitchFamily="34" charset="0"/>
              </a:rPr>
              <a:t>:</a:t>
            </a:r>
            <a:r>
              <a:rPr lang="en-US" altLang="en-US" sz="1600" dirty="0">
                <a:latin typeface="Arial" panose="020B0604020202020204" pitchFamily="34" charset="0"/>
              </a:rPr>
              <a:t> </a:t>
            </a:r>
            <a:r>
              <a:rPr lang="en-US" altLang="en-US" sz="1600" dirty="0" err="1">
                <a:latin typeface="Arial" panose="020B0604020202020204" pitchFamily="34" charset="0"/>
              </a:rPr>
              <a:t>Không</a:t>
            </a:r>
            <a:r>
              <a:rPr lang="en-US" altLang="en-US" sz="1600" dirty="0">
                <a:latin typeface="Arial" panose="020B0604020202020204" pitchFamily="34" charset="0"/>
              </a:rPr>
              <a:t> </a:t>
            </a:r>
            <a:r>
              <a:rPr lang="en-US" altLang="en-US" sz="1600" dirty="0" err="1">
                <a:latin typeface="Arial" panose="020B0604020202020204" pitchFamily="34" charset="0"/>
              </a:rPr>
              <a:t>phụ</a:t>
            </a:r>
            <a:r>
              <a:rPr lang="en-US" altLang="en-US" sz="1600" dirty="0">
                <a:latin typeface="Arial" panose="020B0604020202020204" pitchFamily="34" charset="0"/>
              </a:rPr>
              <a:t> </a:t>
            </a:r>
            <a:r>
              <a:rPr lang="en-US" altLang="en-US" sz="1600" dirty="0" err="1">
                <a:latin typeface="Arial" panose="020B0604020202020204" pitchFamily="34" charset="0"/>
              </a:rPr>
              <a:t>thuộc</a:t>
            </a:r>
            <a:r>
              <a:rPr lang="en-US" altLang="en-US" sz="1600" dirty="0">
                <a:latin typeface="Arial" panose="020B0604020202020204" pitchFamily="34" charset="0"/>
              </a:rPr>
              <a:t> </a:t>
            </a:r>
            <a:r>
              <a:rPr lang="en-US" altLang="en-US" sz="1600" dirty="0" err="1">
                <a:latin typeface="Arial" panose="020B0604020202020204" pitchFamily="34" charset="0"/>
              </a:rPr>
              <a:t>một</a:t>
            </a:r>
            <a:r>
              <a:rPr lang="en-US" altLang="en-US" sz="1600" dirty="0">
                <a:latin typeface="Arial" panose="020B0604020202020204" pitchFamily="34" charset="0"/>
              </a:rPr>
              <a:t> </a:t>
            </a:r>
            <a:r>
              <a:rPr lang="en-US" altLang="en-US" sz="1600" dirty="0" err="1">
                <a:latin typeface="Arial" panose="020B0604020202020204" pitchFamily="34" charset="0"/>
              </a:rPr>
              <a:t>cơ</a:t>
            </a:r>
            <a:r>
              <a:rPr lang="en-US" altLang="en-US" sz="1600" dirty="0">
                <a:latin typeface="Arial" panose="020B0604020202020204" pitchFamily="34" charset="0"/>
              </a:rPr>
              <a:t> </a:t>
            </a:r>
            <a:r>
              <a:rPr lang="en-US" altLang="en-US" sz="1600" dirty="0" err="1">
                <a:latin typeface="Arial" panose="020B0604020202020204" pitchFamily="34" charset="0"/>
              </a:rPr>
              <a:t>quan</a:t>
            </a:r>
            <a:r>
              <a:rPr lang="en-US" altLang="en-US" sz="1600" dirty="0">
                <a:latin typeface="Arial" panose="020B0604020202020204" pitchFamily="34" charset="0"/>
              </a:rPr>
              <a:t> </a:t>
            </a:r>
            <a:r>
              <a:rPr lang="en-US" altLang="en-US" sz="1600" dirty="0" err="1">
                <a:latin typeface="Arial" panose="020B0604020202020204" pitchFamily="34" charset="0"/>
              </a:rPr>
              <a:t>trung</a:t>
            </a:r>
            <a:r>
              <a:rPr lang="en-US" altLang="en-US" sz="1600" dirty="0">
                <a:latin typeface="Arial" panose="020B0604020202020204" pitchFamily="34" charset="0"/>
              </a:rPr>
              <a:t> </a:t>
            </a:r>
            <a:r>
              <a:rPr lang="en-US" altLang="en-US" sz="1600" dirty="0" err="1">
                <a:latin typeface="Arial" panose="020B0604020202020204" pitchFamily="34" charset="0"/>
              </a:rPr>
              <a:t>tâm</a:t>
            </a:r>
            <a:r>
              <a:rPr lang="en-US" altLang="en-US" sz="1600" dirty="0">
                <a:latin typeface="Arial" panose="020B0604020202020204" pitchFamily="34" charset="0"/>
              </a:rPr>
              <a:t>.</a:t>
            </a:r>
          </a:p>
          <a:p>
            <a:pPr defTabSz="914400" eaLnBrk="0" fontAlgn="base" hangingPunct="0">
              <a:spcBef>
                <a:spcPct val="0"/>
              </a:spcBef>
              <a:spcAft>
                <a:spcPct val="0"/>
              </a:spcAft>
            </a:pPr>
            <a:endParaRPr lang="en-US" altLang="en-US" sz="1600" dirty="0">
              <a:latin typeface="Arial" panose="020B0604020202020204" pitchFamily="34" charset="0"/>
            </a:endParaRPr>
          </a:p>
          <a:p>
            <a:pPr defTabSz="914400" eaLnBrk="0" fontAlgn="base" hangingPunct="0">
              <a:spcBef>
                <a:spcPct val="0"/>
              </a:spcBef>
              <a:spcAft>
                <a:spcPct val="0"/>
              </a:spcAft>
            </a:pPr>
            <a:r>
              <a:rPr lang="en-US" altLang="en-US" sz="1600" b="1" dirty="0">
                <a:latin typeface="Arial" panose="020B0604020202020204" pitchFamily="34" charset="0"/>
              </a:rPr>
              <a:t>Minh </a:t>
            </a:r>
            <a:r>
              <a:rPr lang="en-US" altLang="en-US" sz="1600" b="1" dirty="0" err="1">
                <a:latin typeface="Arial" panose="020B0604020202020204" pitchFamily="34" charset="0"/>
              </a:rPr>
              <a:t>bạch</a:t>
            </a:r>
            <a:r>
              <a:rPr lang="en-US" altLang="en-US" sz="1600" b="1" dirty="0">
                <a:latin typeface="Arial" panose="020B0604020202020204" pitchFamily="34" charset="0"/>
              </a:rPr>
              <a:t> &amp; </a:t>
            </a:r>
            <a:r>
              <a:rPr lang="en-US" altLang="en-US" sz="1600" b="1" dirty="0" err="1">
                <a:latin typeface="Arial" panose="020B0604020202020204" pitchFamily="34" charset="0"/>
              </a:rPr>
              <a:t>bất</a:t>
            </a:r>
            <a:r>
              <a:rPr lang="en-US" altLang="en-US" sz="1600" b="1" dirty="0">
                <a:latin typeface="Arial" panose="020B0604020202020204" pitchFamily="34" charset="0"/>
              </a:rPr>
              <a:t> </a:t>
            </a:r>
            <a:r>
              <a:rPr lang="en-US" altLang="en-US" sz="1600" b="1" dirty="0" err="1">
                <a:latin typeface="Arial" panose="020B0604020202020204" pitchFamily="34" charset="0"/>
              </a:rPr>
              <a:t>biến</a:t>
            </a:r>
            <a:r>
              <a:rPr lang="en-US" altLang="en-US" sz="1600" b="1" dirty="0">
                <a:latin typeface="Arial" panose="020B0604020202020204" pitchFamily="34" charset="0"/>
              </a:rPr>
              <a:t>:</a:t>
            </a:r>
            <a:r>
              <a:rPr lang="en-US" altLang="en-US" sz="1600" dirty="0">
                <a:latin typeface="Arial" panose="020B0604020202020204" pitchFamily="34" charset="0"/>
              </a:rPr>
              <a:t> </a:t>
            </a:r>
            <a:r>
              <a:rPr lang="en-US" altLang="en-US" sz="1600" dirty="0" err="1">
                <a:latin typeface="Arial" panose="020B0604020202020204" pitchFamily="34" charset="0"/>
              </a:rPr>
              <a:t>Mọi</a:t>
            </a:r>
            <a:r>
              <a:rPr lang="en-US" altLang="en-US" sz="1600" dirty="0">
                <a:latin typeface="Arial" panose="020B0604020202020204" pitchFamily="34" charset="0"/>
              </a:rPr>
              <a:t> </a:t>
            </a:r>
            <a:r>
              <a:rPr lang="en-US" altLang="en-US" sz="1600" dirty="0" err="1">
                <a:latin typeface="Arial" panose="020B0604020202020204" pitchFamily="34" charset="0"/>
              </a:rPr>
              <a:t>thay</a:t>
            </a:r>
            <a:r>
              <a:rPr lang="en-US" altLang="en-US" sz="1600" dirty="0">
                <a:latin typeface="Arial" panose="020B0604020202020204" pitchFamily="34" charset="0"/>
              </a:rPr>
              <a:t> </a:t>
            </a:r>
            <a:r>
              <a:rPr lang="en-US" altLang="en-US" sz="1600" dirty="0" err="1">
                <a:latin typeface="Arial" panose="020B0604020202020204" pitchFamily="34" charset="0"/>
              </a:rPr>
              <a:t>đổi</a:t>
            </a:r>
            <a:r>
              <a:rPr lang="en-US" altLang="en-US" sz="1600" dirty="0">
                <a:latin typeface="Arial" panose="020B0604020202020204" pitchFamily="34" charset="0"/>
              </a:rPr>
              <a:t> </a:t>
            </a:r>
            <a:r>
              <a:rPr lang="en-US" altLang="en-US" sz="1600" dirty="0" err="1">
                <a:latin typeface="Arial" panose="020B0604020202020204" pitchFamily="34" charset="0"/>
              </a:rPr>
              <a:t>đều</a:t>
            </a:r>
            <a:r>
              <a:rPr lang="en-US" altLang="en-US" sz="1600" dirty="0">
                <a:latin typeface="Arial" panose="020B0604020202020204" pitchFamily="34" charset="0"/>
              </a:rPr>
              <a:t> </a:t>
            </a:r>
            <a:r>
              <a:rPr lang="en-US" altLang="en-US" sz="1600" dirty="0" err="1">
                <a:latin typeface="Arial" panose="020B0604020202020204" pitchFamily="34" charset="0"/>
              </a:rPr>
              <a:t>được</a:t>
            </a:r>
            <a:r>
              <a:rPr lang="en-US" altLang="en-US" sz="1600" dirty="0">
                <a:latin typeface="Arial" panose="020B0604020202020204" pitchFamily="34" charset="0"/>
              </a:rPr>
              <a:t> </a:t>
            </a:r>
            <a:r>
              <a:rPr lang="en-US" altLang="en-US" sz="1600" dirty="0" err="1">
                <a:latin typeface="Arial" panose="020B0604020202020204" pitchFamily="34" charset="0"/>
              </a:rPr>
              <a:t>ghi</a:t>
            </a:r>
            <a:r>
              <a:rPr lang="en-US" altLang="en-US" sz="1600" dirty="0">
                <a:latin typeface="Arial" panose="020B0604020202020204" pitchFamily="34" charset="0"/>
              </a:rPr>
              <a:t> </a:t>
            </a:r>
            <a:r>
              <a:rPr lang="en-US" altLang="en-US" sz="1600" dirty="0" err="1">
                <a:latin typeface="Arial" panose="020B0604020202020204" pitchFamily="34" charset="0"/>
              </a:rPr>
              <a:t>lại</a:t>
            </a:r>
            <a:r>
              <a:rPr lang="en-US" altLang="en-US" sz="1600" dirty="0">
                <a:latin typeface="Arial" panose="020B0604020202020204" pitchFamily="34" charset="0"/>
              </a:rPr>
              <a:t> </a:t>
            </a:r>
            <a:r>
              <a:rPr lang="en-US" altLang="en-US" sz="1600" dirty="0" err="1">
                <a:latin typeface="Arial" panose="020B0604020202020204" pitchFamily="34" charset="0"/>
              </a:rPr>
              <a:t>và</a:t>
            </a:r>
            <a:r>
              <a:rPr lang="en-US" altLang="en-US" sz="1600" dirty="0">
                <a:latin typeface="Arial" panose="020B0604020202020204" pitchFamily="34" charset="0"/>
              </a:rPr>
              <a:t> </a:t>
            </a:r>
            <a:r>
              <a:rPr lang="en-US" altLang="en-US" sz="1600" dirty="0" err="1">
                <a:latin typeface="Arial" panose="020B0604020202020204" pitchFamily="34" charset="0"/>
              </a:rPr>
              <a:t>kiểm</a:t>
            </a:r>
            <a:r>
              <a:rPr lang="en-US" altLang="en-US" sz="1600" dirty="0">
                <a:latin typeface="Arial" panose="020B0604020202020204" pitchFamily="34" charset="0"/>
              </a:rPr>
              <a:t> </a:t>
            </a:r>
            <a:r>
              <a:rPr lang="en-US" altLang="en-US" sz="1600" dirty="0" err="1">
                <a:latin typeface="Arial" panose="020B0604020202020204" pitchFamily="34" charset="0"/>
              </a:rPr>
              <a:t>chứng</a:t>
            </a:r>
            <a:r>
              <a:rPr lang="en-US" altLang="en-US" sz="1600" dirty="0">
                <a:latin typeface="Arial" panose="020B0604020202020204" pitchFamily="34" charset="0"/>
              </a:rPr>
              <a:t>.</a:t>
            </a:r>
          </a:p>
          <a:p>
            <a:pPr defTabSz="914400" eaLnBrk="0" fontAlgn="base" hangingPunct="0">
              <a:spcBef>
                <a:spcPct val="0"/>
              </a:spcBef>
              <a:spcAft>
                <a:spcPct val="0"/>
              </a:spcAft>
            </a:pPr>
            <a:endParaRPr lang="en-US" altLang="en-US" sz="1600" dirty="0">
              <a:latin typeface="Noto Serif" panose="02020600060500020200" pitchFamily="18" charset="0"/>
              <a:ea typeface="Noto Serif" panose="02020600060500020200" pitchFamily="18" charset="0"/>
              <a:cs typeface="Noto Serif" panose="02020600060500020200" pitchFamily="18" charset="0"/>
            </a:endParaRPr>
          </a:p>
          <a:p>
            <a:pPr defTabSz="914400" eaLnBrk="0" fontAlgn="base" hangingPunct="0">
              <a:spcBef>
                <a:spcPct val="0"/>
              </a:spcBef>
              <a:spcAft>
                <a:spcPct val="0"/>
              </a:spcAft>
            </a:pPr>
            <a:r>
              <a:rPr lang="en-US" altLang="en-US" sz="1600" b="1" dirty="0">
                <a:latin typeface="Arial" panose="020B0604020202020204" pitchFamily="34" charset="0"/>
              </a:rPr>
              <a:t>An </a:t>
            </a:r>
            <a:r>
              <a:rPr lang="en-US" altLang="en-US" sz="1600" b="1" dirty="0" err="1">
                <a:latin typeface="Arial" panose="020B0604020202020204" pitchFamily="34" charset="0"/>
              </a:rPr>
              <a:t>toàn</a:t>
            </a:r>
            <a:r>
              <a:rPr lang="en-US" altLang="en-US" sz="1600" b="1" dirty="0">
                <a:latin typeface="Arial" panose="020B0604020202020204" pitchFamily="34" charset="0"/>
              </a:rPr>
              <a:t>:</a:t>
            </a:r>
            <a:r>
              <a:rPr lang="en-US" altLang="en-US" sz="1600" dirty="0">
                <a:latin typeface="Arial" panose="020B0604020202020204" pitchFamily="34" charset="0"/>
              </a:rPr>
              <a:t> </a:t>
            </a:r>
            <a:r>
              <a:rPr lang="en-US" altLang="en-US" sz="1600" dirty="0" err="1">
                <a:latin typeface="Arial" panose="020B0604020202020204" pitchFamily="34" charset="0"/>
              </a:rPr>
              <a:t>Dữ</a:t>
            </a:r>
            <a:r>
              <a:rPr lang="en-US" altLang="en-US" sz="1600" dirty="0">
                <a:latin typeface="Arial" panose="020B0604020202020204" pitchFamily="34" charset="0"/>
              </a:rPr>
              <a:t> </a:t>
            </a:r>
            <a:r>
              <a:rPr lang="en-US" altLang="en-US" sz="1600" dirty="0" err="1">
                <a:latin typeface="Arial" panose="020B0604020202020204" pitchFamily="34" charset="0"/>
              </a:rPr>
              <a:t>liệu</a:t>
            </a:r>
            <a:r>
              <a:rPr lang="en-US" altLang="en-US" sz="1600" dirty="0">
                <a:latin typeface="Arial" panose="020B0604020202020204" pitchFamily="34" charset="0"/>
              </a:rPr>
              <a:t> </a:t>
            </a:r>
            <a:r>
              <a:rPr lang="en-US" altLang="en-US" sz="1600" dirty="0" err="1">
                <a:latin typeface="Arial" panose="020B0604020202020204" pitchFamily="34" charset="0"/>
              </a:rPr>
              <a:t>được</a:t>
            </a:r>
            <a:r>
              <a:rPr lang="en-US" altLang="en-US" sz="1600" dirty="0">
                <a:latin typeface="Arial" panose="020B0604020202020204" pitchFamily="34" charset="0"/>
              </a:rPr>
              <a:t> </a:t>
            </a:r>
            <a:r>
              <a:rPr lang="en-US" altLang="en-US" sz="1600" dirty="0" err="1">
                <a:latin typeface="Arial" panose="020B0604020202020204" pitchFamily="34" charset="0"/>
              </a:rPr>
              <a:t>mã</a:t>
            </a:r>
            <a:r>
              <a:rPr lang="en-US" altLang="en-US" sz="1600" dirty="0">
                <a:latin typeface="Arial" panose="020B0604020202020204" pitchFamily="34" charset="0"/>
              </a:rPr>
              <a:t> </a:t>
            </a:r>
            <a:r>
              <a:rPr lang="en-US" altLang="en-US" sz="1600" dirty="0" err="1">
                <a:latin typeface="Arial" panose="020B0604020202020204" pitchFamily="34" charset="0"/>
              </a:rPr>
              <a:t>hóa</a:t>
            </a:r>
            <a:r>
              <a:rPr lang="en-US" altLang="en-US" sz="1600" dirty="0">
                <a:latin typeface="Arial" panose="020B0604020202020204" pitchFamily="34" charset="0"/>
              </a:rPr>
              <a:t>, </a:t>
            </a:r>
            <a:r>
              <a:rPr lang="en-US" altLang="en-US" sz="1600" dirty="0" err="1">
                <a:latin typeface="Arial" panose="020B0604020202020204" pitchFamily="34" charset="0"/>
              </a:rPr>
              <a:t>liên</a:t>
            </a:r>
            <a:r>
              <a:rPr lang="en-US" altLang="en-US" sz="1600" dirty="0">
                <a:latin typeface="Arial" panose="020B0604020202020204" pitchFamily="34" charset="0"/>
              </a:rPr>
              <a:t> </a:t>
            </a:r>
            <a:r>
              <a:rPr lang="en-US" altLang="en-US" sz="1600" dirty="0" err="1">
                <a:latin typeface="Arial" panose="020B0604020202020204" pitchFamily="34" charset="0"/>
              </a:rPr>
              <a:t>kết</a:t>
            </a:r>
            <a:r>
              <a:rPr lang="en-US" altLang="en-US" sz="1600" dirty="0">
                <a:latin typeface="Arial" panose="020B0604020202020204" pitchFamily="34" charset="0"/>
              </a:rPr>
              <a:t> </a:t>
            </a:r>
            <a:r>
              <a:rPr lang="en-US" altLang="en-US" sz="1600" dirty="0" err="1">
                <a:latin typeface="Arial" panose="020B0604020202020204" pitchFamily="34" charset="0"/>
              </a:rPr>
              <a:t>bằng</a:t>
            </a:r>
            <a:r>
              <a:rPr lang="en-US" altLang="en-US" sz="1600" dirty="0">
                <a:latin typeface="Arial" panose="020B0604020202020204" pitchFamily="34" charset="0"/>
              </a:rPr>
              <a:t> </a:t>
            </a:r>
            <a:r>
              <a:rPr lang="en-US" altLang="en-US" sz="1600" dirty="0" err="1">
                <a:latin typeface="Arial" panose="020B0604020202020204" pitchFamily="34" charset="0"/>
              </a:rPr>
              <a:t>hàm</a:t>
            </a:r>
            <a:r>
              <a:rPr lang="en-US" altLang="en-US" sz="1600" dirty="0">
                <a:latin typeface="Arial" panose="020B0604020202020204" pitchFamily="34" charset="0"/>
              </a:rPr>
              <a:t> </a:t>
            </a:r>
            <a:r>
              <a:rPr lang="en-US" altLang="en-US" sz="1600" dirty="0" err="1">
                <a:latin typeface="Arial" panose="020B0604020202020204" pitchFamily="34" charset="0"/>
              </a:rPr>
              <a:t>băm</a:t>
            </a:r>
            <a:r>
              <a:rPr lang="en-US" altLang="en-US" sz="1600" dirty="0">
                <a:latin typeface="Arial" panose="020B0604020202020204" pitchFamily="34" charset="0"/>
              </a:rPr>
              <a:t>.</a:t>
            </a:r>
          </a:p>
          <a:p>
            <a:pPr defTabSz="914400" eaLnBrk="0" fontAlgn="base" hangingPunct="0">
              <a:spcBef>
                <a:spcPct val="0"/>
              </a:spcBef>
              <a:spcAft>
                <a:spcPct val="0"/>
              </a:spcAft>
            </a:pPr>
            <a:endParaRPr lang="en-US" altLang="en-US" sz="1600" dirty="0">
              <a:latin typeface="Arial" panose="020B0604020202020204" pitchFamily="34" charset="0"/>
            </a:endParaRPr>
          </a:p>
          <a:p>
            <a:pPr defTabSz="914400" eaLnBrk="0" fontAlgn="base" hangingPunct="0">
              <a:spcBef>
                <a:spcPct val="0"/>
              </a:spcBef>
              <a:spcAft>
                <a:spcPct val="0"/>
              </a:spcAft>
            </a:pPr>
            <a:r>
              <a:rPr lang="en-US" altLang="en-US" sz="1600" b="1" dirty="0" err="1">
                <a:latin typeface="Arial" panose="020B0604020202020204" pitchFamily="34" charset="0"/>
              </a:rPr>
              <a:t>Người</a:t>
            </a:r>
            <a:r>
              <a:rPr lang="en-US" altLang="en-US" sz="1600" b="1" dirty="0">
                <a:latin typeface="Arial" panose="020B0604020202020204" pitchFamily="34" charset="0"/>
              </a:rPr>
              <a:t> </a:t>
            </a:r>
            <a:r>
              <a:rPr lang="en-US" altLang="en-US" sz="1600" b="1" dirty="0" err="1">
                <a:latin typeface="Arial" panose="020B0604020202020204" pitchFamily="34" charset="0"/>
              </a:rPr>
              <a:t>dùng</a:t>
            </a:r>
            <a:r>
              <a:rPr lang="en-US" altLang="en-US" sz="1600" b="1" dirty="0">
                <a:latin typeface="Arial" panose="020B0604020202020204" pitchFamily="34" charset="0"/>
              </a:rPr>
              <a:t> </a:t>
            </a:r>
            <a:r>
              <a:rPr lang="en-US" altLang="en-US" sz="1600" b="1" dirty="0" err="1">
                <a:latin typeface="Arial" panose="020B0604020202020204" pitchFamily="34" charset="0"/>
              </a:rPr>
              <a:t>làm</a:t>
            </a:r>
            <a:r>
              <a:rPr lang="en-US" altLang="en-US" sz="1600" b="1" dirty="0">
                <a:latin typeface="Arial" panose="020B0604020202020204" pitchFamily="34" charset="0"/>
              </a:rPr>
              <a:t> </a:t>
            </a:r>
            <a:r>
              <a:rPr lang="en-US" altLang="en-US" sz="1600" b="1" dirty="0" err="1">
                <a:latin typeface="Arial" panose="020B0604020202020204" pitchFamily="34" charset="0"/>
              </a:rPr>
              <a:t>chủ</a:t>
            </a:r>
            <a:r>
              <a:rPr lang="en-US" altLang="en-US" sz="1600" b="1" dirty="0">
                <a:latin typeface="Arial" panose="020B0604020202020204" pitchFamily="34" charset="0"/>
              </a:rPr>
              <a:t> </a:t>
            </a:r>
            <a:r>
              <a:rPr lang="en-US" altLang="en-US" sz="1600" b="1" dirty="0" err="1">
                <a:latin typeface="Arial" panose="020B0604020202020204" pitchFamily="34" charset="0"/>
              </a:rPr>
              <a:t>dữ</a:t>
            </a:r>
            <a:r>
              <a:rPr lang="en-US" altLang="en-US" sz="1600" b="1" dirty="0">
                <a:latin typeface="Arial" panose="020B0604020202020204" pitchFamily="34" charset="0"/>
              </a:rPr>
              <a:t> </a:t>
            </a:r>
            <a:r>
              <a:rPr lang="en-US" altLang="en-US" sz="1600" b="1" dirty="0" err="1">
                <a:latin typeface="Arial" panose="020B0604020202020204" pitchFamily="34" charset="0"/>
              </a:rPr>
              <a:t>liệu</a:t>
            </a:r>
            <a:r>
              <a:rPr lang="en-US" altLang="en-US" sz="1600" b="1" dirty="0">
                <a:latin typeface="Arial" panose="020B0604020202020204" pitchFamily="34" charset="0"/>
              </a:rPr>
              <a:t>:</a:t>
            </a:r>
            <a:r>
              <a:rPr lang="en-US" altLang="en-US" sz="1600" dirty="0">
                <a:latin typeface="Arial" panose="020B0604020202020204" pitchFamily="34" charset="0"/>
              </a:rPr>
              <a:t> </a:t>
            </a:r>
            <a:r>
              <a:rPr lang="en-US" altLang="en-US" sz="1600" dirty="0" err="1">
                <a:latin typeface="Arial" panose="020B0604020202020204" pitchFamily="34" charset="0"/>
              </a:rPr>
              <a:t>Tự</a:t>
            </a:r>
            <a:r>
              <a:rPr lang="en-US" altLang="en-US" sz="1600" dirty="0">
                <a:latin typeface="Arial" panose="020B0604020202020204" pitchFamily="34" charset="0"/>
              </a:rPr>
              <a:t> </a:t>
            </a:r>
            <a:r>
              <a:rPr lang="en-US" altLang="en-US" sz="1600" dirty="0" err="1">
                <a:latin typeface="Arial" panose="020B0604020202020204" pitchFamily="34" charset="0"/>
              </a:rPr>
              <a:t>quản</a:t>
            </a:r>
            <a:r>
              <a:rPr lang="en-US" altLang="en-US" sz="1600" dirty="0">
                <a:latin typeface="Arial" panose="020B0604020202020204" pitchFamily="34" charset="0"/>
              </a:rPr>
              <a:t> </a:t>
            </a:r>
            <a:r>
              <a:rPr lang="en-US" altLang="en-US" sz="1600" dirty="0" err="1">
                <a:latin typeface="Arial" panose="020B0604020202020204" pitchFamily="34" charset="0"/>
              </a:rPr>
              <a:t>lý</a:t>
            </a:r>
            <a:r>
              <a:rPr lang="en-US" altLang="en-US" sz="1600" dirty="0">
                <a:latin typeface="Arial" panose="020B0604020202020204" pitchFamily="34" charset="0"/>
              </a:rPr>
              <a:t> </a:t>
            </a:r>
            <a:r>
              <a:rPr lang="en-US" altLang="en-US" sz="1600" dirty="0" err="1">
                <a:latin typeface="Arial" panose="020B0604020202020204" pitchFamily="34" charset="0"/>
              </a:rPr>
              <a:t>và</a:t>
            </a:r>
            <a:r>
              <a:rPr lang="en-US" altLang="en-US" sz="1600" dirty="0">
                <a:latin typeface="Arial" panose="020B0604020202020204" pitchFamily="34" charset="0"/>
              </a:rPr>
              <a:t> </a:t>
            </a:r>
            <a:r>
              <a:rPr lang="en-US" altLang="en-US" sz="1600" dirty="0" err="1">
                <a:latin typeface="Arial" panose="020B0604020202020204" pitchFamily="34" charset="0"/>
              </a:rPr>
              <a:t>chọn</a:t>
            </a:r>
            <a:r>
              <a:rPr lang="en-US" altLang="en-US" sz="1600" dirty="0">
                <a:latin typeface="Arial" panose="020B0604020202020204" pitchFamily="34" charset="0"/>
              </a:rPr>
              <a:t> </a:t>
            </a:r>
            <a:r>
              <a:rPr lang="en-US" altLang="en-US" sz="1600" dirty="0" err="1">
                <a:latin typeface="Arial" panose="020B0604020202020204" pitchFamily="34" charset="0"/>
              </a:rPr>
              <a:t>lọc</a:t>
            </a:r>
            <a:r>
              <a:rPr lang="en-US" altLang="en-US" sz="1600" dirty="0">
                <a:latin typeface="Arial" panose="020B0604020202020204" pitchFamily="34" charset="0"/>
              </a:rPr>
              <a:t> </a:t>
            </a:r>
            <a:r>
              <a:rPr lang="en-US" altLang="en-US" sz="1600" dirty="0" err="1">
                <a:latin typeface="Arial" panose="020B0604020202020204" pitchFamily="34" charset="0"/>
              </a:rPr>
              <a:t>thông</a:t>
            </a:r>
            <a:r>
              <a:rPr lang="en-US" altLang="en-US" sz="1600" dirty="0">
                <a:latin typeface="Arial" panose="020B0604020202020204" pitchFamily="34" charset="0"/>
              </a:rPr>
              <a:t> tin chia </a:t>
            </a:r>
            <a:r>
              <a:rPr lang="en-US" altLang="en-US" sz="1600" dirty="0" err="1">
                <a:latin typeface="Arial" panose="020B0604020202020204" pitchFamily="34" charset="0"/>
              </a:rPr>
              <a:t>sẻ</a:t>
            </a:r>
            <a:r>
              <a:rPr lang="en-US" altLang="en-US" sz="1600" dirty="0">
                <a:latin typeface="Arial" panose="020B0604020202020204" pitchFamily="34" charset="0"/>
              </a:rPr>
              <a:t>.</a:t>
            </a:r>
          </a:p>
        </p:txBody>
      </p:sp>
    </p:spTree>
    <p:extLst>
      <p:ext uri="{BB962C8B-B14F-4D97-AF65-F5344CB8AC3E}">
        <p14:creationId xmlns:p14="http://schemas.microsoft.com/office/powerpoint/2010/main" val="13804920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6077935-DD58-93D1-82B6-57F133E99AD3}"/>
              </a:ext>
            </a:extLst>
          </p:cNvPr>
          <p:cNvSpPr txBox="1"/>
          <p:nvPr/>
        </p:nvSpPr>
        <p:spPr>
          <a:xfrm>
            <a:off x="652894" y="247508"/>
            <a:ext cx="4587586" cy="461665"/>
          </a:xfrm>
          <a:prstGeom prst="rect">
            <a:avLst/>
          </a:prstGeom>
          <a:noFill/>
        </p:spPr>
        <p:txBody>
          <a:bodyPr wrap="square">
            <a:spAutoFit/>
          </a:bodyPr>
          <a:lstStyle/>
          <a:p>
            <a:r>
              <a:rPr lang="en-US" sz="2400" dirty="0">
                <a:solidFill>
                  <a:schemeClr val="accent1"/>
                </a:solidFill>
                <a:latin typeface="Noto Serif" panose="02020600060500020200" pitchFamily="18" charset="0"/>
                <a:ea typeface="Noto Serif" panose="02020600060500020200" pitchFamily="18" charset="0"/>
                <a:cs typeface="Noto Serif" panose="02020600060500020200" pitchFamily="18" charset="0"/>
              </a:rPr>
              <a:t>4. </a:t>
            </a:r>
            <a:r>
              <a:rPr lang="en-US" sz="2400" dirty="0" err="1">
                <a:solidFill>
                  <a:schemeClr val="accent1"/>
                </a:solidFill>
                <a:latin typeface="Noto Serif" panose="02020600060500020200" pitchFamily="18" charset="0"/>
                <a:ea typeface="Noto Serif" panose="02020600060500020200" pitchFamily="18" charset="0"/>
                <a:cs typeface="Noto Serif" panose="02020600060500020200" pitchFamily="18" charset="0"/>
              </a:rPr>
              <a:t>Ứng</a:t>
            </a:r>
            <a:r>
              <a:rPr lang="en-US" sz="2400" dirty="0">
                <a:solidFill>
                  <a:schemeClr val="accent1"/>
                </a:solidFill>
                <a:latin typeface="Noto Serif" panose="02020600060500020200" pitchFamily="18" charset="0"/>
                <a:ea typeface="Noto Serif" panose="02020600060500020200" pitchFamily="18" charset="0"/>
                <a:cs typeface="Noto Serif" panose="02020600060500020200" pitchFamily="18" charset="0"/>
              </a:rPr>
              <a:t> </a:t>
            </a:r>
            <a:r>
              <a:rPr lang="en-US" sz="2400" dirty="0" err="1">
                <a:solidFill>
                  <a:schemeClr val="accent1"/>
                </a:solidFill>
                <a:latin typeface="Noto Serif" panose="02020600060500020200" pitchFamily="18" charset="0"/>
                <a:ea typeface="Noto Serif" panose="02020600060500020200" pitchFamily="18" charset="0"/>
                <a:cs typeface="Noto Serif" panose="02020600060500020200" pitchFamily="18" charset="0"/>
              </a:rPr>
              <a:t>dụng</a:t>
            </a:r>
            <a:r>
              <a:rPr lang="en-US" sz="2400" dirty="0">
                <a:solidFill>
                  <a:schemeClr val="accent1"/>
                </a:solidFill>
                <a:latin typeface="Noto Serif" panose="02020600060500020200" pitchFamily="18" charset="0"/>
                <a:ea typeface="Noto Serif" panose="02020600060500020200" pitchFamily="18" charset="0"/>
                <a:cs typeface="Noto Serif" panose="02020600060500020200" pitchFamily="18" charset="0"/>
              </a:rPr>
              <a:t> </a:t>
            </a:r>
            <a:r>
              <a:rPr lang="en-US" sz="2400" dirty="0" err="1">
                <a:solidFill>
                  <a:schemeClr val="accent1"/>
                </a:solidFill>
                <a:latin typeface="Noto Serif" panose="02020600060500020200" pitchFamily="18" charset="0"/>
                <a:ea typeface="Noto Serif" panose="02020600060500020200" pitchFamily="18" charset="0"/>
                <a:cs typeface="Noto Serif" panose="02020600060500020200" pitchFamily="18" charset="0"/>
              </a:rPr>
              <a:t>thực</a:t>
            </a:r>
            <a:r>
              <a:rPr lang="en-US" sz="2400" dirty="0">
                <a:solidFill>
                  <a:schemeClr val="accent1"/>
                </a:solidFill>
                <a:latin typeface="Noto Serif" panose="02020600060500020200" pitchFamily="18" charset="0"/>
                <a:ea typeface="Noto Serif" panose="02020600060500020200" pitchFamily="18" charset="0"/>
                <a:cs typeface="Noto Serif" panose="02020600060500020200" pitchFamily="18" charset="0"/>
              </a:rPr>
              <a:t> </a:t>
            </a:r>
            <a:r>
              <a:rPr lang="en-US" sz="2400" dirty="0" err="1">
                <a:solidFill>
                  <a:schemeClr val="accent1"/>
                </a:solidFill>
                <a:latin typeface="Noto Serif" panose="02020600060500020200" pitchFamily="18" charset="0"/>
                <a:ea typeface="Noto Serif" panose="02020600060500020200" pitchFamily="18" charset="0"/>
                <a:cs typeface="Noto Serif" panose="02020600060500020200" pitchFamily="18" charset="0"/>
              </a:rPr>
              <a:t>tế</a:t>
            </a:r>
            <a:endParaRPr lang="en-US" sz="2400" dirty="0">
              <a:solidFill>
                <a:schemeClr val="accent1"/>
              </a:solidFill>
              <a:latin typeface="Noto Serif" panose="02020600060500020200" pitchFamily="18" charset="0"/>
              <a:ea typeface="Noto Serif" panose="02020600060500020200" pitchFamily="18" charset="0"/>
              <a:cs typeface="Noto Serif" panose="02020600060500020200" pitchFamily="18" charset="0"/>
            </a:endParaRPr>
          </a:p>
        </p:txBody>
      </p:sp>
      <p:sp>
        <p:nvSpPr>
          <p:cNvPr id="6" name="Rectangle 1">
            <a:extLst>
              <a:ext uri="{FF2B5EF4-FFF2-40B4-BE49-F238E27FC236}">
                <a16:creationId xmlns:a16="http://schemas.microsoft.com/office/drawing/2014/main" id="{A83D03DA-0236-7010-7393-BA8C4A6E53F5}"/>
              </a:ext>
            </a:extLst>
          </p:cNvPr>
          <p:cNvSpPr>
            <a:spLocks noChangeArrowheads="1"/>
          </p:cNvSpPr>
          <p:nvPr/>
        </p:nvSpPr>
        <p:spPr bwMode="auto">
          <a:xfrm>
            <a:off x="881495" y="1051499"/>
            <a:ext cx="7167347"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lang="en-US" altLang="en-US" b="1" dirty="0">
                <a:latin typeface="Noto Serif" panose="02020600060500020200" pitchFamily="18" charset="0"/>
                <a:ea typeface="Noto Serif" panose="02020600060500020200" pitchFamily="18" charset="0"/>
                <a:cs typeface="Noto Serif" panose="02020600060500020200" pitchFamily="18" charset="0"/>
              </a:rPr>
              <a:t>Tài </a:t>
            </a:r>
            <a:r>
              <a:rPr lang="en-US" altLang="en-US" b="1" dirty="0" err="1">
                <a:latin typeface="Noto Serif" panose="02020600060500020200" pitchFamily="18" charset="0"/>
                <a:ea typeface="Noto Serif" panose="02020600060500020200" pitchFamily="18" charset="0"/>
                <a:cs typeface="Noto Serif" panose="02020600060500020200" pitchFamily="18" charset="0"/>
              </a:rPr>
              <a:t>chính</a:t>
            </a:r>
            <a:r>
              <a:rPr lang="en-US" altLang="en-US" b="1" dirty="0">
                <a:latin typeface="Noto Serif" panose="02020600060500020200" pitchFamily="18" charset="0"/>
                <a:ea typeface="Noto Serif" panose="02020600060500020200" pitchFamily="18" charset="0"/>
                <a:cs typeface="Noto Serif" panose="02020600060500020200" pitchFamily="18" charset="0"/>
              </a:rPr>
              <a:t>:</a:t>
            </a:r>
            <a:r>
              <a:rPr lang="en-US" altLang="en-US" dirty="0">
                <a:latin typeface="Noto Serif" panose="02020600060500020200" pitchFamily="18" charset="0"/>
                <a:ea typeface="Noto Serif" panose="02020600060500020200" pitchFamily="18" charset="0"/>
                <a:cs typeface="Noto Serif" panose="02020600060500020200" pitchFamily="18" charset="0"/>
              </a:rPr>
              <a:t> Giao </a:t>
            </a:r>
            <a:r>
              <a:rPr lang="en-US" altLang="en-US" dirty="0" err="1">
                <a:latin typeface="Noto Serif" panose="02020600060500020200" pitchFamily="18" charset="0"/>
                <a:ea typeface="Noto Serif" panose="02020600060500020200" pitchFamily="18" charset="0"/>
                <a:cs typeface="Noto Serif" panose="02020600060500020200" pitchFamily="18" charset="0"/>
              </a:rPr>
              <a:t>dịch</a:t>
            </a:r>
            <a:r>
              <a:rPr lang="en-US" altLang="en-US" dirty="0">
                <a:latin typeface="Noto Serif" panose="02020600060500020200" pitchFamily="18" charset="0"/>
                <a:ea typeface="Noto Serif" panose="02020600060500020200" pitchFamily="18" charset="0"/>
                <a:cs typeface="Noto Serif" panose="02020600060500020200" pitchFamily="18" charset="0"/>
              </a:rPr>
              <a:t> an </a:t>
            </a:r>
            <a:r>
              <a:rPr lang="en-US" altLang="en-US" dirty="0" err="1">
                <a:latin typeface="Noto Serif" panose="02020600060500020200" pitchFamily="18" charset="0"/>
                <a:ea typeface="Noto Serif" panose="02020600060500020200" pitchFamily="18" charset="0"/>
                <a:cs typeface="Noto Serif" panose="02020600060500020200" pitchFamily="18" charset="0"/>
              </a:rPr>
              <a:t>toàn</a:t>
            </a:r>
            <a:r>
              <a:rPr lang="en-US" altLang="en-US" dirty="0">
                <a:latin typeface="Noto Serif" panose="02020600060500020200" pitchFamily="18" charset="0"/>
                <a:ea typeface="Noto Serif" panose="02020600060500020200" pitchFamily="18" charset="0"/>
                <a:cs typeface="Noto Serif" panose="02020600060500020200" pitchFamily="18" charset="0"/>
              </a:rPr>
              <a:t>, DeFi, </a:t>
            </a:r>
            <a:r>
              <a:rPr lang="en-US" altLang="en-US" dirty="0" err="1">
                <a:latin typeface="Noto Serif" panose="02020600060500020200" pitchFamily="18" charset="0"/>
                <a:ea typeface="Noto Serif" panose="02020600060500020200" pitchFamily="18" charset="0"/>
                <a:cs typeface="Noto Serif" panose="02020600060500020200" pitchFamily="18" charset="0"/>
              </a:rPr>
              <a:t>hợp</a:t>
            </a:r>
            <a:r>
              <a:rPr lang="en-US" altLang="en-US" dirty="0">
                <a:latin typeface="Noto Serif" panose="02020600060500020200" pitchFamily="18" charset="0"/>
                <a:ea typeface="Noto Serif" panose="02020600060500020200" pitchFamily="18" charset="0"/>
                <a:cs typeface="Noto Serif" panose="02020600060500020200" pitchFamily="18" charset="0"/>
              </a:rPr>
              <a:t> </a:t>
            </a:r>
            <a:r>
              <a:rPr lang="en-US" altLang="en-US" dirty="0" err="1">
                <a:latin typeface="Noto Serif" panose="02020600060500020200" pitchFamily="18" charset="0"/>
                <a:ea typeface="Noto Serif" panose="02020600060500020200" pitchFamily="18" charset="0"/>
                <a:cs typeface="Noto Serif" panose="02020600060500020200" pitchFamily="18" charset="0"/>
              </a:rPr>
              <a:t>đồng</a:t>
            </a:r>
            <a:r>
              <a:rPr lang="en-US" altLang="en-US" dirty="0">
                <a:latin typeface="Noto Serif" panose="02020600060500020200" pitchFamily="18" charset="0"/>
                <a:ea typeface="Noto Serif" panose="02020600060500020200" pitchFamily="18" charset="0"/>
                <a:cs typeface="Noto Serif" panose="02020600060500020200" pitchFamily="18" charset="0"/>
              </a:rPr>
              <a:t> </a:t>
            </a:r>
            <a:r>
              <a:rPr lang="en-US" altLang="en-US" dirty="0" err="1">
                <a:latin typeface="Noto Serif" panose="02020600060500020200" pitchFamily="18" charset="0"/>
                <a:ea typeface="Noto Serif" panose="02020600060500020200" pitchFamily="18" charset="0"/>
                <a:cs typeface="Noto Serif" panose="02020600060500020200" pitchFamily="18" charset="0"/>
              </a:rPr>
              <a:t>thông</a:t>
            </a:r>
            <a:r>
              <a:rPr lang="en-US" altLang="en-US" dirty="0">
                <a:latin typeface="Noto Serif" panose="02020600060500020200" pitchFamily="18" charset="0"/>
                <a:ea typeface="Noto Serif" panose="02020600060500020200" pitchFamily="18" charset="0"/>
                <a:cs typeface="Noto Serif" panose="02020600060500020200" pitchFamily="18" charset="0"/>
              </a:rPr>
              <a:t> </a:t>
            </a:r>
            <a:r>
              <a:rPr lang="en-US" altLang="en-US" dirty="0" err="1">
                <a:latin typeface="Noto Serif" panose="02020600060500020200" pitchFamily="18" charset="0"/>
                <a:ea typeface="Noto Serif" panose="02020600060500020200" pitchFamily="18" charset="0"/>
                <a:cs typeface="Noto Serif" panose="02020600060500020200" pitchFamily="18" charset="0"/>
              </a:rPr>
              <a:t>minh</a:t>
            </a:r>
            <a:r>
              <a:rPr lang="en-US" altLang="en-US" dirty="0">
                <a:latin typeface="Noto Serif" panose="02020600060500020200" pitchFamily="18" charset="0"/>
                <a:ea typeface="Noto Serif" panose="02020600060500020200" pitchFamily="18" charset="0"/>
                <a:cs typeface="Noto Serif" panose="02020600060500020200" pitchFamily="18" charset="0"/>
              </a:rPr>
              <a:t>.</a:t>
            </a:r>
          </a:p>
          <a:p>
            <a:pPr defTabSz="914400" eaLnBrk="0" fontAlgn="base" hangingPunct="0">
              <a:spcBef>
                <a:spcPct val="0"/>
              </a:spcBef>
              <a:spcAft>
                <a:spcPct val="0"/>
              </a:spcAft>
            </a:pPr>
            <a:endParaRPr lang="en-US" altLang="en-US" dirty="0">
              <a:latin typeface="Noto Serif" panose="02020600060500020200" pitchFamily="18" charset="0"/>
              <a:ea typeface="Noto Serif" panose="02020600060500020200" pitchFamily="18" charset="0"/>
              <a:cs typeface="Noto Serif" panose="02020600060500020200" pitchFamily="18" charset="0"/>
            </a:endParaRPr>
          </a:p>
          <a:p>
            <a:pPr defTabSz="914400" eaLnBrk="0" fontAlgn="base" hangingPunct="0">
              <a:spcBef>
                <a:spcPct val="0"/>
              </a:spcBef>
              <a:spcAft>
                <a:spcPct val="0"/>
              </a:spcAft>
            </a:pPr>
            <a:r>
              <a:rPr lang="en-US" altLang="en-US" b="1" dirty="0">
                <a:latin typeface="Noto Serif" panose="02020600060500020200" pitchFamily="18" charset="0"/>
                <a:ea typeface="Noto Serif" panose="02020600060500020200" pitchFamily="18" charset="0"/>
                <a:cs typeface="Noto Serif" panose="02020600060500020200" pitchFamily="18" charset="0"/>
              </a:rPr>
              <a:t>Bán </a:t>
            </a:r>
            <a:r>
              <a:rPr lang="en-US" altLang="en-US" b="1" dirty="0" err="1">
                <a:latin typeface="Noto Serif" panose="02020600060500020200" pitchFamily="18" charset="0"/>
                <a:ea typeface="Noto Serif" panose="02020600060500020200" pitchFamily="18" charset="0"/>
                <a:cs typeface="Noto Serif" panose="02020600060500020200" pitchFamily="18" charset="0"/>
              </a:rPr>
              <a:t>lẻ</a:t>
            </a:r>
            <a:r>
              <a:rPr lang="en-US" altLang="en-US" b="1" dirty="0">
                <a:latin typeface="Noto Serif" panose="02020600060500020200" pitchFamily="18" charset="0"/>
                <a:ea typeface="Noto Serif" panose="02020600060500020200" pitchFamily="18" charset="0"/>
                <a:cs typeface="Noto Serif" panose="02020600060500020200" pitchFamily="18" charset="0"/>
              </a:rPr>
              <a:t>:</a:t>
            </a:r>
            <a:r>
              <a:rPr lang="en-US" altLang="en-US" dirty="0">
                <a:latin typeface="Noto Serif" panose="02020600060500020200" pitchFamily="18" charset="0"/>
                <a:ea typeface="Noto Serif" panose="02020600060500020200" pitchFamily="18" charset="0"/>
                <a:cs typeface="Noto Serif" panose="02020600060500020200" pitchFamily="18" charset="0"/>
              </a:rPr>
              <a:t> </a:t>
            </a:r>
            <a:r>
              <a:rPr lang="en-US" altLang="en-US" dirty="0" err="1">
                <a:latin typeface="Noto Serif" panose="02020600060500020200" pitchFamily="18" charset="0"/>
                <a:ea typeface="Noto Serif" panose="02020600060500020200" pitchFamily="18" charset="0"/>
                <a:cs typeface="Noto Serif" panose="02020600060500020200" pitchFamily="18" charset="0"/>
              </a:rPr>
              <a:t>Truy</a:t>
            </a:r>
            <a:r>
              <a:rPr lang="en-US" altLang="en-US" dirty="0">
                <a:latin typeface="Noto Serif" panose="02020600060500020200" pitchFamily="18" charset="0"/>
                <a:ea typeface="Noto Serif" panose="02020600060500020200" pitchFamily="18" charset="0"/>
                <a:cs typeface="Noto Serif" panose="02020600060500020200" pitchFamily="18" charset="0"/>
              </a:rPr>
              <a:t> </a:t>
            </a:r>
            <a:r>
              <a:rPr lang="en-US" altLang="en-US" dirty="0" err="1">
                <a:latin typeface="Noto Serif" panose="02020600060500020200" pitchFamily="18" charset="0"/>
                <a:ea typeface="Noto Serif" panose="02020600060500020200" pitchFamily="18" charset="0"/>
                <a:cs typeface="Noto Serif" panose="02020600060500020200" pitchFamily="18" charset="0"/>
              </a:rPr>
              <a:t>xuất</a:t>
            </a:r>
            <a:r>
              <a:rPr lang="en-US" altLang="en-US" dirty="0">
                <a:latin typeface="Noto Serif" panose="02020600060500020200" pitchFamily="18" charset="0"/>
                <a:ea typeface="Noto Serif" panose="02020600060500020200" pitchFamily="18" charset="0"/>
                <a:cs typeface="Noto Serif" panose="02020600060500020200" pitchFamily="18" charset="0"/>
              </a:rPr>
              <a:t> </a:t>
            </a:r>
            <a:r>
              <a:rPr lang="en-US" altLang="en-US" dirty="0" err="1">
                <a:latin typeface="Noto Serif" panose="02020600060500020200" pitchFamily="18" charset="0"/>
                <a:ea typeface="Noto Serif" panose="02020600060500020200" pitchFamily="18" charset="0"/>
                <a:cs typeface="Noto Serif" panose="02020600060500020200" pitchFamily="18" charset="0"/>
              </a:rPr>
              <a:t>nguồn</a:t>
            </a:r>
            <a:r>
              <a:rPr lang="en-US" altLang="en-US" dirty="0">
                <a:latin typeface="Noto Serif" panose="02020600060500020200" pitchFamily="18" charset="0"/>
                <a:ea typeface="Noto Serif" panose="02020600060500020200" pitchFamily="18" charset="0"/>
                <a:cs typeface="Noto Serif" panose="02020600060500020200" pitchFamily="18" charset="0"/>
              </a:rPr>
              <a:t> </a:t>
            </a:r>
            <a:r>
              <a:rPr lang="en-US" altLang="en-US" dirty="0" err="1">
                <a:latin typeface="Noto Serif" panose="02020600060500020200" pitchFamily="18" charset="0"/>
                <a:ea typeface="Noto Serif" panose="02020600060500020200" pitchFamily="18" charset="0"/>
                <a:cs typeface="Noto Serif" panose="02020600060500020200" pitchFamily="18" charset="0"/>
              </a:rPr>
              <a:t>gốc</a:t>
            </a:r>
            <a:r>
              <a:rPr lang="en-US" altLang="en-US" dirty="0">
                <a:latin typeface="Noto Serif" panose="02020600060500020200" pitchFamily="18" charset="0"/>
                <a:ea typeface="Noto Serif" panose="02020600060500020200" pitchFamily="18" charset="0"/>
                <a:cs typeface="Noto Serif" panose="02020600060500020200" pitchFamily="18" charset="0"/>
              </a:rPr>
              <a:t> </a:t>
            </a:r>
            <a:r>
              <a:rPr lang="en-US" altLang="en-US" dirty="0" err="1">
                <a:latin typeface="Noto Serif" panose="02020600060500020200" pitchFamily="18" charset="0"/>
                <a:ea typeface="Noto Serif" panose="02020600060500020200" pitchFamily="18" charset="0"/>
                <a:cs typeface="Noto Serif" panose="02020600060500020200" pitchFamily="18" charset="0"/>
              </a:rPr>
              <a:t>hàng</a:t>
            </a:r>
            <a:r>
              <a:rPr lang="en-US" altLang="en-US" dirty="0">
                <a:latin typeface="Noto Serif" panose="02020600060500020200" pitchFamily="18" charset="0"/>
                <a:ea typeface="Noto Serif" panose="02020600060500020200" pitchFamily="18" charset="0"/>
                <a:cs typeface="Noto Serif" panose="02020600060500020200" pitchFamily="18" charset="0"/>
              </a:rPr>
              <a:t> </a:t>
            </a:r>
            <a:r>
              <a:rPr lang="en-US" altLang="en-US" dirty="0" err="1">
                <a:latin typeface="Noto Serif" panose="02020600060500020200" pitchFamily="18" charset="0"/>
                <a:ea typeface="Noto Serif" panose="02020600060500020200" pitchFamily="18" charset="0"/>
                <a:cs typeface="Noto Serif" panose="02020600060500020200" pitchFamily="18" charset="0"/>
              </a:rPr>
              <a:t>hóa</a:t>
            </a:r>
            <a:r>
              <a:rPr lang="en-US" altLang="en-US" dirty="0">
                <a:latin typeface="Noto Serif" panose="02020600060500020200" pitchFamily="18" charset="0"/>
                <a:ea typeface="Noto Serif" panose="02020600060500020200" pitchFamily="18" charset="0"/>
                <a:cs typeface="Noto Serif" panose="02020600060500020200" pitchFamily="18" charset="0"/>
              </a:rPr>
              <a:t>, </a:t>
            </a:r>
            <a:r>
              <a:rPr lang="en-US" altLang="en-US" dirty="0" err="1">
                <a:latin typeface="Noto Serif" panose="02020600060500020200" pitchFamily="18" charset="0"/>
                <a:ea typeface="Noto Serif" panose="02020600060500020200" pitchFamily="18" charset="0"/>
                <a:cs typeface="Noto Serif" panose="02020600060500020200" pitchFamily="18" charset="0"/>
              </a:rPr>
              <a:t>chống</a:t>
            </a:r>
            <a:r>
              <a:rPr lang="en-US" altLang="en-US" dirty="0">
                <a:latin typeface="Noto Serif" panose="02020600060500020200" pitchFamily="18" charset="0"/>
                <a:ea typeface="Noto Serif" panose="02020600060500020200" pitchFamily="18" charset="0"/>
                <a:cs typeface="Noto Serif" panose="02020600060500020200" pitchFamily="18" charset="0"/>
              </a:rPr>
              <a:t> </a:t>
            </a:r>
            <a:r>
              <a:rPr lang="en-US" altLang="en-US" dirty="0" err="1">
                <a:latin typeface="Noto Serif" panose="02020600060500020200" pitchFamily="18" charset="0"/>
                <a:ea typeface="Noto Serif" panose="02020600060500020200" pitchFamily="18" charset="0"/>
                <a:cs typeface="Noto Serif" panose="02020600060500020200" pitchFamily="18" charset="0"/>
              </a:rPr>
              <a:t>giả</a:t>
            </a:r>
            <a:r>
              <a:rPr lang="en-US" altLang="en-US" dirty="0">
                <a:latin typeface="Noto Serif" panose="02020600060500020200" pitchFamily="18" charset="0"/>
                <a:ea typeface="Noto Serif" panose="02020600060500020200" pitchFamily="18" charset="0"/>
                <a:cs typeface="Noto Serif" panose="02020600060500020200" pitchFamily="18" charset="0"/>
              </a:rPr>
              <a:t>.</a:t>
            </a:r>
          </a:p>
          <a:p>
            <a:pPr defTabSz="914400" eaLnBrk="0" fontAlgn="base" hangingPunct="0">
              <a:spcBef>
                <a:spcPct val="0"/>
              </a:spcBef>
              <a:spcAft>
                <a:spcPct val="0"/>
              </a:spcAft>
            </a:pPr>
            <a:endParaRPr lang="en-US" altLang="en-US" dirty="0">
              <a:latin typeface="Noto Serif" panose="02020600060500020200" pitchFamily="18" charset="0"/>
              <a:ea typeface="Noto Serif" panose="02020600060500020200" pitchFamily="18" charset="0"/>
              <a:cs typeface="Noto Serif" panose="02020600060500020200" pitchFamily="18" charset="0"/>
            </a:endParaRPr>
          </a:p>
          <a:p>
            <a:pPr defTabSz="914400" eaLnBrk="0" fontAlgn="base" hangingPunct="0">
              <a:spcBef>
                <a:spcPct val="0"/>
              </a:spcBef>
              <a:spcAft>
                <a:spcPct val="0"/>
              </a:spcAft>
            </a:pPr>
            <a:r>
              <a:rPr lang="en-US" altLang="en-US" b="1" dirty="0" err="1">
                <a:latin typeface="Noto Serif" panose="02020600060500020200" pitchFamily="18" charset="0"/>
                <a:ea typeface="Noto Serif" panose="02020600060500020200" pitchFamily="18" charset="0"/>
                <a:cs typeface="Noto Serif" panose="02020600060500020200" pitchFamily="18" charset="0"/>
              </a:rPr>
              <a:t>Bất</a:t>
            </a:r>
            <a:r>
              <a:rPr lang="en-US" altLang="en-US" b="1" dirty="0">
                <a:latin typeface="Noto Serif" panose="02020600060500020200" pitchFamily="18" charset="0"/>
                <a:ea typeface="Noto Serif" panose="02020600060500020200" pitchFamily="18" charset="0"/>
                <a:cs typeface="Noto Serif" panose="02020600060500020200" pitchFamily="18" charset="0"/>
              </a:rPr>
              <a:t> </a:t>
            </a:r>
            <a:r>
              <a:rPr lang="en-US" altLang="en-US" b="1" dirty="0" err="1">
                <a:latin typeface="Noto Serif" panose="02020600060500020200" pitchFamily="18" charset="0"/>
                <a:ea typeface="Noto Serif" panose="02020600060500020200" pitchFamily="18" charset="0"/>
                <a:cs typeface="Noto Serif" panose="02020600060500020200" pitchFamily="18" charset="0"/>
              </a:rPr>
              <a:t>động</a:t>
            </a:r>
            <a:r>
              <a:rPr lang="en-US" altLang="en-US" b="1" dirty="0">
                <a:latin typeface="Noto Serif" panose="02020600060500020200" pitchFamily="18" charset="0"/>
                <a:ea typeface="Noto Serif" panose="02020600060500020200" pitchFamily="18" charset="0"/>
                <a:cs typeface="Noto Serif" panose="02020600060500020200" pitchFamily="18" charset="0"/>
              </a:rPr>
              <a:t> </a:t>
            </a:r>
            <a:r>
              <a:rPr lang="en-US" altLang="en-US" b="1" dirty="0" err="1">
                <a:latin typeface="Noto Serif" panose="02020600060500020200" pitchFamily="18" charset="0"/>
                <a:ea typeface="Noto Serif" panose="02020600060500020200" pitchFamily="18" charset="0"/>
                <a:cs typeface="Noto Serif" panose="02020600060500020200" pitchFamily="18" charset="0"/>
              </a:rPr>
              <a:t>sản</a:t>
            </a:r>
            <a:r>
              <a:rPr lang="en-US" altLang="en-US" b="1" dirty="0">
                <a:latin typeface="Noto Serif" panose="02020600060500020200" pitchFamily="18" charset="0"/>
                <a:ea typeface="Noto Serif" panose="02020600060500020200" pitchFamily="18" charset="0"/>
                <a:cs typeface="Noto Serif" panose="02020600060500020200" pitchFamily="18" charset="0"/>
              </a:rPr>
              <a:t>:</a:t>
            </a:r>
            <a:r>
              <a:rPr lang="en-US" altLang="en-US" dirty="0">
                <a:latin typeface="Noto Serif" panose="02020600060500020200" pitchFamily="18" charset="0"/>
                <a:ea typeface="Noto Serif" panose="02020600060500020200" pitchFamily="18" charset="0"/>
                <a:cs typeface="Noto Serif" panose="02020600060500020200" pitchFamily="18" charset="0"/>
              </a:rPr>
              <a:t> Giao </a:t>
            </a:r>
            <a:r>
              <a:rPr lang="en-US" altLang="en-US" dirty="0" err="1">
                <a:latin typeface="Noto Serif" panose="02020600060500020200" pitchFamily="18" charset="0"/>
                <a:ea typeface="Noto Serif" panose="02020600060500020200" pitchFamily="18" charset="0"/>
                <a:cs typeface="Noto Serif" panose="02020600060500020200" pitchFamily="18" charset="0"/>
              </a:rPr>
              <a:t>dịch</a:t>
            </a:r>
            <a:r>
              <a:rPr lang="en-US" altLang="en-US" dirty="0">
                <a:latin typeface="Noto Serif" panose="02020600060500020200" pitchFamily="18" charset="0"/>
                <a:ea typeface="Noto Serif" panose="02020600060500020200" pitchFamily="18" charset="0"/>
                <a:cs typeface="Noto Serif" panose="02020600060500020200" pitchFamily="18" charset="0"/>
              </a:rPr>
              <a:t> </a:t>
            </a:r>
            <a:r>
              <a:rPr lang="en-US" altLang="en-US" dirty="0" err="1">
                <a:latin typeface="Noto Serif" panose="02020600060500020200" pitchFamily="18" charset="0"/>
                <a:ea typeface="Noto Serif" panose="02020600060500020200" pitchFamily="18" charset="0"/>
                <a:cs typeface="Noto Serif" panose="02020600060500020200" pitchFamily="18" charset="0"/>
              </a:rPr>
              <a:t>nhanh</a:t>
            </a:r>
            <a:r>
              <a:rPr lang="en-US" altLang="en-US" dirty="0">
                <a:latin typeface="Noto Serif" panose="02020600060500020200" pitchFamily="18" charset="0"/>
                <a:ea typeface="Noto Serif" panose="02020600060500020200" pitchFamily="18" charset="0"/>
                <a:cs typeface="Noto Serif" panose="02020600060500020200" pitchFamily="18" charset="0"/>
              </a:rPr>
              <a:t>, </a:t>
            </a:r>
            <a:r>
              <a:rPr lang="en-US" altLang="en-US" dirty="0" err="1">
                <a:latin typeface="Noto Serif" panose="02020600060500020200" pitchFamily="18" charset="0"/>
                <a:ea typeface="Noto Serif" panose="02020600060500020200" pitchFamily="18" charset="0"/>
                <a:cs typeface="Noto Serif" panose="02020600060500020200" pitchFamily="18" charset="0"/>
              </a:rPr>
              <a:t>minh</a:t>
            </a:r>
            <a:r>
              <a:rPr lang="en-US" altLang="en-US" dirty="0">
                <a:latin typeface="Noto Serif" panose="02020600060500020200" pitchFamily="18" charset="0"/>
                <a:ea typeface="Noto Serif" panose="02020600060500020200" pitchFamily="18" charset="0"/>
                <a:cs typeface="Noto Serif" panose="02020600060500020200" pitchFamily="18" charset="0"/>
              </a:rPr>
              <a:t> </a:t>
            </a:r>
            <a:r>
              <a:rPr lang="en-US" altLang="en-US" dirty="0" err="1">
                <a:latin typeface="Noto Serif" panose="02020600060500020200" pitchFamily="18" charset="0"/>
                <a:ea typeface="Noto Serif" panose="02020600060500020200" pitchFamily="18" charset="0"/>
                <a:cs typeface="Noto Serif" panose="02020600060500020200" pitchFamily="18" charset="0"/>
              </a:rPr>
              <a:t>bạch</a:t>
            </a:r>
            <a:r>
              <a:rPr lang="en-US" altLang="en-US" dirty="0">
                <a:latin typeface="Noto Serif" panose="02020600060500020200" pitchFamily="18" charset="0"/>
                <a:ea typeface="Noto Serif" panose="02020600060500020200" pitchFamily="18" charset="0"/>
                <a:cs typeface="Noto Serif" panose="02020600060500020200" pitchFamily="18" charset="0"/>
              </a:rPr>
              <a:t>, token </a:t>
            </a:r>
            <a:r>
              <a:rPr lang="en-US" altLang="en-US" dirty="0" err="1">
                <a:latin typeface="Noto Serif" panose="02020600060500020200" pitchFamily="18" charset="0"/>
                <a:ea typeface="Noto Serif" panose="02020600060500020200" pitchFamily="18" charset="0"/>
                <a:cs typeface="Noto Serif" panose="02020600060500020200" pitchFamily="18" charset="0"/>
              </a:rPr>
              <a:t>hóa</a:t>
            </a:r>
            <a:r>
              <a:rPr lang="en-US" altLang="en-US" dirty="0">
                <a:latin typeface="Noto Serif" panose="02020600060500020200" pitchFamily="18" charset="0"/>
                <a:ea typeface="Noto Serif" panose="02020600060500020200" pitchFamily="18" charset="0"/>
                <a:cs typeface="Noto Serif" panose="02020600060500020200" pitchFamily="18" charset="0"/>
              </a:rPr>
              <a:t> </a:t>
            </a:r>
            <a:r>
              <a:rPr lang="en-US" altLang="en-US" dirty="0" err="1">
                <a:latin typeface="Noto Serif" panose="02020600060500020200" pitchFamily="18" charset="0"/>
                <a:ea typeface="Noto Serif" panose="02020600060500020200" pitchFamily="18" charset="0"/>
                <a:cs typeface="Noto Serif" panose="02020600060500020200" pitchFamily="18" charset="0"/>
              </a:rPr>
              <a:t>tài</a:t>
            </a:r>
            <a:r>
              <a:rPr lang="en-US" altLang="en-US" dirty="0">
                <a:latin typeface="Noto Serif" panose="02020600060500020200" pitchFamily="18" charset="0"/>
                <a:ea typeface="Noto Serif" panose="02020600060500020200" pitchFamily="18" charset="0"/>
                <a:cs typeface="Noto Serif" panose="02020600060500020200" pitchFamily="18" charset="0"/>
              </a:rPr>
              <a:t> </a:t>
            </a:r>
            <a:r>
              <a:rPr lang="en-US" altLang="en-US" dirty="0" err="1">
                <a:latin typeface="Noto Serif" panose="02020600060500020200" pitchFamily="18" charset="0"/>
                <a:ea typeface="Noto Serif" panose="02020600060500020200" pitchFamily="18" charset="0"/>
                <a:cs typeface="Noto Serif" panose="02020600060500020200" pitchFamily="18" charset="0"/>
              </a:rPr>
              <a:t>sản</a:t>
            </a:r>
            <a:r>
              <a:rPr lang="en-US" altLang="en-US" dirty="0">
                <a:latin typeface="Noto Serif" panose="02020600060500020200" pitchFamily="18" charset="0"/>
                <a:ea typeface="Noto Serif" panose="02020600060500020200" pitchFamily="18" charset="0"/>
                <a:cs typeface="Noto Serif" panose="02020600060500020200" pitchFamily="18" charset="0"/>
              </a:rPr>
              <a:t>.</a:t>
            </a:r>
          </a:p>
          <a:p>
            <a:pPr defTabSz="914400" eaLnBrk="0" fontAlgn="base" hangingPunct="0">
              <a:spcBef>
                <a:spcPct val="0"/>
              </a:spcBef>
              <a:spcAft>
                <a:spcPct val="0"/>
              </a:spcAft>
            </a:pPr>
            <a:endParaRPr lang="en-US" altLang="en-US" dirty="0">
              <a:latin typeface="Noto Serif" panose="02020600060500020200" pitchFamily="18" charset="0"/>
              <a:ea typeface="Noto Serif" panose="02020600060500020200" pitchFamily="18" charset="0"/>
              <a:cs typeface="Noto Serif" panose="02020600060500020200" pitchFamily="18" charset="0"/>
            </a:endParaRPr>
          </a:p>
          <a:p>
            <a:pPr defTabSz="914400" eaLnBrk="0" fontAlgn="base" hangingPunct="0">
              <a:spcBef>
                <a:spcPct val="0"/>
              </a:spcBef>
              <a:spcAft>
                <a:spcPct val="0"/>
              </a:spcAft>
            </a:pPr>
            <a:r>
              <a:rPr lang="en-US" altLang="en-US" b="1" dirty="0">
                <a:latin typeface="Noto Serif" panose="02020600060500020200" pitchFamily="18" charset="0"/>
                <a:ea typeface="Noto Serif" panose="02020600060500020200" pitchFamily="18" charset="0"/>
                <a:cs typeface="Noto Serif" panose="02020600060500020200" pitchFamily="18" charset="0"/>
              </a:rPr>
              <a:t>Y </a:t>
            </a:r>
            <a:r>
              <a:rPr lang="en-US" altLang="en-US" b="1" dirty="0" err="1">
                <a:latin typeface="Noto Serif" panose="02020600060500020200" pitchFamily="18" charset="0"/>
                <a:ea typeface="Noto Serif" panose="02020600060500020200" pitchFamily="18" charset="0"/>
                <a:cs typeface="Noto Serif" panose="02020600060500020200" pitchFamily="18" charset="0"/>
              </a:rPr>
              <a:t>tế</a:t>
            </a:r>
            <a:r>
              <a:rPr lang="en-US" altLang="en-US" b="1" dirty="0">
                <a:latin typeface="Noto Serif" panose="02020600060500020200" pitchFamily="18" charset="0"/>
                <a:ea typeface="Noto Serif" panose="02020600060500020200" pitchFamily="18" charset="0"/>
                <a:cs typeface="Noto Serif" panose="02020600060500020200" pitchFamily="18" charset="0"/>
              </a:rPr>
              <a:t>:</a:t>
            </a:r>
            <a:r>
              <a:rPr lang="en-US" altLang="en-US" dirty="0">
                <a:latin typeface="Noto Serif" panose="02020600060500020200" pitchFamily="18" charset="0"/>
                <a:ea typeface="Noto Serif" panose="02020600060500020200" pitchFamily="18" charset="0"/>
                <a:cs typeface="Noto Serif" panose="02020600060500020200" pitchFamily="18" charset="0"/>
              </a:rPr>
              <a:t> </a:t>
            </a:r>
            <a:r>
              <a:rPr lang="en-US" altLang="en-US" dirty="0" err="1">
                <a:latin typeface="Noto Serif" panose="02020600060500020200" pitchFamily="18" charset="0"/>
                <a:ea typeface="Noto Serif" panose="02020600060500020200" pitchFamily="18" charset="0"/>
                <a:cs typeface="Noto Serif" panose="02020600060500020200" pitchFamily="18" charset="0"/>
              </a:rPr>
              <a:t>Hồ</a:t>
            </a:r>
            <a:r>
              <a:rPr lang="en-US" altLang="en-US" dirty="0">
                <a:latin typeface="Noto Serif" panose="02020600060500020200" pitchFamily="18" charset="0"/>
                <a:ea typeface="Noto Serif" panose="02020600060500020200" pitchFamily="18" charset="0"/>
                <a:cs typeface="Noto Serif" panose="02020600060500020200" pitchFamily="18" charset="0"/>
              </a:rPr>
              <a:t> </a:t>
            </a:r>
            <a:r>
              <a:rPr lang="en-US" altLang="en-US" dirty="0" err="1">
                <a:latin typeface="Noto Serif" panose="02020600060500020200" pitchFamily="18" charset="0"/>
                <a:ea typeface="Noto Serif" panose="02020600060500020200" pitchFamily="18" charset="0"/>
                <a:cs typeface="Noto Serif" panose="02020600060500020200" pitchFamily="18" charset="0"/>
              </a:rPr>
              <a:t>sơ</a:t>
            </a:r>
            <a:r>
              <a:rPr lang="en-US" altLang="en-US" dirty="0">
                <a:latin typeface="Noto Serif" panose="02020600060500020200" pitchFamily="18" charset="0"/>
                <a:ea typeface="Noto Serif" panose="02020600060500020200" pitchFamily="18" charset="0"/>
                <a:cs typeface="Noto Serif" panose="02020600060500020200" pitchFamily="18" charset="0"/>
              </a:rPr>
              <a:t> </a:t>
            </a:r>
            <a:r>
              <a:rPr lang="en-US" altLang="en-US" dirty="0" err="1">
                <a:latin typeface="Noto Serif" panose="02020600060500020200" pitchFamily="18" charset="0"/>
                <a:ea typeface="Noto Serif" panose="02020600060500020200" pitchFamily="18" charset="0"/>
                <a:cs typeface="Noto Serif" panose="02020600060500020200" pitchFamily="18" charset="0"/>
              </a:rPr>
              <a:t>bệnh</a:t>
            </a:r>
            <a:r>
              <a:rPr lang="en-US" altLang="en-US" dirty="0">
                <a:latin typeface="Noto Serif" panose="02020600060500020200" pitchFamily="18" charset="0"/>
                <a:ea typeface="Noto Serif" panose="02020600060500020200" pitchFamily="18" charset="0"/>
                <a:cs typeface="Noto Serif" panose="02020600060500020200" pitchFamily="18" charset="0"/>
              </a:rPr>
              <a:t> </a:t>
            </a:r>
            <a:r>
              <a:rPr lang="en-US" altLang="en-US" dirty="0" err="1">
                <a:latin typeface="Noto Serif" panose="02020600060500020200" pitchFamily="18" charset="0"/>
                <a:ea typeface="Noto Serif" panose="02020600060500020200" pitchFamily="18" charset="0"/>
                <a:cs typeface="Noto Serif" panose="02020600060500020200" pitchFamily="18" charset="0"/>
              </a:rPr>
              <a:t>án</a:t>
            </a:r>
            <a:r>
              <a:rPr lang="en-US" altLang="en-US" dirty="0">
                <a:latin typeface="Noto Serif" panose="02020600060500020200" pitchFamily="18" charset="0"/>
                <a:ea typeface="Noto Serif" panose="02020600060500020200" pitchFamily="18" charset="0"/>
                <a:cs typeface="Noto Serif" panose="02020600060500020200" pitchFamily="18" charset="0"/>
              </a:rPr>
              <a:t> </a:t>
            </a:r>
            <a:r>
              <a:rPr lang="en-US" altLang="en-US" dirty="0" err="1">
                <a:latin typeface="Noto Serif" panose="02020600060500020200" pitchFamily="18" charset="0"/>
                <a:ea typeface="Noto Serif" panose="02020600060500020200" pitchFamily="18" charset="0"/>
                <a:cs typeface="Noto Serif" panose="02020600060500020200" pitchFamily="18" charset="0"/>
              </a:rPr>
              <a:t>điện</a:t>
            </a:r>
            <a:r>
              <a:rPr lang="en-US" altLang="en-US" dirty="0">
                <a:latin typeface="Noto Serif" panose="02020600060500020200" pitchFamily="18" charset="0"/>
                <a:ea typeface="Noto Serif" panose="02020600060500020200" pitchFamily="18" charset="0"/>
                <a:cs typeface="Noto Serif" panose="02020600060500020200" pitchFamily="18" charset="0"/>
              </a:rPr>
              <a:t> </a:t>
            </a:r>
            <a:r>
              <a:rPr lang="en-US" altLang="en-US" dirty="0" err="1">
                <a:latin typeface="Noto Serif" panose="02020600060500020200" pitchFamily="18" charset="0"/>
                <a:ea typeface="Noto Serif" panose="02020600060500020200" pitchFamily="18" charset="0"/>
                <a:cs typeface="Noto Serif" panose="02020600060500020200" pitchFamily="18" charset="0"/>
              </a:rPr>
              <a:t>tử</a:t>
            </a:r>
            <a:r>
              <a:rPr lang="en-US" altLang="en-US" dirty="0">
                <a:latin typeface="Noto Serif" panose="02020600060500020200" pitchFamily="18" charset="0"/>
                <a:ea typeface="Noto Serif" panose="02020600060500020200" pitchFamily="18" charset="0"/>
                <a:cs typeface="Noto Serif" panose="02020600060500020200" pitchFamily="18" charset="0"/>
              </a:rPr>
              <a:t> an </a:t>
            </a:r>
            <a:r>
              <a:rPr lang="en-US" altLang="en-US" dirty="0" err="1">
                <a:latin typeface="Noto Serif" panose="02020600060500020200" pitchFamily="18" charset="0"/>
                <a:ea typeface="Noto Serif" panose="02020600060500020200" pitchFamily="18" charset="0"/>
                <a:cs typeface="Noto Serif" panose="02020600060500020200" pitchFamily="18" charset="0"/>
              </a:rPr>
              <a:t>toàn</a:t>
            </a:r>
            <a:r>
              <a:rPr lang="en-US" altLang="en-US" dirty="0">
                <a:latin typeface="Noto Serif" panose="02020600060500020200" pitchFamily="18" charset="0"/>
                <a:ea typeface="Noto Serif" panose="02020600060500020200" pitchFamily="18" charset="0"/>
                <a:cs typeface="Noto Serif" panose="02020600060500020200" pitchFamily="18" charset="0"/>
              </a:rPr>
              <a:t>, chia </a:t>
            </a:r>
            <a:r>
              <a:rPr lang="en-US" altLang="en-US" dirty="0" err="1">
                <a:latin typeface="Noto Serif" panose="02020600060500020200" pitchFamily="18" charset="0"/>
                <a:ea typeface="Noto Serif" panose="02020600060500020200" pitchFamily="18" charset="0"/>
                <a:cs typeface="Noto Serif" panose="02020600060500020200" pitchFamily="18" charset="0"/>
              </a:rPr>
              <a:t>sẻ</a:t>
            </a:r>
            <a:r>
              <a:rPr lang="en-US" altLang="en-US" dirty="0">
                <a:latin typeface="Noto Serif" panose="02020600060500020200" pitchFamily="18" charset="0"/>
                <a:ea typeface="Noto Serif" panose="02020600060500020200" pitchFamily="18" charset="0"/>
                <a:cs typeface="Noto Serif" panose="02020600060500020200" pitchFamily="18" charset="0"/>
              </a:rPr>
              <a:t> </a:t>
            </a:r>
            <a:r>
              <a:rPr lang="en-US" altLang="en-US" dirty="0" err="1">
                <a:latin typeface="Noto Serif" panose="02020600060500020200" pitchFamily="18" charset="0"/>
                <a:ea typeface="Noto Serif" panose="02020600060500020200" pitchFamily="18" charset="0"/>
                <a:cs typeface="Noto Serif" panose="02020600060500020200" pitchFamily="18" charset="0"/>
              </a:rPr>
              <a:t>dữ</a:t>
            </a:r>
            <a:r>
              <a:rPr lang="en-US" altLang="en-US" dirty="0">
                <a:latin typeface="Noto Serif" panose="02020600060500020200" pitchFamily="18" charset="0"/>
                <a:ea typeface="Noto Serif" panose="02020600060500020200" pitchFamily="18" charset="0"/>
                <a:cs typeface="Noto Serif" panose="02020600060500020200" pitchFamily="18" charset="0"/>
              </a:rPr>
              <a:t> </a:t>
            </a:r>
            <a:r>
              <a:rPr lang="en-US" altLang="en-US" dirty="0" err="1">
                <a:latin typeface="Noto Serif" panose="02020600060500020200" pitchFamily="18" charset="0"/>
                <a:ea typeface="Noto Serif" panose="02020600060500020200" pitchFamily="18" charset="0"/>
                <a:cs typeface="Noto Serif" panose="02020600060500020200" pitchFamily="18" charset="0"/>
              </a:rPr>
              <a:t>liệu</a:t>
            </a:r>
            <a:r>
              <a:rPr lang="en-US" altLang="en-US" dirty="0">
                <a:latin typeface="Noto Serif" panose="02020600060500020200" pitchFamily="18" charset="0"/>
                <a:ea typeface="Noto Serif" panose="02020600060500020200" pitchFamily="18" charset="0"/>
                <a:cs typeface="Noto Serif" panose="02020600060500020200" pitchFamily="18" charset="0"/>
              </a:rPr>
              <a:t> y </a:t>
            </a:r>
            <a:r>
              <a:rPr lang="en-US" altLang="en-US" dirty="0" err="1">
                <a:latin typeface="Noto Serif" panose="02020600060500020200" pitchFamily="18" charset="0"/>
                <a:ea typeface="Noto Serif" panose="02020600060500020200" pitchFamily="18" charset="0"/>
                <a:cs typeface="Noto Serif" panose="02020600060500020200" pitchFamily="18" charset="0"/>
              </a:rPr>
              <a:t>tế</a:t>
            </a:r>
            <a:r>
              <a:rPr lang="en-US" altLang="en-US" dirty="0">
                <a:latin typeface="Noto Serif" panose="02020600060500020200" pitchFamily="18" charset="0"/>
                <a:ea typeface="Noto Serif" panose="02020600060500020200" pitchFamily="18" charset="0"/>
                <a:cs typeface="Noto Serif" panose="02020600060500020200" pitchFamily="18" charset="0"/>
              </a:rPr>
              <a:t>.</a:t>
            </a:r>
          </a:p>
          <a:p>
            <a:pPr defTabSz="914400" eaLnBrk="0" fontAlgn="base" hangingPunct="0">
              <a:spcBef>
                <a:spcPct val="0"/>
              </a:spcBef>
              <a:spcAft>
                <a:spcPct val="0"/>
              </a:spcAft>
            </a:pPr>
            <a:endParaRPr lang="en-US" altLang="en-US" dirty="0">
              <a:latin typeface="Noto Serif" panose="02020600060500020200" pitchFamily="18" charset="0"/>
              <a:ea typeface="Noto Serif" panose="02020600060500020200" pitchFamily="18" charset="0"/>
              <a:cs typeface="Noto Serif" panose="02020600060500020200" pitchFamily="18" charset="0"/>
            </a:endParaRPr>
          </a:p>
          <a:p>
            <a:pPr defTabSz="914400" eaLnBrk="0" fontAlgn="base" hangingPunct="0">
              <a:spcBef>
                <a:spcPct val="0"/>
              </a:spcBef>
              <a:spcAft>
                <a:spcPct val="0"/>
              </a:spcAft>
            </a:pPr>
            <a:r>
              <a:rPr lang="en-US" altLang="en-US" b="1" dirty="0" err="1">
                <a:latin typeface="Noto Serif" panose="02020600060500020200" pitchFamily="18" charset="0"/>
                <a:ea typeface="Noto Serif" panose="02020600060500020200" pitchFamily="18" charset="0"/>
                <a:cs typeface="Noto Serif" panose="02020600060500020200" pitchFamily="18" charset="0"/>
              </a:rPr>
              <a:t>Lĩnh</a:t>
            </a:r>
            <a:r>
              <a:rPr lang="en-US" altLang="en-US" b="1" dirty="0">
                <a:latin typeface="Noto Serif" panose="02020600060500020200" pitchFamily="18" charset="0"/>
                <a:ea typeface="Noto Serif" panose="02020600060500020200" pitchFamily="18" charset="0"/>
                <a:cs typeface="Noto Serif" panose="02020600060500020200" pitchFamily="18" charset="0"/>
              </a:rPr>
              <a:t> </a:t>
            </a:r>
            <a:r>
              <a:rPr lang="en-US" altLang="en-US" b="1" dirty="0" err="1">
                <a:latin typeface="Noto Serif" panose="02020600060500020200" pitchFamily="18" charset="0"/>
                <a:ea typeface="Noto Serif" panose="02020600060500020200" pitchFamily="18" charset="0"/>
                <a:cs typeface="Noto Serif" panose="02020600060500020200" pitchFamily="18" charset="0"/>
              </a:rPr>
              <a:t>vực</a:t>
            </a:r>
            <a:r>
              <a:rPr lang="en-US" altLang="en-US" b="1" dirty="0">
                <a:latin typeface="Noto Serif" panose="02020600060500020200" pitchFamily="18" charset="0"/>
                <a:ea typeface="Noto Serif" panose="02020600060500020200" pitchFamily="18" charset="0"/>
                <a:cs typeface="Noto Serif" panose="02020600060500020200" pitchFamily="18" charset="0"/>
              </a:rPr>
              <a:t> </a:t>
            </a:r>
            <a:r>
              <a:rPr lang="en-US" altLang="en-US" b="1" dirty="0" err="1">
                <a:latin typeface="Noto Serif" panose="02020600060500020200" pitchFamily="18" charset="0"/>
                <a:ea typeface="Noto Serif" panose="02020600060500020200" pitchFamily="18" charset="0"/>
                <a:cs typeface="Noto Serif" panose="02020600060500020200" pitchFamily="18" charset="0"/>
              </a:rPr>
              <a:t>công</a:t>
            </a:r>
            <a:r>
              <a:rPr lang="en-US" altLang="en-US" b="1" dirty="0">
                <a:latin typeface="Noto Serif" panose="02020600060500020200" pitchFamily="18" charset="0"/>
                <a:ea typeface="Noto Serif" panose="02020600060500020200" pitchFamily="18" charset="0"/>
                <a:cs typeface="Noto Serif" panose="02020600060500020200" pitchFamily="18" charset="0"/>
              </a:rPr>
              <a:t>:</a:t>
            </a:r>
            <a:r>
              <a:rPr lang="en-US" altLang="en-US" dirty="0">
                <a:latin typeface="Noto Serif" panose="02020600060500020200" pitchFamily="18" charset="0"/>
                <a:ea typeface="Noto Serif" panose="02020600060500020200" pitchFamily="18" charset="0"/>
                <a:cs typeface="Noto Serif" panose="02020600060500020200" pitchFamily="18" charset="0"/>
              </a:rPr>
              <a:t> Quản </a:t>
            </a:r>
            <a:r>
              <a:rPr lang="en-US" altLang="en-US" dirty="0" err="1">
                <a:latin typeface="Noto Serif" panose="02020600060500020200" pitchFamily="18" charset="0"/>
                <a:ea typeface="Noto Serif" panose="02020600060500020200" pitchFamily="18" charset="0"/>
                <a:cs typeface="Noto Serif" panose="02020600060500020200" pitchFamily="18" charset="0"/>
              </a:rPr>
              <a:t>lý</a:t>
            </a:r>
            <a:r>
              <a:rPr lang="en-US" altLang="en-US" dirty="0">
                <a:latin typeface="Noto Serif" panose="02020600060500020200" pitchFamily="18" charset="0"/>
                <a:ea typeface="Noto Serif" panose="02020600060500020200" pitchFamily="18" charset="0"/>
                <a:cs typeface="Noto Serif" panose="02020600060500020200" pitchFamily="18" charset="0"/>
              </a:rPr>
              <a:t> </a:t>
            </a:r>
            <a:r>
              <a:rPr lang="en-US" altLang="en-US" dirty="0" err="1">
                <a:latin typeface="Noto Serif" panose="02020600060500020200" pitchFamily="18" charset="0"/>
                <a:ea typeface="Noto Serif" panose="02020600060500020200" pitchFamily="18" charset="0"/>
                <a:cs typeface="Noto Serif" panose="02020600060500020200" pitchFamily="18" charset="0"/>
              </a:rPr>
              <a:t>danh</a:t>
            </a:r>
            <a:r>
              <a:rPr lang="en-US" altLang="en-US" dirty="0">
                <a:latin typeface="Noto Serif" panose="02020600060500020200" pitchFamily="18" charset="0"/>
                <a:ea typeface="Noto Serif" panose="02020600060500020200" pitchFamily="18" charset="0"/>
                <a:cs typeface="Noto Serif" panose="02020600060500020200" pitchFamily="18" charset="0"/>
              </a:rPr>
              <a:t> </a:t>
            </a:r>
            <a:r>
              <a:rPr lang="en-US" altLang="en-US" dirty="0" err="1">
                <a:latin typeface="Noto Serif" panose="02020600060500020200" pitchFamily="18" charset="0"/>
                <a:ea typeface="Noto Serif" panose="02020600060500020200" pitchFamily="18" charset="0"/>
                <a:cs typeface="Noto Serif" panose="02020600060500020200" pitchFamily="18" charset="0"/>
              </a:rPr>
              <a:t>tính</a:t>
            </a:r>
            <a:r>
              <a:rPr lang="en-US" altLang="en-US" dirty="0">
                <a:latin typeface="Noto Serif" panose="02020600060500020200" pitchFamily="18" charset="0"/>
                <a:ea typeface="Noto Serif" panose="02020600060500020200" pitchFamily="18" charset="0"/>
                <a:cs typeface="Noto Serif" panose="02020600060500020200" pitchFamily="18" charset="0"/>
              </a:rPr>
              <a:t> </a:t>
            </a:r>
            <a:r>
              <a:rPr lang="en-US" altLang="en-US" dirty="0" err="1">
                <a:latin typeface="Noto Serif" panose="02020600060500020200" pitchFamily="18" charset="0"/>
                <a:ea typeface="Noto Serif" panose="02020600060500020200" pitchFamily="18" charset="0"/>
                <a:cs typeface="Noto Serif" panose="02020600060500020200" pitchFamily="18" charset="0"/>
              </a:rPr>
              <a:t>công</a:t>
            </a:r>
            <a:r>
              <a:rPr lang="en-US" altLang="en-US" dirty="0">
                <a:latin typeface="Noto Serif" panose="02020600060500020200" pitchFamily="18" charset="0"/>
                <a:ea typeface="Noto Serif" panose="02020600060500020200" pitchFamily="18" charset="0"/>
                <a:cs typeface="Noto Serif" panose="02020600060500020200" pitchFamily="18" charset="0"/>
              </a:rPr>
              <a:t> </a:t>
            </a:r>
            <a:r>
              <a:rPr lang="en-US" altLang="en-US" dirty="0" err="1">
                <a:latin typeface="Noto Serif" panose="02020600060500020200" pitchFamily="18" charset="0"/>
                <a:ea typeface="Noto Serif" panose="02020600060500020200" pitchFamily="18" charset="0"/>
                <a:cs typeface="Noto Serif" panose="02020600060500020200" pitchFamily="18" charset="0"/>
              </a:rPr>
              <a:t>dân</a:t>
            </a:r>
            <a:r>
              <a:rPr lang="en-US" altLang="en-US" dirty="0">
                <a:latin typeface="Noto Serif" panose="02020600060500020200" pitchFamily="18" charset="0"/>
                <a:ea typeface="Noto Serif" panose="02020600060500020200" pitchFamily="18" charset="0"/>
                <a:cs typeface="Noto Serif" panose="02020600060500020200" pitchFamily="18" charset="0"/>
              </a:rPr>
              <a:t>, </a:t>
            </a:r>
            <a:r>
              <a:rPr lang="en-US" altLang="en-US" dirty="0" err="1">
                <a:latin typeface="Noto Serif" panose="02020600060500020200" pitchFamily="18" charset="0"/>
                <a:ea typeface="Noto Serif" panose="02020600060500020200" pitchFamily="18" charset="0"/>
                <a:cs typeface="Noto Serif" panose="02020600060500020200" pitchFamily="18" charset="0"/>
              </a:rPr>
              <a:t>bầu</a:t>
            </a:r>
            <a:r>
              <a:rPr lang="en-US" altLang="en-US" dirty="0">
                <a:latin typeface="Noto Serif" panose="02020600060500020200" pitchFamily="18" charset="0"/>
                <a:ea typeface="Noto Serif" panose="02020600060500020200" pitchFamily="18" charset="0"/>
                <a:cs typeface="Noto Serif" panose="02020600060500020200" pitchFamily="18" charset="0"/>
              </a:rPr>
              <a:t> </a:t>
            </a:r>
            <a:r>
              <a:rPr lang="en-US" altLang="en-US" dirty="0" err="1">
                <a:latin typeface="Noto Serif" panose="02020600060500020200" pitchFamily="18" charset="0"/>
                <a:ea typeface="Noto Serif" panose="02020600060500020200" pitchFamily="18" charset="0"/>
                <a:cs typeface="Noto Serif" panose="02020600060500020200" pitchFamily="18" charset="0"/>
              </a:rPr>
              <a:t>cử</a:t>
            </a:r>
            <a:r>
              <a:rPr lang="en-US" altLang="en-US" dirty="0">
                <a:latin typeface="Noto Serif" panose="02020600060500020200" pitchFamily="18" charset="0"/>
                <a:ea typeface="Noto Serif" panose="02020600060500020200" pitchFamily="18" charset="0"/>
                <a:cs typeface="Noto Serif" panose="02020600060500020200" pitchFamily="18" charset="0"/>
              </a:rPr>
              <a:t> </a:t>
            </a:r>
            <a:r>
              <a:rPr lang="en-US" altLang="en-US" dirty="0" err="1">
                <a:latin typeface="Noto Serif" panose="02020600060500020200" pitchFamily="18" charset="0"/>
                <a:ea typeface="Noto Serif" panose="02020600060500020200" pitchFamily="18" charset="0"/>
                <a:cs typeface="Noto Serif" panose="02020600060500020200" pitchFamily="18" charset="0"/>
              </a:rPr>
              <a:t>minh</a:t>
            </a:r>
            <a:r>
              <a:rPr lang="en-US" altLang="en-US" dirty="0">
                <a:latin typeface="Noto Serif" panose="02020600060500020200" pitchFamily="18" charset="0"/>
                <a:ea typeface="Noto Serif" panose="02020600060500020200" pitchFamily="18" charset="0"/>
                <a:cs typeface="Noto Serif" panose="02020600060500020200" pitchFamily="18" charset="0"/>
              </a:rPr>
              <a:t> </a:t>
            </a:r>
            <a:r>
              <a:rPr lang="en-US" altLang="en-US" dirty="0" err="1">
                <a:latin typeface="Noto Serif" panose="02020600060500020200" pitchFamily="18" charset="0"/>
                <a:ea typeface="Noto Serif" panose="02020600060500020200" pitchFamily="18" charset="0"/>
                <a:cs typeface="Noto Serif" panose="02020600060500020200" pitchFamily="18" charset="0"/>
              </a:rPr>
              <a:t>bạch</a:t>
            </a:r>
            <a:r>
              <a:rPr lang="en-US" altLang="en-US" dirty="0">
                <a:latin typeface="Noto Serif" panose="02020600060500020200" pitchFamily="18" charset="0"/>
                <a:ea typeface="Noto Serif" panose="02020600060500020200" pitchFamily="18" charset="0"/>
                <a:cs typeface="Noto Serif" panose="02020600060500020200" pitchFamily="18" charset="0"/>
              </a:rPr>
              <a:t>.</a:t>
            </a:r>
          </a:p>
        </p:txBody>
      </p:sp>
    </p:spTree>
    <p:extLst>
      <p:ext uri="{BB962C8B-B14F-4D97-AF65-F5344CB8AC3E}">
        <p14:creationId xmlns:p14="http://schemas.microsoft.com/office/powerpoint/2010/main" val="1676845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0CE26B2-02E7-672D-A51F-08618EE723F8}"/>
              </a:ext>
            </a:extLst>
          </p:cNvPr>
          <p:cNvSpPr txBox="1"/>
          <p:nvPr/>
        </p:nvSpPr>
        <p:spPr>
          <a:xfrm>
            <a:off x="336839" y="232885"/>
            <a:ext cx="4587586" cy="461665"/>
          </a:xfrm>
          <a:prstGeom prst="rect">
            <a:avLst/>
          </a:prstGeom>
          <a:noFill/>
        </p:spPr>
        <p:txBody>
          <a:bodyPr wrap="square">
            <a:spAutoFit/>
          </a:bodyPr>
          <a:lstStyle/>
          <a:p>
            <a:r>
              <a:rPr lang="en-US" sz="2400" dirty="0">
                <a:solidFill>
                  <a:schemeClr val="accent1"/>
                </a:solidFill>
                <a:latin typeface="Noto Serif" panose="02020600060500020200" pitchFamily="18" charset="0"/>
                <a:ea typeface="Noto Serif" panose="02020600060500020200" pitchFamily="18" charset="0"/>
                <a:cs typeface="Noto Serif" panose="02020600060500020200" pitchFamily="18" charset="0"/>
              </a:rPr>
              <a:t>5. Các </a:t>
            </a:r>
            <a:r>
              <a:rPr lang="en-US" sz="2400" dirty="0" err="1">
                <a:solidFill>
                  <a:schemeClr val="accent1"/>
                </a:solidFill>
                <a:latin typeface="Noto Serif" panose="02020600060500020200" pitchFamily="18" charset="0"/>
                <a:ea typeface="Noto Serif" panose="02020600060500020200" pitchFamily="18" charset="0"/>
                <a:cs typeface="Noto Serif" panose="02020600060500020200" pitchFamily="18" charset="0"/>
              </a:rPr>
              <a:t>mô</a:t>
            </a:r>
            <a:r>
              <a:rPr lang="en-US" sz="2400" dirty="0">
                <a:solidFill>
                  <a:schemeClr val="accent1"/>
                </a:solidFill>
                <a:latin typeface="Noto Serif" panose="02020600060500020200" pitchFamily="18" charset="0"/>
                <a:ea typeface="Noto Serif" panose="02020600060500020200" pitchFamily="18" charset="0"/>
                <a:cs typeface="Noto Serif" panose="02020600060500020200" pitchFamily="18" charset="0"/>
              </a:rPr>
              <a:t> </a:t>
            </a:r>
            <a:r>
              <a:rPr lang="en-US" sz="2400" dirty="0" err="1">
                <a:solidFill>
                  <a:schemeClr val="accent1"/>
                </a:solidFill>
                <a:latin typeface="Noto Serif" panose="02020600060500020200" pitchFamily="18" charset="0"/>
                <a:ea typeface="Noto Serif" panose="02020600060500020200" pitchFamily="18" charset="0"/>
                <a:cs typeface="Noto Serif" panose="02020600060500020200" pitchFamily="18" charset="0"/>
              </a:rPr>
              <a:t>hình</a:t>
            </a:r>
            <a:r>
              <a:rPr lang="en-US" sz="2400" dirty="0">
                <a:solidFill>
                  <a:schemeClr val="accent1"/>
                </a:solidFill>
                <a:latin typeface="Noto Serif" panose="02020600060500020200" pitchFamily="18" charset="0"/>
                <a:ea typeface="Noto Serif" panose="02020600060500020200" pitchFamily="18" charset="0"/>
                <a:cs typeface="Noto Serif" panose="02020600060500020200" pitchFamily="18" charset="0"/>
              </a:rPr>
              <a:t> </a:t>
            </a:r>
            <a:r>
              <a:rPr lang="en-US" sz="2400" dirty="0" err="1">
                <a:solidFill>
                  <a:schemeClr val="accent1"/>
                </a:solidFill>
                <a:latin typeface="Noto Serif" panose="02020600060500020200" pitchFamily="18" charset="0"/>
                <a:ea typeface="Noto Serif" panose="02020600060500020200" pitchFamily="18" charset="0"/>
                <a:cs typeface="Noto Serif" panose="02020600060500020200" pitchFamily="18" charset="0"/>
              </a:rPr>
              <a:t>tiêu</a:t>
            </a:r>
            <a:r>
              <a:rPr lang="en-US" sz="2400" dirty="0">
                <a:solidFill>
                  <a:schemeClr val="accent1"/>
                </a:solidFill>
                <a:latin typeface="Noto Serif" panose="02020600060500020200" pitchFamily="18" charset="0"/>
                <a:ea typeface="Noto Serif" panose="02020600060500020200" pitchFamily="18" charset="0"/>
                <a:cs typeface="Noto Serif" panose="02020600060500020200" pitchFamily="18" charset="0"/>
              </a:rPr>
              <a:t> </a:t>
            </a:r>
            <a:r>
              <a:rPr lang="en-US" sz="2400" dirty="0" err="1">
                <a:solidFill>
                  <a:schemeClr val="accent1"/>
                </a:solidFill>
                <a:latin typeface="Noto Serif" panose="02020600060500020200" pitchFamily="18" charset="0"/>
                <a:ea typeface="Noto Serif" panose="02020600060500020200" pitchFamily="18" charset="0"/>
                <a:cs typeface="Noto Serif" panose="02020600060500020200" pitchFamily="18" charset="0"/>
              </a:rPr>
              <a:t>biểu</a:t>
            </a:r>
            <a:endParaRPr lang="en-US" sz="2400" dirty="0">
              <a:solidFill>
                <a:schemeClr val="accent1"/>
              </a:solidFill>
              <a:latin typeface="Noto Serif" panose="02020600060500020200" pitchFamily="18" charset="0"/>
              <a:ea typeface="Noto Serif" panose="02020600060500020200" pitchFamily="18" charset="0"/>
              <a:cs typeface="Noto Serif" panose="02020600060500020200" pitchFamily="18" charset="0"/>
            </a:endParaRPr>
          </a:p>
        </p:txBody>
      </p:sp>
      <p:sp>
        <p:nvSpPr>
          <p:cNvPr id="6" name="Rectangle 1">
            <a:extLst>
              <a:ext uri="{FF2B5EF4-FFF2-40B4-BE49-F238E27FC236}">
                <a16:creationId xmlns:a16="http://schemas.microsoft.com/office/drawing/2014/main" id="{F9D89147-6AA0-4C52-023B-FC785E28FBAA}"/>
              </a:ext>
            </a:extLst>
          </p:cNvPr>
          <p:cNvSpPr>
            <a:spLocks noChangeArrowheads="1"/>
          </p:cNvSpPr>
          <p:nvPr/>
        </p:nvSpPr>
        <p:spPr bwMode="auto">
          <a:xfrm>
            <a:off x="521279" y="974206"/>
            <a:ext cx="6040581"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lang="en-US" altLang="en-US" sz="1600" b="1" dirty="0">
                <a:latin typeface="Noto Serif" panose="02020600060500020200" pitchFamily="18" charset="0"/>
                <a:ea typeface="Noto Serif" panose="02020600060500020200" pitchFamily="18" charset="0"/>
                <a:cs typeface="Noto Serif" panose="02020600060500020200" pitchFamily="18" charset="0"/>
              </a:rPr>
              <a:t>SSI (Self-Sovereign Identity):</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Người</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dùng</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tự</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quản</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lý</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định</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danh</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số</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chỉ</a:t>
            </a:r>
            <a:r>
              <a:rPr lang="en-US" altLang="en-US" sz="1600" dirty="0">
                <a:latin typeface="Noto Serif" panose="02020600060500020200" pitchFamily="18" charset="0"/>
                <a:ea typeface="Noto Serif" panose="02020600060500020200" pitchFamily="18" charset="0"/>
                <a:cs typeface="Noto Serif" panose="02020600060500020200" pitchFamily="18" charset="0"/>
              </a:rPr>
              <a:t> chia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sẻ</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thông</a:t>
            </a:r>
            <a:r>
              <a:rPr lang="en-US" altLang="en-US" sz="1600" dirty="0">
                <a:latin typeface="Noto Serif" panose="02020600060500020200" pitchFamily="18" charset="0"/>
                <a:ea typeface="Noto Serif" panose="02020600060500020200" pitchFamily="18" charset="0"/>
                <a:cs typeface="Noto Serif" panose="02020600060500020200" pitchFamily="18" charset="0"/>
              </a:rPr>
              <a:t> tin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cần</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thiết</a:t>
            </a:r>
            <a:r>
              <a:rPr lang="en-US" altLang="en-US" sz="1600" dirty="0">
                <a:latin typeface="Noto Serif" panose="02020600060500020200" pitchFamily="18" charset="0"/>
                <a:ea typeface="Noto Serif" panose="02020600060500020200" pitchFamily="18" charset="0"/>
                <a:cs typeface="Noto Serif" panose="02020600060500020200" pitchFamily="18" charset="0"/>
              </a:rPr>
              <a:t> →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bảo</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mật</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&amp;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quyền</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riêng</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tư</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cao</a:t>
            </a:r>
            <a:r>
              <a:rPr lang="en-US" altLang="en-US" sz="1600" dirty="0">
                <a:latin typeface="Noto Serif" panose="02020600060500020200" pitchFamily="18" charset="0"/>
                <a:ea typeface="Noto Serif" panose="02020600060500020200" pitchFamily="18" charset="0"/>
                <a:cs typeface="Noto Serif" panose="02020600060500020200" pitchFamily="18" charset="0"/>
              </a:rPr>
              <a:t>.</a:t>
            </a:r>
          </a:p>
          <a:p>
            <a:pPr defTabSz="914400" eaLnBrk="0" fontAlgn="base" hangingPunct="0">
              <a:spcBef>
                <a:spcPct val="0"/>
              </a:spcBef>
              <a:spcAft>
                <a:spcPct val="0"/>
              </a:spcAft>
              <a:buFontTx/>
              <a:buChar char="•"/>
            </a:pPr>
            <a:endParaRPr lang="en-US" altLang="en-US" sz="1600" dirty="0">
              <a:latin typeface="Noto Serif" panose="02020600060500020200" pitchFamily="18" charset="0"/>
              <a:ea typeface="Noto Serif" panose="02020600060500020200" pitchFamily="18" charset="0"/>
              <a:cs typeface="Noto Serif" panose="02020600060500020200" pitchFamily="18" charset="0"/>
            </a:endParaRPr>
          </a:p>
          <a:p>
            <a:pPr defTabSz="914400" eaLnBrk="0" fontAlgn="base" hangingPunct="0">
              <a:spcBef>
                <a:spcPct val="0"/>
              </a:spcBef>
              <a:spcAft>
                <a:spcPct val="0"/>
              </a:spcAft>
            </a:pPr>
            <a:r>
              <a:rPr lang="en-US" altLang="en-US" sz="1600" b="1" dirty="0">
                <a:latin typeface="Noto Serif" panose="02020600060500020200" pitchFamily="18" charset="0"/>
                <a:ea typeface="Noto Serif" panose="02020600060500020200" pitchFamily="18" charset="0"/>
                <a:cs typeface="Noto Serif" panose="02020600060500020200" pitchFamily="18" charset="0"/>
              </a:rPr>
              <a:t>DID (Decentralized Identifier):</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Người</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dùng</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tự</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tạo</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nhiều</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định</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danh</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khác</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nhau</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tùy</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bối</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cảnh</a:t>
            </a:r>
            <a:r>
              <a:rPr lang="en-US" altLang="en-US" sz="1600" dirty="0">
                <a:latin typeface="Noto Serif" panose="02020600060500020200" pitchFamily="18" charset="0"/>
                <a:ea typeface="Noto Serif" panose="02020600060500020200" pitchFamily="18" charset="0"/>
                <a:cs typeface="Noto Serif" panose="02020600060500020200" pitchFamily="18" charset="0"/>
              </a:rPr>
              <a:t> →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kiểm</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soát</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linh</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hoạt</a:t>
            </a:r>
            <a:r>
              <a:rPr lang="en-US" altLang="en-US" sz="1600" dirty="0">
                <a:latin typeface="Noto Serif" panose="02020600060500020200" pitchFamily="18" charset="0"/>
                <a:ea typeface="Noto Serif" panose="02020600060500020200" pitchFamily="18" charset="0"/>
                <a:cs typeface="Noto Serif" panose="02020600060500020200" pitchFamily="18" charset="0"/>
              </a:rPr>
              <a:t>.</a:t>
            </a:r>
          </a:p>
        </p:txBody>
      </p:sp>
    </p:spTree>
    <p:extLst>
      <p:ext uri="{BB962C8B-B14F-4D97-AF65-F5344CB8AC3E}">
        <p14:creationId xmlns:p14="http://schemas.microsoft.com/office/powerpoint/2010/main" val="33232423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C586C74-251A-3F65-C4B9-8B280F18ED09}"/>
              </a:ext>
            </a:extLst>
          </p:cNvPr>
          <p:cNvSpPr txBox="1"/>
          <p:nvPr/>
        </p:nvSpPr>
        <p:spPr>
          <a:xfrm>
            <a:off x="243319" y="238734"/>
            <a:ext cx="6730711" cy="461665"/>
          </a:xfrm>
          <a:prstGeom prst="rect">
            <a:avLst/>
          </a:prstGeom>
          <a:noFill/>
        </p:spPr>
        <p:txBody>
          <a:bodyPr wrap="square">
            <a:spAutoFit/>
          </a:bodyPr>
          <a:lstStyle/>
          <a:p>
            <a:r>
              <a:rPr lang="en-US" sz="2400" dirty="0" err="1">
                <a:solidFill>
                  <a:schemeClr val="accent1"/>
                </a:solidFill>
                <a:latin typeface="Noto Serif" panose="02020600060500020200" pitchFamily="18" charset="0"/>
                <a:ea typeface="Noto Serif" panose="02020600060500020200" pitchFamily="18" charset="0"/>
                <a:cs typeface="Noto Serif" panose="02020600060500020200" pitchFamily="18" charset="0"/>
              </a:rPr>
              <a:t>Mô</a:t>
            </a:r>
            <a:r>
              <a:rPr lang="en-US" sz="2400" dirty="0">
                <a:solidFill>
                  <a:schemeClr val="accent1"/>
                </a:solidFill>
                <a:latin typeface="Noto Serif" panose="02020600060500020200" pitchFamily="18" charset="0"/>
                <a:ea typeface="Noto Serif" panose="02020600060500020200" pitchFamily="18" charset="0"/>
                <a:cs typeface="Noto Serif" panose="02020600060500020200" pitchFamily="18" charset="0"/>
              </a:rPr>
              <a:t> </a:t>
            </a:r>
            <a:r>
              <a:rPr lang="en-US" sz="2400" dirty="0" err="1">
                <a:solidFill>
                  <a:schemeClr val="accent1"/>
                </a:solidFill>
                <a:latin typeface="Noto Serif" panose="02020600060500020200" pitchFamily="18" charset="0"/>
                <a:ea typeface="Noto Serif" panose="02020600060500020200" pitchFamily="18" charset="0"/>
                <a:cs typeface="Noto Serif" panose="02020600060500020200" pitchFamily="18" charset="0"/>
              </a:rPr>
              <a:t>hình</a:t>
            </a:r>
            <a:r>
              <a:rPr lang="en-US" sz="2400" dirty="0">
                <a:solidFill>
                  <a:schemeClr val="accent1"/>
                </a:solidFill>
                <a:latin typeface="Noto Serif" panose="02020600060500020200" pitchFamily="18" charset="0"/>
                <a:ea typeface="Noto Serif" panose="02020600060500020200" pitchFamily="18" charset="0"/>
                <a:cs typeface="Noto Serif" panose="02020600060500020200" pitchFamily="18" charset="0"/>
              </a:rPr>
              <a:t> SSI (Self-Sovereign Identity)</a:t>
            </a:r>
          </a:p>
        </p:txBody>
      </p:sp>
      <p:sp>
        <p:nvSpPr>
          <p:cNvPr id="7" name="TextBox 6">
            <a:extLst>
              <a:ext uri="{FF2B5EF4-FFF2-40B4-BE49-F238E27FC236}">
                <a16:creationId xmlns:a16="http://schemas.microsoft.com/office/drawing/2014/main" id="{4AE9ED8A-2AA1-66DA-70C2-26B1213CD068}"/>
              </a:ext>
            </a:extLst>
          </p:cNvPr>
          <p:cNvSpPr txBox="1"/>
          <p:nvPr/>
        </p:nvSpPr>
        <p:spPr>
          <a:xfrm>
            <a:off x="581025" y="964221"/>
            <a:ext cx="6730712" cy="3847207"/>
          </a:xfrm>
          <a:prstGeom prst="rect">
            <a:avLst/>
          </a:prstGeom>
          <a:noFill/>
        </p:spPr>
        <p:txBody>
          <a:bodyPr wrap="square">
            <a:spAutoFit/>
          </a:bodyPr>
          <a:lstStyle/>
          <a:p>
            <a:pPr marL="342900" indent="-342900">
              <a:buAutoNum type="arabicPeriod"/>
            </a:pPr>
            <a:r>
              <a:rPr lang="vi-VN" sz="2000" b="1" dirty="0">
                <a:latin typeface="Noto Serif" panose="02020600060500020200" pitchFamily="18" charset="0"/>
                <a:ea typeface="Noto Serif" panose="02020600060500020200" pitchFamily="18" charset="0"/>
                <a:cs typeface="Noto Serif" panose="02020600060500020200" pitchFamily="18" charset="0"/>
              </a:rPr>
              <a:t>SSI là gì?</a:t>
            </a:r>
            <a:endParaRPr lang="en-US" sz="2000" b="1" dirty="0">
              <a:latin typeface="Noto Serif" panose="02020600060500020200" pitchFamily="18" charset="0"/>
              <a:ea typeface="Noto Serif" panose="02020600060500020200" pitchFamily="18" charset="0"/>
              <a:cs typeface="Noto Serif" panose="02020600060500020200" pitchFamily="18" charset="0"/>
            </a:endParaRPr>
          </a:p>
          <a:p>
            <a:pPr marL="342900" indent="-342900">
              <a:buAutoNum type="arabicPeriod"/>
            </a:pPr>
            <a:endParaRPr lang="vi-VN" sz="1600" b="1" dirty="0">
              <a:latin typeface="Noto Serif" panose="02020600060500020200" pitchFamily="18" charset="0"/>
              <a:ea typeface="Noto Serif" panose="02020600060500020200" pitchFamily="18" charset="0"/>
              <a:cs typeface="Noto Serif" panose="02020600060500020200" pitchFamily="18" charset="0"/>
            </a:endParaRPr>
          </a:p>
          <a:p>
            <a:r>
              <a:rPr lang="vi-VN" sz="1600" dirty="0">
                <a:latin typeface="Noto Serif" panose="02020600060500020200" pitchFamily="18" charset="0"/>
                <a:ea typeface="Noto Serif" panose="02020600060500020200" pitchFamily="18" charset="0"/>
                <a:cs typeface="Noto Serif" panose="02020600060500020200" pitchFamily="18" charset="0"/>
              </a:rPr>
              <a:t>Cho phép </a:t>
            </a:r>
            <a:r>
              <a:rPr lang="vi-VN" sz="1600" b="1" dirty="0">
                <a:latin typeface="Noto Serif" panose="02020600060500020200" pitchFamily="18" charset="0"/>
                <a:ea typeface="Noto Serif" panose="02020600060500020200" pitchFamily="18" charset="0"/>
                <a:cs typeface="Noto Serif" panose="02020600060500020200" pitchFamily="18" charset="0"/>
              </a:rPr>
              <a:t>người dùng tự làm chủ định danh</a:t>
            </a:r>
            <a:r>
              <a:rPr lang="vi-VN" sz="1600" dirty="0">
                <a:latin typeface="Noto Serif" panose="02020600060500020200" pitchFamily="18" charset="0"/>
                <a:ea typeface="Noto Serif" panose="02020600060500020200" pitchFamily="18" charset="0"/>
                <a:cs typeface="Noto Serif" panose="02020600060500020200" pitchFamily="18" charset="0"/>
              </a:rPr>
              <a:t> của mình (thay vì phụ thuộc vào Google, Facebook…).</a:t>
            </a:r>
            <a:endParaRPr lang="en-US" sz="1600" dirty="0">
              <a:latin typeface="Noto Serif" panose="02020600060500020200" pitchFamily="18" charset="0"/>
              <a:ea typeface="Noto Serif" panose="02020600060500020200" pitchFamily="18" charset="0"/>
              <a:cs typeface="Noto Serif" panose="02020600060500020200" pitchFamily="18" charset="0"/>
            </a:endParaRPr>
          </a:p>
          <a:p>
            <a:pPr>
              <a:buFont typeface="Arial" panose="020B0604020202020204" pitchFamily="34" charset="0"/>
              <a:buChar char="•"/>
            </a:pPr>
            <a:endParaRPr lang="vi-VN" sz="1600" dirty="0">
              <a:latin typeface="Noto Serif" panose="02020600060500020200" pitchFamily="18" charset="0"/>
              <a:ea typeface="Noto Serif" panose="02020600060500020200" pitchFamily="18" charset="0"/>
              <a:cs typeface="Noto Serif" panose="02020600060500020200" pitchFamily="18" charset="0"/>
            </a:endParaRPr>
          </a:p>
          <a:p>
            <a:r>
              <a:rPr lang="vi-VN" sz="1600" dirty="0">
                <a:latin typeface="Noto Serif" panose="02020600060500020200" pitchFamily="18" charset="0"/>
                <a:ea typeface="Noto Serif" panose="02020600060500020200" pitchFamily="18" charset="0"/>
                <a:cs typeface="Noto Serif" panose="02020600060500020200" pitchFamily="18" charset="0"/>
              </a:rPr>
              <a:t>Dựa trên </a:t>
            </a:r>
            <a:r>
              <a:rPr lang="vi-VN" sz="1600" b="1" dirty="0">
                <a:latin typeface="Noto Serif" panose="02020600060500020200" pitchFamily="18" charset="0"/>
                <a:ea typeface="Noto Serif" panose="02020600060500020200" pitchFamily="18" charset="0"/>
                <a:cs typeface="Noto Serif" panose="02020600060500020200" pitchFamily="18" charset="0"/>
              </a:rPr>
              <a:t>Blockchain + DID</a:t>
            </a:r>
            <a:r>
              <a:rPr lang="vi-VN" sz="1600" dirty="0">
                <a:latin typeface="Noto Serif" panose="02020600060500020200" pitchFamily="18" charset="0"/>
                <a:ea typeface="Noto Serif" panose="02020600060500020200" pitchFamily="18" charset="0"/>
                <a:cs typeface="Noto Serif" panose="02020600060500020200" pitchFamily="18" charset="0"/>
              </a:rPr>
              <a:t> để quản lý định danh số:</a:t>
            </a:r>
          </a:p>
          <a:p>
            <a:pPr marL="742950" lvl="1" indent="-285750">
              <a:buFont typeface="Arial" panose="020B0604020202020204" pitchFamily="34" charset="0"/>
              <a:buChar char="•"/>
            </a:pPr>
            <a:r>
              <a:rPr lang="vi-VN" sz="1600" dirty="0">
                <a:latin typeface="Noto Serif" panose="02020600060500020200" pitchFamily="18" charset="0"/>
                <a:ea typeface="Noto Serif" panose="02020600060500020200" pitchFamily="18" charset="0"/>
                <a:cs typeface="Noto Serif" panose="02020600060500020200" pitchFamily="18" charset="0"/>
              </a:rPr>
              <a:t>Bằng lái, hộ chiếu, chứng chỉ nghề nghiệp → được số hóa thành </a:t>
            </a:r>
            <a:r>
              <a:rPr lang="vi-VN" sz="1600" b="1" dirty="0">
                <a:latin typeface="Noto Serif" panose="02020600060500020200" pitchFamily="18" charset="0"/>
                <a:ea typeface="Noto Serif" panose="02020600060500020200" pitchFamily="18" charset="0"/>
                <a:cs typeface="Noto Serif" panose="02020600060500020200" pitchFamily="18" charset="0"/>
              </a:rPr>
              <a:t>chứng chỉ điện tử</a:t>
            </a:r>
            <a:r>
              <a:rPr lang="vi-VN" sz="1600" dirty="0">
                <a:latin typeface="Noto Serif" panose="02020600060500020200" pitchFamily="18" charset="0"/>
                <a:ea typeface="Noto Serif" panose="02020600060500020200" pitchFamily="18" charset="0"/>
                <a:cs typeface="Noto Serif" panose="02020600060500020200" pitchFamily="18" charset="0"/>
              </a:rPr>
              <a:t>.</a:t>
            </a:r>
          </a:p>
          <a:p>
            <a:pPr marL="742950" lvl="1" indent="-285750">
              <a:buFont typeface="Arial" panose="020B0604020202020204" pitchFamily="34" charset="0"/>
              <a:buChar char="•"/>
            </a:pPr>
            <a:r>
              <a:rPr lang="vi-VN" sz="1600" dirty="0">
                <a:latin typeface="Noto Serif" panose="02020600060500020200" pitchFamily="18" charset="0"/>
                <a:ea typeface="Noto Serif" panose="02020600060500020200" pitchFamily="18" charset="0"/>
                <a:cs typeface="Noto Serif" panose="02020600060500020200" pitchFamily="18" charset="0"/>
              </a:rPr>
              <a:t>Lưu trữ trong </a:t>
            </a:r>
            <a:r>
              <a:rPr lang="vi-VN" sz="1600" b="1" dirty="0">
                <a:latin typeface="Noto Serif" panose="02020600060500020200" pitchFamily="18" charset="0"/>
                <a:ea typeface="Noto Serif" panose="02020600060500020200" pitchFamily="18" charset="0"/>
                <a:cs typeface="Noto Serif" panose="02020600060500020200" pitchFamily="18" charset="0"/>
              </a:rPr>
              <a:t>ví điện tử số</a:t>
            </a:r>
            <a:r>
              <a:rPr lang="vi-VN" sz="1600" dirty="0">
                <a:latin typeface="Noto Serif" panose="02020600060500020200" pitchFamily="18" charset="0"/>
                <a:ea typeface="Noto Serif" panose="02020600060500020200" pitchFamily="18" charset="0"/>
                <a:cs typeface="Noto Serif" panose="02020600060500020200" pitchFamily="18" charset="0"/>
              </a:rPr>
              <a:t> (Digital Wallet).</a:t>
            </a:r>
          </a:p>
          <a:p>
            <a:pPr marL="742950" lvl="1" indent="-285750">
              <a:buFont typeface="Arial" panose="020B0604020202020204" pitchFamily="34" charset="0"/>
              <a:buChar char="•"/>
            </a:pPr>
            <a:r>
              <a:rPr lang="vi-VN" sz="1600" dirty="0">
                <a:latin typeface="Noto Serif" panose="02020600060500020200" pitchFamily="18" charset="0"/>
                <a:ea typeface="Noto Serif" panose="02020600060500020200" pitchFamily="18" charset="0"/>
                <a:cs typeface="Noto Serif" panose="02020600060500020200" pitchFamily="18" charset="0"/>
              </a:rPr>
              <a:t>Được bảo mật bằng </a:t>
            </a:r>
            <a:r>
              <a:rPr lang="vi-VN" sz="1600" b="1" dirty="0">
                <a:latin typeface="Noto Serif" panose="02020600060500020200" pitchFamily="18" charset="0"/>
                <a:ea typeface="Noto Serif" panose="02020600060500020200" pitchFamily="18" charset="0"/>
                <a:cs typeface="Noto Serif" panose="02020600060500020200" pitchFamily="18" charset="0"/>
              </a:rPr>
              <a:t>mật mã học</a:t>
            </a:r>
            <a:r>
              <a:rPr lang="vi-VN" sz="1600" dirty="0">
                <a:latin typeface="Noto Serif" panose="02020600060500020200" pitchFamily="18" charset="0"/>
                <a:ea typeface="Noto Serif" panose="02020600060500020200" pitchFamily="18" charset="0"/>
                <a:cs typeface="Noto Serif" panose="02020600060500020200" pitchFamily="18" charset="0"/>
              </a:rPr>
              <a:t>.</a:t>
            </a:r>
            <a:endParaRPr lang="en-US" sz="1600" dirty="0">
              <a:latin typeface="Noto Serif" panose="02020600060500020200" pitchFamily="18" charset="0"/>
              <a:ea typeface="Noto Serif" panose="02020600060500020200" pitchFamily="18" charset="0"/>
              <a:cs typeface="Noto Serif" panose="02020600060500020200" pitchFamily="18" charset="0"/>
            </a:endParaRPr>
          </a:p>
          <a:p>
            <a:pPr marL="742950" lvl="1" indent="-285750">
              <a:buFont typeface="Arial" panose="020B0604020202020204" pitchFamily="34" charset="0"/>
              <a:buChar char="•"/>
            </a:pPr>
            <a:endParaRPr lang="vi-VN" sz="1600" dirty="0">
              <a:latin typeface="Noto Serif" panose="02020600060500020200" pitchFamily="18" charset="0"/>
              <a:ea typeface="Noto Serif" panose="02020600060500020200" pitchFamily="18" charset="0"/>
              <a:cs typeface="Noto Serif" panose="02020600060500020200" pitchFamily="18" charset="0"/>
            </a:endParaRPr>
          </a:p>
          <a:p>
            <a:r>
              <a:rPr lang="vi-VN" sz="1600" b="1" dirty="0">
                <a:latin typeface="Noto Serif" panose="02020600060500020200" pitchFamily="18" charset="0"/>
                <a:ea typeface="Noto Serif" panose="02020600060500020200" pitchFamily="18" charset="0"/>
                <a:cs typeface="Noto Serif" panose="02020600060500020200" pitchFamily="18" charset="0"/>
              </a:rPr>
              <a:t>Ưu điểm</a:t>
            </a:r>
            <a:r>
              <a:rPr lang="vi-VN" sz="1600" dirty="0">
                <a:latin typeface="Noto Serif" panose="02020600060500020200" pitchFamily="18" charset="0"/>
                <a:ea typeface="Noto Serif" panose="02020600060500020200" pitchFamily="18" charset="0"/>
                <a:cs typeface="Noto Serif" panose="02020600060500020200" pitchFamily="18" charset="0"/>
              </a:rPr>
              <a:t>: Giảm rò rỉ dữ liệu, chống giả mạo, nâng cao bảo mật và quyền riêng tư.</a:t>
            </a:r>
          </a:p>
          <a:p>
            <a:r>
              <a:rPr lang="vi-VN" sz="1600" dirty="0">
                <a:latin typeface="Noto Serif" panose="02020600060500020200" pitchFamily="18" charset="0"/>
                <a:ea typeface="Noto Serif" panose="02020600060500020200" pitchFamily="18" charset="0"/>
                <a:cs typeface="Noto Serif" panose="02020600060500020200" pitchFamily="18" charset="0"/>
              </a:rPr>
              <a:t>Có tính năng </a:t>
            </a:r>
            <a:r>
              <a:rPr lang="vi-VN" sz="1600" b="1" dirty="0">
                <a:latin typeface="Noto Serif" panose="02020600060500020200" pitchFamily="18" charset="0"/>
                <a:ea typeface="Noto Serif" panose="02020600060500020200" pitchFamily="18" charset="0"/>
                <a:cs typeface="Noto Serif" panose="02020600060500020200" pitchFamily="18" charset="0"/>
              </a:rPr>
              <a:t>Selective Disclosure</a:t>
            </a:r>
            <a:r>
              <a:rPr lang="vi-VN" sz="1600" dirty="0">
                <a:latin typeface="Noto Serif" panose="02020600060500020200" pitchFamily="18" charset="0"/>
                <a:ea typeface="Noto Serif" panose="02020600060500020200" pitchFamily="18" charset="0"/>
                <a:cs typeface="Noto Serif" panose="02020600060500020200" pitchFamily="18" charset="0"/>
              </a:rPr>
              <a:t>: chỉ chia sẻ phần thông tin cần thiết.</a:t>
            </a:r>
          </a:p>
        </p:txBody>
      </p:sp>
    </p:spTree>
    <p:extLst>
      <p:ext uri="{BB962C8B-B14F-4D97-AF65-F5344CB8AC3E}">
        <p14:creationId xmlns:p14="http://schemas.microsoft.com/office/powerpoint/2010/main" val="39844734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958F9AD-7870-CA2F-1499-BB5F3127349F}"/>
              </a:ext>
            </a:extLst>
          </p:cNvPr>
          <p:cNvSpPr txBox="1"/>
          <p:nvPr/>
        </p:nvSpPr>
        <p:spPr>
          <a:xfrm>
            <a:off x="177511" y="207956"/>
            <a:ext cx="5918489" cy="461665"/>
          </a:xfrm>
          <a:prstGeom prst="rect">
            <a:avLst/>
          </a:prstGeom>
          <a:noFill/>
        </p:spPr>
        <p:txBody>
          <a:bodyPr wrap="square">
            <a:spAutoFit/>
          </a:bodyPr>
          <a:lstStyle/>
          <a:p>
            <a:r>
              <a:rPr lang="en-US" sz="2400" dirty="0" err="1">
                <a:solidFill>
                  <a:schemeClr val="accent1"/>
                </a:solidFill>
                <a:latin typeface="Noto Serif" panose="02020600060500020200" pitchFamily="18" charset="0"/>
                <a:ea typeface="Noto Serif" panose="02020600060500020200" pitchFamily="18" charset="0"/>
                <a:cs typeface="Noto Serif" panose="02020600060500020200" pitchFamily="18" charset="0"/>
              </a:rPr>
              <a:t>Mô</a:t>
            </a:r>
            <a:r>
              <a:rPr lang="en-US" sz="2400" dirty="0">
                <a:solidFill>
                  <a:schemeClr val="accent1"/>
                </a:solidFill>
                <a:latin typeface="Noto Serif" panose="02020600060500020200" pitchFamily="18" charset="0"/>
                <a:ea typeface="Noto Serif" panose="02020600060500020200" pitchFamily="18" charset="0"/>
                <a:cs typeface="Noto Serif" panose="02020600060500020200" pitchFamily="18" charset="0"/>
              </a:rPr>
              <a:t> </a:t>
            </a:r>
            <a:r>
              <a:rPr lang="en-US" sz="2400" dirty="0" err="1">
                <a:solidFill>
                  <a:schemeClr val="accent1"/>
                </a:solidFill>
                <a:latin typeface="Noto Serif" panose="02020600060500020200" pitchFamily="18" charset="0"/>
                <a:ea typeface="Noto Serif" panose="02020600060500020200" pitchFamily="18" charset="0"/>
                <a:cs typeface="Noto Serif" panose="02020600060500020200" pitchFamily="18" charset="0"/>
              </a:rPr>
              <a:t>hình</a:t>
            </a:r>
            <a:r>
              <a:rPr lang="en-US" sz="2400" dirty="0">
                <a:solidFill>
                  <a:schemeClr val="accent1"/>
                </a:solidFill>
                <a:latin typeface="Noto Serif" panose="02020600060500020200" pitchFamily="18" charset="0"/>
                <a:ea typeface="Noto Serif" panose="02020600060500020200" pitchFamily="18" charset="0"/>
                <a:cs typeface="Noto Serif" panose="02020600060500020200" pitchFamily="18" charset="0"/>
              </a:rPr>
              <a:t> SSI (Self-Sovereign Identity)</a:t>
            </a:r>
          </a:p>
        </p:txBody>
      </p:sp>
      <p:sp>
        <p:nvSpPr>
          <p:cNvPr id="6" name="TextBox 5">
            <a:extLst>
              <a:ext uri="{FF2B5EF4-FFF2-40B4-BE49-F238E27FC236}">
                <a16:creationId xmlns:a16="http://schemas.microsoft.com/office/drawing/2014/main" id="{6C2913B6-E878-B2B9-D674-C46D3F444A02}"/>
              </a:ext>
            </a:extLst>
          </p:cNvPr>
          <p:cNvSpPr txBox="1"/>
          <p:nvPr/>
        </p:nvSpPr>
        <p:spPr>
          <a:xfrm>
            <a:off x="570634" y="906498"/>
            <a:ext cx="7338580" cy="5139869"/>
          </a:xfrm>
          <a:prstGeom prst="rect">
            <a:avLst/>
          </a:prstGeom>
          <a:noFill/>
        </p:spPr>
        <p:txBody>
          <a:bodyPr wrap="square">
            <a:spAutoFit/>
          </a:bodyPr>
          <a:lstStyle/>
          <a:p>
            <a:pPr>
              <a:buNone/>
            </a:pPr>
            <a:r>
              <a:rPr lang="vi-VN" sz="1600" b="1" dirty="0"/>
              <a:t>2</a:t>
            </a:r>
            <a:r>
              <a:rPr lang="vi-VN" sz="2000" b="1" dirty="0"/>
              <a:t>. Khi nào được coi là SSI? (10 nguyên tắc – Christopher Allen)</a:t>
            </a:r>
            <a:endParaRPr lang="en-US" sz="2000" b="1" dirty="0"/>
          </a:p>
          <a:p>
            <a:pPr>
              <a:buNone/>
            </a:pPr>
            <a:endParaRPr lang="vi-VN" sz="1600" b="1" dirty="0"/>
          </a:p>
          <a:p>
            <a:pPr>
              <a:buNone/>
            </a:pPr>
            <a:r>
              <a:rPr lang="vi-VN" sz="1600" dirty="0"/>
              <a:t>Có thể chia thành 3 nhóm:</a:t>
            </a:r>
            <a:endParaRPr lang="en-US" sz="1600" dirty="0"/>
          </a:p>
          <a:p>
            <a:pPr>
              <a:buNone/>
            </a:pPr>
            <a:endParaRPr lang="vi-VN" sz="1600" dirty="0"/>
          </a:p>
          <a:p>
            <a:pPr>
              <a:buNone/>
            </a:pPr>
            <a:r>
              <a:rPr lang="vi-VN" sz="1600" b="1" dirty="0"/>
              <a:t>(a) Security (bảo mật)</a:t>
            </a:r>
            <a:endParaRPr lang="vi-VN" sz="1600" dirty="0"/>
          </a:p>
          <a:p>
            <a:r>
              <a:rPr lang="vi-VN" sz="1600" b="1" dirty="0"/>
              <a:t>Existence</a:t>
            </a:r>
            <a:r>
              <a:rPr lang="vi-VN" sz="1600" dirty="0"/>
              <a:t>: Định danh chỉ tham chiếu, không thay thế sự tồn tại thật.</a:t>
            </a:r>
          </a:p>
          <a:p>
            <a:r>
              <a:rPr lang="vi-VN" sz="1600" b="1" dirty="0"/>
              <a:t>Protection</a:t>
            </a:r>
            <a:r>
              <a:rPr lang="vi-VN" sz="1600" dirty="0"/>
              <a:t>: Quyền lợi người dùng phải đặt lên trên hết.</a:t>
            </a:r>
            <a:endParaRPr lang="en-US" sz="1600" dirty="0"/>
          </a:p>
          <a:p>
            <a:pPr>
              <a:buFont typeface="Arial" panose="020B0604020202020204" pitchFamily="34" charset="0"/>
              <a:buChar char="•"/>
            </a:pPr>
            <a:endParaRPr lang="vi-VN" sz="1600" dirty="0"/>
          </a:p>
          <a:p>
            <a:pPr>
              <a:buNone/>
            </a:pPr>
            <a:r>
              <a:rPr lang="vi-VN" sz="1600" b="1" dirty="0"/>
              <a:t>(b) Controllability (kiểm soát)</a:t>
            </a:r>
            <a:endParaRPr lang="vi-VN" sz="1600" dirty="0"/>
          </a:p>
          <a:p>
            <a:r>
              <a:rPr lang="vi-VN" sz="1600" b="1" dirty="0"/>
              <a:t>Control</a:t>
            </a:r>
            <a:r>
              <a:rPr lang="vi-VN" sz="1600" dirty="0"/>
              <a:t>: Người dùng kiểm soát toàn bộ dữ liệu (chia sẻ, cập nhật, ẩn giấu…).</a:t>
            </a:r>
          </a:p>
          <a:p>
            <a:r>
              <a:rPr lang="vi-VN" sz="1600" b="1" dirty="0"/>
              <a:t>Access</a:t>
            </a:r>
            <a:r>
              <a:rPr lang="vi-VN" sz="1600" dirty="0"/>
              <a:t>: Người dùng là người duy nhất có quyền truy cập dữ liệu.</a:t>
            </a:r>
          </a:p>
          <a:p>
            <a:r>
              <a:rPr lang="vi-VN" sz="1600" b="1" dirty="0"/>
              <a:t>Transparency</a:t>
            </a:r>
            <a:r>
              <a:rPr lang="vi-VN" sz="1600" dirty="0"/>
              <a:t>: Cách sử dụng định danh phải minh bạch, có thể giám sát.</a:t>
            </a:r>
          </a:p>
          <a:p>
            <a:r>
              <a:rPr lang="vi-VN" sz="1600" b="1" dirty="0"/>
              <a:t>Consent</a:t>
            </a:r>
            <a:r>
              <a:rPr lang="vi-VN" sz="1600" dirty="0"/>
              <a:t>: Mọi hành động chia sẻ thông tin phải có sự đồng ý của người dùng.</a:t>
            </a:r>
          </a:p>
          <a:p>
            <a:r>
              <a:rPr lang="vi-VN" sz="1600" b="1" dirty="0"/>
              <a:t>Minimalization</a:t>
            </a:r>
            <a:r>
              <a:rPr lang="vi-VN" sz="1600" dirty="0"/>
              <a:t>: Chia sẻ thông tin ở mức tối thiểu cần thiết.</a:t>
            </a:r>
            <a:endParaRPr lang="en-US" sz="1600" dirty="0"/>
          </a:p>
          <a:p>
            <a:pPr>
              <a:buFont typeface="Arial" panose="020B0604020202020204" pitchFamily="34" charset="0"/>
              <a:buChar char="•"/>
            </a:pPr>
            <a:endParaRPr lang="vi-VN" sz="1600" dirty="0"/>
          </a:p>
          <a:p>
            <a:pPr>
              <a:buNone/>
            </a:pPr>
            <a:r>
              <a:rPr lang="vi-VN" sz="1600" b="1" dirty="0"/>
              <a:t>(c) Portability (tính di động, bền vững)</a:t>
            </a:r>
            <a:endParaRPr lang="vi-VN" sz="1600" dirty="0"/>
          </a:p>
          <a:p>
            <a:r>
              <a:rPr lang="vi-VN" sz="1600" b="1" dirty="0"/>
              <a:t>Persistence</a:t>
            </a:r>
            <a:r>
              <a:rPr lang="vi-VN" sz="1600" dirty="0"/>
              <a:t>: Định danh phải tồn tại lâu dài, trừ khi người dùng muốn hủy.</a:t>
            </a:r>
          </a:p>
          <a:p>
            <a:r>
              <a:rPr lang="vi-VN" sz="1600" b="1" dirty="0"/>
              <a:t>Portability</a:t>
            </a:r>
            <a:r>
              <a:rPr lang="vi-VN" sz="1600" dirty="0"/>
              <a:t>: Định danh không phụ thuộc vào 1 tổ chức duy nhất.</a:t>
            </a:r>
          </a:p>
          <a:p>
            <a:r>
              <a:rPr lang="vi-VN" sz="1600" b="1" dirty="0"/>
              <a:t>Interoperability</a:t>
            </a:r>
            <a:r>
              <a:rPr lang="vi-VN" sz="1600" dirty="0"/>
              <a:t>: Có thể sử dụng trên nhiều nền tảng, xuyên biên giới.</a:t>
            </a:r>
          </a:p>
        </p:txBody>
      </p:sp>
    </p:spTree>
    <p:extLst>
      <p:ext uri="{BB962C8B-B14F-4D97-AF65-F5344CB8AC3E}">
        <p14:creationId xmlns:p14="http://schemas.microsoft.com/office/powerpoint/2010/main" val="24891171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2B0B564-F2DB-ED66-F690-9DBFD45DAE5A}"/>
              </a:ext>
            </a:extLst>
          </p:cNvPr>
          <p:cNvSpPr txBox="1"/>
          <p:nvPr/>
        </p:nvSpPr>
        <p:spPr>
          <a:xfrm>
            <a:off x="248514" y="67680"/>
            <a:ext cx="6069158" cy="461665"/>
          </a:xfrm>
          <a:prstGeom prst="rect">
            <a:avLst/>
          </a:prstGeom>
          <a:noFill/>
        </p:spPr>
        <p:txBody>
          <a:bodyPr wrap="square">
            <a:spAutoFit/>
          </a:bodyPr>
          <a:lstStyle/>
          <a:p>
            <a:r>
              <a:rPr lang="en-US" sz="2400" dirty="0" err="1">
                <a:solidFill>
                  <a:schemeClr val="accent1"/>
                </a:solidFill>
                <a:latin typeface="Noto Serif" panose="02020600060500020200" pitchFamily="18" charset="0"/>
                <a:ea typeface="Noto Serif" panose="02020600060500020200" pitchFamily="18" charset="0"/>
                <a:cs typeface="Noto Serif" panose="02020600060500020200" pitchFamily="18" charset="0"/>
              </a:rPr>
              <a:t>Mô</a:t>
            </a:r>
            <a:r>
              <a:rPr lang="en-US" sz="2400" dirty="0">
                <a:solidFill>
                  <a:schemeClr val="accent1"/>
                </a:solidFill>
                <a:latin typeface="Noto Serif" panose="02020600060500020200" pitchFamily="18" charset="0"/>
                <a:ea typeface="Noto Serif" panose="02020600060500020200" pitchFamily="18" charset="0"/>
                <a:cs typeface="Noto Serif" panose="02020600060500020200" pitchFamily="18" charset="0"/>
              </a:rPr>
              <a:t> </a:t>
            </a:r>
            <a:r>
              <a:rPr lang="en-US" sz="2400" dirty="0" err="1">
                <a:solidFill>
                  <a:schemeClr val="accent1"/>
                </a:solidFill>
                <a:latin typeface="Noto Serif" panose="02020600060500020200" pitchFamily="18" charset="0"/>
                <a:ea typeface="Noto Serif" panose="02020600060500020200" pitchFamily="18" charset="0"/>
                <a:cs typeface="Noto Serif" panose="02020600060500020200" pitchFamily="18" charset="0"/>
              </a:rPr>
              <a:t>hình</a:t>
            </a:r>
            <a:r>
              <a:rPr lang="en-US" sz="2400" dirty="0">
                <a:solidFill>
                  <a:schemeClr val="accent1"/>
                </a:solidFill>
                <a:latin typeface="Noto Serif" panose="02020600060500020200" pitchFamily="18" charset="0"/>
                <a:ea typeface="Noto Serif" panose="02020600060500020200" pitchFamily="18" charset="0"/>
                <a:cs typeface="Noto Serif" panose="02020600060500020200" pitchFamily="18" charset="0"/>
              </a:rPr>
              <a:t> SSI (Self-Sovereign Identity)</a:t>
            </a:r>
          </a:p>
        </p:txBody>
      </p:sp>
      <p:sp>
        <p:nvSpPr>
          <p:cNvPr id="8" name="TextBox 7">
            <a:extLst>
              <a:ext uri="{FF2B5EF4-FFF2-40B4-BE49-F238E27FC236}">
                <a16:creationId xmlns:a16="http://schemas.microsoft.com/office/drawing/2014/main" id="{C1A5655E-64F1-1974-EE16-AD33487331AA}"/>
              </a:ext>
            </a:extLst>
          </p:cNvPr>
          <p:cNvSpPr txBox="1"/>
          <p:nvPr/>
        </p:nvSpPr>
        <p:spPr>
          <a:xfrm>
            <a:off x="804429" y="3167506"/>
            <a:ext cx="6434571" cy="3539430"/>
          </a:xfrm>
          <a:prstGeom prst="rect">
            <a:avLst/>
          </a:prstGeom>
          <a:noFill/>
        </p:spPr>
        <p:txBody>
          <a:bodyPr wrap="square">
            <a:spAutoFit/>
          </a:bodyPr>
          <a:lstStyle/>
          <a:p>
            <a:r>
              <a:rPr lang="vi-VN" sz="1400" dirty="0"/>
              <a:t>Blockchain biến quá trình xác thực thành </a:t>
            </a:r>
            <a:r>
              <a:rPr lang="vi-VN" sz="1400" b="1" dirty="0"/>
              <a:t>phi tập trung</a:t>
            </a:r>
            <a:r>
              <a:rPr lang="vi-VN" sz="1400" dirty="0"/>
              <a:t>.</a:t>
            </a:r>
          </a:p>
          <a:p>
            <a:r>
              <a:rPr lang="vi-VN" sz="1400" dirty="0"/>
              <a:t>Quan hệ 3 bên trong SSI:</a:t>
            </a:r>
          </a:p>
          <a:p>
            <a:pPr marL="742950" lvl="1" indent="-285750">
              <a:buFont typeface="Arial" panose="020B0604020202020204" pitchFamily="34" charset="0"/>
              <a:buChar char="•"/>
            </a:pPr>
            <a:r>
              <a:rPr lang="vi-VN" sz="1400" b="1" dirty="0"/>
              <a:t>Issuer (nhà phát hành)</a:t>
            </a:r>
            <a:r>
              <a:rPr lang="vi-VN" sz="1400" dirty="0"/>
              <a:t>: cấp chứng chỉ (ví dụ: cơ quan cấp bằng lái).</a:t>
            </a:r>
          </a:p>
          <a:p>
            <a:pPr marL="742950" lvl="1" indent="-285750">
              <a:buFont typeface="Arial" panose="020B0604020202020204" pitchFamily="34" charset="0"/>
              <a:buChar char="•"/>
            </a:pPr>
            <a:r>
              <a:rPr lang="vi-VN" sz="1400" b="1" dirty="0"/>
              <a:t>Owner (chủ sở hữu)</a:t>
            </a:r>
            <a:r>
              <a:rPr lang="vi-VN" sz="1400" dirty="0"/>
              <a:t>: giữ chứng chỉ (người dùng).</a:t>
            </a:r>
          </a:p>
          <a:p>
            <a:pPr marL="742950" lvl="1" indent="-285750">
              <a:buFont typeface="Arial" panose="020B0604020202020204" pitchFamily="34" charset="0"/>
              <a:buChar char="•"/>
            </a:pPr>
            <a:r>
              <a:rPr lang="vi-VN" sz="1400" b="1" dirty="0"/>
              <a:t>Verifier (bên xác minh)</a:t>
            </a:r>
            <a:r>
              <a:rPr lang="vi-VN" sz="1400" dirty="0"/>
              <a:t>: kiểm chứng tính hợp lệ khi cần.</a:t>
            </a:r>
          </a:p>
          <a:p>
            <a:r>
              <a:rPr lang="vi-VN" sz="1400" dirty="0"/>
              <a:t>Blockchain đảm bảo: dữ liệu </a:t>
            </a:r>
            <a:r>
              <a:rPr lang="vi-VN" sz="1400" b="1" dirty="0"/>
              <a:t>bất biến, minh bạch, chống giả mạo</a:t>
            </a:r>
            <a:r>
              <a:rPr lang="vi-VN" sz="1400" dirty="0"/>
              <a:t>.</a:t>
            </a:r>
            <a:endParaRPr lang="en-US" sz="1400" dirty="0"/>
          </a:p>
          <a:p>
            <a:pPr>
              <a:buFont typeface="Arial" panose="020B0604020202020204" pitchFamily="34" charset="0"/>
              <a:buChar char="•"/>
            </a:pPr>
            <a:endParaRPr lang="vi-VN" sz="1400" dirty="0"/>
          </a:p>
          <a:p>
            <a:pPr>
              <a:buNone/>
            </a:pPr>
            <a:r>
              <a:rPr lang="vi-VN" sz="1400" b="1" dirty="0"/>
              <a:t>Ví dụ thuê xe (8 bước)</a:t>
            </a:r>
            <a:r>
              <a:rPr lang="vi-VN" sz="1400" dirty="0"/>
              <a:t>:</a:t>
            </a:r>
          </a:p>
          <a:p>
            <a:pPr>
              <a:buFont typeface="+mj-lt"/>
              <a:buAutoNum type="arabicPeriod"/>
            </a:pPr>
            <a:r>
              <a:rPr lang="vi-VN" sz="1400" dirty="0"/>
              <a:t>Owner (Lâm Huy) xin cấp bằng lái từ Issuer (cơ quan).</a:t>
            </a:r>
          </a:p>
          <a:p>
            <a:pPr>
              <a:buFont typeface="+mj-lt"/>
              <a:buAutoNum type="arabicPeriod"/>
            </a:pPr>
            <a:r>
              <a:rPr lang="vi-VN" sz="1400" dirty="0"/>
              <a:t>Issuer phát hành, ký và gửi bằng lái điện tử.</a:t>
            </a:r>
          </a:p>
          <a:p>
            <a:pPr>
              <a:buFont typeface="+mj-lt"/>
              <a:buAutoNum type="arabicPeriod"/>
            </a:pPr>
            <a:r>
              <a:rPr lang="vi-VN" sz="1400" dirty="0"/>
              <a:t>Owner lưu trữ bằng lái trong ví số.</a:t>
            </a:r>
          </a:p>
          <a:p>
            <a:pPr>
              <a:buFont typeface="+mj-lt"/>
              <a:buAutoNum type="arabicPeriod"/>
            </a:pPr>
            <a:r>
              <a:rPr lang="vi-VN" sz="1400" dirty="0"/>
              <a:t>Khi thuê xe, Owner chỉ chia sẻ thông tin cần thiết.</a:t>
            </a:r>
          </a:p>
          <a:p>
            <a:pPr>
              <a:buFont typeface="+mj-lt"/>
              <a:buAutoNum type="arabicPeriod"/>
            </a:pPr>
            <a:r>
              <a:rPr lang="vi-VN" sz="1400" dirty="0"/>
              <a:t>Verifier (dịch vụ cho thuê xe) kiểm chứng qua blockchain.</a:t>
            </a:r>
          </a:p>
          <a:p>
            <a:pPr>
              <a:buFont typeface="+mj-lt"/>
              <a:buAutoNum type="arabicPeriod"/>
            </a:pPr>
            <a:r>
              <a:rPr lang="vi-VN" sz="1400" dirty="0"/>
              <a:t>Thành công → giao dịch hoàn tất.</a:t>
            </a:r>
          </a:p>
          <a:p>
            <a:pPr>
              <a:buNone/>
            </a:pPr>
            <a:r>
              <a:rPr lang="vi-VN" sz="1400" dirty="0"/>
              <a:t>=&gt; </a:t>
            </a:r>
            <a:r>
              <a:rPr lang="vi-VN" sz="1400" b="1" dirty="0"/>
              <a:t>Lợi ích</a:t>
            </a:r>
            <a:r>
              <a:rPr lang="vi-VN" sz="1400" dirty="0"/>
              <a:t>: Không cần đưa toàn bộ thông tin cá nhân, vẫn chứng minh đủ điều kiện.</a:t>
            </a:r>
          </a:p>
        </p:txBody>
      </p:sp>
      <p:sp>
        <p:nvSpPr>
          <p:cNvPr id="10" name="TextBox 9">
            <a:extLst>
              <a:ext uri="{FF2B5EF4-FFF2-40B4-BE49-F238E27FC236}">
                <a16:creationId xmlns:a16="http://schemas.microsoft.com/office/drawing/2014/main" id="{407D3DB5-50E7-9CF0-54B4-D2120CF9A036}"/>
              </a:ext>
            </a:extLst>
          </p:cNvPr>
          <p:cNvSpPr txBox="1"/>
          <p:nvPr/>
        </p:nvSpPr>
        <p:spPr>
          <a:xfrm>
            <a:off x="342035" y="529345"/>
            <a:ext cx="4587586" cy="400110"/>
          </a:xfrm>
          <a:prstGeom prst="rect">
            <a:avLst/>
          </a:prstGeom>
          <a:noFill/>
        </p:spPr>
        <p:txBody>
          <a:bodyPr wrap="square">
            <a:spAutoFit/>
          </a:bodyPr>
          <a:lstStyle/>
          <a:p>
            <a:pPr>
              <a:buNone/>
            </a:pPr>
            <a:r>
              <a:rPr lang="vi-VN" sz="2000" b="1" dirty="0">
                <a:latin typeface="Noto Serif" panose="02020600060500020200" pitchFamily="18" charset="0"/>
                <a:ea typeface="Noto Serif" panose="02020600060500020200" pitchFamily="18" charset="0"/>
                <a:cs typeface="Noto Serif" panose="02020600060500020200" pitchFamily="18" charset="0"/>
              </a:rPr>
              <a:t>3. SSI trong Blockchain</a:t>
            </a:r>
          </a:p>
        </p:txBody>
      </p:sp>
      <p:pic>
        <p:nvPicPr>
          <p:cNvPr id="11" name="Picture 10" descr="A diagram of a phone and a document&#10;&#10;AI-generated content may be incorrect.">
            <a:extLst>
              <a:ext uri="{FF2B5EF4-FFF2-40B4-BE49-F238E27FC236}">
                <a16:creationId xmlns:a16="http://schemas.microsoft.com/office/drawing/2014/main" id="{63EBF6CE-2CE7-A5BB-D669-633CB2F0CE0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83073" y="929455"/>
            <a:ext cx="5400040" cy="2051685"/>
          </a:xfrm>
          <a:prstGeom prst="rect">
            <a:avLst/>
          </a:prstGeom>
          <a:noFill/>
          <a:ln>
            <a:noFill/>
          </a:ln>
        </p:spPr>
      </p:pic>
    </p:spTree>
    <p:extLst>
      <p:ext uri="{BB962C8B-B14F-4D97-AF65-F5344CB8AC3E}">
        <p14:creationId xmlns:p14="http://schemas.microsoft.com/office/powerpoint/2010/main" val="33834475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6A607E2-AC98-40BD-0D47-01E235A8698F}"/>
              </a:ext>
            </a:extLst>
          </p:cNvPr>
          <p:cNvSpPr txBox="1"/>
          <p:nvPr/>
        </p:nvSpPr>
        <p:spPr>
          <a:xfrm>
            <a:off x="549851" y="288121"/>
            <a:ext cx="6502111" cy="461665"/>
          </a:xfrm>
          <a:prstGeom prst="rect">
            <a:avLst/>
          </a:prstGeom>
          <a:noFill/>
        </p:spPr>
        <p:txBody>
          <a:bodyPr wrap="square">
            <a:spAutoFit/>
          </a:bodyPr>
          <a:lstStyle/>
          <a:p>
            <a:r>
              <a:rPr lang="en-US" sz="2400" dirty="0" err="1">
                <a:solidFill>
                  <a:schemeClr val="accent1"/>
                </a:solidFill>
                <a:latin typeface="Noto Serif" panose="02020600060500020200" pitchFamily="18" charset="0"/>
                <a:ea typeface="Noto Serif" panose="02020600060500020200" pitchFamily="18" charset="0"/>
                <a:cs typeface="Noto Serif" panose="02020600060500020200" pitchFamily="18" charset="0"/>
              </a:rPr>
              <a:t>Mô</a:t>
            </a:r>
            <a:r>
              <a:rPr lang="en-US" sz="2400" dirty="0">
                <a:solidFill>
                  <a:schemeClr val="accent1"/>
                </a:solidFill>
                <a:latin typeface="Noto Serif" panose="02020600060500020200" pitchFamily="18" charset="0"/>
                <a:ea typeface="Noto Serif" panose="02020600060500020200" pitchFamily="18" charset="0"/>
                <a:cs typeface="Noto Serif" panose="02020600060500020200" pitchFamily="18" charset="0"/>
              </a:rPr>
              <a:t> </a:t>
            </a:r>
            <a:r>
              <a:rPr lang="en-US" sz="2400" dirty="0" err="1">
                <a:solidFill>
                  <a:schemeClr val="accent1"/>
                </a:solidFill>
                <a:latin typeface="Noto Serif" panose="02020600060500020200" pitchFamily="18" charset="0"/>
                <a:ea typeface="Noto Serif" panose="02020600060500020200" pitchFamily="18" charset="0"/>
                <a:cs typeface="Noto Serif" panose="02020600060500020200" pitchFamily="18" charset="0"/>
              </a:rPr>
              <a:t>hình</a:t>
            </a:r>
            <a:r>
              <a:rPr lang="en-US" sz="2400" dirty="0">
                <a:solidFill>
                  <a:schemeClr val="accent1"/>
                </a:solidFill>
                <a:latin typeface="Noto Serif" panose="02020600060500020200" pitchFamily="18" charset="0"/>
                <a:ea typeface="Noto Serif" panose="02020600060500020200" pitchFamily="18" charset="0"/>
                <a:cs typeface="Noto Serif" panose="02020600060500020200" pitchFamily="18" charset="0"/>
              </a:rPr>
              <a:t> DID (Decentralized Identifier)</a:t>
            </a:r>
          </a:p>
        </p:txBody>
      </p:sp>
      <p:sp>
        <p:nvSpPr>
          <p:cNvPr id="6" name="TextBox 5">
            <a:extLst>
              <a:ext uri="{FF2B5EF4-FFF2-40B4-BE49-F238E27FC236}">
                <a16:creationId xmlns:a16="http://schemas.microsoft.com/office/drawing/2014/main" id="{EA068A8C-2A2C-C36D-BB1C-DA9B3ECF6A0F}"/>
              </a:ext>
            </a:extLst>
          </p:cNvPr>
          <p:cNvSpPr txBox="1"/>
          <p:nvPr/>
        </p:nvSpPr>
        <p:spPr>
          <a:xfrm>
            <a:off x="736888" y="1005509"/>
            <a:ext cx="6502112" cy="3416320"/>
          </a:xfrm>
          <a:prstGeom prst="rect">
            <a:avLst/>
          </a:prstGeom>
          <a:noFill/>
        </p:spPr>
        <p:txBody>
          <a:bodyPr wrap="square">
            <a:spAutoFit/>
          </a:bodyPr>
          <a:lstStyle/>
          <a:p>
            <a:pPr marL="342900" indent="-342900">
              <a:buAutoNum type="arabicPeriod"/>
            </a:pPr>
            <a:r>
              <a:rPr lang="vi-VN" sz="2000" b="1" dirty="0">
                <a:latin typeface="Noto Serif" panose="02020600060500020200" pitchFamily="18" charset="0"/>
                <a:ea typeface="Noto Serif" panose="02020600060500020200" pitchFamily="18" charset="0"/>
                <a:cs typeface="Noto Serif" panose="02020600060500020200" pitchFamily="18" charset="0"/>
              </a:rPr>
              <a:t>DID là gì?</a:t>
            </a:r>
            <a:endParaRPr lang="en-US" sz="2000" b="1" dirty="0">
              <a:latin typeface="Noto Serif" panose="02020600060500020200" pitchFamily="18" charset="0"/>
              <a:ea typeface="Noto Serif" panose="02020600060500020200" pitchFamily="18" charset="0"/>
              <a:cs typeface="Noto Serif" panose="02020600060500020200" pitchFamily="18" charset="0"/>
            </a:endParaRPr>
          </a:p>
          <a:p>
            <a:pPr marL="342900" indent="-342900">
              <a:buAutoNum type="arabicPeriod"/>
            </a:pPr>
            <a:endParaRPr lang="vi-VN" b="1" dirty="0">
              <a:latin typeface="Noto Serif" panose="02020600060500020200" pitchFamily="18" charset="0"/>
              <a:ea typeface="Noto Serif" panose="02020600060500020200" pitchFamily="18" charset="0"/>
              <a:cs typeface="Noto Serif" panose="02020600060500020200" pitchFamily="18" charset="0"/>
            </a:endParaRPr>
          </a:p>
          <a:p>
            <a:r>
              <a:rPr lang="vi-VN" dirty="0">
                <a:latin typeface="Noto Serif" panose="02020600060500020200" pitchFamily="18" charset="0"/>
                <a:ea typeface="Noto Serif" panose="02020600060500020200" pitchFamily="18" charset="0"/>
                <a:cs typeface="Noto Serif" panose="02020600060500020200" pitchFamily="18" charset="0"/>
              </a:rPr>
              <a:t>Định danh phi tập trung, do người dùng tự tạo, không phụ thuộc nhà cung cấp (Google, Facebook…).</a:t>
            </a:r>
            <a:endParaRPr lang="en-US" dirty="0">
              <a:latin typeface="Noto Serif" panose="02020600060500020200" pitchFamily="18" charset="0"/>
              <a:ea typeface="Noto Serif" panose="02020600060500020200" pitchFamily="18" charset="0"/>
              <a:cs typeface="Noto Serif" panose="02020600060500020200" pitchFamily="18" charset="0"/>
            </a:endParaRPr>
          </a:p>
          <a:p>
            <a:pPr>
              <a:buFont typeface="Arial" panose="020B0604020202020204" pitchFamily="34" charset="0"/>
              <a:buChar char="•"/>
            </a:pPr>
            <a:endParaRPr lang="vi-VN" dirty="0">
              <a:latin typeface="Noto Serif" panose="02020600060500020200" pitchFamily="18" charset="0"/>
              <a:ea typeface="Noto Serif" panose="02020600060500020200" pitchFamily="18" charset="0"/>
              <a:cs typeface="Noto Serif" panose="02020600060500020200" pitchFamily="18" charset="0"/>
            </a:endParaRPr>
          </a:p>
          <a:p>
            <a:r>
              <a:rPr lang="vi-VN" dirty="0">
                <a:latin typeface="Noto Serif" panose="02020600060500020200" pitchFamily="18" charset="0"/>
                <a:ea typeface="Noto Serif" panose="02020600060500020200" pitchFamily="18" charset="0"/>
                <a:cs typeface="Noto Serif" panose="02020600060500020200" pitchFamily="18" charset="0"/>
              </a:rPr>
              <a:t>Xác minh bằng chữ ký số và chứng cứ mật mã.</a:t>
            </a:r>
            <a:endParaRPr lang="en-US" dirty="0">
              <a:latin typeface="Noto Serif" panose="02020600060500020200" pitchFamily="18" charset="0"/>
              <a:ea typeface="Noto Serif" panose="02020600060500020200" pitchFamily="18" charset="0"/>
              <a:cs typeface="Noto Serif" panose="02020600060500020200" pitchFamily="18" charset="0"/>
            </a:endParaRPr>
          </a:p>
          <a:p>
            <a:pPr>
              <a:buFont typeface="Arial" panose="020B0604020202020204" pitchFamily="34" charset="0"/>
              <a:buChar char="•"/>
            </a:pPr>
            <a:endParaRPr lang="vi-VN" dirty="0">
              <a:latin typeface="Noto Serif" panose="02020600060500020200" pitchFamily="18" charset="0"/>
              <a:ea typeface="Noto Serif" panose="02020600060500020200" pitchFamily="18" charset="0"/>
              <a:cs typeface="Noto Serif" panose="02020600060500020200" pitchFamily="18" charset="0"/>
            </a:endParaRPr>
          </a:p>
          <a:p>
            <a:r>
              <a:rPr lang="vi-VN" dirty="0">
                <a:latin typeface="Noto Serif" panose="02020600060500020200" pitchFamily="18" charset="0"/>
                <a:ea typeface="Noto Serif" panose="02020600060500020200" pitchFamily="18" charset="0"/>
                <a:cs typeface="Noto Serif" panose="02020600060500020200" pitchFamily="18" charset="0"/>
              </a:rPr>
              <a:t>Người dùng có thể tạo nhiều DID khác nhau cho nhiều mục đích/bối cảnh.</a:t>
            </a:r>
            <a:endParaRPr lang="en-US" dirty="0">
              <a:latin typeface="Noto Serif" panose="02020600060500020200" pitchFamily="18" charset="0"/>
              <a:ea typeface="Noto Serif" panose="02020600060500020200" pitchFamily="18" charset="0"/>
              <a:cs typeface="Noto Serif" panose="02020600060500020200" pitchFamily="18" charset="0"/>
            </a:endParaRPr>
          </a:p>
          <a:p>
            <a:pPr>
              <a:buFont typeface="Arial" panose="020B0604020202020204" pitchFamily="34" charset="0"/>
              <a:buChar char="•"/>
            </a:pPr>
            <a:endParaRPr lang="vi-VN" dirty="0">
              <a:latin typeface="Noto Serif" panose="02020600060500020200" pitchFamily="18" charset="0"/>
              <a:ea typeface="Noto Serif" panose="02020600060500020200" pitchFamily="18" charset="0"/>
              <a:cs typeface="Noto Serif" panose="02020600060500020200" pitchFamily="18" charset="0"/>
            </a:endParaRPr>
          </a:p>
          <a:p>
            <a:r>
              <a:rPr lang="vi-VN" dirty="0">
                <a:latin typeface="Noto Serif" panose="02020600060500020200" pitchFamily="18" charset="0"/>
                <a:ea typeface="Noto Serif" panose="02020600060500020200" pitchFamily="18" charset="0"/>
                <a:cs typeface="Noto Serif" panose="02020600060500020200" pitchFamily="18" charset="0"/>
              </a:rPr>
              <a:t>Chỉ tiết lộ thông tin cần thiết, không cần lộ toàn bộ dữ liệu.</a:t>
            </a:r>
          </a:p>
        </p:txBody>
      </p:sp>
    </p:spTree>
    <p:extLst>
      <p:ext uri="{BB962C8B-B14F-4D97-AF65-F5344CB8AC3E}">
        <p14:creationId xmlns:p14="http://schemas.microsoft.com/office/powerpoint/2010/main" val="11288444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A4F7F37-00A9-2311-C193-7CE6BDD231E2}"/>
              </a:ext>
            </a:extLst>
          </p:cNvPr>
          <p:cNvSpPr txBox="1"/>
          <p:nvPr/>
        </p:nvSpPr>
        <p:spPr>
          <a:xfrm>
            <a:off x="409573" y="238734"/>
            <a:ext cx="6450157" cy="461665"/>
          </a:xfrm>
          <a:prstGeom prst="rect">
            <a:avLst/>
          </a:prstGeom>
          <a:noFill/>
        </p:spPr>
        <p:txBody>
          <a:bodyPr wrap="square">
            <a:spAutoFit/>
          </a:bodyPr>
          <a:lstStyle/>
          <a:p>
            <a:r>
              <a:rPr lang="en-US" sz="2400" dirty="0" err="1">
                <a:solidFill>
                  <a:schemeClr val="accent1"/>
                </a:solidFill>
                <a:latin typeface="Noto Serif" panose="02020600060500020200" pitchFamily="18" charset="0"/>
                <a:ea typeface="Noto Serif" panose="02020600060500020200" pitchFamily="18" charset="0"/>
                <a:cs typeface="Noto Serif" panose="02020600060500020200" pitchFamily="18" charset="0"/>
              </a:rPr>
              <a:t>Mô</a:t>
            </a:r>
            <a:r>
              <a:rPr lang="en-US" sz="2400" dirty="0">
                <a:solidFill>
                  <a:schemeClr val="accent1"/>
                </a:solidFill>
                <a:latin typeface="Noto Serif" panose="02020600060500020200" pitchFamily="18" charset="0"/>
                <a:ea typeface="Noto Serif" panose="02020600060500020200" pitchFamily="18" charset="0"/>
                <a:cs typeface="Noto Serif" panose="02020600060500020200" pitchFamily="18" charset="0"/>
              </a:rPr>
              <a:t> </a:t>
            </a:r>
            <a:r>
              <a:rPr lang="en-US" sz="2400" dirty="0" err="1">
                <a:solidFill>
                  <a:schemeClr val="accent1"/>
                </a:solidFill>
                <a:latin typeface="Noto Serif" panose="02020600060500020200" pitchFamily="18" charset="0"/>
                <a:ea typeface="Noto Serif" panose="02020600060500020200" pitchFamily="18" charset="0"/>
                <a:cs typeface="Noto Serif" panose="02020600060500020200" pitchFamily="18" charset="0"/>
              </a:rPr>
              <a:t>hình</a:t>
            </a:r>
            <a:r>
              <a:rPr lang="en-US" sz="2400" dirty="0">
                <a:solidFill>
                  <a:schemeClr val="accent1"/>
                </a:solidFill>
                <a:latin typeface="Noto Serif" panose="02020600060500020200" pitchFamily="18" charset="0"/>
                <a:ea typeface="Noto Serif" panose="02020600060500020200" pitchFamily="18" charset="0"/>
                <a:cs typeface="Noto Serif" panose="02020600060500020200" pitchFamily="18" charset="0"/>
              </a:rPr>
              <a:t> DID (Decentralized Identifier)</a:t>
            </a:r>
          </a:p>
        </p:txBody>
      </p:sp>
      <p:sp>
        <p:nvSpPr>
          <p:cNvPr id="6" name="TextBox 5">
            <a:extLst>
              <a:ext uri="{FF2B5EF4-FFF2-40B4-BE49-F238E27FC236}">
                <a16:creationId xmlns:a16="http://schemas.microsoft.com/office/drawing/2014/main" id="{DCAC86DB-9500-AE4E-8E3A-2D19A10F0D34}"/>
              </a:ext>
            </a:extLst>
          </p:cNvPr>
          <p:cNvSpPr txBox="1"/>
          <p:nvPr/>
        </p:nvSpPr>
        <p:spPr>
          <a:xfrm>
            <a:off x="617392" y="768472"/>
            <a:ext cx="4587586" cy="400110"/>
          </a:xfrm>
          <a:prstGeom prst="rect">
            <a:avLst/>
          </a:prstGeom>
          <a:noFill/>
        </p:spPr>
        <p:txBody>
          <a:bodyPr wrap="square">
            <a:spAutoFit/>
          </a:bodyPr>
          <a:lstStyle/>
          <a:p>
            <a:r>
              <a:rPr lang="en-US" sz="2000" b="1" dirty="0"/>
              <a:t>2. </a:t>
            </a:r>
            <a:r>
              <a:rPr lang="en-US" sz="2000" b="1" dirty="0" err="1"/>
              <a:t>Cách</a:t>
            </a:r>
            <a:r>
              <a:rPr lang="en-US" sz="2000" b="1" dirty="0"/>
              <a:t> DID </a:t>
            </a:r>
            <a:r>
              <a:rPr lang="en-US" sz="2000" b="1" dirty="0" err="1"/>
              <a:t>hoạt</a:t>
            </a:r>
            <a:r>
              <a:rPr lang="en-US" sz="2000" b="1" dirty="0"/>
              <a:t> </a:t>
            </a:r>
            <a:r>
              <a:rPr lang="en-US" sz="2000" b="1" dirty="0" err="1"/>
              <a:t>động</a:t>
            </a:r>
            <a:endParaRPr lang="en-US" sz="2000" b="1" dirty="0"/>
          </a:p>
        </p:txBody>
      </p:sp>
      <p:sp>
        <p:nvSpPr>
          <p:cNvPr id="8" name="TextBox 7">
            <a:extLst>
              <a:ext uri="{FF2B5EF4-FFF2-40B4-BE49-F238E27FC236}">
                <a16:creationId xmlns:a16="http://schemas.microsoft.com/office/drawing/2014/main" id="{FD11CAD2-4F60-B7D5-1285-55E35F1AB11D}"/>
              </a:ext>
            </a:extLst>
          </p:cNvPr>
          <p:cNvSpPr txBox="1"/>
          <p:nvPr/>
        </p:nvSpPr>
        <p:spPr>
          <a:xfrm>
            <a:off x="117332" y="1288916"/>
            <a:ext cx="7234236" cy="1411027"/>
          </a:xfrm>
          <a:prstGeom prst="rect">
            <a:avLst/>
          </a:prstGeom>
          <a:noFill/>
        </p:spPr>
        <p:txBody>
          <a:bodyPr wrap="square">
            <a:spAutoFit/>
          </a:bodyPr>
          <a:lstStyle/>
          <a:p>
            <a:pPr marL="457200" algn="just">
              <a:lnSpc>
                <a:spcPct val="110000"/>
              </a:lnSpc>
              <a:spcBef>
                <a:spcPts val="300"/>
              </a:spcBef>
            </a:pPr>
            <a:r>
              <a:rPr lang="en-US" dirty="0" err="1">
                <a:solidFill>
                  <a:srgbClr val="000000"/>
                </a:solidFill>
                <a:latin typeface="Noto Serif" panose="02020600060500020200" pitchFamily="18" charset="0"/>
                <a:ea typeface="Noto Serif" panose="02020600060500020200" pitchFamily="18" charset="0"/>
                <a:cs typeface="Noto Serif" panose="02020600060500020200" pitchFamily="18" charset="0"/>
              </a:rPr>
              <a:t>Một</a:t>
            </a:r>
            <a:r>
              <a:rPr lang="en-US" dirty="0">
                <a:solidFill>
                  <a:srgbClr val="000000"/>
                </a:solidFill>
                <a:latin typeface="Noto Serif" panose="02020600060500020200" pitchFamily="18" charset="0"/>
                <a:ea typeface="Noto Serif" panose="02020600060500020200" pitchFamily="18" charset="0"/>
                <a:cs typeface="Noto Serif" panose="02020600060500020200" pitchFamily="18" charset="0"/>
              </a:rPr>
              <a:t> DID </a:t>
            </a:r>
            <a:r>
              <a:rPr lang="en-US" dirty="0" err="1">
                <a:solidFill>
                  <a:srgbClr val="000000"/>
                </a:solidFill>
                <a:latin typeface="Noto Serif" panose="02020600060500020200" pitchFamily="18" charset="0"/>
                <a:ea typeface="Noto Serif" panose="02020600060500020200" pitchFamily="18" charset="0"/>
                <a:cs typeface="Noto Serif" panose="02020600060500020200" pitchFamily="18" charset="0"/>
              </a:rPr>
              <a:t>là</a:t>
            </a:r>
            <a:r>
              <a:rPr lang="en-US" dirty="0">
                <a:solidFill>
                  <a:srgbClr val="000000"/>
                </a:solidFill>
                <a:latin typeface="Noto Serif" panose="02020600060500020200" pitchFamily="18" charset="0"/>
                <a:ea typeface="Noto Serif" panose="02020600060500020200" pitchFamily="18" charset="0"/>
                <a:cs typeface="Noto Serif" panose="02020600060500020200" pitchFamily="18" charset="0"/>
              </a:rPr>
              <a:t> </a:t>
            </a:r>
            <a:r>
              <a:rPr lang="en-US" dirty="0" err="1">
                <a:solidFill>
                  <a:srgbClr val="000000"/>
                </a:solidFill>
                <a:latin typeface="Noto Serif" panose="02020600060500020200" pitchFamily="18" charset="0"/>
                <a:ea typeface="Noto Serif" panose="02020600060500020200" pitchFamily="18" charset="0"/>
                <a:cs typeface="Noto Serif" panose="02020600060500020200" pitchFamily="18" charset="0"/>
              </a:rPr>
              <a:t>một</a:t>
            </a:r>
            <a:r>
              <a:rPr lang="en-US" dirty="0">
                <a:solidFill>
                  <a:srgbClr val="000000"/>
                </a:solidFill>
                <a:latin typeface="Noto Serif" panose="02020600060500020200" pitchFamily="18" charset="0"/>
                <a:ea typeface="Noto Serif" panose="02020600060500020200" pitchFamily="18" charset="0"/>
                <a:cs typeface="Noto Serif" panose="02020600060500020200" pitchFamily="18" charset="0"/>
              </a:rPr>
              <a:t> </a:t>
            </a:r>
            <a:r>
              <a:rPr lang="en-US" dirty="0" err="1">
                <a:solidFill>
                  <a:srgbClr val="000000"/>
                </a:solidFill>
                <a:latin typeface="Noto Serif" panose="02020600060500020200" pitchFamily="18" charset="0"/>
                <a:ea typeface="Noto Serif" panose="02020600060500020200" pitchFamily="18" charset="0"/>
                <a:cs typeface="Noto Serif" panose="02020600060500020200" pitchFamily="18" charset="0"/>
              </a:rPr>
              <a:t>chuỗi</a:t>
            </a:r>
            <a:r>
              <a:rPr lang="en-US" dirty="0">
                <a:solidFill>
                  <a:srgbClr val="000000"/>
                </a:solidFill>
                <a:latin typeface="Noto Serif" panose="02020600060500020200" pitchFamily="18" charset="0"/>
                <a:ea typeface="Noto Serif" panose="02020600060500020200" pitchFamily="18" charset="0"/>
                <a:cs typeface="Noto Serif" panose="02020600060500020200" pitchFamily="18" charset="0"/>
              </a:rPr>
              <a:t> </a:t>
            </a:r>
            <a:r>
              <a:rPr lang="en-US" dirty="0" err="1">
                <a:solidFill>
                  <a:srgbClr val="000000"/>
                </a:solidFill>
                <a:latin typeface="Noto Serif" panose="02020600060500020200" pitchFamily="18" charset="0"/>
                <a:ea typeface="Noto Serif" panose="02020600060500020200" pitchFamily="18" charset="0"/>
                <a:cs typeface="Noto Serif" panose="02020600060500020200" pitchFamily="18" charset="0"/>
              </a:rPr>
              <a:t>văn</a:t>
            </a:r>
            <a:r>
              <a:rPr lang="en-US" dirty="0">
                <a:solidFill>
                  <a:srgbClr val="000000"/>
                </a:solidFill>
                <a:latin typeface="Noto Serif" panose="02020600060500020200" pitchFamily="18" charset="0"/>
                <a:ea typeface="Noto Serif" panose="02020600060500020200" pitchFamily="18" charset="0"/>
                <a:cs typeface="Noto Serif" panose="02020600060500020200" pitchFamily="18" charset="0"/>
              </a:rPr>
              <a:t> </a:t>
            </a:r>
            <a:r>
              <a:rPr lang="en-US" dirty="0" err="1">
                <a:solidFill>
                  <a:srgbClr val="000000"/>
                </a:solidFill>
                <a:latin typeface="Noto Serif" panose="02020600060500020200" pitchFamily="18" charset="0"/>
                <a:ea typeface="Noto Serif" panose="02020600060500020200" pitchFamily="18" charset="0"/>
                <a:cs typeface="Noto Serif" panose="02020600060500020200" pitchFamily="18" charset="0"/>
              </a:rPr>
              <a:t>bản</a:t>
            </a:r>
            <a:r>
              <a:rPr lang="en-US" dirty="0">
                <a:solidFill>
                  <a:srgbClr val="000000"/>
                </a:solidFill>
                <a:latin typeface="Noto Serif" panose="02020600060500020200" pitchFamily="18" charset="0"/>
                <a:ea typeface="Noto Serif" panose="02020600060500020200" pitchFamily="18" charset="0"/>
                <a:cs typeface="Noto Serif" panose="02020600060500020200" pitchFamily="18" charset="0"/>
              </a:rPr>
              <a:t> </a:t>
            </a:r>
            <a:r>
              <a:rPr lang="en-US" dirty="0" err="1">
                <a:solidFill>
                  <a:srgbClr val="000000"/>
                </a:solidFill>
                <a:latin typeface="Noto Serif" panose="02020600060500020200" pitchFamily="18" charset="0"/>
                <a:ea typeface="Noto Serif" panose="02020600060500020200" pitchFamily="18" charset="0"/>
                <a:cs typeface="Noto Serif" panose="02020600060500020200" pitchFamily="18" charset="0"/>
              </a:rPr>
              <a:t>đơn</a:t>
            </a:r>
            <a:r>
              <a:rPr lang="en-US" dirty="0">
                <a:solidFill>
                  <a:srgbClr val="000000"/>
                </a:solidFill>
                <a:latin typeface="Noto Serif" panose="02020600060500020200" pitchFamily="18" charset="0"/>
                <a:ea typeface="Noto Serif" panose="02020600060500020200" pitchFamily="18" charset="0"/>
                <a:cs typeface="Noto Serif" panose="02020600060500020200" pitchFamily="18" charset="0"/>
              </a:rPr>
              <a:t> </a:t>
            </a:r>
            <a:r>
              <a:rPr lang="en-US" dirty="0" err="1">
                <a:solidFill>
                  <a:srgbClr val="000000"/>
                </a:solidFill>
                <a:latin typeface="Noto Serif" panose="02020600060500020200" pitchFamily="18" charset="0"/>
                <a:ea typeface="Noto Serif" panose="02020600060500020200" pitchFamily="18" charset="0"/>
                <a:cs typeface="Noto Serif" panose="02020600060500020200" pitchFamily="18" charset="0"/>
              </a:rPr>
              <a:t>giản</a:t>
            </a:r>
            <a:r>
              <a:rPr lang="en-US" dirty="0">
                <a:solidFill>
                  <a:srgbClr val="000000"/>
                </a:solidFill>
                <a:latin typeface="Noto Serif" panose="02020600060500020200" pitchFamily="18" charset="0"/>
                <a:ea typeface="Noto Serif" panose="02020600060500020200" pitchFamily="18" charset="0"/>
                <a:cs typeface="Noto Serif" panose="02020600060500020200" pitchFamily="18" charset="0"/>
              </a:rPr>
              <a:t> bao </a:t>
            </a:r>
            <a:r>
              <a:rPr lang="en-US" dirty="0" err="1">
                <a:solidFill>
                  <a:srgbClr val="000000"/>
                </a:solidFill>
                <a:latin typeface="Noto Serif" panose="02020600060500020200" pitchFamily="18" charset="0"/>
                <a:ea typeface="Noto Serif" panose="02020600060500020200" pitchFamily="18" charset="0"/>
                <a:cs typeface="Noto Serif" panose="02020600060500020200" pitchFamily="18" charset="0"/>
              </a:rPr>
              <a:t>gồm</a:t>
            </a:r>
            <a:r>
              <a:rPr lang="en-US" dirty="0">
                <a:solidFill>
                  <a:srgbClr val="000000"/>
                </a:solidFill>
                <a:latin typeface="Noto Serif" panose="02020600060500020200" pitchFamily="18" charset="0"/>
                <a:ea typeface="Noto Serif" panose="02020600060500020200" pitchFamily="18" charset="0"/>
                <a:cs typeface="Noto Serif" panose="02020600060500020200" pitchFamily="18" charset="0"/>
              </a:rPr>
              <a:t> 3 </a:t>
            </a:r>
            <a:r>
              <a:rPr lang="en-US" dirty="0" err="1">
                <a:solidFill>
                  <a:srgbClr val="000000"/>
                </a:solidFill>
                <a:latin typeface="Noto Serif" panose="02020600060500020200" pitchFamily="18" charset="0"/>
                <a:ea typeface="Noto Serif" panose="02020600060500020200" pitchFamily="18" charset="0"/>
                <a:cs typeface="Noto Serif" panose="02020600060500020200" pitchFamily="18" charset="0"/>
              </a:rPr>
              <a:t>phần</a:t>
            </a:r>
            <a:r>
              <a:rPr lang="en-US" dirty="0">
                <a:solidFill>
                  <a:srgbClr val="000000"/>
                </a:solidFill>
                <a:latin typeface="Noto Serif" panose="02020600060500020200" pitchFamily="18" charset="0"/>
                <a:ea typeface="Noto Serif" panose="02020600060500020200" pitchFamily="18" charset="0"/>
                <a:cs typeface="Noto Serif" panose="02020600060500020200" pitchFamily="18" charset="0"/>
              </a:rPr>
              <a:t>:</a:t>
            </a:r>
          </a:p>
          <a:p>
            <a:pPr marL="457200" algn="just">
              <a:lnSpc>
                <a:spcPct val="110000"/>
              </a:lnSpc>
              <a:spcBef>
                <a:spcPts val="300"/>
              </a:spcBef>
            </a:pPr>
            <a:r>
              <a:rPr lang="en-US" i="1" dirty="0">
                <a:solidFill>
                  <a:srgbClr val="000000"/>
                </a:solidFill>
                <a:latin typeface="Noto Serif" panose="02020600060500020200" pitchFamily="18" charset="0"/>
                <a:ea typeface="Noto Serif" panose="02020600060500020200" pitchFamily="18" charset="0"/>
                <a:cs typeface="Noto Serif" panose="02020600060500020200" pitchFamily="18" charset="0"/>
              </a:rPr>
              <a:t>Did</a:t>
            </a:r>
            <a:r>
              <a:rPr lang="en-US" dirty="0">
                <a:solidFill>
                  <a:srgbClr val="000000"/>
                </a:solidFill>
                <a:latin typeface="Noto Serif" panose="02020600060500020200" pitchFamily="18" charset="0"/>
                <a:ea typeface="Noto Serif" panose="02020600060500020200" pitchFamily="18" charset="0"/>
                <a:cs typeface="Noto Serif" panose="02020600060500020200" pitchFamily="18" charset="0"/>
              </a:rPr>
              <a:t>: </a:t>
            </a:r>
            <a:r>
              <a:rPr lang="en-US" dirty="0" err="1">
                <a:solidFill>
                  <a:srgbClr val="000000"/>
                </a:solidFill>
                <a:latin typeface="Noto Serif" panose="02020600060500020200" pitchFamily="18" charset="0"/>
                <a:ea typeface="Noto Serif" panose="02020600060500020200" pitchFamily="18" charset="0"/>
                <a:cs typeface="Noto Serif" panose="02020600060500020200" pitchFamily="18" charset="0"/>
              </a:rPr>
              <a:t>Tiền</a:t>
            </a:r>
            <a:r>
              <a:rPr lang="en-US" dirty="0">
                <a:solidFill>
                  <a:srgbClr val="000000"/>
                </a:solidFill>
                <a:latin typeface="Noto Serif" panose="02020600060500020200" pitchFamily="18" charset="0"/>
                <a:ea typeface="Noto Serif" panose="02020600060500020200" pitchFamily="18" charset="0"/>
                <a:cs typeface="Noto Serif" panose="02020600060500020200" pitchFamily="18" charset="0"/>
              </a:rPr>
              <a:t> </a:t>
            </a:r>
            <a:r>
              <a:rPr lang="en-US" dirty="0" err="1">
                <a:solidFill>
                  <a:srgbClr val="000000"/>
                </a:solidFill>
                <a:latin typeface="Noto Serif" panose="02020600060500020200" pitchFamily="18" charset="0"/>
                <a:ea typeface="Noto Serif" panose="02020600060500020200" pitchFamily="18" charset="0"/>
                <a:cs typeface="Noto Serif" panose="02020600060500020200" pitchFamily="18" charset="0"/>
              </a:rPr>
              <a:t>tố</a:t>
            </a:r>
            <a:r>
              <a:rPr lang="en-US" dirty="0">
                <a:solidFill>
                  <a:srgbClr val="000000"/>
                </a:solidFill>
                <a:latin typeface="Noto Serif" panose="02020600060500020200" pitchFamily="18" charset="0"/>
                <a:ea typeface="Noto Serif" panose="02020600060500020200" pitchFamily="18" charset="0"/>
                <a:cs typeface="Noto Serif" panose="02020600060500020200" pitchFamily="18" charset="0"/>
              </a:rPr>
              <a:t> </a:t>
            </a:r>
            <a:r>
              <a:rPr lang="en-US" dirty="0" err="1">
                <a:solidFill>
                  <a:srgbClr val="000000"/>
                </a:solidFill>
                <a:latin typeface="Noto Serif" panose="02020600060500020200" pitchFamily="18" charset="0"/>
                <a:ea typeface="Noto Serif" panose="02020600060500020200" pitchFamily="18" charset="0"/>
                <a:cs typeface="Noto Serif" panose="02020600060500020200" pitchFamily="18" charset="0"/>
              </a:rPr>
              <a:t>bắt</a:t>
            </a:r>
            <a:r>
              <a:rPr lang="en-US" dirty="0">
                <a:solidFill>
                  <a:srgbClr val="000000"/>
                </a:solidFill>
                <a:latin typeface="Noto Serif" panose="02020600060500020200" pitchFamily="18" charset="0"/>
                <a:ea typeface="Noto Serif" panose="02020600060500020200" pitchFamily="18" charset="0"/>
                <a:cs typeface="Noto Serif" panose="02020600060500020200" pitchFamily="18" charset="0"/>
              </a:rPr>
              <a:t> </a:t>
            </a:r>
            <a:r>
              <a:rPr lang="en-US" dirty="0" err="1">
                <a:solidFill>
                  <a:srgbClr val="000000"/>
                </a:solidFill>
                <a:latin typeface="Noto Serif" panose="02020600060500020200" pitchFamily="18" charset="0"/>
                <a:ea typeface="Noto Serif" panose="02020600060500020200" pitchFamily="18" charset="0"/>
                <a:cs typeface="Noto Serif" panose="02020600060500020200" pitchFamily="18" charset="0"/>
              </a:rPr>
              <a:t>buộc</a:t>
            </a:r>
            <a:r>
              <a:rPr lang="en-US" dirty="0">
                <a:solidFill>
                  <a:srgbClr val="000000"/>
                </a:solidFill>
                <a:latin typeface="Noto Serif" panose="02020600060500020200" pitchFamily="18" charset="0"/>
                <a:ea typeface="Noto Serif" panose="02020600060500020200" pitchFamily="18" charset="0"/>
                <a:cs typeface="Noto Serif" panose="02020600060500020200" pitchFamily="18" charset="0"/>
              </a:rPr>
              <a:t>, </a:t>
            </a:r>
            <a:r>
              <a:rPr lang="en-US" dirty="0" err="1">
                <a:solidFill>
                  <a:srgbClr val="000000"/>
                </a:solidFill>
                <a:latin typeface="Noto Serif" panose="02020600060500020200" pitchFamily="18" charset="0"/>
                <a:ea typeface="Noto Serif" panose="02020600060500020200" pitchFamily="18" charset="0"/>
                <a:cs typeface="Noto Serif" panose="02020600060500020200" pitchFamily="18" charset="0"/>
              </a:rPr>
              <a:t>là</a:t>
            </a:r>
            <a:r>
              <a:rPr lang="en-US" dirty="0">
                <a:solidFill>
                  <a:srgbClr val="000000"/>
                </a:solidFill>
                <a:latin typeface="Noto Serif" panose="02020600060500020200" pitchFamily="18" charset="0"/>
                <a:ea typeface="Noto Serif" panose="02020600060500020200" pitchFamily="18" charset="0"/>
                <a:cs typeface="Noto Serif" panose="02020600060500020200" pitchFamily="18" charset="0"/>
              </a:rPr>
              <a:t> </a:t>
            </a:r>
            <a:r>
              <a:rPr lang="en-US" dirty="0" err="1">
                <a:solidFill>
                  <a:srgbClr val="000000"/>
                </a:solidFill>
                <a:latin typeface="Noto Serif" panose="02020600060500020200" pitchFamily="18" charset="0"/>
                <a:ea typeface="Noto Serif" panose="02020600060500020200" pitchFamily="18" charset="0"/>
                <a:cs typeface="Noto Serif" panose="02020600060500020200" pitchFamily="18" charset="0"/>
              </a:rPr>
              <a:t>bộ</a:t>
            </a:r>
            <a:r>
              <a:rPr lang="en-US" dirty="0">
                <a:solidFill>
                  <a:srgbClr val="000000"/>
                </a:solidFill>
                <a:latin typeface="Noto Serif" panose="02020600060500020200" pitchFamily="18" charset="0"/>
                <a:ea typeface="Noto Serif" panose="02020600060500020200" pitchFamily="18" charset="0"/>
                <a:cs typeface="Noto Serif" panose="02020600060500020200" pitchFamily="18" charset="0"/>
              </a:rPr>
              <a:t> </a:t>
            </a:r>
            <a:r>
              <a:rPr lang="en-US" dirty="0" err="1">
                <a:solidFill>
                  <a:srgbClr val="000000"/>
                </a:solidFill>
                <a:latin typeface="Noto Serif" panose="02020600060500020200" pitchFamily="18" charset="0"/>
                <a:ea typeface="Noto Serif" panose="02020600060500020200" pitchFamily="18" charset="0"/>
                <a:cs typeface="Noto Serif" panose="02020600060500020200" pitchFamily="18" charset="0"/>
              </a:rPr>
              <a:t>nhận</a:t>
            </a:r>
            <a:r>
              <a:rPr lang="en-US" dirty="0">
                <a:solidFill>
                  <a:srgbClr val="000000"/>
                </a:solidFill>
                <a:latin typeface="Noto Serif" panose="02020600060500020200" pitchFamily="18" charset="0"/>
                <a:ea typeface="Noto Serif" panose="02020600060500020200" pitchFamily="18" charset="0"/>
                <a:cs typeface="Noto Serif" panose="02020600060500020200" pitchFamily="18" charset="0"/>
              </a:rPr>
              <a:t> </a:t>
            </a:r>
            <a:r>
              <a:rPr lang="en-US" dirty="0" err="1">
                <a:solidFill>
                  <a:srgbClr val="000000"/>
                </a:solidFill>
                <a:latin typeface="Noto Serif" panose="02020600060500020200" pitchFamily="18" charset="0"/>
                <a:ea typeface="Noto Serif" panose="02020600060500020200" pitchFamily="18" charset="0"/>
                <a:cs typeface="Noto Serif" panose="02020600060500020200" pitchFamily="18" charset="0"/>
              </a:rPr>
              <a:t>dạng</a:t>
            </a:r>
            <a:r>
              <a:rPr lang="en-US" dirty="0">
                <a:solidFill>
                  <a:srgbClr val="000000"/>
                </a:solidFill>
                <a:latin typeface="Noto Serif" panose="02020600060500020200" pitchFamily="18" charset="0"/>
                <a:ea typeface="Noto Serif" panose="02020600060500020200" pitchFamily="18" charset="0"/>
                <a:cs typeface="Noto Serif" panose="02020600060500020200" pitchFamily="18" charset="0"/>
              </a:rPr>
              <a:t> URL</a:t>
            </a:r>
          </a:p>
          <a:p>
            <a:pPr marL="457200" algn="just">
              <a:lnSpc>
                <a:spcPct val="110000"/>
              </a:lnSpc>
              <a:spcBef>
                <a:spcPts val="300"/>
              </a:spcBef>
            </a:pPr>
            <a:r>
              <a:rPr lang="en-US" i="1" dirty="0">
                <a:solidFill>
                  <a:srgbClr val="000000"/>
                </a:solidFill>
                <a:latin typeface="Noto Serif" panose="02020600060500020200" pitchFamily="18" charset="0"/>
                <a:ea typeface="Noto Serif" panose="02020600060500020200" pitchFamily="18" charset="0"/>
                <a:cs typeface="Noto Serif" panose="02020600060500020200" pitchFamily="18" charset="0"/>
              </a:rPr>
              <a:t>Method</a:t>
            </a:r>
            <a:r>
              <a:rPr lang="en-US" dirty="0">
                <a:solidFill>
                  <a:srgbClr val="000000"/>
                </a:solidFill>
                <a:latin typeface="Noto Serif" panose="02020600060500020200" pitchFamily="18" charset="0"/>
                <a:ea typeface="Noto Serif" panose="02020600060500020200" pitchFamily="18" charset="0"/>
                <a:cs typeface="Noto Serif" panose="02020600060500020200" pitchFamily="18" charset="0"/>
              </a:rPr>
              <a:t>: </a:t>
            </a:r>
            <a:r>
              <a:rPr lang="en-US" dirty="0" err="1">
                <a:solidFill>
                  <a:srgbClr val="000000"/>
                </a:solidFill>
                <a:latin typeface="Noto Serif" panose="02020600060500020200" pitchFamily="18" charset="0"/>
                <a:ea typeface="Noto Serif" panose="02020600060500020200" pitchFamily="18" charset="0"/>
                <a:cs typeface="Noto Serif" panose="02020600060500020200" pitchFamily="18" charset="0"/>
              </a:rPr>
              <a:t>Bộ</a:t>
            </a:r>
            <a:r>
              <a:rPr lang="en-US" dirty="0">
                <a:solidFill>
                  <a:srgbClr val="000000"/>
                </a:solidFill>
                <a:latin typeface="Noto Serif" panose="02020600060500020200" pitchFamily="18" charset="0"/>
                <a:ea typeface="Noto Serif" panose="02020600060500020200" pitchFamily="18" charset="0"/>
                <a:cs typeface="Noto Serif" panose="02020600060500020200" pitchFamily="18" charset="0"/>
              </a:rPr>
              <a:t> </a:t>
            </a:r>
            <a:r>
              <a:rPr lang="en-US" dirty="0" err="1">
                <a:solidFill>
                  <a:srgbClr val="000000"/>
                </a:solidFill>
                <a:latin typeface="Noto Serif" panose="02020600060500020200" pitchFamily="18" charset="0"/>
                <a:ea typeface="Noto Serif" panose="02020600060500020200" pitchFamily="18" charset="0"/>
                <a:cs typeface="Noto Serif" panose="02020600060500020200" pitchFamily="18" charset="0"/>
              </a:rPr>
              <a:t>nhận</a:t>
            </a:r>
            <a:r>
              <a:rPr lang="en-US" dirty="0">
                <a:solidFill>
                  <a:srgbClr val="000000"/>
                </a:solidFill>
                <a:latin typeface="Noto Serif" panose="02020600060500020200" pitchFamily="18" charset="0"/>
                <a:ea typeface="Noto Serif" panose="02020600060500020200" pitchFamily="18" charset="0"/>
                <a:cs typeface="Noto Serif" panose="02020600060500020200" pitchFamily="18" charset="0"/>
              </a:rPr>
              <a:t> </a:t>
            </a:r>
            <a:r>
              <a:rPr lang="en-US" dirty="0" err="1">
                <a:solidFill>
                  <a:srgbClr val="000000"/>
                </a:solidFill>
                <a:latin typeface="Noto Serif" panose="02020600060500020200" pitchFamily="18" charset="0"/>
                <a:ea typeface="Noto Serif" panose="02020600060500020200" pitchFamily="18" charset="0"/>
                <a:cs typeface="Noto Serif" panose="02020600060500020200" pitchFamily="18" charset="0"/>
              </a:rPr>
              <a:t>dạng</a:t>
            </a:r>
            <a:r>
              <a:rPr lang="en-US" dirty="0">
                <a:solidFill>
                  <a:srgbClr val="000000"/>
                </a:solidFill>
                <a:latin typeface="Noto Serif" panose="02020600060500020200" pitchFamily="18" charset="0"/>
                <a:ea typeface="Noto Serif" panose="02020600060500020200" pitchFamily="18" charset="0"/>
                <a:cs typeface="Noto Serif" panose="02020600060500020200" pitchFamily="18" charset="0"/>
              </a:rPr>
              <a:t> </a:t>
            </a:r>
            <a:r>
              <a:rPr lang="en-US" dirty="0" err="1">
                <a:solidFill>
                  <a:srgbClr val="000000"/>
                </a:solidFill>
                <a:latin typeface="Noto Serif" panose="02020600060500020200" pitchFamily="18" charset="0"/>
                <a:ea typeface="Noto Serif" panose="02020600060500020200" pitchFamily="18" charset="0"/>
                <a:cs typeface="Noto Serif" panose="02020600060500020200" pitchFamily="18" charset="0"/>
              </a:rPr>
              <a:t>phương</a:t>
            </a:r>
            <a:r>
              <a:rPr lang="en-US" dirty="0">
                <a:solidFill>
                  <a:srgbClr val="000000"/>
                </a:solidFill>
                <a:latin typeface="Noto Serif" panose="02020600060500020200" pitchFamily="18" charset="0"/>
                <a:ea typeface="Noto Serif" panose="02020600060500020200" pitchFamily="18" charset="0"/>
                <a:cs typeface="Noto Serif" panose="02020600060500020200" pitchFamily="18" charset="0"/>
              </a:rPr>
              <a:t> </a:t>
            </a:r>
            <a:r>
              <a:rPr lang="en-US" dirty="0" err="1">
                <a:solidFill>
                  <a:srgbClr val="000000"/>
                </a:solidFill>
                <a:latin typeface="Noto Serif" panose="02020600060500020200" pitchFamily="18" charset="0"/>
                <a:ea typeface="Noto Serif" panose="02020600060500020200" pitchFamily="18" charset="0"/>
                <a:cs typeface="Noto Serif" panose="02020600060500020200" pitchFamily="18" charset="0"/>
              </a:rPr>
              <a:t>pháp</a:t>
            </a:r>
            <a:r>
              <a:rPr lang="en-US" dirty="0">
                <a:solidFill>
                  <a:srgbClr val="000000"/>
                </a:solidFill>
                <a:latin typeface="Noto Serif" panose="02020600060500020200" pitchFamily="18" charset="0"/>
                <a:ea typeface="Noto Serif" panose="02020600060500020200" pitchFamily="18" charset="0"/>
                <a:cs typeface="Noto Serif" panose="02020600060500020200" pitchFamily="18" charset="0"/>
              </a:rPr>
              <a:t> DID</a:t>
            </a:r>
          </a:p>
          <a:p>
            <a:pPr marL="457200" algn="just">
              <a:lnSpc>
                <a:spcPct val="110000"/>
              </a:lnSpc>
              <a:spcBef>
                <a:spcPts val="300"/>
              </a:spcBef>
            </a:pPr>
            <a:r>
              <a:rPr lang="en-US" i="1" dirty="0">
                <a:solidFill>
                  <a:srgbClr val="000000"/>
                </a:solidFill>
                <a:latin typeface="Noto Serif" panose="02020600060500020200" pitchFamily="18" charset="0"/>
                <a:ea typeface="Noto Serif" panose="02020600060500020200" pitchFamily="18" charset="0"/>
                <a:cs typeface="Noto Serif" panose="02020600060500020200" pitchFamily="18" charset="0"/>
              </a:rPr>
              <a:t>Identifier</a:t>
            </a:r>
            <a:r>
              <a:rPr lang="en-US" dirty="0">
                <a:solidFill>
                  <a:srgbClr val="000000"/>
                </a:solidFill>
                <a:latin typeface="Noto Serif" panose="02020600060500020200" pitchFamily="18" charset="0"/>
                <a:ea typeface="Noto Serif" panose="02020600060500020200" pitchFamily="18" charset="0"/>
                <a:cs typeface="Noto Serif" panose="02020600060500020200" pitchFamily="18" charset="0"/>
              </a:rPr>
              <a:t>: </a:t>
            </a:r>
            <a:r>
              <a:rPr lang="en-US" dirty="0" err="1">
                <a:solidFill>
                  <a:srgbClr val="000000"/>
                </a:solidFill>
                <a:latin typeface="Noto Serif" panose="02020600060500020200" pitchFamily="18" charset="0"/>
                <a:ea typeface="Noto Serif" panose="02020600060500020200" pitchFamily="18" charset="0"/>
                <a:cs typeface="Noto Serif" panose="02020600060500020200" pitchFamily="18" charset="0"/>
              </a:rPr>
              <a:t>chuỗi</a:t>
            </a:r>
            <a:r>
              <a:rPr lang="en-US" dirty="0">
                <a:solidFill>
                  <a:srgbClr val="000000"/>
                </a:solidFill>
                <a:latin typeface="Noto Serif" panose="02020600060500020200" pitchFamily="18" charset="0"/>
                <a:ea typeface="Noto Serif" panose="02020600060500020200" pitchFamily="18" charset="0"/>
                <a:cs typeface="Noto Serif" panose="02020600060500020200" pitchFamily="18" charset="0"/>
              </a:rPr>
              <a:t> </a:t>
            </a:r>
            <a:r>
              <a:rPr lang="en-US" dirty="0" err="1">
                <a:solidFill>
                  <a:srgbClr val="000000"/>
                </a:solidFill>
                <a:latin typeface="Noto Serif" panose="02020600060500020200" pitchFamily="18" charset="0"/>
                <a:ea typeface="Noto Serif" panose="02020600060500020200" pitchFamily="18" charset="0"/>
                <a:cs typeface="Noto Serif" panose="02020600060500020200" pitchFamily="18" charset="0"/>
              </a:rPr>
              <a:t>ký</a:t>
            </a:r>
            <a:r>
              <a:rPr lang="en-US" dirty="0">
                <a:solidFill>
                  <a:srgbClr val="000000"/>
                </a:solidFill>
                <a:latin typeface="Noto Serif" panose="02020600060500020200" pitchFamily="18" charset="0"/>
                <a:ea typeface="Noto Serif" panose="02020600060500020200" pitchFamily="18" charset="0"/>
                <a:cs typeface="Noto Serif" panose="02020600060500020200" pitchFamily="18" charset="0"/>
              </a:rPr>
              <a:t> </a:t>
            </a:r>
            <a:r>
              <a:rPr lang="en-US" dirty="0" err="1">
                <a:solidFill>
                  <a:srgbClr val="000000"/>
                </a:solidFill>
                <a:latin typeface="Noto Serif" panose="02020600060500020200" pitchFamily="18" charset="0"/>
                <a:ea typeface="Noto Serif" panose="02020600060500020200" pitchFamily="18" charset="0"/>
                <a:cs typeface="Noto Serif" panose="02020600060500020200" pitchFamily="18" charset="0"/>
              </a:rPr>
              <a:t>tự</a:t>
            </a:r>
            <a:r>
              <a:rPr lang="en-US" dirty="0">
                <a:solidFill>
                  <a:srgbClr val="000000"/>
                </a:solidFill>
                <a:latin typeface="Noto Serif" panose="02020600060500020200" pitchFamily="18" charset="0"/>
                <a:ea typeface="Noto Serif" panose="02020600060500020200" pitchFamily="18" charset="0"/>
                <a:cs typeface="Noto Serif" panose="02020600060500020200" pitchFamily="18" charset="0"/>
              </a:rPr>
              <a:t> </a:t>
            </a:r>
            <a:r>
              <a:rPr lang="en-US" dirty="0" err="1">
                <a:solidFill>
                  <a:srgbClr val="000000"/>
                </a:solidFill>
                <a:latin typeface="Noto Serif" panose="02020600060500020200" pitchFamily="18" charset="0"/>
                <a:ea typeface="Noto Serif" panose="02020600060500020200" pitchFamily="18" charset="0"/>
                <a:cs typeface="Noto Serif" panose="02020600060500020200" pitchFamily="18" charset="0"/>
              </a:rPr>
              <a:t>duy</a:t>
            </a:r>
            <a:r>
              <a:rPr lang="en-US" dirty="0">
                <a:solidFill>
                  <a:srgbClr val="000000"/>
                </a:solidFill>
                <a:latin typeface="Noto Serif" panose="02020600060500020200" pitchFamily="18" charset="0"/>
                <a:ea typeface="Noto Serif" panose="02020600060500020200" pitchFamily="18" charset="0"/>
                <a:cs typeface="Noto Serif" panose="02020600060500020200" pitchFamily="18" charset="0"/>
              </a:rPr>
              <a:t> </a:t>
            </a:r>
            <a:r>
              <a:rPr lang="en-US" dirty="0" err="1">
                <a:solidFill>
                  <a:srgbClr val="000000"/>
                </a:solidFill>
                <a:latin typeface="Noto Serif" panose="02020600060500020200" pitchFamily="18" charset="0"/>
                <a:ea typeface="Noto Serif" panose="02020600060500020200" pitchFamily="18" charset="0"/>
                <a:cs typeface="Noto Serif" panose="02020600060500020200" pitchFamily="18" charset="0"/>
              </a:rPr>
              <a:t>nhất</a:t>
            </a:r>
            <a:r>
              <a:rPr lang="en-US" dirty="0">
                <a:solidFill>
                  <a:srgbClr val="000000"/>
                </a:solidFill>
                <a:latin typeface="Noto Serif" panose="02020600060500020200" pitchFamily="18" charset="0"/>
                <a:ea typeface="Noto Serif" panose="02020600060500020200" pitchFamily="18" charset="0"/>
                <a:cs typeface="Noto Serif" panose="02020600060500020200" pitchFamily="18" charset="0"/>
              </a:rPr>
              <a:t> </a:t>
            </a:r>
            <a:r>
              <a:rPr lang="en-US" dirty="0" err="1">
                <a:solidFill>
                  <a:srgbClr val="000000"/>
                </a:solidFill>
                <a:latin typeface="Noto Serif" panose="02020600060500020200" pitchFamily="18" charset="0"/>
                <a:ea typeface="Noto Serif" panose="02020600060500020200" pitchFamily="18" charset="0"/>
                <a:cs typeface="Noto Serif" panose="02020600060500020200" pitchFamily="18" charset="0"/>
              </a:rPr>
              <a:t>để</a:t>
            </a:r>
            <a:r>
              <a:rPr lang="en-US" dirty="0">
                <a:solidFill>
                  <a:srgbClr val="000000"/>
                </a:solidFill>
                <a:latin typeface="Noto Serif" panose="02020600060500020200" pitchFamily="18" charset="0"/>
                <a:ea typeface="Noto Serif" panose="02020600060500020200" pitchFamily="18" charset="0"/>
                <a:cs typeface="Noto Serif" panose="02020600060500020200" pitchFamily="18" charset="0"/>
              </a:rPr>
              <a:t> </a:t>
            </a:r>
            <a:r>
              <a:rPr lang="en-US" dirty="0" err="1">
                <a:solidFill>
                  <a:srgbClr val="000000"/>
                </a:solidFill>
                <a:latin typeface="Noto Serif" panose="02020600060500020200" pitchFamily="18" charset="0"/>
                <a:ea typeface="Noto Serif" panose="02020600060500020200" pitchFamily="18" charset="0"/>
                <a:cs typeface="Noto Serif" panose="02020600060500020200" pitchFamily="18" charset="0"/>
              </a:rPr>
              <a:t>phân</a:t>
            </a:r>
            <a:r>
              <a:rPr lang="en-US" dirty="0">
                <a:solidFill>
                  <a:srgbClr val="000000"/>
                </a:solidFill>
                <a:latin typeface="Noto Serif" panose="02020600060500020200" pitchFamily="18" charset="0"/>
                <a:ea typeface="Noto Serif" panose="02020600060500020200" pitchFamily="18" charset="0"/>
                <a:cs typeface="Noto Serif" panose="02020600060500020200" pitchFamily="18" charset="0"/>
              </a:rPr>
              <a:t> </a:t>
            </a:r>
            <a:r>
              <a:rPr lang="en-US" dirty="0" err="1">
                <a:solidFill>
                  <a:srgbClr val="000000"/>
                </a:solidFill>
                <a:latin typeface="Noto Serif" panose="02020600060500020200" pitchFamily="18" charset="0"/>
                <a:ea typeface="Noto Serif" panose="02020600060500020200" pitchFamily="18" charset="0"/>
                <a:cs typeface="Noto Serif" panose="02020600060500020200" pitchFamily="18" charset="0"/>
              </a:rPr>
              <a:t>biệt</a:t>
            </a:r>
            <a:r>
              <a:rPr lang="en-US" dirty="0">
                <a:solidFill>
                  <a:srgbClr val="000000"/>
                </a:solidFill>
                <a:latin typeface="Noto Serif" panose="02020600060500020200" pitchFamily="18" charset="0"/>
                <a:ea typeface="Noto Serif" panose="02020600060500020200" pitchFamily="18" charset="0"/>
                <a:cs typeface="Noto Serif" panose="02020600060500020200" pitchFamily="18" charset="0"/>
              </a:rPr>
              <a:t> </a:t>
            </a:r>
            <a:r>
              <a:rPr lang="en-US" dirty="0" err="1">
                <a:solidFill>
                  <a:srgbClr val="000000"/>
                </a:solidFill>
                <a:latin typeface="Noto Serif" panose="02020600060500020200" pitchFamily="18" charset="0"/>
                <a:ea typeface="Noto Serif" panose="02020600060500020200" pitchFamily="18" charset="0"/>
                <a:cs typeface="Noto Serif" panose="02020600060500020200" pitchFamily="18" charset="0"/>
              </a:rPr>
              <a:t>định</a:t>
            </a:r>
            <a:r>
              <a:rPr lang="en-US" dirty="0">
                <a:solidFill>
                  <a:srgbClr val="000000"/>
                </a:solidFill>
                <a:latin typeface="Noto Serif" panose="02020600060500020200" pitchFamily="18" charset="0"/>
                <a:ea typeface="Noto Serif" panose="02020600060500020200" pitchFamily="18" charset="0"/>
                <a:cs typeface="Noto Serif" panose="02020600060500020200" pitchFamily="18" charset="0"/>
              </a:rPr>
              <a:t> </a:t>
            </a:r>
            <a:r>
              <a:rPr lang="en-US" dirty="0" err="1">
                <a:solidFill>
                  <a:srgbClr val="000000"/>
                </a:solidFill>
                <a:latin typeface="Noto Serif" panose="02020600060500020200" pitchFamily="18" charset="0"/>
                <a:ea typeface="Noto Serif" panose="02020600060500020200" pitchFamily="18" charset="0"/>
                <a:cs typeface="Noto Serif" panose="02020600060500020200" pitchFamily="18" charset="0"/>
              </a:rPr>
              <a:t>danh</a:t>
            </a:r>
            <a:endParaRPr lang="en-US" dirty="0">
              <a:solidFill>
                <a:srgbClr val="000000"/>
              </a:solidFill>
              <a:latin typeface="Noto Serif" panose="02020600060500020200" pitchFamily="18" charset="0"/>
              <a:ea typeface="Noto Serif" panose="02020600060500020200" pitchFamily="18" charset="0"/>
              <a:cs typeface="Noto Serif" panose="02020600060500020200" pitchFamily="18" charset="0"/>
            </a:endParaRPr>
          </a:p>
        </p:txBody>
      </p:sp>
      <p:pic>
        <p:nvPicPr>
          <p:cNvPr id="9" name="Picture 8" descr="A close-up of a number&#10;&#10;AI-generated content may be incorrect.">
            <a:extLst>
              <a:ext uri="{FF2B5EF4-FFF2-40B4-BE49-F238E27FC236}">
                <a16:creationId xmlns:a16="http://schemas.microsoft.com/office/drawing/2014/main" id="{0C7B45E2-AFF0-C55A-84ED-0FAB1BDACBE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15340" y="3288460"/>
            <a:ext cx="5280660" cy="1988820"/>
          </a:xfrm>
          <a:prstGeom prst="rect">
            <a:avLst/>
          </a:prstGeom>
          <a:noFill/>
          <a:ln>
            <a:noFill/>
          </a:ln>
        </p:spPr>
      </p:pic>
    </p:spTree>
    <p:extLst>
      <p:ext uri="{BB962C8B-B14F-4D97-AF65-F5344CB8AC3E}">
        <p14:creationId xmlns:p14="http://schemas.microsoft.com/office/powerpoint/2010/main" val="26311513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F8D37-CAD2-732A-529D-25DB06543484}"/>
              </a:ext>
            </a:extLst>
          </p:cNvPr>
          <p:cNvSpPr>
            <a:spLocks noGrp="1"/>
          </p:cNvSpPr>
          <p:nvPr>
            <p:ph type="title"/>
          </p:nvPr>
        </p:nvSpPr>
        <p:spPr>
          <a:xfrm>
            <a:off x="621722" y="386196"/>
            <a:ext cx="6347713" cy="808759"/>
          </a:xfrm>
        </p:spPr>
        <p:txBody>
          <a:bodyPr>
            <a:noAutofit/>
          </a:bodyPr>
          <a:lstStyle/>
          <a:p>
            <a:r>
              <a:rPr lang="vi-VN" sz="2400" b="1" dirty="0">
                <a:latin typeface="Noto Serif" panose="02020600060500020200" pitchFamily="18" charset="0"/>
                <a:ea typeface="Noto Serif" panose="02020600060500020200" pitchFamily="18" charset="0"/>
                <a:cs typeface="Noto Serif" panose="02020600060500020200" pitchFamily="18" charset="0"/>
              </a:rPr>
              <a:t>3. Kiến trúc DID &amp; các thành phần</a:t>
            </a:r>
            <a:br>
              <a:rPr lang="vi-VN" sz="2400" b="1" dirty="0">
                <a:latin typeface="Noto Serif" panose="02020600060500020200" pitchFamily="18" charset="0"/>
                <a:ea typeface="Noto Serif" panose="02020600060500020200" pitchFamily="18" charset="0"/>
                <a:cs typeface="Noto Serif" panose="02020600060500020200" pitchFamily="18" charset="0"/>
              </a:rPr>
            </a:br>
            <a:endParaRPr lang="en-US" sz="2400" dirty="0">
              <a:latin typeface="Noto Serif" panose="02020600060500020200" pitchFamily="18" charset="0"/>
              <a:ea typeface="Noto Serif" panose="02020600060500020200" pitchFamily="18" charset="0"/>
              <a:cs typeface="Noto Serif" panose="02020600060500020200" pitchFamily="18" charset="0"/>
            </a:endParaRPr>
          </a:p>
        </p:txBody>
      </p:sp>
      <p:sp>
        <p:nvSpPr>
          <p:cNvPr id="3" name="Content Placeholder 2">
            <a:extLst>
              <a:ext uri="{FF2B5EF4-FFF2-40B4-BE49-F238E27FC236}">
                <a16:creationId xmlns:a16="http://schemas.microsoft.com/office/drawing/2014/main" id="{403EEDB5-B2F8-7240-58F9-117E0BE27830}"/>
              </a:ext>
            </a:extLst>
          </p:cNvPr>
          <p:cNvSpPr>
            <a:spLocks noGrp="1"/>
          </p:cNvSpPr>
          <p:nvPr>
            <p:ph idx="1"/>
          </p:nvPr>
        </p:nvSpPr>
        <p:spPr>
          <a:xfrm>
            <a:off x="621722" y="1033177"/>
            <a:ext cx="8745683" cy="5227346"/>
          </a:xfrm>
        </p:spPr>
        <p:txBody>
          <a:bodyPr>
            <a:noAutofit/>
          </a:bodyPr>
          <a:lstStyle/>
          <a:p>
            <a:pPr marL="0" indent="0">
              <a:buNone/>
            </a:pPr>
            <a:r>
              <a:rPr lang="vi-VN" sz="1600" b="1" dirty="0">
                <a:latin typeface="Noto Serif" panose="02020600060500020200" pitchFamily="18" charset="0"/>
                <a:ea typeface="Noto Serif" panose="02020600060500020200" pitchFamily="18" charset="0"/>
                <a:cs typeface="Noto Serif" panose="02020600060500020200" pitchFamily="18" charset="0"/>
              </a:rPr>
              <a:t>DID &amp; DID URL</a:t>
            </a:r>
            <a:r>
              <a:rPr lang="vi-VN" sz="1600" dirty="0">
                <a:latin typeface="Noto Serif" panose="02020600060500020200" pitchFamily="18" charset="0"/>
                <a:ea typeface="Noto Serif" panose="02020600060500020200" pitchFamily="18" charset="0"/>
                <a:cs typeface="Noto Serif" panose="02020600060500020200" pitchFamily="18" charset="0"/>
              </a:rPr>
              <a:t>:</a:t>
            </a:r>
          </a:p>
          <a:p>
            <a:pPr lvl="1"/>
            <a:r>
              <a:rPr lang="vi-VN" dirty="0">
                <a:latin typeface="Noto Serif" panose="02020600060500020200" pitchFamily="18" charset="0"/>
                <a:ea typeface="Noto Serif" panose="02020600060500020200" pitchFamily="18" charset="0"/>
                <a:cs typeface="Noto Serif" panose="02020600060500020200" pitchFamily="18" charset="0"/>
              </a:rPr>
              <a:t>DID cơ bản có thể mở rộng thành DID URL để chỉ đến tài nguyên cụ thể (VD: khóa công khai).</a:t>
            </a:r>
          </a:p>
          <a:p>
            <a:pPr marL="0" indent="0">
              <a:buNone/>
            </a:pPr>
            <a:r>
              <a:rPr lang="vi-VN" sz="1600" b="1" dirty="0">
                <a:latin typeface="Noto Serif" panose="02020600060500020200" pitchFamily="18" charset="0"/>
                <a:ea typeface="Noto Serif" panose="02020600060500020200" pitchFamily="18" charset="0"/>
                <a:cs typeface="Noto Serif" panose="02020600060500020200" pitchFamily="18" charset="0"/>
              </a:rPr>
              <a:t>DID Subject</a:t>
            </a:r>
            <a:r>
              <a:rPr lang="vi-VN" sz="1600" dirty="0">
                <a:latin typeface="Noto Serif" panose="02020600060500020200" pitchFamily="18" charset="0"/>
                <a:ea typeface="Noto Serif" panose="02020600060500020200" pitchFamily="18" charset="0"/>
                <a:cs typeface="Noto Serif" panose="02020600060500020200" pitchFamily="18" charset="0"/>
              </a:rPr>
              <a:t>: Chủ thể mà DID đại diện (có thể là cá nhân, tổ chức, nhóm, phần mềm…).</a:t>
            </a:r>
          </a:p>
          <a:p>
            <a:pPr marL="0" indent="0">
              <a:buNone/>
            </a:pPr>
            <a:r>
              <a:rPr lang="vi-VN" sz="1600" b="1" dirty="0">
                <a:latin typeface="Noto Serif" panose="02020600060500020200" pitchFamily="18" charset="0"/>
                <a:ea typeface="Noto Serif" panose="02020600060500020200" pitchFamily="18" charset="0"/>
                <a:cs typeface="Noto Serif" panose="02020600060500020200" pitchFamily="18" charset="0"/>
              </a:rPr>
              <a:t>DID Document</a:t>
            </a:r>
            <a:r>
              <a:rPr lang="vi-VN" sz="1600" dirty="0">
                <a:latin typeface="Noto Serif" panose="02020600060500020200" pitchFamily="18" charset="0"/>
                <a:ea typeface="Noto Serif" panose="02020600060500020200" pitchFamily="18" charset="0"/>
                <a:cs typeface="Noto Serif" panose="02020600060500020200" pitchFamily="18" charset="0"/>
              </a:rPr>
              <a:t>:</a:t>
            </a:r>
          </a:p>
          <a:p>
            <a:pPr lvl="1"/>
            <a:r>
              <a:rPr lang="vi-VN" dirty="0">
                <a:latin typeface="Noto Serif" panose="02020600060500020200" pitchFamily="18" charset="0"/>
                <a:ea typeface="Noto Serif" panose="02020600060500020200" pitchFamily="18" charset="0"/>
                <a:cs typeface="Noto Serif" panose="02020600060500020200" pitchFamily="18" charset="0"/>
              </a:rPr>
              <a:t>Ánh xạ từ DID.</a:t>
            </a:r>
          </a:p>
          <a:p>
            <a:pPr lvl="1"/>
            <a:r>
              <a:rPr lang="vi-VN" dirty="0">
                <a:latin typeface="Noto Serif" panose="02020600060500020200" pitchFamily="18" charset="0"/>
                <a:ea typeface="Noto Serif" panose="02020600060500020200" pitchFamily="18" charset="0"/>
                <a:cs typeface="Noto Serif" panose="02020600060500020200" pitchFamily="18" charset="0"/>
              </a:rPr>
              <a:t>Chứa thông tin kỹ thuật: khóa công khai, dịch vụ liên kết, chứng chỉ.</a:t>
            </a:r>
          </a:p>
          <a:p>
            <a:pPr marL="0" indent="0">
              <a:buNone/>
            </a:pPr>
            <a:r>
              <a:rPr lang="vi-VN" sz="1600" b="1" dirty="0">
                <a:latin typeface="Noto Serif" panose="02020600060500020200" pitchFamily="18" charset="0"/>
                <a:ea typeface="Noto Serif" panose="02020600060500020200" pitchFamily="18" charset="0"/>
                <a:cs typeface="Noto Serif" panose="02020600060500020200" pitchFamily="18" charset="0"/>
              </a:rPr>
              <a:t>DID Controller</a:t>
            </a:r>
            <a:r>
              <a:rPr lang="vi-VN" sz="1600" dirty="0">
                <a:latin typeface="Noto Serif" panose="02020600060500020200" pitchFamily="18" charset="0"/>
                <a:ea typeface="Noto Serif" panose="02020600060500020200" pitchFamily="18" charset="0"/>
                <a:cs typeface="Noto Serif" panose="02020600060500020200" pitchFamily="18" charset="0"/>
              </a:rPr>
              <a:t>:</a:t>
            </a:r>
          </a:p>
          <a:p>
            <a:pPr lvl="1"/>
            <a:r>
              <a:rPr lang="vi-VN" dirty="0">
                <a:latin typeface="Noto Serif" panose="02020600060500020200" pitchFamily="18" charset="0"/>
                <a:ea typeface="Noto Serif" panose="02020600060500020200" pitchFamily="18" charset="0"/>
                <a:cs typeface="Noto Serif" panose="02020600060500020200" pitchFamily="18" charset="0"/>
              </a:rPr>
              <a:t>Người/tổ chức kiểm soát DID.</a:t>
            </a:r>
          </a:p>
          <a:p>
            <a:pPr lvl="1"/>
            <a:r>
              <a:rPr lang="vi-VN" dirty="0">
                <a:latin typeface="Noto Serif" panose="02020600060500020200" pitchFamily="18" charset="0"/>
                <a:ea typeface="Noto Serif" panose="02020600060500020200" pitchFamily="18" charset="0"/>
                <a:cs typeface="Noto Serif" panose="02020600060500020200" pitchFamily="18" charset="0"/>
              </a:rPr>
              <a:t>Có thể là chính chủ thể hoặc bên được ủy quyền.</a:t>
            </a:r>
          </a:p>
          <a:p>
            <a:pPr lvl="1"/>
            <a:r>
              <a:rPr lang="vi-VN" dirty="0">
                <a:latin typeface="Noto Serif" panose="02020600060500020200" pitchFamily="18" charset="0"/>
                <a:ea typeface="Noto Serif" panose="02020600060500020200" pitchFamily="18" charset="0"/>
                <a:cs typeface="Noto Serif" panose="02020600060500020200" pitchFamily="18" charset="0"/>
              </a:rPr>
              <a:t>Có quyền thêm/xóa khóa, cập nhật DID Document, thu hồi chứng chỉ.</a:t>
            </a:r>
          </a:p>
          <a:p>
            <a:pPr marL="0" indent="0">
              <a:buNone/>
            </a:pPr>
            <a:r>
              <a:rPr lang="vi-VN" sz="1600" b="1" dirty="0">
                <a:latin typeface="Noto Serif" panose="02020600060500020200" pitchFamily="18" charset="0"/>
                <a:ea typeface="Noto Serif" panose="02020600060500020200" pitchFamily="18" charset="0"/>
                <a:cs typeface="Noto Serif" panose="02020600060500020200" pitchFamily="18" charset="0"/>
              </a:rPr>
              <a:t>Verifiable Data Registry</a:t>
            </a:r>
            <a:r>
              <a:rPr lang="vi-VN" sz="1600" dirty="0">
                <a:latin typeface="Noto Serif" panose="02020600060500020200" pitchFamily="18" charset="0"/>
                <a:ea typeface="Noto Serif" panose="02020600060500020200" pitchFamily="18" charset="0"/>
                <a:cs typeface="Noto Serif" panose="02020600060500020200" pitchFamily="18" charset="0"/>
              </a:rPr>
              <a:t>:</a:t>
            </a:r>
          </a:p>
          <a:p>
            <a:pPr lvl="1"/>
            <a:r>
              <a:rPr lang="vi-VN" dirty="0">
                <a:latin typeface="Noto Serif" panose="02020600060500020200" pitchFamily="18" charset="0"/>
                <a:ea typeface="Noto Serif" panose="02020600060500020200" pitchFamily="18" charset="0"/>
                <a:cs typeface="Noto Serif" panose="02020600060500020200" pitchFamily="18" charset="0"/>
              </a:rPr>
              <a:t>Sổ cái phân tán (blockchain).</a:t>
            </a:r>
          </a:p>
          <a:p>
            <a:pPr lvl="1"/>
            <a:r>
              <a:rPr lang="vi-VN" dirty="0">
                <a:latin typeface="Noto Serif" panose="02020600060500020200" pitchFamily="18" charset="0"/>
                <a:ea typeface="Noto Serif" panose="02020600060500020200" pitchFamily="18" charset="0"/>
                <a:cs typeface="Noto Serif" panose="02020600060500020200" pitchFamily="18" charset="0"/>
              </a:rPr>
              <a:t>Lưu DID &amp; DID Document.</a:t>
            </a:r>
          </a:p>
          <a:p>
            <a:pPr lvl="1"/>
            <a:r>
              <a:rPr lang="vi-VN" dirty="0">
                <a:latin typeface="Noto Serif" panose="02020600060500020200" pitchFamily="18" charset="0"/>
                <a:ea typeface="Noto Serif" panose="02020600060500020200" pitchFamily="18" charset="0"/>
                <a:cs typeface="Noto Serif" panose="02020600060500020200" pitchFamily="18" charset="0"/>
              </a:rPr>
              <a:t>Đảm bảo dữ liệu </a:t>
            </a:r>
            <a:r>
              <a:rPr lang="vi-VN" b="1" dirty="0">
                <a:latin typeface="Noto Serif" panose="02020600060500020200" pitchFamily="18" charset="0"/>
                <a:ea typeface="Noto Serif" panose="02020600060500020200" pitchFamily="18" charset="0"/>
                <a:cs typeface="Noto Serif" panose="02020600060500020200" pitchFamily="18" charset="0"/>
              </a:rPr>
              <a:t>bất biến, minh bạch, có thể kiểm chứng</a:t>
            </a:r>
            <a:r>
              <a:rPr lang="vi-VN" dirty="0">
                <a:latin typeface="Noto Serif" panose="02020600060500020200" pitchFamily="18" charset="0"/>
                <a:ea typeface="Noto Serif" panose="02020600060500020200" pitchFamily="18" charset="0"/>
                <a:cs typeface="Noto Serif" panose="02020600060500020200" pitchFamily="18" charset="0"/>
              </a:rPr>
              <a:t>.</a:t>
            </a:r>
          </a:p>
          <a:p>
            <a:endParaRPr lang="en-US" sz="1600" dirty="0">
              <a:latin typeface="Noto Serif" panose="02020600060500020200" pitchFamily="18" charset="0"/>
              <a:ea typeface="Noto Serif" panose="02020600060500020200" pitchFamily="18" charset="0"/>
              <a:cs typeface="Noto Serif" panose="02020600060500020200" pitchFamily="18" charset="0"/>
            </a:endParaRPr>
          </a:p>
        </p:txBody>
      </p:sp>
    </p:spTree>
    <p:extLst>
      <p:ext uri="{BB962C8B-B14F-4D97-AF65-F5344CB8AC3E}">
        <p14:creationId xmlns:p14="http://schemas.microsoft.com/office/powerpoint/2010/main" val="24946344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01E4A-0355-9607-BA31-E8762D1F5566}"/>
              </a:ext>
            </a:extLst>
          </p:cNvPr>
          <p:cNvSpPr>
            <a:spLocks noGrp="1"/>
          </p:cNvSpPr>
          <p:nvPr>
            <p:ph type="title"/>
          </p:nvPr>
        </p:nvSpPr>
        <p:spPr>
          <a:xfrm>
            <a:off x="439884" y="235528"/>
            <a:ext cx="6347713" cy="569768"/>
          </a:xfrm>
        </p:spPr>
        <p:txBody>
          <a:bodyPr>
            <a:normAutofit fontScale="90000"/>
          </a:bodyPr>
          <a:lstStyle/>
          <a:p>
            <a:r>
              <a:rPr lang="en-US" sz="2400" b="1" dirty="0">
                <a:latin typeface="Noto Serif" panose="02020600060500020200" pitchFamily="18" charset="0"/>
                <a:ea typeface="Noto Serif" panose="02020600060500020200" pitchFamily="18" charset="0"/>
                <a:cs typeface="Noto Serif" panose="02020600060500020200" pitchFamily="18" charset="0"/>
              </a:rPr>
              <a:t> </a:t>
            </a:r>
            <a:r>
              <a:rPr lang="vi-VN" sz="2400" b="1" dirty="0">
                <a:latin typeface="Noto Serif" panose="02020600060500020200" pitchFamily="18" charset="0"/>
                <a:ea typeface="Noto Serif" panose="02020600060500020200" pitchFamily="18" charset="0"/>
                <a:cs typeface="Noto Serif" panose="02020600060500020200" pitchFamily="18" charset="0"/>
              </a:rPr>
              <a:t>Lợi </a:t>
            </a:r>
            <a:r>
              <a:rPr lang="en-US" sz="2400" b="1" dirty="0" err="1">
                <a:latin typeface="Noto Serif" panose="02020600060500020200" pitchFamily="18" charset="0"/>
                <a:ea typeface="Noto Serif" panose="02020600060500020200" pitchFamily="18" charset="0"/>
                <a:cs typeface="Noto Serif" panose="02020600060500020200" pitchFamily="18" charset="0"/>
              </a:rPr>
              <a:t>Ích</a:t>
            </a:r>
            <a:br>
              <a:rPr lang="vi-VN" sz="2400" b="1" dirty="0">
                <a:latin typeface="Noto Serif" panose="02020600060500020200" pitchFamily="18" charset="0"/>
                <a:ea typeface="Noto Serif" panose="02020600060500020200" pitchFamily="18" charset="0"/>
                <a:cs typeface="Noto Serif" panose="02020600060500020200" pitchFamily="18" charset="0"/>
              </a:rPr>
            </a:br>
            <a:endParaRPr lang="en-US" sz="2400" dirty="0">
              <a:latin typeface="Noto Serif" panose="02020600060500020200" pitchFamily="18" charset="0"/>
              <a:ea typeface="Noto Serif" panose="02020600060500020200" pitchFamily="18" charset="0"/>
              <a:cs typeface="Noto Serif" panose="02020600060500020200" pitchFamily="18" charset="0"/>
            </a:endParaRPr>
          </a:p>
        </p:txBody>
      </p:sp>
      <p:sp>
        <p:nvSpPr>
          <p:cNvPr id="3" name="Content Placeholder 2">
            <a:extLst>
              <a:ext uri="{FF2B5EF4-FFF2-40B4-BE49-F238E27FC236}">
                <a16:creationId xmlns:a16="http://schemas.microsoft.com/office/drawing/2014/main" id="{67810DAD-07C9-721B-FE44-B5FB0C41B420}"/>
              </a:ext>
            </a:extLst>
          </p:cNvPr>
          <p:cNvSpPr>
            <a:spLocks noGrp="1"/>
          </p:cNvSpPr>
          <p:nvPr>
            <p:ph idx="1"/>
          </p:nvPr>
        </p:nvSpPr>
        <p:spPr>
          <a:xfrm>
            <a:off x="689264" y="1017591"/>
            <a:ext cx="6347714" cy="3880773"/>
          </a:xfrm>
        </p:spPr>
        <p:txBody>
          <a:bodyPr>
            <a:normAutofit/>
          </a:bodyPr>
          <a:lstStyle/>
          <a:p>
            <a:r>
              <a:rPr lang="vi-VN" b="1" dirty="0">
                <a:latin typeface="Noto Serif" panose="02020600060500020200" pitchFamily="18" charset="0"/>
                <a:ea typeface="Noto Serif" panose="02020600060500020200" pitchFamily="18" charset="0"/>
                <a:cs typeface="Noto Serif" panose="02020600060500020200" pitchFamily="18" charset="0"/>
              </a:rPr>
              <a:t>Tăng cường bảo mật</a:t>
            </a:r>
            <a:r>
              <a:rPr lang="vi-VN" dirty="0">
                <a:latin typeface="Noto Serif" panose="02020600060500020200" pitchFamily="18" charset="0"/>
                <a:ea typeface="Noto Serif" panose="02020600060500020200" pitchFamily="18" charset="0"/>
                <a:cs typeface="Noto Serif" panose="02020600060500020200" pitchFamily="18" charset="0"/>
              </a:rPr>
              <a:t>: Blockchain bất biến + mật mã → giảm nguy cơ giả mạo, rò rỉ dữ liệu, truy cập trái phép.</a:t>
            </a:r>
          </a:p>
          <a:p>
            <a:r>
              <a:rPr lang="vi-VN" b="1" dirty="0">
                <a:latin typeface="Noto Serif" panose="02020600060500020200" pitchFamily="18" charset="0"/>
                <a:ea typeface="Noto Serif" panose="02020600060500020200" pitchFamily="18" charset="0"/>
                <a:cs typeface="Noto Serif" panose="02020600060500020200" pitchFamily="18" charset="0"/>
              </a:rPr>
              <a:t>Nâng cao quyền riêng tư</a:t>
            </a:r>
            <a:r>
              <a:rPr lang="vi-VN" dirty="0">
                <a:latin typeface="Noto Serif" panose="02020600060500020200" pitchFamily="18" charset="0"/>
                <a:ea typeface="Noto Serif" panose="02020600060500020200" pitchFamily="18" charset="0"/>
                <a:cs typeface="Noto Serif" panose="02020600060500020200" pitchFamily="18" charset="0"/>
              </a:rPr>
              <a:t>: Người dùng </a:t>
            </a:r>
            <a:r>
              <a:rPr lang="vi-VN" b="1" dirty="0">
                <a:latin typeface="Noto Serif" panose="02020600060500020200" pitchFamily="18" charset="0"/>
                <a:ea typeface="Noto Serif" panose="02020600060500020200" pitchFamily="18" charset="0"/>
                <a:cs typeface="Noto Serif" panose="02020600060500020200" pitchFamily="18" charset="0"/>
              </a:rPr>
              <a:t>toàn quyền kiểm soát dữ liệu</a:t>
            </a:r>
            <a:r>
              <a:rPr lang="vi-VN" dirty="0">
                <a:latin typeface="Noto Serif" panose="02020600060500020200" pitchFamily="18" charset="0"/>
                <a:ea typeface="Noto Serif" panose="02020600060500020200" pitchFamily="18" charset="0"/>
                <a:cs typeface="Noto Serif" panose="02020600060500020200" pitchFamily="18" charset="0"/>
              </a:rPr>
              <a:t>, chỉ tiết lộ thông tin cần thiết (Selective Disclosure).</a:t>
            </a:r>
          </a:p>
          <a:p>
            <a:r>
              <a:rPr lang="vi-VN" b="1" dirty="0">
                <a:latin typeface="Noto Serif" panose="02020600060500020200" pitchFamily="18" charset="0"/>
                <a:ea typeface="Noto Serif" panose="02020600060500020200" pitchFamily="18" charset="0"/>
                <a:cs typeface="Noto Serif" panose="02020600060500020200" pitchFamily="18" charset="0"/>
              </a:rPr>
              <a:t>Niềm tin &amp; minh bạch</a:t>
            </a:r>
            <a:r>
              <a:rPr lang="vi-VN" dirty="0">
                <a:latin typeface="Noto Serif" panose="02020600060500020200" pitchFamily="18" charset="0"/>
                <a:ea typeface="Noto Serif" panose="02020600060500020200" pitchFamily="18" charset="0"/>
                <a:cs typeface="Noto Serif" panose="02020600060500020200" pitchFamily="18" charset="0"/>
              </a:rPr>
              <a:t>: Sổ cái công khai giúp xác minh minh bạch, tạo niềm tin giữa các bên.</a:t>
            </a:r>
          </a:p>
          <a:p>
            <a:r>
              <a:rPr lang="vi-VN" b="1" dirty="0">
                <a:latin typeface="Noto Serif" panose="02020600060500020200" pitchFamily="18" charset="0"/>
                <a:ea typeface="Noto Serif" panose="02020600060500020200" pitchFamily="18" charset="0"/>
                <a:cs typeface="Noto Serif" panose="02020600060500020200" pitchFamily="18" charset="0"/>
              </a:rPr>
              <a:t>Tiết kiệm chi phí</a:t>
            </a:r>
            <a:r>
              <a:rPr lang="vi-VN" dirty="0">
                <a:latin typeface="Noto Serif" panose="02020600060500020200" pitchFamily="18" charset="0"/>
                <a:ea typeface="Noto Serif" panose="02020600060500020200" pitchFamily="18" charset="0"/>
                <a:cs typeface="Noto Serif" panose="02020600060500020200" pitchFamily="18" charset="0"/>
              </a:rPr>
              <a:t>: Giảm trung gian, giảm thủ công, tăng hiệu quả → tiết kiệm chi phí vận hành xác thực danh tính.</a:t>
            </a:r>
          </a:p>
          <a:p>
            <a:endParaRPr lang="en-US" dirty="0">
              <a:latin typeface="Noto Serif" panose="02020600060500020200" pitchFamily="18" charset="0"/>
              <a:ea typeface="Noto Serif" panose="02020600060500020200" pitchFamily="18" charset="0"/>
              <a:cs typeface="Noto Serif" panose="02020600060500020200" pitchFamily="18" charset="0"/>
            </a:endParaRPr>
          </a:p>
        </p:txBody>
      </p:sp>
    </p:spTree>
    <p:extLst>
      <p:ext uri="{BB962C8B-B14F-4D97-AF65-F5344CB8AC3E}">
        <p14:creationId xmlns:p14="http://schemas.microsoft.com/office/powerpoint/2010/main" val="1138822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110EE-3873-6DBF-32A9-BB9660C2DFDE}"/>
              </a:ext>
            </a:extLst>
          </p:cNvPr>
          <p:cNvSpPr>
            <a:spLocks noGrp="1"/>
          </p:cNvSpPr>
          <p:nvPr>
            <p:ph type="title"/>
          </p:nvPr>
        </p:nvSpPr>
        <p:spPr>
          <a:xfrm>
            <a:off x="518679" y="277091"/>
            <a:ext cx="2658342" cy="704850"/>
          </a:xfrm>
        </p:spPr>
        <p:txBody>
          <a:bodyPr>
            <a:noAutofit/>
          </a:bodyPr>
          <a:lstStyle/>
          <a:p>
            <a:r>
              <a:rPr lang="vi-VN" sz="2400" b="1" dirty="0">
                <a:latin typeface="Noto Serif" panose="02020600060500020200" pitchFamily="18" charset="0"/>
                <a:ea typeface="Noto Serif" panose="02020600060500020200" pitchFamily="18" charset="0"/>
                <a:cs typeface="Noto Serif" panose="02020600060500020200" pitchFamily="18" charset="0"/>
              </a:rPr>
              <a:t>Thách </a:t>
            </a:r>
            <a:r>
              <a:rPr lang="en-US" sz="2400" b="1" dirty="0">
                <a:latin typeface="Noto Serif" panose="02020600060500020200" pitchFamily="18" charset="0"/>
                <a:ea typeface="Noto Serif" panose="02020600060500020200" pitchFamily="18" charset="0"/>
                <a:cs typeface="Noto Serif" panose="02020600060500020200" pitchFamily="18" charset="0"/>
              </a:rPr>
              <a:t>T</a:t>
            </a:r>
            <a:r>
              <a:rPr lang="vi-VN" sz="2400" b="1" dirty="0">
                <a:latin typeface="Noto Serif" panose="02020600060500020200" pitchFamily="18" charset="0"/>
                <a:ea typeface="Noto Serif" panose="02020600060500020200" pitchFamily="18" charset="0"/>
                <a:cs typeface="Noto Serif" panose="02020600060500020200" pitchFamily="18" charset="0"/>
              </a:rPr>
              <a:t>hức</a:t>
            </a:r>
            <a:br>
              <a:rPr lang="vi-VN" sz="2400" b="1" dirty="0">
                <a:latin typeface="Noto Serif" panose="02020600060500020200" pitchFamily="18" charset="0"/>
                <a:ea typeface="Noto Serif" panose="02020600060500020200" pitchFamily="18" charset="0"/>
                <a:cs typeface="Noto Serif" panose="02020600060500020200" pitchFamily="18" charset="0"/>
              </a:rPr>
            </a:br>
            <a:endParaRPr lang="en-US" sz="2400" dirty="0">
              <a:latin typeface="Noto Serif" panose="02020600060500020200" pitchFamily="18" charset="0"/>
              <a:ea typeface="Noto Serif" panose="02020600060500020200" pitchFamily="18" charset="0"/>
              <a:cs typeface="Noto Serif" panose="02020600060500020200" pitchFamily="18" charset="0"/>
            </a:endParaRPr>
          </a:p>
        </p:txBody>
      </p:sp>
      <p:sp>
        <p:nvSpPr>
          <p:cNvPr id="3" name="Content Placeholder 2">
            <a:extLst>
              <a:ext uri="{FF2B5EF4-FFF2-40B4-BE49-F238E27FC236}">
                <a16:creationId xmlns:a16="http://schemas.microsoft.com/office/drawing/2014/main" id="{ED7ACE91-EEC5-1684-FD1E-55E3EB7823C4}"/>
              </a:ext>
            </a:extLst>
          </p:cNvPr>
          <p:cNvSpPr>
            <a:spLocks noGrp="1"/>
          </p:cNvSpPr>
          <p:nvPr>
            <p:ph idx="1"/>
          </p:nvPr>
        </p:nvSpPr>
        <p:spPr>
          <a:xfrm>
            <a:off x="804429" y="1246910"/>
            <a:ext cx="6347714" cy="3880773"/>
          </a:xfrm>
        </p:spPr>
        <p:txBody>
          <a:bodyPr>
            <a:normAutofit/>
          </a:bodyPr>
          <a:lstStyle/>
          <a:p>
            <a:r>
              <a:rPr lang="vi-VN" b="1" dirty="0">
                <a:latin typeface="Noto Serif" panose="02020600060500020200" pitchFamily="18" charset="0"/>
                <a:ea typeface="Noto Serif" panose="02020600060500020200" pitchFamily="18" charset="0"/>
                <a:cs typeface="Noto Serif" panose="02020600060500020200" pitchFamily="18" charset="0"/>
              </a:rPr>
              <a:t>Khả năng mở rộng</a:t>
            </a:r>
            <a:r>
              <a:rPr lang="vi-VN" dirty="0">
                <a:latin typeface="Noto Serif" panose="02020600060500020200" pitchFamily="18" charset="0"/>
                <a:ea typeface="Noto Serif" panose="02020600060500020200" pitchFamily="18" charset="0"/>
                <a:cs typeface="Noto Serif" panose="02020600060500020200" pitchFamily="18" charset="0"/>
              </a:rPr>
              <a:t>: Blockchain xử lý nhiều giao dịch/xác thực còn chậm → hạn chế tốc độ và mở rộng.</a:t>
            </a:r>
          </a:p>
          <a:p>
            <a:r>
              <a:rPr lang="vi-VN" b="1" dirty="0">
                <a:latin typeface="Noto Serif" panose="02020600060500020200" pitchFamily="18" charset="0"/>
                <a:ea typeface="Noto Serif" panose="02020600060500020200" pitchFamily="18" charset="0"/>
                <a:cs typeface="Noto Serif" panose="02020600060500020200" pitchFamily="18" charset="0"/>
              </a:rPr>
              <a:t>Trải nghiệm người dùng</a:t>
            </a:r>
            <a:r>
              <a:rPr lang="vi-VN" dirty="0">
                <a:latin typeface="Noto Serif" panose="02020600060500020200" pitchFamily="18" charset="0"/>
                <a:ea typeface="Noto Serif" panose="02020600060500020200" pitchFamily="18" charset="0"/>
                <a:cs typeface="Noto Serif" panose="02020600060500020200" pitchFamily="18" charset="0"/>
              </a:rPr>
              <a:t>: Người dùng phải quản lý khóa mật mã &amp; ví → khó khăn với người ít kỹ thuật, cần UI/UX thân thiện hơn.</a:t>
            </a:r>
          </a:p>
          <a:p>
            <a:r>
              <a:rPr lang="vi-VN" b="1" dirty="0">
                <a:latin typeface="Noto Serif" panose="02020600060500020200" pitchFamily="18" charset="0"/>
                <a:ea typeface="Noto Serif" panose="02020600060500020200" pitchFamily="18" charset="0"/>
                <a:cs typeface="Noto Serif" panose="02020600060500020200" pitchFamily="18" charset="0"/>
              </a:rPr>
              <a:t>Rủi ro bảo mật</a:t>
            </a:r>
            <a:r>
              <a:rPr lang="vi-VN" dirty="0">
                <a:latin typeface="Noto Serif" panose="02020600060500020200" pitchFamily="18" charset="0"/>
                <a:ea typeface="Noto Serif" panose="02020600060500020200" pitchFamily="18" charset="0"/>
                <a:cs typeface="Noto Serif" panose="02020600060500020200" pitchFamily="18" charset="0"/>
              </a:rPr>
              <a:t>:</a:t>
            </a:r>
          </a:p>
          <a:p>
            <a:pPr lvl="1"/>
            <a:r>
              <a:rPr lang="vi-VN" dirty="0">
                <a:latin typeface="Noto Serif" panose="02020600060500020200" pitchFamily="18" charset="0"/>
                <a:ea typeface="Noto Serif" panose="02020600060500020200" pitchFamily="18" charset="0"/>
                <a:cs typeface="Noto Serif" panose="02020600060500020200" pitchFamily="18" charset="0"/>
              </a:rPr>
              <a:t>Hợp đồng thông minh có thể có lỗ hổng.</a:t>
            </a:r>
          </a:p>
          <a:p>
            <a:pPr lvl="1"/>
            <a:r>
              <a:rPr lang="vi-VN" dirty="0">
                <a:latin typeface="Noto Serif" panose="02020600060500020200" pitchFamily="18" charset="0"/>
                <a:ea typeface="Noto Serif" panose="02020600060500020200" pitchFamily="18" charset="0"/>
                <a:cs typeface="Noto Serif" panose="02020600060500020200" pitchFamily="18" charset="0"/>
              </a:rPr>
              <a:t>Sai sót trong triển khai hoặc lỗi con người.</a:t>
            </a:r>
            <a:br>
              <a:rPr lang="vi-VN" dirty="0">
                <a:latin typeface="Noto Serif" panose="02020600060500020200" pitchFamily="18" charset="0"/>
                <a:ea typeface="Noto Serif" panose="02020600060500020200" pitchFamily="18" charset="0"/>
                <a:cs typeface="Noto Serif" panose="02020600060500020200" pitchFamily="18" charset="0"/>
              </a:rPr>
            </a:br>
            <a:r>
              <a:rPr lang="vi-VN" dirty="0">
                <a:latin typeface="Noto Serif" panose="02020600060500020200" pitchFamily="18" charset="0"/>
                <a:ea typeface="Noto Serif" panose="02020600060500020200" pitchFamily="18" charset="0"/>
                <a:cs typeface="Noto Serif" panose="02020600060500020200" pitchFamily="18" charset="0"/>
              </a:rPr>
              <a:t>→ Cần kiểm tra bảo mật định kỳ &amp; biện pháp bảo vệ mạnh mẽ.</a:t>
            </a:r>
          </a:p>
          <a:p>
            <a:endParaRPr lang="en-US" dirty="0">
              <a:latin typeface="Noto Serif" panose="02020600060500020200" pitchFamily="18" charset="0"/>
              <a:ea typeface="Noto Serif" panose="02020600060500020200" pitchFamily="18" charset="0"/>
              <a:cs typeface="Noto Serif" panose="02020600060500020200" pitchFamily="18" charset="0"/>
            </a:endParaRPr>
          </a:p>
        </p:txBody>
      </p:sp>
    </p:spTree>
    <p:extLst>
      <p:ext uri="{BB962C8B-B14F-4D97-AF65-F5344CB8AC3E}">
        <p14:creationId xmlns:p14="http://schemas.microsoft.com/office/powerpoint/2010/main" val="24849868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9086D-AB9D-9343-FDB1-C017B5F69524}"/>
              </a:ext>
            </a:extLst>
          </p:cNvPr>
          <p:cNvSpPr>
            <a:spLocks noGrp="1"/>
          </p:cNvSpPr>
          <p:nvPr>
            <p:ph type="title"/>
          </p:nvPr>
        </p:nvSpPr>
        <p:spPr/>
        <p:txBody>
          <a:bodyPr>
            <a:normAutofit fontScale="90000"/>
          </a:bodyPr>
          <a:lstStyle/>
          <a:p>
            <a:r>
              <a:rPr lang="en-US" b="1" dirty="0"/>
              <a:t>III. </a:t>
            </a:r>
            <a:r>
              <a:rPr lang="en-US" b="1" dirty="0" err="1"/>
              <a:t>Nghiên</a:t>
            </a:r>
            <a:r>
              <a:rPr lang="en-US" b="1" dirty="0"/>
              <a:t> </a:t>
            </a:r>
            <a:r>
              <a:rPr lang="en-US" b="1" dirty="0" err="1"/>
              <a:t>cứu</a:t>
            </a:r>
            <a:r>
              <a:rPr lang="en-US" b="1" dirty="0"/>
              <a:t> </a:t>
            </a:r>
            <a:r>
              <a:rPr lang="en-US" b="1" dirty="0" err="1"/>
              <a:t>ứng</a:t>
            </a:r>
            <a:r>
              <a:rPr lang="en-US" b="1" dirty="0"/>
              <a:t> </a:t>
            </a:r>
            <a:r>
              <a:rPr lang="en-US" b="1" dirty="0" err="1"/>
              <a:t>dụng</a:t>
            </a:r>
            <a:r>
              <a:rPr lang="en-US" b="1" dirty="0"/>
              <a:t> </a:t>
            </a:r>
            <a:r>
              <a:rPr lang="en-US" b="1" dirty="0" err="1"/>
              <a:t>thực</a:t>
            </a:r>
            <a:r>
              <a:rPr lang="en-US" b="1" dirty="0"/>
              <a:t> </a:t>
            </a:r>
            <a:r>
              <a:rPr lang="en-US" b="1" dirty="0" err="1"/>
              <a:t>tế</a:t>
            </a:r>
            <a:r>
              <a:rPr lang="en-US" b="1" dirty="0"/>
              <a:t> </a:t>
            </a:r>
            <a:r>
              <a:rPr lang="en-US" b="1" dirty="0" err="1"/>
              <a:t>và</a:t>
            </a:r>
            <a:r>
              <a:rPr lang="en-US" b="1" dirty="0"/>
              <a:t> </a:t>
            </a:r>
            <a:r>
              <a:rPr lang="en-US" b="1" dirty="0" err="1"/>
              <a:t>đề</a:t>
            </a:r>
            <a:r>
              <a:rPr lang="en-US" b="1" dirty="0"/>
              <a:t> </a:t>
            </a:r>
            <a:r>
              <a:rPr lang="en-US" b="1" dirty="0" err="1"/>
              <a:t>xuất</a:t>
            </a:r>
            <a:r>
              <a:rPr lang="en-US" b="1" dirty="0"/>
              <a:t> </a:t>
            </a:r>
            <a:r>
              <a:rPr lang="en-US" b="1" dirty="0" err="1"/>
              <a:t>kịch</a:t>
            </a:r>
            <a:r>
              <a:rPr lang="en-US" b="1" dirty="0"/>
              <a:t> </a:t>
            </a:r>
            <a:r>
              <a:rPr lang="en-US" b="1" dirty="0" err="1"/>
              <a:t>bản</a:t>
            </a:r>
            <a:r>
              <a:rPr lang="en-US" b="1" dirty="0"/>
              <a:t> </a:t>
            </a:r>
            <a:r>
              <a:rPr lang="en-US" b="1" dirty="0" err="1"/>
              <a:t>ứng</a:t>
            </a:r>
            <a:r>
              <a:rPr lang="en-US" b="1" dirty="0"/>
              <a:t> </a:t>
            </a:r>
            <a:r>
              <a:rPr lang="en-US" b="1" dirty="0" err="1"/>
              <a:t>dụng</a:t>
            </a:r>
            <a:br>
              <a:rPr lang="en-US" b="1" dirty="0"/>
            </a:br>
            <a:endParaRPr lang="en-US" dirty="0"/>
          </a:p>
        </p:txBody>
      </p:sp>
      <p:pic>
        <p:nvPicPr>
          <p:cNvPr id="4" name="Content Placeholder 3" descr="A diagram of a blockchain&#10;&#10;AI-generated content may be incorrect.">
            <a:extLst>
              <a:ext uri="{FF2B5EF4-FFF2-40B4-BE49-F238E27FC236}">
                <a16:creationId xmlns:a16="http://schemas.microsoft.com/office/drawing/2014/main" id="{465E8DAA-D8DB-00F7-F412-44CF4E871622}"/>
              </a:ext>
            </a:extLst>
          </p:cNvPr>
          <p:cNvPicPr>
            <a:picLocks noGrp="1" noChangeAspect="1"/>
          </p:cNvPicPr>
          <p:nvPr>
            <p:ph idx="1"/>
          </p:nvPr>
        </p:nvPicPr>
        <p:blipFill>
          <a:blip r:embed="rId2"/>
          <a:stretch>
            <a:fillRect/>
          </a:stretch>
        </p:blipFill>
        <p:spPr>
          <a:xfrm>
            <a:off x="2019380" y="2160588"/>
            <a:ext cx="5913277" cy="3881437"/>
          </a:xfrm>
          <a:prstGeom prst="rect">
            <a:avLst/>
          </a:prstGeom>
        </p:spPr>
      </p:pic>
    </p:spTree>
    <p:extLst>
      <p:ext uri="{BB962C8B-B14F-4D97-AF65-F5344CB8AC3E}">
        <p14:creationId xmlns:p14="http://schemas.microsoft.com/office/powerpoint/2010/main" val="17446277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45045-AFD8-365E-0338-04DC72653ACC}"/>
              </a:ext>
            </a:extLst>
          </p:cNvPr>
          <p:cNvSpPr>
            <a:spLocks noGrp="1"/>
          </p:cNvSpPr>
          <p:nvPr>
            <p:ph type="title"/>
          </p:nvPr>
        </p:nvSpPr>
        <p:spPr>
          <a:xfrm>
            <a:off x="162196" y="412173"/>
            <a:ext cx="4900420" cy="812222"/>
          </a:xfrm>
        </p:spPr>
        <p:txBody>
          <a:bodyPr anchor="ctr">
            <a:normAutofit fontScale="90000"/>
          </a:bodyPr>
          <a:lstStyle/>
          <a:p>
            <a:r>
              <a:rPr lang="vi-VN" b="1" dirty="0">
                <a:latin typeface="Noto Serif" panose="02020600060500020200" pitchFamily="18" charset="0"/>
                <a:ea typeface="Noto Serif" panose="02020600060500020200" pitchFamily="18" charset="0"/>
                <a:cs typeface="Noto Serif" panose="02020600060500020200" pitchFamily="18" charset="0"/>
              </a:rPr>
              <a:t>Tài chính – Ngân hàng</a:t>
            </a:r>
            <a:br>
              <a:rPr lang="vi-VN" dirty="0">
                <a:latin typeface="Noto Serif" panose="02020600060500020200" pitchFamily="18" charset="0"/>
                <a:ea typeface="Noto Serif" panose="02020600060500020200" pitchFamily="18" charset="0"/>
                <a:cs typeface="Noto Serif" panose="02020600060500020200" pitchFamily="18" charset="0"/>
              </a:rPr>
            </a:br>
            <a:endParaRPr lang="en-US" dirty="0">
              <a:latin typeface="Noto Serif" panose="02020600060500020200" pitchFamily="18" charset="0"/>
              <a:ea typeface="Noto Serif" panose="02020600060500020200" pitchFamily="18" charset="0"/>
              <a:cs typeface="Noto Serif" panose="02020600060500020200" pitchFamily="18" charset="0"/>
            </a:endParaRPr>
          </a:p>
        </p:txBody>
      </p:sp>
      <p:sp>
        <p:nvSpPr>
          <p:cNvPr id="9" name="Content Placeholder 8">
            <a:extLst>
              <a:ext uri="{FF2B5EF4-FFF2-40B4-BE49-F238E27FC236}">
                <a16:creationId xmlns:a16="http://schemas.microsoft.com/office/drawing/2014/main" id="{D0E49445-E983-6509-0BD8-35BD35A7444C}"/>
              </a:ext>
            </a:extLst>
          </p:cNvPr>
          <p:cNvSpPr>
            <a:spLocks noGrp="1"/>
          </p:cNvSpPr>
          <p:nvPr>
            <p:ph idx="1"/>
          </p:nvPr>
        </p:nvSpPr>
        <p:spPr>
          <a:xfrm>
            <a:off x="6001090" y="818284"/>
            <a:ext cx="3384741" cy="5801399"/>
          </a:xfrm>
        </p:spPr>
        <p:txBody>
          <a:bodyPr anchor="t">
            <a:noAutofit/>
          </a:bodyPr>
          <a:lstStyle/>
          <a:p>
            <a:pPr>
              <a:lnSpc>
                <a:spcPct val="90000"/>
              </a:lnSpc>
            </a:pPr>
            <a:r>
              <a:rPr lang="vi-VN" sz="1600" dirty="0">
                <a:solidFill>
                  <a:schemeClr val="tx1"/>
                </a:solidFill>
                <a:latin typeface="Noto Serif" panose="02020600060500020200" pitchFamily="18" charset="0"/>
                <a:ea typeface="Noto Serif" panose="02020600060500020200" pitchFamily="18" charset="0"/>
                <a:cs typeface="Noto Serif" panose="02020600060500020200" pitchFamily="18" charset="0"/>
              </a:rPr>
              <a:t>Giao dịch xuyên biên giới nhanh, rẻ.</a:t>
            </a:r>
          </a:p>
          <a:p>
            <a:pPr>
              <a:lnSpc>
                <a:spcPct val="90000"/>
              </a:lnSpc>
            </a:pPr>
            <a:r>
              <a:rPr lang="vi-VN" sz="1600" dirty="0">
                <a:solidFill>
                  <a:schemeClr val="tx1"/>
                </a:solidFill>
                <a:latin typeface="Noto Serif" panose="02020600060500020200" pitchFamily="18" charset="0"/>
                <a:ea typeface="Noto Serif" panose="02020600060500020200" pitchFamily="18" charset="0"/>
                <a:cs typeface="Noto Serif" panose="02020600060500020200" pitchFamily="18" charset="0"/>
              </a:rPr>
              <a:t>Tài trợ thương mại bằng hợp đồng thông minh.</a:t>
            </a:r>
          </a:p>
          <a:p>
            <a:pPr>
              <a:lnSpc>
                <a:spcPct val="90000"/>
              </a:lnSpc>
            </a:pPr>
            <a:r>
              <a:rPr lang="vi-VN" sz="1600" dirty="0">
                <a:solidFill>
                  <a:schemeClr val="tx1"/>
                </a:solidFill>
                <a:latin typeface="Noto Serif" panose="02020600060500020200" pitchFamily="18" charset="0"/>
                <a:ea typeface="Noto Serif" panose="02020600060500020200" pitchFamily="18" charset="0"/>
                <a:cs typeface="Noto Serif" panose="02020600060500020200" pitchFamily="18" charset="0"/>
              </a:rPr>
              <a:t>Thanh toán bù trừ, xác minh danh tính số, báo cáo tín dụng an toàn.</a:t>
            </a:r>
          </a:p>
          <a:p>
            <a:pPr>
              <a:lnSpc>
                <a:spcPct val="90000"/>
              </a:lnSpc>
            </a:pPr>
            <a:r>
              <a:rPr lang="vi-VN" sz="1600" dirty="0">
                <a:solidFill>
                  <a:schemeClr val="tx1"/>
                </a:solidFill>
                <a:latin typeface="Noto Serif" panose="02020600060500020200" pitchFamily="18" charset="0"/>
                <a:ea typeface="Noto Serif" panose="02020600060500020200" pitchFamily="18" charset="0"/>
                <a:cs typeface="Noto Serif" panose="02020600060500020200" pitchFamily="18" charset="0"/>
              </a:rPr>
              <a:t>Mua bán tài sản minh bạch, giảm chi phí.</a:t>
            </a:r>
            <a:endParaRPr lang="en-US" sz="1600" dirty="0">
              <a:solidFill>
                <a:schemeClr val="tx1"/>
              </a:solidFill>
              <a:latin typeface="Noto Serif" panose="02020600060500020200" pitchFamily="18" charset="0"/>
              <a:ea typeface="Noto Serif" panose="02020600060500020200" pitchFamily="18" charset="0"/>
              <a:cs typeface="Noto Serif" panose="02020600060500020200" pitchFamily="18" charset="0"/>
            </a:endParaRPr>
          </a:p>
          <a:p>
            <a:pPr>
              <a:lnSpc>
                <a:spcPct val="90000"/>
              </a:lnSpc>
            </a:pPr>
            <a:endParaRPr lang="en-US" sz="1600" dirty="0">
              <a:solidFill>
                <a:schemeClr val="tx1"/>
              </a:solidFill>
              <a:latin typeface="Noto Serif" panose="02020600060500020200" pitchFamily="18" charset="0"/>
              <a:ea typeface="Noto Serif" panose="02020600060500020200" pitchFamily="18" charset="0"/>
              <a:cs typeface="Noto Serif" panose="02020600060500020200" pitchFamily="18" charset="0"/>
            </a:endParaRPr>
          </a:p>
          <a:p>
            <a:pPr marL="0" indent="0" defTabSz="914400" eaLnBrk="0" fontAlgn="base" hangingPunct="0">
              <a:lnSpc>
                <a:spcPct val="90000"/>
              </a:lnSpc>
              <a:spcBef>
                <a:spcPct val="0"/>
              </a:spcBef>
              <a:spcAft>
                <a:spcPct val="0"/>
              </a:spcAft>
              <a:buClrTx/>
              <a:buSzTx/>
              <a:buNone/>
            </a:pPr>
            <a:r>
              <a:rPr lang="en-US" altLang="en-US" sz="1600" b="1" dirty="0" err="1">
                <a:solidFill>
                  <a:schemeClr val="tx1"/>
                </a:solidFill>
                <a:latin typeface="Noto Serif" panose="02020600060500020200" pitchFamily="18" charset="0"/>
                <a:ea typeface="Noto Serif" panose="02020600060500020200" pitchFamily="18" charset="0"/>
                <a:cs typeface="Noto Serif" panose="02020600060500020200" pitchFamily="18" charset="0"/>
              </a:rPr>
              <a:t>Ví</a:t>
            </a:r>
            <a:r>
              <a:rPr lang="en-US" altLang="en-US" sz="1600" b="1" dirty="0">
                <a:solidFill>
                  <a:schemeClr val="tx1"/>
                </a:solidFill>
                <a:latin typeface="Noto Serif" panose="02020600060500020200" pitchFamily="18" charset="0"/>
                <a:ea typeface="Noto Serif" panose="02020600060500020200" pitchFamily="18" charset="0"/>
                <a:cs typeface="Noto Serif" panose="02020600060500020200" pitchFamily="18" charset="0"/>
              </a:rPr>
              <a:t> </a:t>
            </a:r>
            <a:r>
              <a:rPr lang="en-US" altLang="en-US" sz="1600" b="1" dirty="0" err="1">
                <a:solidFill>
                  <a:schemeClr val="tx1"/>
                </a:solidFill>
                <a:latin typeface="Noto Serif" panose="02020600060500020200" pitchFamily="18" charset="0"/>
                <a:ea typeface="Noto Serif" panose="02020600060500020200" pitchFamily="18" charset="0"/>
                <a:cs typeface="Noto Serif" panose="02020600060500020200" pitchFamily="18" charset="0"/>
              </a:rPr>
              <a:t>dụ</a:t>
            </a:r>
            <a:r>
              <a:rPr lang="en-US" altLang="en-US" sz="1600" b="1" dirty="0">
                <a:solidFill>
                  <a:schemeClr val="tx1"/>
                </a:solidFill>
                <a:latin typeface="Noto Serif" panose="02020600060500020200" pitchFamily="18" charset="0"/>
                <a:ea typeface="Noto Serif" panose="02020600060500020200" pitchFamily="18" charset="0"/>
                <a:cs typeface="Noto Serif" panose="02020600060500020200" pitchFamily="18" charset="0"/>
              </a:rPr>
              <a:t>:</a:t>
            </a:r>
            <a:r>
              <a:rPr lang="en-US" altLang="en-US" sz="1600" dirty="0">
                <a:solidFill>
                  <a:schemeClr val="tx1"/>
                </a:solidFill>
                <a:latin typeface="Noto Serif" panose="02020600060500020200" pitchFamily="18" charset="0"/>
                <a:ea typeface="Noto Serif" panose="02020600060500020200" pitchFamily="18" charset="0"/>
                <a:cs typeface="Noto Serif" panose="02020600060500020200" pitchFamily="18" charset="0"/>
              </a:rPr>
              <a:t> Ripple (XRP) </a:t>
            </a:r>
            <a:r>
              <a:rPr lang="en-US" altLang="en-US" sz="1600" dirty="0" err="1">
                <a:solidFill>
                  <a:schemeClr val="tx1"/>
                </a:solidFill>
                <a:latin typeface="Noto Serif" panose="02020600060500020200" pitchFamily="18" charset="0"/>
                <a:ea typeface="Noto Serif" panose="02020600060500020200" pitchFamily="18" charset="0"/>
                <a:cs typeface="Noto Serif" panose="02020600060500020200" pitchFamily="18" charset="0"/>
              </a:rPr>
              <a:t>được</a:t>
            </a:r>
            <a:r>
              <a:rPr lang="en-US" altLang="en-US" sz="1600" dirty="0">
                <a:solidFill>
                  <a:schemeClr val="tx1"/>
                </a:solidFill>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solidFill>
                  <a:schemeClr val="tx1"/>
                </a:solidFill>
                <a:latin typeface="Noto Serif" panose="02020600060500020200" pitchFamily="18" charset="0"/>
                <a:ea typeface="Noto Serif" panose="02020600060500020200" pitchFamily="18" charset="0"/>
                <a:cs typeface="Noto Serif" panose="02020600060500020200" pitchFamily="18" charset="0"/>
              </a:rPr>
              <a:t>nhiều</a:t>
            </a:r>
            <a:r>
              <a:rPr lang="en-US" altLang="en-US" sz="1600" dirty="0">
                <a:solidFill>
                  <a:schemeClr val="tx1"/>
                </a:solidFill>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solidFill>
                  <a:schemeClr val="tx1"/>
                </a:solidFill>
                <a:latin typeface="Noto Serif" panose="02020600060500020200" pitchFamily="18" charset="0"/>
                <a:ea typeface="Noto Serif" panose="02020600060500020200" pitchFamily="18" charset="0"/>
                <a:cs typeface="Noto Serif" panose="02020600060500020200" pitchFamily="18" charset="0"/>
              </a:rPr>
              <a:t>ngân</a:t>
            </a:r>
            <a:r>
              <a:rPr lang="en-US" altLang="en-US" sz="1600" dirty="0">
                <a:solidFill>
                  <a:schemeClr val="tx1"/>
                </a:solidFill>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solidFill>
                  <a:schemeClr val="tx1"/>
                </a:solidFill>
                <a:latin typeface="Noto Serif" panose="02020600060500020200" pitchFamily="18" charset="0"/>
                <a:ea typeface="Noto Serif" panose="02020600060500020200" pitchFamily="18" charset="0"/>
                <a:cs typeface="Noto Serif" panose="02020600060500020200" pitchFamily="18" charset="0"/>
              </a:rPr>
              <a:t>hàng</a:t>
            </a:r>
            <a:r>
              <a:rPr lang="en-US" altLang="en-US" sz="1600" dirty="0">
                <a:solidFill>
                  <a:schemeClr val="tx1"/>
                </a:solidFill>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solidFill>
                  <a:schemeClr val="tx1"/>
                </a:solidFill>
                <a:latin typeface="Noto Serif" panose="02020600060500020200" pitchFamily="18" charset="0"/>
                <a:ea typeface="Noto Serif" panose="02020600060500020200" pitchFamily="18" charset="0"/>
                <a:cs typeface="Noto Serif" panose="02020600060500020200" pitchFamily="18" charset="0"/>
              </a:rPr>
              <a:t>dùng</a:t>
            </a:r>
            <a:r>
              <a:rPr lang="en-US" altLang="en-US" sz="1600" dirty="0">
                <a:solidFill>
                  <a:schemeClr val="tx1"/>
                </a:solidFill>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solidFill>
                  <a:schemeClr val="tx1"/>
                </a:solidFill>
                <a:latin typeface="Noto Serif" panose="02020600060500020200" pitchFamily="18" charset="0"/>
                <a:ea typeface="Noto Serif" panose="02020600060500020200" pitchFamily="18" charset="0"/>
                <a:cs typeface="Noto Serif" panose="02020600060500020200" pitchFamily="18" charset="0"/>
              </a:rPr>
              <a:t>để</a:t>
            </a:r>
            <a:r>
              <a:rPr lang="en-US" altLang="en-US" sz="1600" dirty="0">
                <a:solidFill>
                  <a:schemeClr val="tx1"/>
                </a:solidFill>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solidFill>
                  <a:schemeClr val="tx1"/>
                </a:solidFill>
                <a:latin typeface="Noto Serif" panose="02020600060500020200" pitchFamily="18" charset="0"/>
                <a:ea typeface="Noto Serif" panose="02020600060500020200" pitchFamily="18" charset="0"/>
                <a:cs typeface="Noto Serif" panose="02020600060500020200" pitchFamily="18" charset="0"/>
              </a:rPr>
              <a:t>chuyển</a:t>
            </a:r>
            <a:r>
              <a:rPr lang="en-US" altLang="en-US" sz="1600" dirty="0">
                <a:solidFill>
                  <a:schemeClr val="tx1"/>
                </a:solidFill>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solidFill>
                  <a:schemeClr val="tx1"/>
                </a:solidFill>
                <a:latin typeface="Noto Serif" panose="02020600060500020200" pitchFamily="18" charset="0"/>
                <a:ea typeface="Noto Serif" panose="02020600060500020200" pitchFamily="18" charset="0"/>
                <a:cs typeface="Noto Serif" panose="02020600060500020200" pitchFamily="18" charset="0"/>
              </a:rPr>
              <a:t>tiền</a:t>
            </a:r>
            <a:r>
              <a:rPr lang="en-US" altLang="en-US" sz="1600" dirty="0">
                <a:solidFill>
                  <a:schemeClr val="tx1"/>
                </a:solidFill>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solidFill>
                  <a:schemeClr val="tx1"/>
                </a:solidFill>
                <a:latin typeface="Noto Serif" panose="02020600060500020200" pitchFamily="18" charset="0"/>
                <a:ea typeface="Noto Serif" panose="02020600060500020200" pitchFamily="18" charset="0"/>
                <a:cs typeface="Noto Serif" panose="02020600060500020200" pitchFamily="18" charset="0"/>
              </a:rPr>
              <a:t>quốc</a:t>
            </a:r>
            <a:r>
              <a:rPr lang="en-US" altLang="en-US" sz="1600" dirty="0">
                <a:solidFill>
                  <a:schemeClr val="tx1"/>
                </a:solidFill>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solidFill>
                  <a:schemeClr val="tx1"/>
                </a:solidFill>
                <a:latin typeface="Noto Serif" panose="02020600060500020200" pitchFamily="18" charset="0"/>
                <a:ea typeface="Noto Serif" panose="02020600060500020200" pitchFamily="18" charset="0"/>
                <a:cs typeface="Noto Serif" panose="02020600060500020200" pitchFamily="18" charset="0"/>
              </a:rPr>
              <a:t>tế</a:t>
            </a:r>
            <a:r>
              <a:rPr lang="en-US" altLang="en-US" sz="1600" dirty="0">
                <a:solidFill>
                  <a:schemeClr val="tx1"/>
                </a:solidFill>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solidFill>
                  <a:schemeClr val="tx1"/>
                </a:solidFill>
                <a:latin typeface="Noto Serif" panose="02020600060500020200" pitchFamily="18" charset="0"/>
                <a:ea typeface="Noto Serif" panose="02020600060500020200" pitchFamily="18" charset="0"/>
                <a:cs typeface="Noto Serif" panose="02020600060500020200" pitchFamily="18" charset="0"/>
              </a:rPr>
              <a:t>nhanh</a:t>
            </a:r>
            <a:r>
              <a:rPr lang="en-US" altLang="en-US" sz="1600" dirty="0">
                <a:solidFill>
                  <a:schemeClr val="tx1"/>
                </a:solidFill>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solidFill>
                  <a:schemeClr val="tx1"/>
                </a:solidFill>
                <a:latin typeface="Noto Serif" panose="02020600060500020200" pitchFamily="18" charset="0"/>
                <a:ea typeface="Noto Serif" panose="02020600060500020200" pitchFamily="18" charset="0"/>
                <a:cs typeface="Noto Serif" panose="02020600060500020200" pitchFamily="18" charset="0"/>
              </a:rPr>
              <a:t>chóng</a:t>
            </a:r>
            <a:r>
              <a:rPr lang="en-US" altLang="en-US" sz="1600" dirty="0">
                <a:solidFill>
                  <a:schemeClr val="tx1"/>
                </a:solidFill>
                <a:latin typeface="Noto Serif" panose="02020600060500020200" pitchFamily="18" charset="0"/>
                <a:ea typeface="Noto Serif" panose="02020600060500020200" pitchFamily="18" charset="0"/>
                <a:cs typeface="Noto Serif" panose="02020600060500020200" pitchFamily="18" charset="0"/>
              </a:rPr>
              <a:t>.</a:t>
            </a:r>
          </a:p>
          <a:p>
            <a:pPr marL="0" indent="0" defTabSz="914400" eaLnBrk="0" fontAlgn="base" hangingPunct="0">
              <a:lnSpc>
                <a:spcPct val="90000"/>
              </a:lnSpc>
              <a:spcBef>
                <a:spcPct val="0"/>
              </a:spcBef>
              <a:spcAft>
                <a:spcPct val="0"/>
              </a:spcAft>
              <a:buClrTx/>
              <a:buSzTx/>
              <a:buFontTx/>
              <a:buChar char="•"/>
            </a:pPr>
            <a:endParaRPr lang="en-US" altLang="en-US" sz="1600" dirty="0">
              <a:solidFill>
                <a:schemeClr val="tx1"/>
              </a:solidFill>
              <a:latin typeface="Noto Serif" panose="02020600060500020200" pitchFamily="18" charset="0"/>
              <a:ea typeface="Noto Serif" panose="02020600060500020200" pitchFamily="18" charset="0"/>
              <a:cs typeface="Noto Serif" panose="02020600060500020200" pitchFamily="18" charset="0"/>
            </a:endParaRPr>
          </a:p>
          <a:p>
            <a:pPr marL="0" indent="0" defTabSz="914400" eaLnBrk="0" fontAlgn="base" hangingPunct="0">
              <a:lnSpc>
                <a:spcPct val="90000"/>
              </a:lnSpc>
              <a:spcBef>
                <a:spcPct val="0"/>
              </a:spcBef>
              <a:spcAft>
                <a:spcPct val="0"/>
              </a:spcAft>
              <a:buClrTx/>
              <a:buSzTx/>
              <a:buNone/>
            </a:pPr>
            <a:r>
              <a:rPr lang="en-US" altLang="en-US" sz="1600" b="1" dirty="0">
                <a:solidFill>
                  <a:schemeClr val="tx1"/>
                </a:solidFill>
                <a:latin typeface="Noto Serif" panose="02020600060500020200" pitchFamily="18" charset="0"/>
                <a:ea typeface="Noto Serif" panose="02020600060500020200" pitchFamily="18" charset="0"/>
                <a:cs typeface="Noto Serif" panose="02020600060500020200" pitchFamily="18" charset="0"/>
              </a:rPr>
              <a:t>Lợi </a:t>
            </a:r>
            <a:r>
              <a:rPr lang="en-US" altLang="en-US" sz="1600" b="1" dirty="0" err="1">
                <a:solidFill>
                  <a:schemeClr val="tx1"/>
                </a:solidFill>
                <a:latin typeface="Noto Serif" panose="02020600060500020200" pitchFamily="18" charset="0"/>
                <a:ea typeface="Noto Serif" panose="02020600060500020200" pitchFamily="18" charset="0"/>
                <a:cs typeface="Noto Serif" panose="02020600060500020200" pitchFamily="18" charset="0"/>
              </a:rPr>
              <a:t>ích</a:t>
            </a:r>
            <a:r>
              <a:rPr lang="en-US" altLang="en-US" sz="1600" b="1" dirty="0">
                <a:solidFill>
                  <a:schemeClr val="tx1"/>
                </a:solidFill>
                <a:latin typeface="Noto Serif" panose="02020600060500020200" pitchFamily="18" charset="0"/>
                <a:ea typeface="Noto Serif" panose="02020600060500020200" pitchFamily="18" charset="0"/>
                <a:cs typeface="Noto Serif" panose="02020600060500020200" pitchFamily="18" charset="0"/>
              </a:rPr>
              <a:t>:</a:t>
            </a:r>
            <a:r>
              <a:rPr lang="en-US" altLang="en-US" sz="1600" dirty="0">
                <a:solidFill>
                  <a:schemeClr val="tx1"/>
                </a:solidFill>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solidFill>
                  <a:schemeClr val="tx1"/>
                </a:solidFill>
                <a:latin typeface="Noto Serif" panose="02020600060500020200" pitchFamily="18" charset="0"/>
                <a:ea typeface="Noto Serif" panose="02020600060500020200" pitchFamily="18" charset="0"/>
                <a:cs typeface="Noto Serif" panose="02020600060500020200" pitchFamily="18" charset="0"/>
              </a:rPr>
              <a:t>Chuyển</a:t>
            </a:r>
            <a:r>
              <a:rPr lang="en-US" altLang="en-US" sz="1600" dirty="0">
                <a:solidFill>
                  <a:schemeClr val="tx1"/>
                </a:solidFill>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solidFill>
                  <a:schemeClr val="tx1"/>
                </a:solidFill>
                <a:latin typeface="Noto Serif" panose="02020600060500020200" pitchFamily="18" charset="0"/>
                <a:ea typeface="Noto Serif" panose="02020600060500020200" pitchFamily="18" charset="0"/>
                <a:cs typeface="Noto Serif" panose="02020600060500020200" pitchFamily="18" charset="0"/>
              </a:rPr>
              <a:t>tiền</a:t>
            </a:r>
            <a:r>
              <a:rPr lang="en-US" altLang="en-US" sz="1600" dirty="0">
                <a:solidFill>
                  <a:schemeClr val="tx1"/>
                </a:solidFill>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solidFill>
                  <a:schemeClr val="tx1"/>
                </a:solidFill>
                <a:latin typeface="Noto Serif" panose="02020600060500020200" pitchFamily="18" charset="0"/>
                <a:ea typeface="Noto Serif" panose="02020600060500020200" pitchFamily="18" charset="0"/>
                <a:cs typeface="Noto Serif" panose="02020600060500020200" pitchFamily="18" charset="0"/>
              </a:rPr>
              <a:t>xuyên</a:t>
            </a:r>
            <a:r>
              <a:rPr lang="en-US" altLang="en-US" sz="1600" dirty="0">
                <a:solidFill>
                  <a:schemeClr val="tx1"/>
                </a:solidFill>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solidFill>
                  <a:schemeClr val="tx1"/>
                </a:solidFill>
                <a:latin typeface="Noto Serif" panose="02020600060500020200" pitchFamily="18" charset="0"/>
                <a:ea typeface="Noto Serif" panose="02020600060500020200" pitchFamily="18" charset="0"/>
                <a:cs typeface="Noto Serif" panose="02020600060500020200" pitchFamily="18" charset="0"/>
              </a:rPr>
              <a:t>biên</a:t>
            </a:r>
            <a:r>
              <a:rPr lang="en-US" altLang="en-US" sz="1600" dirty="0">
                <a:solidFill>
                  <a:schemeClr val="tx1"/>
                </a:solidFill>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solidFill>
                  <a:schemeClr val="tx1"/>
                </a:solidFill>
                <a:latin typeface="Noto Serif" panose="02020600060500020200" pitchFamily="18" charset="0"/>
                <a:ea typeface="Noto Serif" panose="02020600060500020200" pitchFamily="18" charset="0"/>
                <a:cs typeface="Noto Serif" panose="02020600060500020200" pitchFamily="18" charset="0"/>
              </a:rPr>
              <a:t>giới</a:t>
            </a:r>
            <a:r>
              <a:rPr lang="en-US" altLang="en-US" sz="1600" dirty="0">
                <a:solidFill>
                  <a:schemeClr val="tx1"/>
                </a:solidFill>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solidFill>
                  <a:schemeClr val="tx1"/>
                </a:solidFill>
                <a:latin typeface="Noto Serif" panose="02020600060500020200" pitchFamily="18" charset="0"/>
                <a:ea typeface="Noto Serif" panose="02020600060500020200" pitchFamily="18" charset="0"/>
                <a:cs typeface="Noto Serif" panose="02020600060500020200" pitchFamily="18" charset="0"/>
              </a:rPr>
              <a:t>trong</a:t>
            </a:r>
            <a:r>
              <a:rPr lang="en-US" altLang="en-US" sz="1600" dirty="0">
                <a:solidFill>
                  <a:schemeClr val="tx1"/>
                </a:solidFill>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solidFill>
                  <a:schemeClr val="tx1"/>
                </a:solidFill>
                <a:latin typeface="Noto Serif" panose="02020600060500020200" pitchFamily="18" charset="0"/>
                <a:ea typeface="Noto Serif" panose="02020600060500020200" pitchFamily="18" charset="0"/>
                <a:cs typeface="Noto Serif" panose="02020600060500020200" pitchFamily="18" charset="0"/>
              </a:rPr>
              <a:t>vài</a:t>
            </a:r>
            <a:r>
              <a:rPr lang="en-US" altLang="en-US" sz="1600" dirty="0">
                <a:solidFill>
                  <a:schemeClr val="tx1"/>
                </a:solidFill>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solidFill>
                  <a:schemeClr val="tx1"/>
                </a:solidFill>
                <a:latin typeface="Noto Serif" panose="02020600060500020200" pitchFamily="18" charset="0"/>
                <a:ea typeface="Noto Serif" panose="02020600060500020200" pitchFamily="18" charset="0"/>
                <a:cs typeface="Noto Serif" panose="02020600060500020200" pitchFamily="18" charset="0"/>
              </a:rPr>
              <a:t>giây</a:t>
            </a:r>
            <a:r>
              <a:rPr lang="en-US" altLang="en-US" sz="1600" dirty="0">
                <a:solidFill>
                  <a:schemeClr val="tx1"/>
                </a:solidFill>
                <a:latin typeface="Noto Serif" panose="02020600060500020200" pitchFamily="18" charset="0"/>
                <a:ea typeface="Noto Serif" panose="02020600060500020200" pitchFamily="18" charset="0"/>
                <a:cs typeface="Noto Serif" panose="02020600060500020200" pitchFamily="18" charset="0"/>
              </a:rPr>
              <a:t>, chi </a:t>
            </a:r>
            <a:r>
              <a:rPr lang="en-US" altLang="en-US" sz="1600" dirty="0" err="1">
                <a:solidFill>
                  <a:schemeClr val="tx1"/>
                </a:solidFill>
                <a:latin typeface="Noto Serif" panose="02020600060500020200" pitchFamily="18" charset="0"/>
                <a:ea typeface="Noto Serif" panose="02020600060500020200" pitchFamily="18" charset="0"/>
                <a:cs typeface="Noto Serif" panose="02020600060500020200" pitchFamily="18" charset="0"/>
              </a:rPr>
              <a:t>phí</a:t>
            </a:r>
            <a:r>
              <a:rPr lang="en-US" altLang="en-US" sz="1600" dirty="0">
                <a:solidFill>
                  <a:schemeClr val="tx1"/>
                </a:solidFill>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solidFill>
                  <a:schemeClr val="tx1"/>
                </a:solidFill>
                <a:latin typeface="Noto Serif" panose="02020600060500020200" pitchFamily="18" charset="0"/>
                <a:ea typeface="Noto Serif" panose="02020600060500020200" pitchFamily="18" charset="0"/>
                <a:cs typeface="Noto Serif" panose="02020600060500020200" pitchFamily="18" charset="0"/>
              </a:rPr>
              <a:t>rẻ</a:t>
            </a:r>
            <a:r>
              <a:rPr lang="en-US" altLang="en-US" sz="1600" dirty="0">
                <a:solidFill>
                  <a:schemeClr val="tx1"/>
                </a:solidFill>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solidFill>
                  <a:schemeClr val="tx1"/>
                </a:solidFill>
                <a:latin typeface="Noto Serif" panose="02020600060500020200" pitchFamily="18" charset="0"/>
                <a:ea typeface="Noto Serif" panose="02020600060500020200" pitchFamily="18" charset="0"/>
                <a:cs typeface="Noto Serif" panose="02020600060500020200" pitchFamily="18" charset="0"/>
              </a:rPr>
              <a:t>hơn</a:t>
            </a:r>
            <a:r>
              <a:rPr lang="en-US" altLang="en-US" sz="1600" dirty="0">
                <a:solidFill>
                  <a:schemeClr val="tx1"/>
                </a:solidFill>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solidFill>
                  <a:schemeClr val="tx1"/>
                </a:solidFill>
                <a:latin typeface="Noto Serif" panose="02020600060500020200" pitchFamily="18" charset="0"/>
                <a:ea typeface="Noto Serif" panose="02020600060500020200" pitchFamily="18" charset="0"/>
                <a:cs typeface="Noto Serif" panose="02020600060500020200" pitchFamily="18" charset="0"/>
              </a:rPr>
              <a:t>nhiều</a:t>
            </a:r>
            <a:r>
              <a:rPr lang="en-US" altLang="en-US" sz="1600" dirty="0">
                <a:solidFill>
                  <a:schemeClr val="tx1"/>
                </a:solidFill>
                <a:latin typeface="Noto Serif" panose="02020600060500020200" pitchFamily="18" charset="0"/>
                <a:ea typeface="Noto Serif" panose="02020600060500020200" pitchFamily="18" charset="0"/>
                <a:cs typeface="Noto Serif" panose="02020600060500020200" pitchFamily="18" charset="0"/>
              </a:rPr>
              <a:t> so </a:t>
            </a:r>
            <a:r>
              <a:rPr lang="en-US" altLang="en-US" sz="1600" dirty="0" err="1">
                <a:solidFill>
                  <a:schemeClr val="tx1"/>
                </a:solidFill>
                <a:latin typeface="Noto Serif" panose="02020600060500020200" pitchFamily="18" charset="0"/>
                <a:ea typeface="Noto Serif" panose="02020600060500020200" pitchFamily="18" charset="0"/>
                <a:cs typeface="Noto Serif" panose="02020600060500020200" pitchFamily="18" charset="0"/>
              </a:rPr>
              <a:t>với</a:t>
            </a:r>
            <a:r>
              <a:rPr lang="en-US" altLang="en-US" sz="1600" dirty="0">
                <a:solidFill>
                  <a:schemeClr val="tx1"/>
                </a:solidFill>
                <a:latin typeface="Noto Serif" panose="02020600060500020200" pitchFamily="18" charset="0"/>
                <a:ea typeface="Noto Serif" panose="02020600060500020200" pitchFamily="18" charset="0"/>
                <a:cs typeface="Noto Serif" panose="02020600060500020200" pitchFamily="18" charset="0"/>
              </a:rPr>
              <a:t> SWIFT </a:t>
            </a:r>
            <a:r>
              <a:rPr lang="en-US" altLang="en-US" sz="1600" dirty="0" err="1">
                <a:solidFill>
                  <a:schemeClr val="tx1"/>
                </a:solidFill>
                <a:latin typeface="Noto Serif" panose="02020600060500020200" pitchFamily="18" charset="0"/>
                <a:ea typeface="Noto Serif" panose="02020600060500020200" pitchFamily="18" charset="0"/>
                <a:cs typeface="Noto Serif" panose="02020600060500020200" pitchFamily="18" charset="0"/>
              </a:rPr>
              <a:t>truyền</a:t>
            </a:r>
            <a:r>
              <a:rPr lang="en-US" altLang="en-US" sz="1600" dirty="0">
                <a:solidFill>
                  <a:schemeClr val="tx1"/>
                </a:solidFill>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solidFill>
                  <a:schemeClr val="tx1"/>
                </a:solidFill>
                <a:latin typeface="Noto Serif" panose="02020600060500020200" pitchFamily="18" charset="0"/>
                <a:ea typeface="Noto Serif" panose="02020600060500020200" pitchFamily="18" charset="0"/>
                <a:cs typeface="Noto Serif" panose="02020600060500020200" pitchFamily="18" charset="0"/>
              </a:rPr>
              <a:t>thống</a:t>
            </a:r>
            <a:r>
              <a:rPr lang="en-US" altLang="en-US" sz="1600" dirty="0">
                <a:solidFill>
                  <a:schemeClr val="tx1"/>
                </a:solidFill>
                <a:latin typeface="Noto Serif" panose="02020600060500020200" pitchFamily="18" charset="0"/>
                <a:ea typeface="Noto Serif" panose="02020600060500020200" pitchFamily="18" charset="0"/>
                <a:cs typeface="Noto Serif" panose="02020600060500020200" pitchFamily="18" charset="0"/>
              </a:rPr>
              <a:t>.</a:t>
            </a:r>
          </a:p>
          <a:p>
            <a:pPr>
              <a:lnSpc>
                <a:spcPct val="90000"/>
              </a:lnSpc>
            </a:pPr>
            <a:endParaRPr lang="en-US" sz="1600" dirty="0">
              <a:solidFill>
                <a:schemeClr val="tx1"/>
              </a:solidFill>
              <a:latin typeface="Noto Serif" panose="02020600060500020200" pitchFamily="18" charset="0"/>
              <a:ea typeface="Noto Serif" panose="02020600060500020200" pitchFamily="18" charset="0"/>
              <a:cs typeface="Noto Serif" panose="02020600060500020200" pitchFamily="18" charset="0"/>
            </a:endParaRPr>
          </a:p>
          <a:p>
            <a:pPr>
              <a:lnSpc>
                <a:spcPct val="90000"/>
              </a:lnSpc>
            </a:pPr>
            <a:endParaRPr lang="vi-VN" sz="1600" dirty="0">
              <a:solidFill>
                <a:schemeClr val="tx1"/>
              </a:solidFill>
              <a:latin typeface="Noto Serif" panose="02020600060500020200" pitchFamily="18" charset="0"/>
              <a:ea typeface="Noto Serif" panose="02020600060500020200" pitchFamily="18" charset="0"/>
              <a:cs typeface="Noto Serif" panose="02020600060500020200" pitchFamily="18" charset="0"/>
            </a:endParaRPr>
          </a:p>
          <a:p>
            <a:pPr>
              <a:lnSpc>
                <a:spcPct val="90000"/>
              </a:lnSpc>
            </a:pPr>
            <a:endParaRPr lang="en-US" sz="1600" dirty="0">
              <a:solidFill>
                <a:schemeClr val="tx1"/>
              </a:solidFill>
              <a:latin typeface="Noto Serif" panose="02020600060500020200" pitchFamily="18" charset="0"/>
              <a:ea typeface="Noto Serif" panose="02020600060500020200" pitchFamily="18" charset="0"/>
              <a:cs typeface="Noto Serif" panose="02020600060500020200" pitchFamily="18" charset="0"/>
            </a:endParaRPr>
          </a:p>
        </p:txBody>
      </p:sp>
      <p:pic>
        <p:nvPicPr>
          <p:cNvPr id="10" name="Picture 9" descr="Hands holding money and coins and a box with light bulb&#10;&#10;Description automatically generated">
            <a:extLst>
              <a:ext uri="{FF2B5EF4-FFF2-40B4-BE49-F238E27FC236}">
                <a16:creationId xmlns:a16="http://schemas.microsoft.com/office/drawing/2014/main" id="{B0081484-A5AF-B930-5541-115C5ED5B02B}"/>
              </a:ext>
            </a:extLst>
          </p:cNvPr>
          <p:cNvPicPr>
            <a:picLocks noChangeAspect="1"/>
          </p:cNvPicPr>
          <p:nvPr/>
        </p:nvPicPr>
        <p:blipFill>
          <a:blip r:embed="rId2"/>
          <a:stretch>
            <a:fillRect/>
          </a:stretch>
        </p:blipFill>
        <p:spPr>
          <a:xfrm>
            <a:off x="12903" y="1065069"/>
            <a:ext cx="5681316" cy="4241223"/>
          </a:xfrm>
          <a:prstGeom prst="rect">
            <a:avLst/>
          </a:prstGeom>
        </p:spPr>
      </p:pic>
    </p:spTree>
    <p:extLst>
      <p:ext uri="{BB962C8B-B14F-4D97-AF65-F5344CB8AC3E}">
        <p14:creationId xmlns:p14="http://schemas.microsoft.com/office/powerpoint/2010/main" val="36472739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70622-0E14-5878-6F8A-4A3824BD79E4}"/>
              </a:ext>
            </a:extLst>
          </p:cNvPr>
          <p:cNvSpPr>
            <a:spLocks noGrp="1"/>
          </p:cNvSpPr>
          <p:nvPr>
            <p:ph type="title"/>
          </p:nvPr>
        </p:nvSpPr>
        <p:spPr>
          <a:xfrm>
            <a:off x="354447" y="234747"/>
            <a:ext cx="3422648" cy="1931758"/>
          </a:xfrm>
        </p:spPr>
        <p:txBody>
          <a:bodyPr anchor="ctr">
            <a:normAutofit/>
          </a:bodyPr>
          <a:lstStyle/>
          <a:p>
            <a:r>
              <a:rPr lang="vi-VN" sz="3200" b="1" dirty="0">
                <a:latin typeface="Noto Serif" panose="02020600060500020200" pitchFamily="18" charset="0"/>
                <a:ea typeface="Noto Serif" panose="02020600060500020200" pitchFamily="18" charset="0"/>
                <a:cs typeface="Noto Serif" panose="02020600060500020200" pitchFamily="18" charset="0"/>
              </a:rPr>
              <a:t>Y tế – Chăm sóc sức khỏe:</a:t>
            </a:r>
            <a:br>
              <a:rPr lang="vi-VN" sz="3200" dirty="0">
                <a:latin typeface="Noto Serif" panose="02020600060500020200" pitchFamily="18" charset="0"/>
                <a:ea typeface="Noto Serif" panose="02020600060500020200" pitchFamily="18" charset="0"/>
                <a:cs typeface="Noto Serif" panose="02020600060500020200" pitchFamily="18" charset="0"/>
              </a:rPr>
            </a:br>
            <a:endParaRPr lang="en-US" sz="3200" dirty="0">
              <a:latin typeface="Noto Serif" panose="02020600060500020200" pitchFamily="18" charset="0"/>
              <a:ea typeface="Noto Serif" panose="02020600060500020200" pitchFamily="18" charset="0"/>
              <a:cs typeface="Noto Serif" panose="02020600060500020200" pitchFamily="18" charset="0"/>
            </a:endParaRPr>
          </a:p>
        </p:txBody>
      </p:sp>
      <p:sp>
        <p:nvSpPr>
          <p:cNvPr id="3" name="Content Placeholder 2">
            <a:extLst>
              <a:ext uri="{FF2B5EF4-FFF2-40B4-BE49-F238E27FC236}">
                <a16:creationId xmlns:a16="http://schemas.microsoft.com/office/drawing/2014/main" id="{05E0EEA0-7D95-C58A-48E5-ABA055CA1659}"/>
              </a:ext>
            </a:extLst>
          </p:cNvPr>
          <p:cNvSpPr>
            <a:spLocks noGrp="1"/>
          </p:cNvSpPr>
          <p:nvPr>
            <p:ph idx="1"/>
          </p:nvPr>
        </p:nvSpPr>
        <p:spPr>
          <a:xfrm>
            <a:off x="4656236" y="234747"/>
            <a:ext cx="3464779" cy="5224724"/>
          </a:xfrm>
        </p:spPr>
        <p:txBody>
          <a:bodyPr anchor="ctr">
            <a:normAutofit/>
          </a:bodyPr>
          <a:lstStyle/>
          <a:p>
            <a:r>
              <a:rPr lang="vi-VN" dirty="0">
                <a:latin typeface="Noto Serif" panose="02020600060500020200" pitchFamily="18" charset="0"/>
                <a:ea typeface="Noto Serif" panose="02020600060500020200" pitchFamily="18" charset="0"/>
                <a:cs typeface="Noto Serif" panose="02020600060500020200" pitchFamily="18" charset="0"/>
              </a:rPr>
              <a:t>Thanh toán trực tiếp.</a:t>
            </a:r>
          </a:p>
          <a:p>
            <a:r>
              <a:rPr lang="vi-VN" dirty="0">
                <a:latin typeface="Noto Serif" panose="02020600060500020200" pitchFamily="18" charset="0"/>
                <a:ea typeface="Noto Serif" panose="02020600060500020200" pitchFamily="18" charset="0"/>
                <a:cs typeface="Noto Serif" panose="02020600060500020200" pitchFamily="18" charset="0"/>
              </a:rPr>
              <a:t>Quản lý hồ sơ y tế điện tử, minh bạch và bất biến.</a:t>
            </a:r>
            <a:endParaRPr lang="en-US" dirty="0">
              <a:latin typeface="Noto Serif" panose="02020600060500020200" pitchFamily="18" charset="0"/>
              <a:ea typeface="Noto Serif" panose="02020600060500020200" pitchFamily="18" charset="0"/>
              <a:cs typeface="Noto Serif" panose="02020600060500020200" pitchFamily="18" charset="0"/>
            </a:endParaRPr>
          </a:p>
          <a:p>
            <a:endParaRPr lang="vi-VN" dirty="0">
              <a:latin typeface="Noto Serif" panose="02020600060500020200" pitchFamily="18" charset="0"/>
              <a:ea typeface="Noto Serif" panose="02020600060500020200" pitchFamily="18" charset="0"/>
              <a:cs typeface="Noto Serif" panose="02020600060500020200" pitchFamily="18" charset="0"/>
            </a:endParaRPr>
          </a:p>
          <a:p>
            <a:pPr marL="0" indent="0">
              <a:buNone/>
            </a:pPr>
            <a:r>
              <a:rPr lang="vi-VN" b="1" dirty="0">
                <a:latin typeface="Noto Serif" panose="02020600060500020200" pitchFamily="18" charset="0"/>
                <a:ea typeface="Noto Serif" panose="02020600060500020200" pitchFamily="18" charset="0"/>
                <a:cs typeface="Noto Serif" panose="02020600060500020200" pitchFamily="18" charset="0"/>
              </a:rPr>
              <a:t>Ví dụ:</a:t>
            </a:r>
            <a:r>
              <a:rPr lang="vi-VN" dirty="0">
                <a:latin typeface="Noto Serif" panose="02020600060500020200" pitchFamily="18" charset="0"/>
                <a:ea typeface="Noto Serif" panose="02020600060500020200" pitchFamily="18" charset="0"/>
                <a:cs typeface="Noto Serif" panose="02020600060500020200" pitchFamily="18" charset="0"/>
              </a:rPr>
              <a:t> MedRec (MIT) dùng blockchain để quản lý hồ sơ y tế điện tử.</a:t>
            </a:r>
            <a:endParaRPr lang="en-US" dirty="0">
              <a:latin typeface="Noto Serif" panose="02020600060500020200" pitchFamily="18" charset="0"/>
              <a:ea typeface="Noto Serif" panose="02020600060500020200" pitchFamily="18" charset="0"/>
              <a:cs typeface="Noto Serif" panose="02020600060500020200" pitchFamily="18" charset="0"/>
            </a:endParaRPr>
          </a:p>
          <a:p>
            <a:pPr marL="0" indent="0">
              <a:buNone/>
            </a:pPr>
            <a:endParaRPr lang="vi-VN" dirty="0">
              <a:latin typeface="Noto Serif" panose="02020600060500020200" pitchFamily="18" charset="0"/>
              <a:ea typeface="Noto Serif" panose="02020600060500020200" pitchFamily="18" charset="0"/>
              <a:cs typeface="Noto Serif" panose="02020600060500020200" pitchFamily="18" charset="0"/>
            </a:endParaRPr>
          </a:p>
          <a:p>
            <a:pPr marL="0" indent="0">
              <a:buNone/>
            </a:pPr>
            <a:r>
              <a:rPr lang="vi-VN" b="1" dirty="0">
                <a:latin typeface="Noto Serif" panose="02020600060500020200" pitchFamily="18" charset="0"/>
                <a:ea typeface="Noto Serif" panose="02020600060500020200" pitchFamily="18" charset="0"/>
                <a:cs typeface="Noto Serif" panose="02020600060500020200" pitchFamily="18" charset="0"/>
              </a:rPr>
              <a:t>Lợi ích:</a:t>
            </a:r>
            <a:r>
              <a:rPr lang="vi-VN" dirty="0">
                <a:latin typeface="Noto Serif" panose="02020600060500020200" pitchFamily="18" charset="0"/>
                <a:ea typeface="Noto Serif" panose="02020600060500020200" pitchFamily="18" charset="0"/>
                <a:cs typeface="Noto Serif" panose="02020600060500020200" pitchFamily="18" charset="0"/>
              </a:rPr>
              <a:t> Hồ sơ bệnh án không thể sửa/xóa trái phép, bệnh nhân kiểm soát dữ liệu cá nhân, giảm gian lận bảo hiểm y tế.</a:t>
            </a:r>
          </a:p>
          <a:p>
            <a:endParaRPr lang="en-US" dirty="0">
              <a:latin typeface="Noto Serif" panose="02020600060500020200" pitchFamily="18" charset="0"/>
              <a:ea typeface="Noto Serif" panose="02020600060500020200" pitchFamily="18" charset="0"/>
              <a:cs typeface="Noto Serif" panose="02020600060500020200" pitchFamily="18" charset="0"/>
            </a:endParaRPr>
          </a:p>
        </p:txBody>
      </p:sp>
    </p:spTree>
    <p:extLst>
      <p:ext uri="{BB962C8B-B14F-4D97-AF65-F5344CB8AC3E}">
        <p14:creationId xmlns:p14="http://schemas.microsoft.com/office/powerpoint/2010/main" val="32277407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CA983-B252-EFE1-E30C-69CB84215B3B}"/>
              </a:ext>
            </a:extLst>
          </p:cNvPr>
          <p:cNvSpPr>
            <a:spLocks noGrp="1"/>
          </p:cNvSpPr>
          <p:nvPr>
            <p:ph type="title"/>
          </p:nvPr>
        </p:nvSpPr>
        <p:spPr>
          <a:xfrm>
            <a:off x="0" y="312679"/>
            <a:ext cx="4121679" cy="2098012"/>
          </a:xfrm>
        </p:spPr>
        <p:txBody>
          <a:bodyPr anchor="ctr">
            <a:normAutofit/>
          </a:bodyPr>
          <a:lstStyle/>
          <a:p>
            <a:r>
              <a:rPr lang="vi-VN" sz="3200" b="1" dirty="0">
                <a:latin typeface="Noto Serif" panose="02020600060500020200" pitchFamily="18" charset="0"/>
                <a:ea typeface="Noto Serif" panose="02020600060500020200" pitchFamily="18" charset="0"/>
                <a:cs typeface="Noto Serif" panose="02020600060500020200" pitchFamily="18" charset="0"/>
              </a:rPr>
              <a:t>Giáo dục</a:t>
            </a:r>
            <a:r>
              <a:rPr lang="en-US" sz="3200" b="1" dirty="0">
                <a:latin typeface="Noto Serif" panose="02020600060500020200" pitchFamily="18" charset="0"/>
                <a:ea typeface="Noto Serif" panose="02020600060500020200" pitchFamily="18" charset="0"/>
                <a:cs typeface="Noto Serif" panose="02020600060500020200" pitchFamily="18" charset="0"/>
              </a:rPr>
              <a:t>  </a:t>
            </a:r>
            <a:r>
              <a:rPr lang="en-US" sz="3200" b="1" dirty="0" err="1">
                <a:latin typeface="Noto Serif" panose="02020600060500020200" pitchFamily="18" charset="0"/>
                <a:ea typeface="Noto Serif" panose="02020600060500020200" pitchFamily="18" charset="0"/>
                <a:cs typeface="Noto Serif" panose="02020600060500020200" pitchFamily="18" charset="0"/>
              </a:rPr>
              <a:t>và</a:t>
            </a:r>
            <a:r>
              <a:rPr lang="en-US" sz="3200" b="1" dirty="0">
                <a:latin typeface="Noto Serif" panose="02020600060500020200" pitchFamily="18" charset="0"/>
                <a:ea typeface="Noto Serif" panose="02020600060500020200" pitchFamily="18" charset="0"/>
                <a:cs typeface="Noto Serif" panose="02020600060500020200" pitchFamily="18" charset="0"/>
              </a:rPr>
              <a:t> </a:t>
            </a:r>
            <a:r>
              <a:rPr lang="vi-VN" sz="3200" b="1" dirty="0">
                <a:latin typeface="Noto Serif" panose="02020600060500020200" pitchFamily="18" charset="0"/>
                <a:ea typeface="Noto Serif" panose="02020600060500020200" pitchFamily="18" charset="0"/>
                <a:cs typeface="Noto Serif" panose="02020600060500020200" pitchFamily="18" charset="0"/>
              </a:rPr>
              <a:t>Mạng xã hội Blockchain</a:t>
            </a:r>
            <a:br>
              <a:rPr lang="vi-VN" sz="3300" dirty="0"/>
            </a:br>
            <a:r>
              <a:rPr lang="en-US" sz="3300" dirty="0"/>
              <a:t> </a:t>
            </a:r>
            <a:br>
              <a:rPr lang="vi-VN" sz="3300" dirty="0"/>
            </a:br>
            <a:endParaRPr lang="en-US" sz="3300" dirty="0"/>
          </a:p>
        </p:txBody>
      </p:sp>
      <p:sp>
        <p:nvSpPr>
          <p:cNvPr id="3" name="Content Placeholder 2">
            <a:extLst>
              <a:ext uri="{FF2B5EF4-FFF2-40B4-BE49-F238E27FC236}">
                <a16:creationId xmlns:a16="http://schemas.microsoft.com/office/drawing/2014/main" id="{A3B0A583-A25D-2D87-646E-3D139CA3FD3D}"/>
              </a:ext>
            </a:extLst>
          </p:cNvPr>
          <p:cNvSpPr>
            <a:spLocks noGrp="1"/>
          </p:cNvSpPr>
          <p:nvPr>
            <p:ph idx="1"/>
          </p:nvPr>
        </p:nvSpPr>
        <p:spPr>
          <a:xfrm>
            <a:off x="4398822" y="722168"/>
            <a:ext cx="4469819" cy="6608620"/>
          </a:xfrm>
        </p:spPr>
        <p:txBody>
          <a:bodyPr anchor="ctr">
            <a:normAutofit/>
          </a:bodyPr>
          <a:lstStyle/>
          <a:p>
            <a:pPr marL="0" indent="0">
              <a:lnSpc>
                <a:spcPct val="90000"/>
              </a:lnSpc>
              <a:buNone/>
            </a:pPr>
            <a:r>
              <a:rPr lang="vi-VN" sz="2000" b="1" dirty="0">
                <a:latin typeface="Noto Serif" panose="02020600060500020200" pitchFamily="18" charset="0"/>
                <a:ea typeface="Noto Serif" panose="02020600060500020200" pitchFamily="18" charset="0"/>
                <a:cs typeface="Noto Serif" panose="02020600060500020200" pitchFamily="18" charset="0"/>
              </a:rPr>
              <a:t>Giáo dục:</a:t>
            </a:r>
            <a:endParaRPr lang="vi-VN" sz="2000" dirty="0">
              <a:latin typeface="Noto Serif" panose="02020600060500020200" pitchFamily="18" charset="0"/>
              <a:ea typeface="Noto Serif" panose="02020600060500020200" pitchFamily="18" charset="0"/>
              <a:cs typeface="Noto Serif" panose="02020600060500020200" pitchFamily="18" charset="0"/>
            </a:endParaRPr>
          </a:p>
          <a:p>
            <a:pPr marL="0" indent="0">
              <a:lnSpc>
                <a:spcPct val="90000"/>
              </a:lnSpc>
              <a:buNone/>
            </a:pPr>
            <a:r>
              <a:rPr lang="vi-VN" sz="1600" dirty="0">
                <a:latin typeface="Noto Serif" panose="02020600060500020200" pitchFamily="18" charset="0"/>
                <a:ea typeface="Noto Serif" panose="02020600060500020200" pitchFamily="18" charset="0"/>
                <a:cs typeface="Noto Serif" panose="02020600060500020200" pitchFamily="18" charset="0"/>
              </a:rPr>
              <a:t>Hợp đồng thông minh cho khóa học, bài tập.</a:t>
            </a:r>
          </a:p>
          <a:p>
            <a:pPr marL="0" indent="0">
              <a:lnSpc>
                <a:spcPct val="90000"/>
              </a:lnSpc>
              <a:buNone/>
            </a:pPr>
            <a:r>
              <a:rPr lang="vi-VN" sz="1600" dirty="0">
                <a:latin typeface="Noto Serif" panose="02020600060500020200" pitchFamily="18" charset="0"/>
                <a:ea typeface="Noto Serif" panose="02020600060500020200" pitchFamily="18" charset="0"/>
                <a:cs typeface="Noto Serif" panose="02020600060500020200" pitchFamily="18" charset="0"/>
              </a:rPr>
              <a:t>Lưu trữ hồ sơ học thuật chống làm giả.</a:t>
            </a:r>
          </a:p>
          <a:p>
            <a:pPr marL="0" indent="0">
              <a:lnSpc>
                <a:spcPct val="90000"/>
              </a:lnSpc>
              <a:buNone/>
            </a:pPr>
            <a:r>
              <a:rPr lang="vi-VN" sz="1600" dirty="0">
                <a:latin typeface="Noto Serif" panose="02020600060500020200" pitchFamily="18" charset="0"/>
                <a:ea typeface="Noto Serif" panose="02020600060500020200" pitchFamily="18" charset="0"/>
                <a:cs typeface="Noto Serif" panose="02020600060500020200" pitchFamily="18" charset="0"/>
              </a:rPr>
              <a:t>Huy hiệu &amp; chứng chỉ số</a:t>
            </a:r>
            <a:endParaRPr lang="en-US" sz="1600" dirty="0">
              <a:latin typeface="Noto Serif" panose="02020600060500020200" pitchFamily="18" charset="0"/>
              <a:ea typeface="Noto Serif" panose="02020600060500020200" pitchFamily="18" charset="0"/>
              <a:cs typeface="Noto Serif" panose="02020600060500020200" pitchFamily="18" charset="0"/>
            </a:endParaRPr>
          </a:p>
          <a:p>
            <a:pPr>
              <a:lnSpc>
                <a:spcPct val="90000"/>
              </a:lnSpc>
            </a:pPr>
            <a:endParaRPr lang="en-US" sz="1600" dirty="0">
              <a:latin typeface="Noto Serif" panose="02020600060500020200" pitchFamily="18" charset="0"/>
              <a:ea typeface="Noto Serif" panose="02020600060500020200" pitchFamily="18" charset="0"/>
              <a:cs typeface="Noto Serif" panose="02020600060500020200" pitchFamily="18" charset="0"/>
            </a:endParaRPr>
          </a:p>
          <a:p>
            <a:pPr marL="0" indent="0" defTabSz="914400" eaLnBrk="0" fontAlgn="base" hangingPunct="0">
              <a:lnSpc>
                <a:spcPct val="90000"/>
              </a:lnSpc>
              <a:spcBef>
                <a:spcPct val="0"/>
              </a:spcBef>
              <a:spcAft>
                <a:spcPct val="0"/>
              </a:spcAft>
              <a:buClrTx/>
              <a:buSzTx/>
              <a:buNone/>
            </a:pPr>
            <a:r>
              <a:rPr lang="en-US" altLang="en-US" sz="1600" b="1" dirty="0" err="1">
                <a:latin typeface="Noto Serif" panose="02020600060500020200" pitchFamily="18" charset="0"/>
                <a:ea typeface="Noto Serif" panose="02020600060500020200" pitchFamily="18" charset="0"/>
                <a:cs typeface="Noto Serif" panose="02020600060500020200" pitchFamily="18" charset="0"/>
              </a:rPr>
              <a:t>Ví</a:t>
            </a:r>
            <a:r>
              <a:rPr lang="en-US" altLang="en-US" sz="1600" b="1"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b="1" dirty="0" err="1">
                <a:latin typeface="Noto Serif" panose="02020600060500020200" pitchFamily="18" charset="0"/>
                <a:ea typeface="Noto Serif" panose="02020600060500020200" pitchFamily="18" charset="0"/>
                <a:cs typeface="Noto Serif" panose="02020600060500020200" pitchFamily="18" charset="0"/>
              </a:rPr>
              <a:t>dụ</a:t>
            </a:r>
            <a:r>
              <a:rPr lang="en-US" altLang="en-US" sz="1600" b="1" dirty="0">
                <a:latin typeface="Noto Serif" panose="02020600060500020200" pitchFamily="18" charset="0"/>
                <a:ea typeface="Noto Serif" panose="02020600060500020200" pitchFamily="18" charset="0"/>
                <a:cs typeface="Noto Serif" panose="02020600060500020200" pitchFamily="18" charset="0"/>
              </a:rPr>
              <a:t>:</a:t>
            </a:r>
            <a:r>
              <a:rPr lang="en-US" altLang="en-US" sz="1600" dirty="0">
                <a:latin typeface="Noto Serif" panose="02020600060500020200" pitchFamily="18" charset="0"/>
                <a:ea typeface="Noto Serif" panose="02020600060500020200" pitchFamily="18" charset="0"/>
                <a:cs typeface="Noto Serif" panose="02020600060500020200" pitchFamily="18" charset="0"/>
              </a:rPr>
              <a:t> MIT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cấp</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bằng</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tốt</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nghiệp</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cho</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sinh</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viên</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dưới</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dạng</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chứng</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chỉ</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số</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trên</a:t>
            </a:r>
            <a:r>
              <a:rPr lang="en-US" altLang="en-US" sz="1600" dirty="0">
                <a:latin typeface="Noto Serif" panose="02020600060500020200" pitchFamily="18" charset="0"/>
                <a:ea typeface="Noto Serif" panose="02020600060500020200" pitchFamily="18" charset="0"/>
                <a:cs typeface="Noto Serif" panose="02020600060500020200" pitchFamily="18" charset="0"/>
              </a:rPr>
              <a:t> blockchain.</a:t>
            </a:r>
          </a:p>
          <a:p>
            <a:pPr marL="0" indent="0" defTabSz="914400" eaLnBrk="0" fontAlgn="base" hangingPunct="0">
              <a:lnSpc>
                <a:spcPct val="90000"/>
              </a:lnSpc>
              <a:spcBef>
                <a:spcPct val="0"/>
              </a:spcBef>
              <a:spcAft>
                <a:spcPct val="0"/>
              </a:spcAft>
              <a:buClrTx/>
              <a:buSzTx/>
              <a:buFontTx/>
              <a:buChar char="•"/>
            </a:pPr>
            <a:endParaRPr lang="en-US" altLang="en-US" sz="1600" dirty="0">
              <a:latin typeface="Noto Serif" panose="02020600060500020200" pitchFamily="18" charset="0"/>
              <a:ea typeface="Noto Serif" panose="02020600060500020200" pitchFamily="18" charset="0"/>
              <a:cs typeface="Noto Serif" panose="02020600060500020200" pitchFamily="18" charset="0"/>
            </a:endParaRPr>
          </a:p>
          <a:p>
            <a:pPr marL="0" indent="0" defTabSz="914400" eaLnBrk="0" fontAlgn="base" hangingPunct="0">
              <a:lnSpc>
                <a:spcPct val="90000"/>
              </a:lnSpc>
              <a:spcBef>
                <a:spcPct val="0"/>
              </a:spcBef>
              <a:spcAft>
                <a:spcPct val="0"/>
              </a:spcAft>
              <a:buClrTx/>
              <a:buSzTx/>
              <a:buNone/>
            </a:pPr>
            <a:r>
              <a:rPr lang="en-US" altLang="en-US" sz="1600" b="1" dirty="0">
                <a:latin typeface="Noto Serif" panose="02020600060500020200" pitchFamily="18" charset="0"/>
                <a:ea typeface="Noto Serif" panose="02020600060500020200" pitchFamily="18" charset="0"/>
                <a:cs typeface="Noto Serif" panose="02020600060500020200" pitchFamily="18" charset="0"/>
              </a:rPr>
              <a:t>Lợi </a:t>
            </a:r>
            <a:r>
              <a:rPr lang="en-US" altLang="en-US" sz="1600" b="1" dirty="0" err="1">
                <a:latin typeface="Noto Serif" panose="02020600060500020200" pitchFamily="18" charset="0"/>
                <a:ea typeface="Noto Serif" panose="02020600060500020200" pitchFamily="18" charset="0"/>
                <a:cs typeface="Noto Serif" panose="02020600060500020200" pitchFamily="18" charset="0"/>
              </a:rPr>
              <a:t>ích</a:t>
            </a:r>
            <a:r>
              <a:rPr lang="en-US" altLang="en-US" sz="1600" b="1" dirty="0">
                <a:latin typeface="Noto Serif" panose="02020600060500020200" pitchFamily="18" charset="0"/>
                <a:ea typeface="Noto Serif" panose="02020600060500020200" pitchFamily="18" charset="0"/>
                <a:cs typeface="Noto Serif" panose="02020600060500020200" pitchFamily="18" charset="0"/>
              </a:rPr>
              <a:t>:</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Nhà</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tuyển</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dụng</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có</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thể</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xác</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minh</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ngay</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lập</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tức</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chống</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làm</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giả</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bằng</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cấp</a:t>
            </a:r>
            <a:r>
              <a:rPr lang="en-US" altLang="en-US" sz="1600" dirty="0">
                <a:latin typeface="Noto Serif" panose="02020600060500020200" pitchFamily="18" charset="0"/>
                <a:ea typeface="Noto Serif" panose="02020600060500020200" pitchFamily="18" charset="0"/>
                <a:cs typeface="Noto Serif" panose="02020600060500020200" pitchFamily="18" charset="0"/>
              </a:rPr>
              <a:t>.</a:t>
            </a:r>
          </a:p>
          <a:p>
            <a:pPr marL="0" indent="0" defTabSz="914400" eaLnBrk="0" fontAlgn="base" hangingPunct="0">
              <a:lnSpc>
                <a:spcPct val="90000"/>
              </a:lnSpc>
              <a:spcBef>
                <a:spcPct val="0"/>
              </a:spcBef>
              <a:spcAft>
                <a:spcPct val="0"/>
              </a:spcAft>
              <a:buClrTx/>
              <a:buSzTx/>
              <a:buNone/>
            </a:pPr>
            <a:endParaRPr lang="en-US" altLang="en-US" sz="1600" dirty="0">
              <a:latin typeface="Noto Serif" panose="02020600060500020200" pitchFamily="18" charset="0"/>
              <a:ea typeface="Noto Serif" panose="02020600060500020200" pitchFamily="18" charset="0"/>
              <a:cs typeface="Noto Serif" panose="02020600060500020200" pitchFamily="18" charset="0"/>
            </a:endParaRPr>
          </a:p>
          <a:p>
            <a:pPr marL="0" indent="0">
              <a:lnSpc>
                <a:spcPct val="90000"/>
              </a:lnSpc>
              <a:buNone/>
            </a:pPr>
            <a:r>
              <a:rPr lang="vi-VN" sz="2000" b="1" dirty="0">
                <a:latin typeface="Noto Serif" panose="02020600060500020200" pitchFamily="18" charset="0"/>
                <a:ea typeface="Noto Serif" panose="02020600060500020200" pitchFamily="18" charset="0"/>
                <a:cs typeface="Noto Serif" panose="02020600060500020200" pitchFamily="18" charset="0"/>
              </a:rPr>
              <a:t>Mạng xã hội Blockchain:</a:t>
            </a:r>
            <a:endParaRPr lang="vi-VN" sz="2000" dirty="0">
              <a:latin typeface="Noto Serif" panose="02020600060500020200" pitchFamily="18" charset="0"/>
              <a:ea typeface="Noto Serif" panose="02020600060500020200" pitchFamily="18" charset="0"/>
              <a:cs typeface="Noto Serif" panose="02020600060500020200" pitchFamily="18" charset="0"/>
            </a:endParaRPr>
          </a:p>
          <a:p>
            <a:pPr marL="0" indent="0">
              <a:lnSpc>
                <a:spcPct val="90000"/>
              </a:lnSpc>
              <a:buNone/>
            </a:pPr>
            <a:r>
              <a:rPr lang="vi-VN" sz="1600" dirty="0">
                <a:latin typeface="Noto Serif" panose="02020600060500020200" pitchFamily="18" charset="0"/>
                <a:ea typeface="Noto Serif" panose="02020600060500020200" pitchFamily="18" charset="0"/>
                <a:cs typeface="Noto Serif" panose="02020600060500020200" pitchFamily="18" charset="0"/>
              </a:rPr>
              <a:t>Người dùng kiểm soát dữ liệu cá nhân.</a:t>
            </a:r>
          </a:p>
          <a:p>
            <a:pPr marL="0" indent="0">
              <a:lnSpc>
                <a:spcPct val="90000"/>
              </a:lnSpc>
              <a:buNone/>
            </a:pPr>
            <a:r>
              <a:rPr lang="vi-VN" sz="1600" dirty="0">
                <a:latin typeface="Noto Serif" panose="02020600060500020200" pitchFamily="18" charset="0"/>
                <a:ea typeface="Noto Serif" panose="02020600060500020200" pitchFamily="18" charset="0"/>
                <a:cs typeface="Noto Serif" panose="02020600060500020200" pitchFamily="18" charset="0"/>
              </a:rPr>
              <a:t>Nội dung không bị kiểm duyệt, lưu trữ vĩnh viễn.</a:t>
            </a:r>
          </a:p>
          <a:p>
            <a:pPr marL="0" indent="0" defTabSz="914400" eaLnBrk="0" fontAlgn="base" hangingPunct="0">
              <a:lnSpc>
                <a:spcPct val="90000"/>
              </a:lnSpc>
              <a:spcBef>
                <a:spcPct val="0"/>
              </a:spcBef>
              <a:spcAft>
                <a:spcPct val="0"/>
              </a:spcAft>
              <a:buClrTx/>
              <a:buSzTx/>
              <a:buNone/>
            </a:pPr>
            <a:r>
              <a:rPr lang="vi-VN" sz="1600" dirty="0">
                <a:latin typeface="Noto Serif" panose="02020600060500020200" pitchFamily="18" charset="0"/>
                <a:ea typeface="Noto Serif" panose="02020600060500020200" pitchFamily="18" charset="0"/>
                <a:cs typeface="Noto Serif" panose="02020600060500020200" pitchFamily="18" charset="0"/>
              </a:rPr>
              <a:t>Người dùng được thưởng khi tạo nội dung giá trị.</a:t>
            </a:r>
            <a:endParaRPr lang="en-US" sz="1600" dirty="0">
              <a:latin typeface="Noto Serif" panose="02020600060500020200" pitchFamily="18" charset="0"/>
              <a:ea typeface="Noto Serif" panose="02020600060500020200" pitchFamily="18" charset="0"/>
              <a:cs typeface="Noto Serif" panose="02020600060500020200" pitchFamily="18" charset="0"/>
            </a:endParaRPr>
          </a:p>
          <a:p>
            <a:pPr marL="0" indent="0" defTabSz="914400" eaLnBrk="0" fontAlgn="base" hangingPunct="0">
              <a:lnSpc>
                <a:spcPct val="90000"/>
              </a:lnSpc>
              <a:spcBef>
                <a:spcPct val="0"/>
              </a:spcBef>
              <a:spcAft>
                <a:spcPct val="0"/>
              </a:spcAft>
              <a:buClrTx/>
              <a:buSzTx/>
              <a:buNone/>
            </a:pPr>
            <a:endParaRPr lang="en-US" altLang="en-US" sz="1600" b="1" dirty="0">
              <a:latin typeface="Noto Serif" panose="02020600060500020200" pitchFamily="18" charset="0"/>
              <a:ea typeface="Noto Serif" panose="02020600060500020200" pitchFamily="18" charset="0"/>
              <a:cs typeface="Noto Serif" panose="02020600060500020200" pitchFamily="18" charset="0"/>
            </a:endParaRPr>
          </a:p>
          <a:p>
            <a:pPr marL="0" indent="0" defTabSz="914400" eaLnBrk="0" fontAlgn="base" hangingPunct="0">
              <a:lnSpc>
                <a:spcPct val="90000"/>
              </a:lnSpc>
              <a:spcBef>
                <a:spcPct val="0"/>
              </a:spcBef>
              <a:spcAft>
                <a:spcPct val="0"/>
              </a:spcAft>
              <a:buClrTx/>
              <a:buSzTx/>
              <a:buNone/>
            </a:pPr>
            <a:r>
              <a:rPr lang="en-US" altLang="en-US" sz="1600" b="1" dirty="0" err="1">
                <a:latin typeface="Noto Serif" panose="02020600060500020200" pitchFamily="18" charset="0"/>
                <a:ea typeface="Noto Serif" panose="02020600060500020200" pitchFamily="18" charset="0"/>
                <a:cs typeface="Noto Serif" panose="02020600060500020200" pitchFamily="18" charset="0"/>
              </a:rPr>
              <a:t>Ví</a:t>
            </a:r>
            <a:r>
              <a:rPr lang="en-US" altLang="en-US" sz="1600" b="1"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b="1" dirty="0" err="1">
                <a:latin typeface="Noto Serif" panose="02020600060500020200" pitchFamily="18" charset="0"/>
                <a:ea typeface="Noto Serif" panose="02020600060500020200" pitchFamily="18" charset="0"/>
                <a:cs typeface="Noto Serif" panose="02020600060500020200" pitchFamily="18" charset="0"/>
              </a:rPr>
              <a:t>dụ</a:t>
            </a:r>
            <a:r>
              <a:rPr lang="en-US" altLang="en-US" sz="1600" b="1" dirty="0">
                <a:latin typeface="Noto Serif" panose="02020600060500020200" pitchFamily="18" charset="0"/>
                <a:ea typeface="Noto Serif" panose="02020600060500020200" pitchFamily="18" charset="0"/>
                <a:cs typeface="Noto Serif" panose="02020600060500020200" pitchFamily="18" charset="0"/>
              </a:rPr>
              <a:t>:</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Steemit</a:t>
            </a:r>
            <a:r>
              <a:rPr lang="en-US" altLang="en-US" sz="1600" dirty="0">
                <a:latin typeface="Noto Serif" panose="02020600060500020200" pitchFamily="18" charset="0"/>
                <a:ea typeface="Noto Serif" panose="02020600060500020200" pitchFamily="18" charset="0"/>
                <a:cs typeface="Noto Serif" panose="02020600060500020200" pitchFamily="18" charset="0"/>
              </a:rPr>
              <a:t> –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mạng</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xã</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hội</a:t>
            </a:r>
            <a:r>
              <a:rPr lang="en-US" altLang="en-US" sz="1600" dirty="0">
                <a:latin typeface="Noto Serif" panose="02020600060500020200" pitchFamily="18" charset="0"/>
                <a:ea typeface="Noto Serif" panose="02020600060500020200" pitchFamily="18" charset="0"/>
                <a:cs typeface="Noto Serif" panose="02020600060500020200" pitchFamily="18" charset="0"/>
              </a:rPr>
              <a:t> phi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tập</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trung</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trả</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thưởng</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bằng</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tiền</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số</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cho</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người</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đăng</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bài</a:t>
            </a:r>
            <a:r>
              <a:rPr lang="en-US" altLang="en-US" sz="1600" dirty="0">
                <a:latin typeface="Noto Serif" panose="02020600060500020200" pitchFamily="18" charset="0"/>
                <a:ea typeface="Noto Serif" panose="02020600060500020200" pitchFamily="18" charset="0"/>
                <a:cs typeface="Noto Serif" panose="02020600060500020200" pitchFamily="18" charset="0"/>
              </a:rPr>
              <a:t>.</a:t>
            </a:r>
          </a:p>
          <a:p>
            <a:pPr marL="0" indent="0" defTabSz="914400" eaLnBrk="0" fontAlgn="base" hangingPunct="0">
              <a:lnSpc>
                <a:spcPct val="90000"/>
              </a:lnSpc>
              <a:spcBef>
                <a:spcPct val="0"/>
              </a:spcBef>
              <a:spcAft>
                <a:spcPct val="0"/>
              </a:spcAft>
              <a:buClrTx/>
              <a:buSzTx/>
              <a:buNone/>
            </a:pPr>
            <a:endParaRPr lang="en-US" altLang="en-US" sz="1600" dirty="0">
              <a:latin typeface="Noto Serif" panose="02020600060500020200" pitchFamily="18" charset="0"/>
              <a:ea typeface="Noto Serif" panose="02020600060500020200" pitchFamily="18" charset="0"/>
              <a:cs typeface="Noto Serif" panose="02020600060500020200" pitchFamily="18" charset="0"/>
            </a:endParaRPr>
          </a:p>
          <a:p>
            <a:pPr marL="0" indent="0" defTabSz="914400" eaLnBrk="0" fontAlgn="base" hangingPunct="0">
              <a:lnSpc>
                <a:spcPct val="90000"/>
              </a:lnSpc>
              <a:spcBef>
                <a:spcPct val="0"/>
              </a:spcBef>
              <a:spcAft>
                <a:spcPct val="0"/>
              </a:spcAft>
              <a:buClrTx/>
              <a:buSzTx/>
              <a:buNone/>
            </a:pPr>
            <a:r>
              <a:rPr lang="en-US" altLang="en-US" sz="1600" b="1" dirty="0">
                <a:latin typeface="Noto Serif" panose="02020600060500020200" pitchFamily="18" charset="0"/>
                <a:ea typeface="Noto Serif" panose="02020600060500020200" pitchFamily="18" charset="0"/>
                <a:cs typeface="Noto Serif" panose="02020600060500020200" pitchFamily="18" charset="0"/>
              </a:rPr>
              <a:t>Lợi </a:t>
            </a:r>
            <a:r>
              <a:rPr lang="en-US" altLang="en-US" sz="1600" b="1" dirty="0" err="1">
                <a:latin typeface="Noto Serif" panose="02020600060500020200" pitchFamily="18" charset="0"/>
                <a:ea typeface="Noto Serif" panose="02020600060500020200" pitchFamily="18" charset="0"/>
                <a:cs typeface="Noto Serif" panose="02020600060500020200" pitchFamily="18" charset="0"/>
              </a:rPr>
              <a:t>ích</a:t>
            </a:r>
            <a:r>
              <a:rPr lang="en-US" altLang="en-US" sz="1600" b="1" dirty="0">
                <a:latin typeface="Noto Serif" panose="02020600060500020200" pitchFamily="18" charset="0"/>
                <a:ea typeface="Noto Serif" panose="02020600060500020200" pitchFamily="18" charset="0"/>
                <a:cs typeface="Noto Serif" panose="02020600060500020200" pitchFamily="18" charset="0"/>
              </a:rPr>
              <a:t>:</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Người</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dùng</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kiểm</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soát</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dữ</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liệu</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nội</a:t>
            </a:r>
            <a:r>
              <a:rPr lang="en-US" altLang="en-US" sz="1600" dirty="0">
                <a:latin typeface="Noto Serif" panose="02020600060500020200" pitchFamily="18" charset="0"/>
                <a:ea typeface="Noto Serif" panose="02020600060500020200" pitchFamily="18" charset="0"/>
                <a:cs typeface="Noto Serif" panose="02020600060500020200" pitchFamily="18" charset="0"/>
              </a:rPr>
              <a:t> dung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không</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bị</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kiểm</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duyệt</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khuyến</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khích</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sáng</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tạo</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nội</a:t>
            </a:r>
            <a:r>
              <a:rPr lang="en-US" altLang="en-US" sz="1600" dirty="0">
                <a:latin typeface="Noto Serif" panose="02020600060500020200" pitchFamily="18" charset="0"/>
                <a:ea typeface="Noto Serif" panose="02020600060500020200" pitchFamily="18" charset="0"/>
                <a:cs typeface="Noto Serif" panose="02020600060500020200" pitchFamily="18" charset="0"/>
              </a:rPr>
              <a:t> dung.</a:t>
            </a:r>
          </a:p>
          <a:p>
            <a:pPr>
              <a:lnSpc>
                <a:spcPct val="90000"/>
              </a:lnSpc>
            </a:pPr>
            <a:endParaRPr lang="en-US" sz="1600" dirty="0">
              <a:latin typeface="Noto Serif" panose="02020600060500020200" pitchFamily="18" charset="0"/>
              <a:ea typeface="Noto Serif" panose="02020600060500020200" pitchFamily="18" charset="0"/>
              <a:cs typeface="Noto Serif" panose="02020600060500020200" pitchFamily="18" charset="0"/>
            </a:endParaRPr>
          </a:p>
          <a:p>
            <a:pPr>
              <a:lnSpc>
                <a:spcPct val="90000"/>
              </a:lnSpc>
            </a:pPr>
            <a:endParaRPr lang="en-US" sz="1400" dirty="0"/>
          </a:p>
          <a:p>
            <a:pPr>
              <a:lnSpc>
                <a:spcPct val="90000"/>
              </a:lnSpc>
            </a:pPr>
            <a:endParaRPr lang="vi-VN" sz="1400" dirty="0"/>
          </a:p>
          <a:p>
            <a:pPr>
              <a:lnSpc>
                <a:spcPct val="90000"/>
              </a:lnSpc>
            </a:pPr>
            <a:endParaRPr lang="en-US" sz="1400" dirty="0"/>
          </a:p>
        </p:txBody>
      </p:sp>
    </p:spTree>
    <p:extLst>
      <p:ext uri="{BB962C8B-B14F-4D97-AF65-F5344CB8AC3E}">
        <p14:creationId xmlns:p14="http://schemas.microsoft.com/office/powerpoint/2010/main" val="28654385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E252A-E892-7C2E-8AC2-CFDFBFFFCA56}"/>
              </a:ext>
            </a:extLst>
          </p:cNvPr>
          <p:cNvSpPr>
            <a:spLocks noGrp="1"/>
          </p:cNvSpPr>
          <p:nvPr>
            <p:ph type="title"/>
          </p:nvPr>
        </p:nvSpPr>
        <p:spPr>
          <a:xfrm>
            <a:off x="2005445" y="-93518"/>
            <a:ext cx="6525491" cy="1174173"/>
          </a:xfrm>
        </p:spPr>
        <p:txBody>
          <a:bodyPr anchor="ctr">
            <a:noAutofit/>
          </a:bodyPr>
          <a:lstStyle/>
          <a:p>
            <a:r>
              <a:rPr lang="vi-VN" sz="3200" b="1" dirty="0">
                <a:latin typeface="Noto Serif" panose="02020600060500020200" pitchFamily="18" charset="0"/>
                <a:ea typeface="Noto Serif" panose="02020600060500020200" pitchFamily="18" charset="0"/>
                <a:cs typeface="Noto Serif" panose="02020600060500020200" pitchFamily="18" charset="0"/>
              </a:rPr>
              <a:t>Nông</a:t>
            </a:r>
            <a:r>
              <a:rPr lang="en-US" sz="3200" b="1" dirty="0">
                <a:latin typeface="Noto Serif" panose="02020600060500020200" pitchFamily="18" charset="0"/>
                <a:ea typeface="Noto Serif" panose="02020600060500020200" pitchFamily="18" charset="0"/>
                <a:cs typeface="Noto Serif" panose="02020600060500020200" pitchFamily="18" charset="0"/>
              </a:rPr>
              <a:t> </a:t>
            </a:r>
            <a:r>
              <a:rPr lang="vi-VN" sz="3200" b="1" dirty="0">
                <a:latin typeface="Noto Serif" panose="02020600060500020200" pitchFamily="18" charset="0"/>
                <a:ea typeface="Noto Serif" panose="02020600060500020200" pitchFamily="18" charset="0"/>
                <a:cs typeface="Noto Serif" panose="02020600060500020200" pitchFamily="18" charset="0"/>
              </a:rPr>
              <a:t>nghiệp</a:t>
            </a:r>
            <a:r>
              <a:rPr lang="en-US" sz="3200" b="1" dirty="0">
                <a:latin typeface="Noto Serif" panose="02020600060500020200" pitchFamily="18" charset="0"/>
                <a:ea typeface="Noto Serif" panose="02020600060500020200" pitchFamily="18" charset="0"/>
                <a:cs typeface="Noto Serif" panose="02020600060500020200" pitchFamily="18" charset="0"/>
              </a:rPr>
              <a:t> </a:t>
            </a:r>
            <a:r>
              <a:rPr lang="en-US" sz="3200" b="1" dirty="0" err="1">
                <a:latin typeface="Noto Serif" panose="02020600060500020200" pitchFamily="18" charset="0"/>
                <a:ea typeface="Noto Serif" panose="02020600060500020200" pitchFamily="18" charset="0"/>
                <a:cs typeface="Noto Serif" panose="02020600060500020200" pitchFamily="18" charset="0"/>
              </a:rPr>
              <a:t>và</a:t>
            </a:r>
            <a:r>
              <a:rPr lang="en-US" sz="3200" b="1" dirty="0">
                <a:latin typeface="Noto Serif" panose="02020600060500020200" pitchFamily="18" charset="0"/>
                <a:ea typeface="Noto Serif" panose="02020600060500020200" pitchFamily="18" charset="0"/>
                <a:cs typeface="Noto Serif" panose="02020600060500020200" pitchFamily="18" charset="0"/>
              </a:rPr>
              <a:t> </a:t>
            </a:r>
            <a:r>
              <a:rPr lang="en-US" altLang="en-US" sz="3200" b="1" dirty="0" err="1">
                <a:latin typeface="Noto Serif" panose="02020600060500020200" pitchFamily="18" charset="0"/>
                <a:ea typeface="Noto Serif" panose="02020600060500020200" pitchFamily="18" charset="0"/>
                <a:cs typeface="Noto Serif" panose="02020600060500020200" pitchFamily="18" charset="0"/>
              </a:rPr>
              <a:t>Chính</a:t>
            </a:r>
            <a:r>
              <a:rPr lang="en-US" altLang="en-US" sz="3200" b="1" dirty="0">
                <a:latin typeface="Noto Serif" panose="02020600060500020200" pitchFamily="18" charset="0"/>
                <a:ea typeface="Noto Serif" panose="02020600060500020200" pitchFamily="18" charset="0"/>
                <a:cs typeface="Noto Serif" panose="02020600060500020200" pitchFamily="18" charset="0"/>
              </a:rPr>
              <a:t> </a:t>
            </a:r>
            <a:r>
              <a:rPr lang="en-US" altLang="en-US" sz="3200" b="1" dirty="0" err="1">
                <a:latin typeface="Noto Serif" panose="02020600060500020200" pitchFamily="18" charset="0"/>
                <a:ea typeface="Noto Serif" panose="02020600060500020200" pitchFamily="18" charset="0"/>
                <a:cs typeface="Noto Serif" panose="02020600060500020200" pitchFamily="18" charset="0"/>
              </a:rPr>
              <a:t>phủ</a:t>
            </a:r>
            <a:endParaRPr lang="en-US" sz="3200" dirty="0">
              <a:latin typeface="Noto Serif" panose="02020600060500020200" pitchFamily="18" charset="0"/>
              <a:ea typeface="Noto Serif" panose="02020600060500020200" pitchFamily="18" charset="0"/>
              <a:cs typeface="Noto Serif" panose="02020600060500020200" pitchFamily="18" charset="0"/>
            </a:endParaRPr>
          </a:p>
        </p:txBody>
      </p:sp>
      <p:sp>
        <p:nvSpPr>
          <p:cNvPr id="3" name="Content Placeholder 2">
            <a:extLst>
              <a:ext uri="{FF2B5EF4-FFF2-40B4-BE49-F238E27FC236}">
                <a16:creationId xmlns:a16="http://schemas.microsoft.com/office/drawing/2014/main" id="{C4FCAE28-305F-5755-E662-CA6BE49D422F}"/>
              </a:ext>
            </a:extLst>
          </p:cNvPr>
          <p:cNvSpPr>
            <a:spLocks noGrp="1"/>
          </p:cNvSpPr>
          <p:nvPr>
            <p:ph idx="1"/>
          </p:nvPr>
        </p:nvSpPr>
        <p:spPr>
          <a:xfrm>
            <a:off x="857249" y="1678132"/>
            <a:ext cx="7845138" cy="4759037"/>
          </a:xfrm>
        </p:spPr>
        <p:txBody>
          <a:bodyPr anchor="ctr">
            <a:noAutofit/>
          </a:bodyPr>
          <a:lstStyle/>
          <a:p>
            <a:pPr marL="0" indent="0">
              <a:lnSpc>
                <a:spcPct val="90000"/>
              </a:lnSpc>
              <a:buNone/>
            </a:pPr>
            <a:r>
              <a:rPr lang="vi-VN" sz="2000" b="1" dirty="0">
                <a:latin typeface="Noto Serif" panose="02020600060500020200" pitchFamily="18" charset="0"/>
                <a:ea typeface="Noto Serif" panose="02020600060500020200" pitchFamily="18" charset="0"/>
                <a:cs typeface="Noto Serif" panose="02020600060500020200" pitchFamily="18" charset="0"/>
              </a:rPr>
              <a:t>Nông nghiệp:</a:t>
            </a:r>
            <a:endParaRPr lang="vi-VN" sz="2000" dirty="0">
              <a:latin typeface="Noto Serif" panose="02020600060500020200" pitchFamily="18" charset="0"/>
              <a:ea typeface="Noto Serif" panose="02020600060500020200" pitchFamily="18" charset="0"/>
              <a:cs typeface="Noto Serif" panose="02020600060500020200" pitchFamily="18" charset="0"/>
            </a:endParaRPr>
          </a:p>
          <a:p>
            <a:pPr marL="0" indent="0">
              <a:lnSpc>
                <a:spcPct val="90000"/>
              </a:lnSpc>
              <a:buNone/>
            </a:pPr>
            <a:r>
              <a:rPr lang="vi-VN" sz="1600" dirty="0">
                <a:latin typeface="Noto Serif" panose="02020600060500020200" pitchFamily="18" charset="0"/>
                <a:ea typeface="Noto Serif" panose="02020600060500020200" pitchFamily="18" charset="0"/>
                <a:cs typeface="Noto Serif" panose="02020600060500020200" pitchFamily="18" charset="0"/>
              </a:rPr>
              <a:t>Truy xuất nguồn gốc thực phẩm.</a:t>
            </a:r>
          </a:p>
          <a:p>
            <a:pPr marL="0" indent="0">
              <a:lnSpc>
                <a:spcPct val="90000"/>
              </a:lnSpc>
              <a:buNone/>
            </a:pPr>
            <a:r>
              <a:rPr lang="vi-VN" sz="1600" dirty="0">
                <a:latin typeface="Noto Serif" panose="02020600060500020200" pitchFamily="18" charset="0"/>
                <a:ea typeface="Noto Serif" panose="02020600060500020200" pitchFamily="18" charset="0"/>
                <a:cs typeface="Noto Serif" panose="02020600060500020200" pitchFamily="18" charset="0"/>
              </a:rPr>
              <a:t>Cải thiện kiểm soát chất lượng, an toàn thực phẩm.</a:t>
            </a:r>
          </a:p>
          <a:p>
            <a:pPr marL="0" indent="0">
              <a:lnSpc>
                <a:spcPct val="90000"/>
              </a:lnSpc>
              <a:buNone/>
            </a:pPr>
            <a:r>
              <a:rPr lang="vi-VN" sz="1600" dirty="0">
                <a:latin typeface="Noto Serif" panose="02020600060500020200" pitchFamily="18" charset="0"/>
                <a:ea typeface="Noto Serif" panose="02020600060500020200" pitchFamily="18" charset="0"/>
                <a:cs typeface="Noto Serif" panose="02020600060500020200" pitchFamily="18" charset="0"/>
              </a:rPr>
              <a:t>Thanh toán minh bạch, hỗ trợ nông dân.</a:t>
            </a:r>
            <a:endParaRPr lang="en-US" sz="1600" dirty="0">
              <a:latin typeface="Noto Serif" panose="02020600060500020200" pitchFamily="18" charset="0"/>
              <a:ea typeface="Noto Serif" panose="02020600060500020200" pitchFamily="18" charset="0"/>
              <a:cs typeface="Noto Serif" panose="02020600060500020200" pitchFamily="18" charset="0"/>
            </a:endParaRPr>
          </a:p>
          <a:p>
            <a:pPr marL="0" indent="0">
              <a:lnSpc>
                <a:spcPct val="90000"/>
              </a:lnSpc>
              <a:buNone/>
            </a:pPr>
            <a:endParaRPr lang="en-US" sz="1600" dirty="0">
              <a:latin typeface="Noto Serif" panose="02020600060500020200" pitchFamily="18" charset="0"/>
              <a:ea typeface="Noto Serif" panose="02020600060500020200" pitchFamily="18" charset="0"/>
              <a:cs typeface="Noto Serif" panose="02020600060500020200" pitchFamily="18" charset="0"/>
            </a:endParaRPr>
          </a:p>
          <a:p>
            <a:pPr marL="0" indent="0" defTabSz="914400" eaLnBrk="0" fontAlgn="base" hangingPunct="0">
              <a:lnSpc>
                <a:spcPct val="90000"/>
              </a:lnSpc>
              <a:spcBef>
                <a:spcPct val="0"/>
              </a:spcBef>
              <a:spcAft>
                <a:spcPct val="0"/>
              </a:spcAft>
              <a:buClrTx/>
              <a:buSzTx/>
              <a:buNone/>
            </a:pPr>
            <a:r>
              <a:rPr lang="en-US" altLang="en-US" sz="1600" b="1" dirty="0" err="1">
                <a:latin typeface="Noto Serif" panose="02020600060500020200" pitchFamily="18" charset="0"/>
                <a:ea typeface="Noto Serif" panose="02020600060500020200" pitchFamily="18" charset="0"/>
                <a:cs typeface="Noto Serif" panose="02020600060500020200" pitchFamily="18" charset="0"/>
              </a:rPr>
              <a:t>Ví</a:t>
            </a:r>
            <a:r>
              <a:rPr lang="en-US" altLang="en-US" sz="1600" b="1"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b="1" dirty="0" err="1">
                <a:latin typeface="Noto Serif" panose="02020600060500020200" pitchFamily="18" charset="0"/>
                <a:ea typeface="Noto Serif" panose="02020600060500020200" pitchFamily="18" charset="0"/>
                <a:cs typeface="Noto Serif" panose="02020600060500020200" pitchFamily="18" charset="0"/>
              </a:rPr>
              <a:t>dụ</a:t>
            </a:r>
            <a:r>
              <a:rPr lang="en-US" altLang="en-US" sz="1600" b="1" dirty="0">
                <a:latin typeface="Noto Serif" panose="02020600060500020200" pitchFamily="18" charset="0"/>
                <a:ea typeface="Noto Serif" panose="02020600060500020200" pitchFamily="18" charset="0"/>
                <a:cs typeface="Noto Serif" panose="02020600060500020200" pitchFamily="18" charset="0"/>
              </a:rPr>
              <a:t>:</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AgriDigital</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Úc</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dùng</a:t>
            </a:r>
            <a:r>
              <a:rPr lang="en-US" altLang="en-US" sz="1600" dirty="0">
                <a:latin typeface="Noto Serif" panose="02020600060500020200" pitchFamily="18" charset="0"/>
                <a:ea typeface="Noto Serif" panose="02020600060500020200" pitchFamily="18" charset="0"/>
                <a:cs typeface="Noto Serif" panose="02020600060500020200" pitchFamily="18" charset="0"/>
              </a:rPr>
              <a:t> blockchain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để</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quản</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lý</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chuỗi</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cung</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ứng</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ngũ</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cốc</a:t>
            </a:r>
            <a:r>
              <a:rPr lang="en-US" altLang="en-US" sz="1600" dirty="0">
                <a:latin typeface="Noto Serif" panose="02020600060500020200" pitchFamily="18" charset="0"/>
                <a:ea typeface="Noto Serif" panose="02020600060500020200" pitchFamily="18" charset="0"/>
                <a:cs typeface="Noto Serif" panose="02020600060500020200" pitchFamily="18" charset="0"/>
              </a:rPr>
              <a:t>.</a:t>
            </a:r>
          </a:p>
          <a:p>
            <a:pPr marL="0" indent="0" defTabSz="914400" eaLnBrk="0" fontAlgn="base" hangingPunct="0">
              <a:lnSpc>
                <a:spcPct val="90000"/>
              </a:lnSpc>
              <a:spcBef>
                <a:spcPct val="0"/>
              </a:spcBef>
              <a:spcAft>
                <a:spcPct val="0"/>
              </a:spcAft>
              <a:buClrTx/>
              <a:buSzTx/>
              <a:buNone/>
            </a:pPr>
            <a:endParaRPr lang="en-US" altLang="en-US" sz="1600" dirty="0">
              <a:latin typeface="Noto Serif" panose="02020600060500020200" pitchFamily="18" charset="0"/>
              <a:ea typeface="Noto Serif" panose="02020600060500020200" pitchFamily="18" charset="0"/>
              <a:cs typeface="Noto Serif" panose="02020600060500020200" pitchFamily="18" charset="0"/>
            </a:endParaRPr>
          </a:p>
          <a:p>
            <a:pPr marL="0" indent="0" defTabSz="914400" eaLnBrk="0" fontAlgn="base" hangingPunct="0">
              <a:lnSpc>
                <a:spcPct val="90000"/>
              </a:lnSpc>
              <a:spcBef>
                <a:spcPct val="0"/>
              </a:spcBef>
              <a:spcAft>
                <a:spcPct val="0"/>
              </a:spcAft>
              <a:buClrTx/>
              <a:buSzTx/>
              <a:buNone/>
            </a:pPr>
            <a:r>
              <a:rPr lang="en-US" altLang="en-US" sz="1600" b="1" dirty="0">
                <a:latin typeface="Noto Serif" panose="02020600060500020200" pitchFamily="18" charset="0"/>
                <a:ea typeface="Noto Serif" panose="02020600060500020200" pitchFamily="18" charset="0"/>
                <a:cs typeface="Noto Serif" panose="02020600060500020200" pitchFamily="18" charset="0"/>
              </a:rPr>
              <a:t>Lợi </a:t>
            </a:r>
            <a:r>
              <a:rPr lang="en-US" altLang="en-US" sz="1600" b="1" dirty="0" err="1">
                <a:latin typeface="Noto Serif" panose="02020600060500020200" pitchFamily="18" charset="0"/>
                <a:ea typeface="Noto Serif" panose="02020600060500020200" pitchFamily="18" charset="0"/>
                <a:cs typeface="Noto Serif" panose="02020600060500020200" pitchFamily="18" charset="0"/>
              </a:rPr>
              <a:t>ích</a:t>
            </a:r>
            <a:r>
              <a:rPr lang="en-US" altLang="en-US" sz="1600" b="1" dirty="0">
                <a:latin typeface="Noto Serif" panose="02020600060500020200" pitchFamily="18" charset="0"/>
                <a:ea typeface="Noto Serif" panose="02020600060500020200" pitchFamily="18" charset="0"/>
                <a:cs typeface="Noto Serif" panose="02020600060500020200" pitchFamily="18" charset="0"/>
              </a:rPr>
              <a:t>:</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Nông</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dân</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bán</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nông</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sản</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nhận</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thanh</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toán</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tức</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thì</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truy</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xuất</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nguồn</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gốc</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rõ</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ràng</a:t>
            </a:r>
            <a:r>
              <a:rPr lang="en-US" altLang="en-US" sz="1600" dirty="0">
                <a:latin typeface="Noto Serif" panose="02020600060500020200" pitchFamily="18" charset="0"/>
                <a:ea typeface="Noto Serif" panose="02020600060500020200" pitchFamily="18" charset="0"/>
                <a:cs typeface="Noto Serif" panose="02020600060500020200" pitchFamily="18" charset="0"/>
              </a:rPr>
              <a:t>.</a:t>
            </a:r>
            <a:endParaRPr lang="vi-VN" sz="1600" dirty="0">
              <a:latin typeface="Noto Serif" panose="02020600060500020200" pitchFamily="18" charset="0"/>
              <a:ea typeface="Noto Serif" panose="02020600060500020200" pitchFamily="18" charset="0"/>
              <a:cs typeface="Noto Serif" panose="02020600060500020200" pitchFamily="18" charset="0"/>
            </a:endParaRPr>
          </a:p>
          <a:p>
            <a:pPr>
              <a:lnSpc>
                <a:spcPct val="90000"/>
              </a:lnSpc>
            </a:pPr>
            <a:endParaRPr lang="en-US" sz="1400" dirty="0">
              <a:latin typeface="Noto Serif" panose="02020600060500020200" pitchFamily="18" charset="0"/>
              <a:ea typeface="Noto Serif" panose="02020600060500020200" pitchFamily="18" charset="0"/>
              <a:cs typeface="Noto Serif" panose="02020600060500020200" pitchFamily="18" charset="0"/>
            </a:endParaRPr>
          </a:p>
          <a:p>
            <a:pPr marL="0" indent="0" defTabSz="914400" eaLnBrk="0" fontAlgn="base" hangingPunct="0">
              <a:lnSpc>
                <a:spcPct val="90000"/>
              </a:lnSpc>
              <a:spcBef>
                <a:spcPct val="0"/>
              </a:spcBef>
              <a:spcAft>
                <a:spcPct val="0"/>
              </a:spcAft>
              <a:buClrTx/>
              <a:buSzTx/>
              <a:buNone/>
            </a:pPr>
            <a:r>
              <a:rPr lang="en-US" altLang="en-US" sz="2000" b="1" dirty="0" err="1">
                <a:latin typeface="Noto Serif" panose="02020600060500020200" pitchFamily="18" charset="0"/>
                <a:ea typeface="Noto Serif" panose="02020600060500020200" pitchFamily="18" charset="0"/>
                <a:cs typeface="Noto Serif" panose="02020600060500020200" pitchFamily="18" charset="0"/>
              </a:rPr>
              <a:t>Chính</a:t>
            </a:r>
            <a:r>
              <a:rPr lang="en-US" altLang="en-US" sz="2000" b="1" dirty="0">
                <a:latin typeface="Noto Serif" panose="02020600060500020200" pitchFamily="18" charset="0"/>
                <a:ea typeface="Noto Serif" panose="02020600060500020200" pitchFamily="18" charset="0"/>
                <a:cs typeface="Noto Serif" panose="02020600060500020200" pitchFamily="18" charset="0"/>
              </a:rPr>
              <a:t> </a:t>
            </a:r>
            <a:r>
              <a:rPr lang="en-US" altLang="en-US" sz="2000" b="1" dirty="0" err="1">
                <a:latin typeface="Noto Serif" panose="02020600060500020200" pitchFamily="18" charset="0"/>
                <a:ea typeface="Noto Serif" panose="02020600060500020200" pitchFamily="18" charset="0"/>
                <a:cs typeface="Noto Serif" panose="02020600060500020200" pitchFamily="18" charset="0"/>
              </a:rPr>
              <a:t>phủ</a:t>
            </a:r>
            <a:r>
              <a:rPr lang="en-US" altLang="en-US" sz="2000" b="1" dirty="0">
                <a:latin typeface="Noto Serif" panose="02020600060500020200" pitchFamily="18" charset="0"/>
                <a:ea typeface="Noto Serif" panose="02020600060500020200" pitchFamily="18" charset="0"/>
                <a:cs typeface="Noto Serif" panose="02020600060500020200" pitchFamily="18" charset="0"/>
              </a:rPr>
              <a:t>:</a:t>
            </a:r>
            <a:endParaRPr lang="en-US" altLang="en-US" sz="2000" dirty="0">
              <a:latin typeface="Noto Serif" panose="02020600060500020200" pitchFamily="18" charset="0"/>
              <a:ea typeface="Noto Serif" panose="02020600060500020200" pitchFamily="18" charset="0"/>
              <a:cs typeface="Noto Serif" panose="02020600060500020200" pitchFamily="18" charset="0"/>
            </a:endParaRPr>
          </a:p>
          <a:p>
            <a:pPr marL="0" indent="0" defTabSz="914400" eaLnBrk="0" fontAlgn="base" hangingPunct="0">
              <a:lnSpc>
                <a:spcPct val="90000"/>
              </a:lnSpc>
              <a:spcBef>
                <a:spcPct val="0"/>
              </a:spcBef>
              <a:spcAft>
                <a:spcPct val="0"/>
              </a:spcAft>
              <a:buClrTx/>
              <a:buSzTx/>
              <a:buFontTx/>
              <a:buChar char="•"/>
            </a:pPr>
            <a:endParaRPr lang="en-US" altLang="en-US" sz="1400" dirty="0">
              <a:latin typeface="Noto Serif" panose="02020600060500020200" pitchFamily="18" charset="0"/>
              <a:ea typeface="Noto Serif" panose="02020600060500020200" pitchFamily="18" charset="0"/>
              <a:cs typeface="Noto Serif" panose="02020600060500020200" pitchFamily="18" charset="0"/>
            </a:endParaRPr>
          </a:p>
          <a:p>
            <a:pPr marL="0" indent="0" defTabSz="914400" eaLnBrk="0" fontAlgn="base" hangingPunct="0">
              <a:lnSpc>
                <a:spcPct val="90000"/>
              </a:lnSpc>
              <a:spcBef>
                <a:spcPct val="0"/>
              </a:spcBef>
              <a:spcAft>
                <a:spcPct val="0"/>
              </a:spcAft>
              <a:buClrTx/>
              <a:buSzTx/>
              <a:buNone/>
            </a:pPr>
            <a:r>
              <a:rPr lang="en-US" altLang="en-US" sz="1600" dirty="0" err="1">
                <a:solidFill>
                  <a:schemeClr val="tx1"/>
                </a:solidFill>
                <a:latin typeface="Noto Serif" panose="02020600060500020200" pitchFamily="18" charset="0"/>
                <a:ea typeface="Noto Serif" panose="02020600060500020200" pitchFamily="18" charset="0"/>
                <a:cs typeface="Noto Serif" panose="02020600060500020200" pitchFamily="18" charset="0"/>
              </a:rPr>
              <a:t>Bỏ</a:t>
            </a:r>
            <a:r>
              <a:rPr lang="en-US" altLang="en-US" sz="1600" dirty="0">
                <a:solidFill>
                  <a:schemeClr val="tx1"/>
                </a:solidFill>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solidFill>
                  <a:schemeClr val="tx1"/>
                </a:solidFill>
                <a:latin typeface="Noto Serif" panose="02020600060500020200" pitchFamily="18" charset="0"/>
                <a:ea typeface="Noto Serif" panose="02020600060500020200" pitchFamily="18" charset="0"/>
                <a:cs typeface="Noto Serif" panose="02020600060500020200" pitchFamily="18" charset="0"/>
              </a:rPr>
              <a:t>phiếu</a:t>
            </a:r>
            <a:r>
              <a:rPr lang="en-US" altLang="en-US" sz="1600" dirty="0">
                <a:solidFill>
                  <a:schemeClr val="tx1"/>
                </a:solidFill>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solidFill>
                  <a:schemeClr val="tx1"/>
                </a:solidFill>
                <a:latin typeface="Noto Serif" panose="02020600060500020200" pitchFamily="18" charset="0"/>
                <a:ea typeface="Noto Serif" panose="02020600060500020200" pitchFamily="18" charset="0"/>
                <a:cs typeface="Noto Serif" panose="02020600060500020200" pitchFamily="18" charset="0"/>
              </a:rPr>
              <a:t>minh</a:t>
            </a:r>
            <a:r>
              <a:rPr lang="en-US" altLang="en-US" sz="1600" dirty="0">
                <a:solidFill>
                  <a:schemeClr val="tx1"/>
                </a:solidFill>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solidFill>
                  <a:schemeClr val="tx1"/>
                </a:solidFill>
                <a:latin typeface="Noto Serif" panose="02020600060500020200" pitchFamily="18" charset="0"/>
                <a:ea typeface="Noto Serif" panose="02020600060500020200" pitchFamily="18" charset="0"/>
                <a:cs typeface="Noto Serif" panose="02020600060500020200" pitchFamily="18" charset="0"/>
              </a:rPr>
              <a:t>bạch</a:t>
            </a:r>
            <a:r>
              <a:rPr lang="en-US" altLang="en-US" sz="1600" dirty="0">
                <a:solidFill>
                  <a:schemeClr val="tx1"/>
                </a:solidFill>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solidFill>
                  <a:schemeClr val="tx1"/>
                </a:solidFill>
                <a:latin typeface="Noto Serif" panose="02020600060500020200" pitchFamily="18" charset="0"/>
                <a:ea typeface="Noto Serif" panose="02020600060500020200" pitchFamily="18" charset="0"/>
                <a:cs typeface="Noto Serif" panose="02020600060500020200" pitchFamily="18" charset="0"/>
              </a:rPr>
              <a:t>chống</a:t>
            </a:r>
            <a:r>
              <a:rPr lang="en-US" altLang="en-US" sz="1600" dirty="0">
                <a:solidFill>
                  <a:schemeClr val="tx1"/>
                </a:solidFill>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solidFill>
                  <a:schemeClr val="tx1"/>
                </a:solidFill>
                <a:latin typeface="Noto Serif" panose="02020600060500020200" pitchFamily="18" charset="0"/>
                <a:ea typeface="Noto Serif" panose="02020600060500020200" pitchFamily="18" charset="0"/>
                <a:cs typeface="Noto Serif" panose="02020600060500020200" pitchFamily="18" charset="0"/>
              </a:rPr>
              <a:t>gian</a:t>
            </a:r>
            <a:r>
              <a:rPr lang="en-US" altLang="en-US" sz="1600" dirty="0">
                <a:solidFill>
                  <a:schemeClr val="tx1"/>
                </a:solidFill>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solidFill>
                  <a:schemeClr val="tx1"/>
                </a:solidFill>
                <a:latin typeface="Noto Serif" panose="02020600060500020200" pitchFamily="18" charset="0"/>
                <a:ea typeface="Noto Serif" panose="02020600060500020200" pitchFamily="18" charset="0"/>
                <a:cs typeface="Noto Serif" panose="02020600060500020200" pitchFamily="18" charset="0"/>
              </a:rPr>
              <a:t>lận</a:t>
            </a:r>
            <a:r>
              <a:rPr lang="en-US" altLang="en-US" sz="1600" dirty="0">
                <a:solidFill>
                  <a:schemeClr val="tx1"/>
                </a:solidFill>
                <a:latin typeface="Noto Serif" panose="02020600060500020200" pitchFamily="18" charset="0"/>
                <a:ea typeface="Noto Serif" panose="02020600060500020200" pitchFamily="18" charset="0"/>
                <a:cs typeface="Noto Serif" panose="02020600060500020200" pitchFamily="18" charset="0"/>
              </a:rPr>
              <a:t>.</a:t>
            </a:r>
          </a:p>
          <a:p>
            <a:pPr marL="0" indent="0" defTabSz="914400" eaLnBrk="0" fontAlgn="base" hangingPunct="0">
              <a:lnSpc>
                <a:spcPct val="90000"/>
              </a:lnSpc>
              <a:spcBef>
                <a:spcPct val="0"/>
              </a:spcBef>
              <a:spcAft>
                <a:spcPct val="0"/>
              </a:spcAft>
              <a:buClrTx/>
              <a:buSzTx/>
              <a:buNone/>
            </a:pPr>
            <a:endParaRPr lang="en-US" altLang="en-US" sz="1600" dirty="0">
              <a:solidFill>
                <a:schemeClr val="tx1"/>
              </a:solidFill>
              <a:latin typeface="Noto Serif" panose="02020600060500020200" pitchFamily="18" charset="0"/>
              <a:ea typeface="Noto Serif" panose="02020600060500020200" pitchFamily="18" charset="0"/>
              <a:cs typeface="Noto Serif" panose="02020600060500020200" pitchFamily="18" charset="0"/>
            </a:endParaRPr>
          </a:p>
          <a:p>
            <a:pPr marL="0" indent="0" defTabSz="914400" eaLnBrk="0" fontAlgn="base" hangingPunct="0">
              <a:lnSpc>
                <a:spcPct val="90000"/>
              </a:lnSpc>
              <a:spcBef>
                <a:spcPct val="0"/>
              </a:spcBef>
              <a:spcAft>
                <a:spcPct val="0"/>
              </a:spcAft>
              <a:buClrTx/>
              <a:buSzTx/>
              <a:buNone/>
            </a:pPr>
            <a:r>
              <a:rPr lang="en-US" altLang="en-US" sz="1600" dirty="0">
                <a:solidFill>
                  <a:schemeClr val="tx1"/>
                </a:solidFill>
                <a:latin typeface="Noto Serif" panose="02020600060500020200" pitchFamily="18" charset="0"/>
                <a:ea typeface="Noto Serif" panose="02020600060500020200" pitchFamily="18" charset="0"/>
                <a:cs typeface="Noto Serif" panose="02020600060500020200" pitchFamily="18" charset="0"/>
              </a:rPr>
              <a:t>Lưu </a:t>
            </a:r>
            <a:r>
              <a:rPr lang="en-US" altLang="en-US" sz="1600" dirty="0" err="1">
                <a:solidFill>
                  <a:schemeClr val="tx1"/>
                </a:solidFill>
                <a:latin typeface="Noto Serif" panose="02020600060500020200" pitchFamily="18" charset="0"/>
                <a:ea typeface="Noto Serif" panose="02020600060500020200" pitchFamily="18" charset="0"/>
                <a:cs typeface="Noto Serif" panose="02020600060500020200" pitchFamily="18" charset="0"/>
              </a:rPr>
              <a:t>trữ</a:t>
            </a:r>
            <a:r>
              <a:rPr lang="en-US" altLang="en-US" sz="1600" dirty="0">
                <a:solidFill>
                  <a:schemeClr val="tx1"/>
                </a:solidFill>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solidFill>
                  <a:schemeClr val="tx1"/>
                </a:solidFill>
                <a:latin typeface="Noto Serif" panose="02020600060500020200" pitchFamily="18" charset="0"/>
                <a:ea typeface="Noto Serif" panose="02020600060500020200" pitchFamily="18" charset="0"/>
                <a:cs typeface="Noto Serif" panose="02020600060500020200" pitchFamily="18" charset="0"/>
              </a:rPr>
              <a:t>hồ</a:t>
            </a:r>
            <a:r>
              <a:rPr lang="en-US" altLang="en-US" sz="1600" dirty="0">
                <a:solidFill>
                  <a:schemeClr val="tx1"/>
                </a:solidFill>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solidFill>
                  <a:schemeClr val="tx1"/>
                </a:solidFill>
                <a:latin typeface="Noto Serif" panose="02020600060500020200" pitchFamily="18" charset="0"/>
                <a:ea typeface="Noto Serif" panose="02020600060500020200" pitchFamily="18" charset="0"/>
                <a:cs typeface="Noto Serif" panose="02020600060500020200" pitchFamily="18" charset="0"/>
              </a:rPr>
              <a:t>sơ</a:t>
            </a:r>
            <a:r>
              <a:rPr lang="en-US" altLang="en-US" sz="1600" dirty="0">
                <a:solidFill>
                  <a:schemeClr val="tx1"/>
                </a:solidFill>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solidFill>
                  <a:schemeClr val="tx1"/>
                </a:solidFill>
                <a:latin typeface="Noto Serif" panose="02020600060500020200" pitchFamily="18" charset="0"/>
                <a:ea typeface="Noto Serif" panose="02020600060500020200" pitchFamily="18" charset="0"/>
                <a:cs typeface="Noto Serif" panose="02020600060500020200" pitchFamily="18" charset="0"/>
              </a:rPr>
              <a:t>công</a:t>
            </a:r>
            <a:r>
              <a:rPr lang="en-US" altLang="en-US" sz="1600" dirty="0">
                <a:solidFill>
                  <a:schemeClr val="tx1"/>
                </a:solidFill>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solidFill>
                  <a:schemeClr val="tx1"/>
                </a:solidFill>
                <a:latin typeface="Noto Serif" panose="02020600060500020200" pitchFamily="18" charset="0"/>
                <a:ea typeface="Noto Serif" panose="02020600060500020200" pitchFamily="18" charset="0"/>
                <a:cs typeface="Noto Serif" panose="02020600060500020200" pitchFamily="18" charset="0"/>
              </a:rPr>
              <a:t>khai</a:t>
            </a:r>
            <a:r>
              <a:rPr lang="en-US" altLang="en-US" sz="1600" dirty="0">
                <a:solidFill>
                  <a:schemeClr val="tx1"/>
                </a:solidFill>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solidFill>
                  <a:schemeClr val="tx1"/>
                </a:solidFill>
                <a:latin typeface="Noto Serif" panose="02020600060500020200" pitchFamily="18" charset="0"/>
                <a:ea typeface="Noto Serif" panose="02020600060500020200" pitchFamily="18" charset="0"/>
                <a:cs typeface="Noto Serif" panose="02020600060500020200" pitchFamily="18" charset="0"/>
              </a:rPr>
              <a:t>bảo</a:t>
            </a:r>
            <a:r>
              <a:rPr lang="en-US" altLang="en-US" sz="1600" dirty="0">
                <a:solidFill>
                  <a:schemeClr val="tx1"/>
                </a:solidFill>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solidFill>
                  <a:schemeClr val="tx1"/>
                </a:solidFill>
                <a:latin typeface="Noto Serif" panose="02020600060500020200" pitchFamily="18" charset="0"/>
                <a:ea typeface="Noto Serif" panose="02020600060500020200" pitchFamily="18" charset="0"/>
                <a:cs typeface="Noto Serif" panose="02020600060500020200" pitchFamily="18" charset="0"/>
              </a:rPr>
              <a:t>mật</a:t>
            </a:r>
            <a:r>
              <a:rPr lang="en-US" altLang="en-US" sz="1600" dirty="0">
                <a:solidFill>
                  <a:schemeClr val="tx1"/>
                </a:solidFill>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solidFill>
                  <a:schemeClr val="tx1"/>
                </a:solidFill>
                <a:latin typeface="Noto Serif" panose="02020600060500020200" pitchFamily="18" charset="0"/>
                <a:ea typeface="Noto Serif" panose="02020600060500020200" pitchFamily="18" charset="0"/>
                <a:cs typeface="Noto Serif" panose="02020600060500020200" pitchFamily="18" charset="0"/>
              </a:rPr>
              <a:t>dữ</a:t>
            </a:r>
            <a:r>
              <a:rPr lang="en-US" altLang="en-US" sz="1600" dirty="0">
                <a:solidFill>
                  <a:schemeClr val="tx1"/>
                </a:solidFill>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solidFill>
                  <a:schemeClr val="tx1"/>
                </a:solidFill>
                <a:latin typeface="Noto Serif" panose="02020600060500020200" pitchFamily="18" charset="0"/>
                <a:ea typeface="Noto Serif" panose="02020600060500020200" pitchFamily="18" charset="0"/>
                <a:cs typeface="Noto Serif" panose="02020600060500020200" pitchFamily="18" charset="0"/>
              </a:rPr>
              <a:t>liệu</a:t>
            </a:r>
            <a:r>
              <a:rPr lang="en-US" altLang="en-US" sz="1600" dirty="0">
                <a:solidFill>
                  <a:schemeClr val="tx1"/>
                </a:solidFill>
                <a:latin typeface="Noto Serif" panose="02020600060500020200" pitchFamily="18" charset="0"/>
                <a:ea typeface="Noto Serif" panose="02020600060500020200" pitchFamily="18" charset="0"/>
                <a:cs typeface="Noto Serif" panose="02020600060500020200" pitchFamily="18" charset="0"/>
              </a:rPr>
              <a:t>.</a:t>
            </a:r>
          </a:p>
          <a:p>
            <a:pPr marL="0" indent="0" defTabSz="914400" eaLnBrk="0" fontAlgn="base" hangingPunct="0">
              <a:lnSpc>
                <a:spcPct val="90000"/>
              </a:lnSpc>
              <a:spcBef>
                <a:spcPct val="0"/>
              </a:spcBef>
              <a:spcAft>
                <a:spcPct val="0"/>
              </a:spcAft>
              <a:buClrTx/>
              <a:buSzTx/>
              <a:buNone/>
            </a:pPr>
            <a:endParaRPr lang="en-US" altLang="en-US" sz="1600" dirty="0">
              <a:solidFill>
                <a:schemeClr val="tx1"/>
              </a:solidFill>
              <a:latin typeface="Noto Serif" panose="02020600060500020200" pitchFamily="18" charset="0"/>
              <a:ea typeface="Noto Serif" panose="02020600060500020200" pitchFamily="18" charset="0"/>
              <a:cs typeface="Noto Serif" panose="02020600060500020200" pitchFamily="18" charset="0"/>
            </a:endParaRPr>
          </a:p>
          <a:p>
            <a:pPr marL="0" indent="0" defTabSz="914400" eaLnBrk="0" fontAlgn="base" hangingPunct="0">
              <a:lnSpc>
                <a:spcPct val="90000"/>
              </a:lnSpc>
              <a:spcBef>
                <a:spcPct val="0"/>
              </a:spcBef>
              <a:spcAft>
                <a:spcPct val="0"/>
              </a:spcAft>
              <a:buClrTx/>
              <a:buSzTx/>
              <a:buNone/>
            </a:pPr>
            <a:r>
              <a:rPr lang="en-US" altLang="en-US" sz="1600" dirty="0" err="1">
                <a:solidFill>
                  <a:schemeClr val="tx1"/>
                </a:solidFill>
                <a:latin typeface="Noto Serif" panose="02020600060500020200" pitchFamily="18" charset="0"/>
                <a:ea typeface="Noto Serif" panose="02020600060500020200" pitchFamily="18" charset="0"/>
                <a:cs typeface="Noto Serif" panose="02020600060500020200" pitchFamily="18" charset="0"/>
              </a:rPr>
              <a:t>Giảm</a:t>
            </a:r>
            <a:r>
              <a:rPr lang="en-US" altLang="en-US" sz="1600" dirty="0">
                <a:solidFill>
                  <a:schemeClr val="tx1"/>
                </a:solidFill>
                <a:latin typeface="Noto Serif" panose="02020600060500020200" pitchFamily="18" charset="0"/>
                <a:ea typeface="Noto Serif" panose="02020600060500020200" pitchFamily="18" charset="0"/>
                <a:cs typeface="Noto Serif" panose="02020600060500020200" pitchFamily="18" charset="0"/>
              </a:rPr>
              <a:t> chi </a:t>
            </a:r>
            <a:r>
              <a:rPr lang="en-US" altLang="en-US" sz="1600" dirty="0" err="1">
                <a:solidFill>
                  <a:schemeClr val="tx1"/>
                </a:solidFill>
                <a:latin typeface="Noto Serif" panose="02020600060500020200" pitchFamily="18" charset="0"/>
                <a:ea typeface="Noto Serif" panose="02020600060500020200" pitchFamily="18" charset="0"/>
                <a:cs typeface="Noto Serif" panose="02020600060500020200" pitchFamily="18" charset="0"/>
              </a:rPr>
              <a:t>phí</a:t>
            </a:r>
            <a:r>
              <a:rPr lang="en-US" altLang="en-US" sz="1600" dirty="0">
                <a:solidFill>
                  <a:schemeClr val="tx1"/>
                </a:solidFill>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solidFill>
                  <a:schemeClr val="tx1"/>
                </a:solidFill>
                <a:latin typeface="Noto Serif" panose="02020600060500020200" pitchFamily="18" charset="0"/>
                <a:ea typeface="Noto Serif" panose="02020600060500020200" pitchFamily="18" charset="0"/>
                <a:cs typeface="Noto Serif" panose="02020600060500020200" pitchFamily="18" charset="0"/>
              </a:rPr>
              <a:t>vận</a:t>
            </a:r>
            <a:r>
              <a:rPr lang="en-US" altLang="en-US" sz="1600" dirty="0">
                <a:solidFill>
                  <a:schemeClr val="tx1"/>
                </a:solidFill>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solidFill>
                  <a:schemeClr val="tx1"/>
                </a:solidFill>
                <a:latin typeface="Noto Serif" panose="02020600060500020200" pitchFamily="18" charset="0"/>
                <a:ea typeface="Noto Serif" panose="02020600060500020200" pitchFamily="18" charset="0"/>
                <a:cs typeface="Noto Serif" panose="02020600060500020200" pitchFamily="18" charset="0"/>
              </a:rPr>
              <a:t>hành</a:t>
            </a:r>
            <a:r>
              <a:rPr lang="en-US" altLang="en-US" sz="1600" dirty="0">
                <a:solidFill>
                  <a:schemeClr val="tx1"/>
                </a:solidFill>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solidFill>
                  <a:schemeClr val="tx1"/>
                </a:solidFill>
                <a:latin typeface="Noto Serif" panose="02020600060500020200" pitchFamily="18" charset="0"/>
                <a:ea typeface="Noto Serif" panose="02020600060500020200" pitchFamily="18" charset="0"/>
                <a:cs typeface="Noto Serif" panose="02020600060500020200" pitchFamily="18" charset="0"/>
              </a:rPr>
              <a:t>tăng</a:t>
            </a:r>
            <a:r>
              <a:rPr lang="en-US" altLang="en-US" sz="1600" dirty="0">
                <a:solidFill>
                  <a:schemeClr val="tx1"/>
                </a:solidFill>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solidFill>
                  <a:schemeClr val="tx1"/>
                </a:solidFill>
                <a:latin typeface="Noto Serif" panose="02020600060500020200" pitchFamily="18" charset="0"/>
                <a:ea typeface="Noto Serif" panose="02020600060500020200" pitchFamily="18" charset="0"/>
                <a:cs typeface="Noto Serif" panose="02020600060500020200" pitchFamily="18" charset="0"/>
              </a:rPr>
              <a:t>hiệu</a:t>
            </a:r>
            <a:r>
              <a:rPr lang="en-US" altLang="en-US" sz="1600" dirty="0">
                <a:solidFill>
                  <a:schemeClr val="tx1"/>
                </a:solidFill>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solidFill>
                  <a:schemeClr val="tx1"/>
                </a:solidFill>
                <a:latin typeface="Noto Serif" panose="02020600060500020200" pitchFamily="18" charset="0"/>
                <a:ea typeface="Noto Serif" panose="02020600060500020200" pitchFamily="18" charset="0"/>
                <a:cs typeface="Noto Serif" panose="02020600060500020200" pitchFamily="18" charset="0"/>
              </a:rPr>
              <a:t>quả</a:t>
            </a:r>
            <a:r>
              <a:rPr lang="en-US" altLang="en-US" sz="1600" dirty="0">
                <a:solidFill>
                  <a:schemeClr val="tx1"/>
                </a:solidFill>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solidFill>
                  <a:schemeClr val="tx1"/>
                </a:solidFill>
                <a:latin typeface="Noto Serif" panose="02020600060500020200" pitchFamily="18" charset="0"/>
                <a:ea typeface="Noto Serif" panose="02020600060500020200" pitchFamily="18" charset="0"/>
                <a:cs typeface="Noto Serif" panose="02020600060500020200" pitchFamily="18" charset="0"/>
              </a:rPr>
              <a:t>quản</a:t>
            </a:r>
            <a:r>
              <a:rPr lang="en-US" altLang="en-US" sz="1600" dirty="0">
                <a:solidFill>
                  <a:schemeClr val="tx1"/>
                </a:solidFill>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solidFill>
                  <a:schemeClr val="tx1"/>
                </a:solidFill>
                <a:latin typeface="Noto Serif" panose="02020600060500020200" pitchFamily="18" charset="0"/>
                <a:ea typeface="Noto Serif" panose="02020600060500020200" pitchFamily="18" charset="0"/>
                <a:cs typeface="Noto Serif" panose="02020600060500020200" pitchFamily="18" charset="0"/>
              </a:rPr>
              <a:t>trị</a:t>
            </a:r>
            <a:r>
              <a:rPr lang="en-US" altLang="en-US" sz="1600" dirty="0">
                <a:solidFill>
                  <a:schemeClr val="tx1"/>
                </a:solidFill>
                <a:latin typeface="Noto Serif" panose="02020600060500020200" pitchFamily="18" charset="0"/>
                <a:ea typeface="Noto Serif" panose="02020600060500020200" pitchFamily="18" charset="0"/>
                <a:cs typeface="Noto Serif" panose="02020600060500020200" pitchFamily="18" charset="0"/>
              </a:rPr>
              <a:t>.</a:t>
            </a:r>
          </a:p>
          <a:p>
            <a:pPr marL="0" indent="0" defTabSz="914400" eaLnBrk="0" fontAlgn="base" hangingPunct="0">
              <a:lnSpc>
                <a:spcPct val="90000"/>
              </a:lnSpc>
              <a:spcBef>
                <a:spcPct val="0"/>
              </a:spcBef>
              <a:spcAft>
                <a:spcPct val="0"/>
              </a:spcAft>
              <a:buClrTx/>
              <a:buSzTx/>
              <a:buNone/>
            </a:pPr>
            <a:endParaRPr lang="en-US" altLang="en-US" sz="1600" dirty="0">
              <a:latin typeface="Noto Serif" panose="02020600060500020200" pitchFamily="18" charset="0"/>
              <a:ea typeface="Noto Serif" panose="02020600060500020200" pitchFamily="18" charset="0"/>
              <a:cs typeface="Noto Serif" panose="02020600060500020200" pitchFamily="18" charset="0"/>
            </a:endParaRPr>
          </a:p>
          <a:p>
            <a:pPr marL="0" indent="0" defTabSz="914400" eaLnBrk="0" fontAlgn="base" hangingPunct="0">
              <a:lnSpc>
                <a:spcPct val="90000"/>
              </a:lnSpc>
              <a:spcBef>
                <a:spcPct val="0"/>
              </a:spcBef>
              <a:spcAft>
                <a:spcPct val="0"/>
              </a:spcAft>
              <a:buClrTx/>
              <a:buSzTx/>
              <a:buNone/>
            </a:pPr>
            <a:r>
              <a:rPr lang="en-US" altLang="en-US" sz="1600" b="1" dirty="0" err="1">
                <a:latin typeface="Noto Serif" panose="02020600060500020200" pitchFamily="18" charset="0"/>
                <a:ea typeface="Noto Serif" panose="02020600060500020200" pitchFamily="18" charset="0"/>
                <a:cs typeface="Noto Serif" panose="02020600060500020200" pitchFamily="18" charset="0"/>
              </a:rPr>
              <a:t>Ví</a:t>
            </a:r>
            <a:r>
              <a:rPr lang="en-US" altLang="en-US" sz="1600" b="1"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b="1" dirty="0" err="1">
                <a:latin typeface="Noto Serif" panose="02020600060500020200" pitchFamily="18" charset="0"/>
                <a:ea typeface="Noto Serif" panose="02020600060500020200" pitchFamily="18" charset="0"/>
                <a:cs typeface="Noto Serif" panose="02020600060500020200" pitchFamily="18" charset="0"/>
              </a:rPr>
              <a:t>dụ</a:t>
            </a:r>
            <a:r>
              <a:rPr lang="en-US" altLang="en-US" sz="1600" b="1" dirty="0">
                <a:latin typeface="Noto Serif" panose="02020600060500020200" pitchFamily="18" charset="0"/>
                <a:ea typeface="Noto Serif" panose="02020600060500020200" pitchFamily="18" charset="0"/>
                <a:cs typeface="Noto Serif" panose="02020600060500020200" pitchFamily="18" charset="0"/>
              </a:rPr>
              <a:t>:</a:t>
            </a:r>
            <a:r>
              <a:rPr lang="en-US" altLang="en-US" sz="1600" dirty="0">
                <a:latin typeface="Noto Serif" panose="02020600060500020200" pitchFamily="18" charset="0"/>
                <a:ea typeface="Noto Serif" panose="02020600060500020200" pitchFamily="18" charset="0"/>
                <a:cs typeface="Noto Serif" panose="02020600060500020200" pitchFamily="18" charset="0"/>
              </a:rPr>
              <a:t> Estonia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áp</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dụng</a:t>
            </a:r>
            <a:r>
              <a:rPr lang="en-US" altLang="en-US" sz="1600" dirty="0">
                <a:latin typeface="Noto Serif" panose="02020600060500020200" pitchFamily="18" charset="0"/>
                <a:ea typeface="Noto Serif" panose="02020600060500020200" pitchFamily="18" charset="0"/>
                <a:cs typeface="Noto Serif" panose="02020600060500020200" pitchFamily="18" charset="0"/>
              </a:rPr>
              <a:t> blockchain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cho</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hệ</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thống</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chính</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phủ</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điện</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tử</a:t>
            </a:r>
            <a:r>
              <a:rPr lang="en-US" altLang="en-US" sz="1600" dirty="0">
                <a:latin typeface="Noto Serif" panose="02020600060500020200" pitchFamily="18" charset="0"/>
                <a:ea typeface="Noto Serif" panose="02020600060500020200" pitchFamily="18" charset="0"/>
                <a:cs typeface="Noto Serif" panose="02020600060500020200" pitchFamily="18" charset="0"/>
              </a:rPr>
              <a:t> (e-Government).</a:t>
            </a:r>
          </a:p>
          <a:p>
            <a:pPr marL="0" indent="0" defTabSz="914400" eaLnBrk="0" fontAlgn="base" hangingPunct="0">
              <a:lnSpc>
                <a:spcPct val="90000"/>
              </a:lnSpc>
              <a:spcBef>
                <a:spcPct val="0"/>
              </a:spcBef>
              <a:spcAft>
                <a:spcPct val="0"/>
              </a:spcAft>
              <a:buClrTx/>
              <a:buSzTx/>
              <a:buNone/>
            </a:pPr>
            <a:endParaRPr lang="en-US" altLang="en-US" sz="1600" dirty="0">
              <a:latin typeface="Noto Serif" panose="02020600060500020200" pitchFamily="18" charset="0"/>
              <a:ea typeface="Noto Serif" panose="02020600060500020200" pitchFamily="18" charset="0"/>
              <a:cs typeface="Noto Serif" panose="02020600060500020200" pitchFamily="18" charset="0"/>
            </a:endParaRPr>
          </a:p>
          <a:p>
            <a:pPr marL="0" indent="0" defTabSz="914400" eaLnBrk="0" fontAlgn="base" hangingPunct="0">
              <a:lnSpc>
                <a:spcPct val="90000"/>
              </a:lnSpc>
              <a:spcBef>
                <a:spcPct val="0"/>
              </a:spcBef>
              <a:spcAft>
                <a:spcPct val="0"/>
              </a:spcAft>
              <a:buClrTx/>
              <a:buSzTx/>
              <a:buNone/>
            </a:pPr>
            <a:r>
              <a:rPr lang="en-US" altLang="en-US" sz="1600" b="1" dirty="0">
                <a:latin typeface="Noto Serif" panose="02020600060500020200" pitchFamily="18" charset="0"/>
                <a:ea typeface="Noto Serif" panose="02020600060500020200" pitchFamily="18" charset="0"/>
                <a:cs typeface="Noto Serif" panose="02020600060500020200" pitchFamily="18" charset="0"/>
              </a:rPr>
              <a:t>Lợi </a:t>
            </a:r>
            <a:r>
              <a:rPr lang="en-US" altLang="en-US" sz="1600" b="1" dirty="0" err="1">
                <a:latin typeface="Noto Serif" panose="02020600060500020200" pitchFamily="18" charset="0"/>
                <a:ea typeface="Noto Serif" panose="02020600060500020200" pitchFamily="18" charset="0"/>
                <a:cs typeface="Noto Serif" panose="02020600060500020200" pitchFamily="18" charset="0"/>
              </a:rPr>
              <a:t>ích</a:t>
            </a:r>
            <a:r>
              <a:rPr lang="en-US" altLang="en-US" sz="1600" b="1" dirty="0">
                <a:latin typeface="Noto Serif" panose="02020600060500020200" pitchFamily="18" charset="0"/>
                <a:ea typeface="Noto Serif" panose="02020600060500020200" pitchFamily="18" charset="0"/>
                <a:cs typeface="Noto Serif" panose="02020600060500020200" pitchFamily="18" charset="0"/>
              </a:rPr>
              <a:t>:</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Bỏ</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phiếu</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trực</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tuyến</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minh</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bạch</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dữ</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liệu</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dân</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cư</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bảo</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mật</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và</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chống</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làm</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giả</a:t>
            </a:r>
            <a:r>
              <a:rPr lang="en-US" altLang="en-US" sz="1600" dirty="0">
                <a:latin typeface="Noto Serif" panose="02020600060500020200" pitchFamily="18" charset="0"/>
                <a:ea typeface="Noto Serif" panose="02020600060500020200" pitchFamily="18" charset="0"/>
                <a:cs typeface="Noto Serif" panose="02020600060500020200" pitchFamily="18" charset="0"/>
              </a:rPr>
              <a:t>.</a:t>
            </a:r>
          </a:p>
          <a:p>
            <a:pPr marL="0" indent="0" defTabSz="914400" eaLnBrk="0" fontAlgn="base" hangingPunct="0">
              <a:lnSpc>
                <a:spcPct val="90000"/>
              </a:lnSpc>
              <a:spcBef>
                <a:spcPct val="0"/>
              </a:spcBef>
              <a:spcAft>
                <a:spcPct val="0"/>
              </a:spcAft>
              <a:buClrTx/>
              <a:buSzTx/>
              <a:buNone/>
            </a:pPr>
            <a:endParaRPr lang="en-US" altLang="en-US" sz="1400" dirty="0">
              <a:latin typeface="Noto Serif" panose="02020600060500020200" pitchFamily="18" charset="0"/>
              <a:ea typeface="Noto Serif" panose="02020600060500020200" pitchFamily="18" charset="0"/>
              <a:cs typeface="Noto Serif" panose="02020600060500020200" pitchFamily="18" charset="0"/>
            </a:endParaRPr>
          </a:p>
          <a:p>
            <a:pPr>
              <a:lnSpc>
                <a:spcPct val="90000"/>
              </a:lnSpc>
            </a:pPr>
            <a:endParaRPr lang="en-US" sz="1400" dirty="0">
              <a:latin typeface="Noto Serif" panose="02020600060500020200" pitchFamily="18" charset="0"/>
              <a:ea typeface="Noto Serif" panose="02020600060500020200" pitchFamily="18" charset="0"/>
              <a:cs typeface="Noto Serif" panose="02020600060500020200" pitchFamily="18" charset="0"/>
            </a:endParaRPr>
          </a:p>
        </p:txBody>
      </p:sp>
    </p:spTree>
    <p:extLst>
      <p:ext uri="{BB962C8B-B14F-4D97-AF65-F5344CB8AC3E}">
        <p14:creationId xmlns:p14="http://schemas.microsoft.com/office/powerpoint/2010/main" val="30325320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7D570-3ACC-5BE6-4140-D402A46D1339}"/>
              </a:ext>
            </a:extLst>
          </p:cNvPr>
          <p:cNvSpPr>
            <a:spLocks noGrp="1"/>
          </p:cNvSpPr>
          <p:nvPr>
            <p:ph type="title"/>
          </p:nvPr>
        </p:nvSpPr>
        <p:spPr>
          <a:xfrm>
            <a:off x="214170" y="467590"/>
            <a:ext cx="2752435" cy="3044537"/>
          </a:xfrm>
        </p:spPr>
        <p:txBody>
          <a:bodyPr anchor="ctr">
            <a:normAutofit/>
          </a:bodyPr>
          <a:lstStyle/>
          <a:p>
            <a:r>
              <a:rPr lang="en-US" altLang="en-US" sz="3200" b="1" dirty="0">
                <a:latin typeface="Noto Serif" panose="02020600060500020200" pitchFamily="18" charset="0"/>
                <a:ea typeface="Noto Serif" panose="02020600060500020200" pitchFamily="18" charset="0"/>
                <a:cs typeface="Noto Serif" panose="02020600060500020200" pitchFamily="18" charset="0"/>
              </a:rPr>
              <a:t>Bán </a:t>
            </a:r>
            <a:r>
              <a:rPr lang="en-US" altLang="en-US" sz="3200" b="1" dirty="0" err="1">
                <a:latin typeface="Noto Serif" panose="02020600060500020200" pitchFamily="18" charset="0"/>
                <a:ea typeface="Noto Serif" panose="02020600060500020200" pitchFamily="18" charset="0"/>
                <a:cs typeface="Noto Serif" panose="02020600060500020200" pitchFamily="18" charset="0"/>
              </a:rPr>
              <a:t>lẻ</a:t>
            </a:r>
            <a:r>
              <a:rPr lang="en-US" altLang="en-US" sz="3200" b="1" dirty="0">
                <a:latin typeface="Noto Serif" panose="02020600060500020200" pitchFamily="18" charset="0"/>
                <a:ea typeface="Noto Serif" panose="02020600060500020200" pitchFamily="18" charset="0"/>
                <a:cs typeface="Noto Serif" panose="02020600060500020200" pitchFamily="18" charset="0"/>
              </a:rPr>
              <a:t> </a:t>
            </a:r>
            <a:br>
              <a:rPr lang="en-US" altLang="en-US" sz="3200" b="1" dirty="0">
                <a:latin typeface="Noto Serif" panose="02020600060500020200" pitchFamily="18" charset="0"/>
                <a:ea typeface="Noto Serif" panose="02020600060500020200" pitchFamily="18" charset="0"/>
                <a:cs typeface="Noto Serif" panose="02020600060500020200" pitchFamily="18" charset="0"/>
              </a:rPr>
            </a:br>
            <a:r>
              <a:rPr lang="en-US" altLang="en-US" sz="3200" b="1" dirty="0" err="1">
                <a:latin typeface="Noto Serif" panose="02020600060500020200" pitchFamily="18" charset="0"/>
                <a:ea typeface="Noto Serif" panose="02020600060500020200" pitchFamily="18" charset="0"/>
                <a:cs typeface="Noto Serif" panose="02020600060500020200" pitchFamily="18" charset="0"/>
              </a:rPr>
              <a:t>và</a:t>
            </a:r>
            <a:r>
              <a:rPr lang="en-US" altLang="en-US" sz="3200" b="1" dirty="0">
                <a:latin typeface="Noto Serif" panose="02020600060500020200" pitchFamily="18" charset="0"/>
                <a:ea typeface="Noto Serif" panose="02020600060500020200" pitchFamily="18" charset="0"/>
                <a:cs typeface="Noto Serif" panose="02020600060500020200" pitchFamily="18" charset="0"/>
              </a:rPr>
              <a:t> </a:t>
            </a:r>
            <a:br>
              <a:rPr lang="en-US" altLang="en-US" sz="3200" b="1" dirty="0">
                <a:latin typeface="Noto Serif" panose="02020600060500020200" pitchFamily="18" charset="0"/>
                <a:ea typeface="Noto Serif" panose="02020600060500020200" pitchFamily="18" charset="0"/>
                <a:cs typeface="Noto Serif" panose="02020600060500020200" pitchFamily="18" charset="0"/>
              </a:rPr>
            </a:br>
            <a:r>
              <a:rPr lang="en-US" altLang="en-US" sz="3200" b="1" dirty="0">
                <a:latin typeface="Noto Serif" panose="02020600060500020200" pitchFamily="18" charset="0"/>
                <a:ea typeface="Noto Serif" panose="02020600060500020200" pitchFamily="18" charset="0"/>
                <a:cs typeface="Noto Serif" panose="02020600060500020200" pitchFamily="18" charset="0"/>
              </a:rPr>
              <a:t>Logistics</a:t>
            </a:r>
            <a:br>
              <a:rPr lang="en-US" altLang="en-US" sz="3200" dirty="0">
                <a:latin typeface="Noto Serif" panose="02020600060500020200" pitchFamily="18" charset="0"/>
                <a:ea typeface="Noto Serif" panose="02020600060500020200" pitchFamily="18" charset="0"/>
                <a:cs typeface="Noto Serif" panose="02020600060500020200" pitchFamily="18" charset="0"/>
              </a:rPr>
            </a:br>
            <a:br>
              <a:rPr lang="en-US" altLang="en-US" sz="3200" dirty="0">
                <a:latin typeface="Noto Serif" panose="02020600060500020200" pitchFamily="18" charset="0"/>
                <a:ea typeface="Noto Serif" panose="02020600060500020200" pitchFamily="18" charset="0"/>
                <a:cs typeface="Noto Serif" panose="02020600060500020200" pitchFamily="18" charset="0"/>
              </a:rPr>
            </a:br>
            <a:endParaRPr lang="en-US" sz="3200" dirty="0">
              <a:latin typeface="Noto Serif" panose="02020600060500020200" pitchFamily="18" charset="0"/>
              <a:ea typeface="Noto Serif" panose="02020600060500020200" pitchFamily="18" charset="0"/>
              <a:cs typeface="Noto Serif" panose="02020600060500020200" pitchFamily="18" charset="0"/>
            </a:endParaRPr>
          </a:p>
        </p:txBody>
      </p:sp>
      <p:sp>
        <p:nvSpPr>
          <p:cNvPr id="8" name="Content Placeholder 7">
            <a:extLst>
              <a:ext uri="{FF2B5EF4-FFF2-40B4-BE49-F238E27FC236}">
                <a16:creationId xmlns:a16="http://schemas.microsoft.com/office/drawing/2014/main" id="{A4DBE3EC-9A51-B7FC-5AF7-8CF501F91F33}"/>
              </a:ext>
            </a:extLst>
          </p:cNvPr>
          <p:cNvSpPr txBox="1">
            <a:spLocks noGrp="1"/>
          </p:cNvSpPr>
          <p:nvPr>
            <p:ph idx="1"/>
          </p:nvPr>
        </p:nvSpPr>
        <p:spPr>
          <a:xfrm>
            <a:off x="2926148" y="350216"/>
            <a:ext cx="6524383" cy="6041362"/>
          </a:xfrm>
          <a:prstGeom prst="rect">
            <a:avLst/>
          </a:prstGeom>
        </p:spPr>
        <p:txBody>
          <a:bodyPr anchor="ctr">
            <a:noAutofit/>
          </a:bodyPr>
          <a:lstStyle/>
          <a:p>
            <a:pPr marL="0" indent="0" defTabSz="914400" eaLnBrk="0" fontAlgn="base" hangingPunct="0">
              <a:lnSpc>
                <a:spcPct val="90000"/>
              </a:lnSpc>
              <a:spcBef>
                <a:spcPct val="0"/>
              </a:spcBef>
              <a:spcAft>
                <a:spcPts val="600"/>
              </a:spcAft>
              <a:buClrTx/>
              <a:buSzTx/>
              <a:buNone/>
            </a:pPr>
            <a:r>
              <a:rPr lang="en-US" altLang="en-US" b="1" dirty="0">
                <a:latin typeface="Noto Serif" panose="02020600060500020200" pitchFamily="18" charset="0"/>
                <a:ea typeface="Noto Serif" panose="02020600060500020200" pitchFamily="18" charset="0"/>
                <a:cs typeface="Noto Serif" panose="02020600060500020200" pitchFamily="18" charset="0"/>
              </a:rPr>
              <a:t>Bán </a:t>
            </a:r>
            <a:r>
              <a:rPr lang="en-US" altLang="en-US" b="1" dirty="0" err="1">
                <a:latin typeface="Noto Serif" panose="02020600060500020200" pitchFamily="18" charset="0"/>
                <a:ea typeface="Noto Serif" panose="02020600060500020200" pitchFamily="18" charset="0"/>
                <a:cs typeface="Noto Serif" panose="02020600060500020200" pitchFamily="18" charset="0"/>
              </a:rPr>
              <a:t>lẻ</a:t>
            </a:r>
            <a:r>
              <a:rPr lang="en-US" altLang="en-US" b="1" dirty="0">
                <a:latin typeface="Noto Serif" panose="02020600060500020200" pitchFamily="18" charset="0"/>
                <a:ea typeface="Noto Serif" panose="02020600060500020200" pitchFamily="18" charset="0"/>
                <a:cs typeface="Noto Serif" panose="02020600060500020200" pitchFamily="18" charset="0"/>
              </a:rPr>
              <a:t>:</a:t>
            </a:r>
            <a:endParaRPr lang="en-US" altLang="en-US" dirty="0">
              <a:latin typeface="Noto Serif" panose="02020600060500020200" pitchFamily="18" charset="0"/>
              <a:ea typeface="Noto Serif" panose="02020600060500020200" pitchFamily="18" charset="0"/>
              <a:cs typeface="Noto Serif" panose="02020600060500020200" pitchFamily="18" charset="0"/>
            </a:endParaRPr>
          </a:p>
          <a:p>
            <a:pPr marL="0" indent="0" defTabSz="914400" eaLnBrk="0" fontAlgn="base" hangingPunct="0">
              <a:lnSpc>
                <a:spcPct val="90000"/>
              </a:lnSpc>
              <a:spcBef>
                <a:spcPct val="0"/>
              </a:spcBef>
              <a:spcAft>
                <a:spcPts val="600"/>
              </a:spcAft>
              <a:buClrTx/>
              <a:buSzTx/>
              <a:buFontTx/>
              <a:buChar char="•"/>
            </a:pPr>
            <a:r>
              <a:rPr lang="en-US" altLang="en-US" sz="1600" dirty="0" err="1">
                <a:latin typeface="Noto Serif" panose="02020600060500020200" pitchFamily="18" charset="0"/>
                <a:ea typeface="Noto Serif" panose="02020600060500020200" pitchFamily="18" charset="0"/>
                <a:cs typeface="Noto Serif" panose="02020600060500020200" pitchFamily="18" charset="0"/>
              </a:rPr>
              <a:t>Chương</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trình</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ưu</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đãi</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tích</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điểm</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khách</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hàng</a:t>
            </a:r>
            <a:r>
              <a:rPr lang="en-US" altLang="en-US" sz="1600" dirty="0">
                <a:latin typeface="Noto Serif" panose="02020600060500020200" pitchFamily="18" charset="0"/>
                <a:ea typeface="Noto Serif" panose="02020600060500020200" pitchFamily="18" charset="0"/>
                <a:cs typeface="Noto Serif" panose="02020600060500020200" pitchFamily="18" charset="0"/>
              </a:rPr>
              <a:t>.</a:t>
            </a:r>
          </a:p>
          <a:p>
            <a:pPr marL="0" indent="0" defTabSz="914400" eaLnBrk="0" fontAlgn="base" hangingPunct="0">
              <a:lnSpc>
                <a:spcPct val="90000"/>
              </a:lnSpc>
              <a:spcBef>
                <a:spcPct val="0"/>
              </a:spcBef>
              <a:spcAft>
                <a:spcPts val="600"/>
              </a:spcAft>
              <a:buClrTx/>
              <a:buSzTx/>
              <a:buFontTx/>
              <a:buChar char="•"/>
            </a:pPr>
            <a:r>
              <a:rPr lang="en-US" altLang="en-US" sz="1600" dirty="0">
                <a:latin typeface="Noto Serif" panose="02020600060500020200" pitchFamily="18" charset="0"/>
                <a:ea typeface="Noto Serif" panose="02020600060500020200" pitchFamily="18" charset="0"/>
                <a:cs typeface="Noto Serif" panose="02020600060500020200" pitchFamily="18" charset="0"/>
              </a:rPr>
              <a:t>Bảo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mật</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thông</a:t>
            </a:r>
            <a:r>
              <a:rPr lang="en-US" altLang="en-US" sz="1600" dirty="0">
                <a:latin typeface="Noto Serif" panose="02020600060500020200" pitchFamily="18" charset="0"/>
                <a:ea typeface="Noto Serif" panose="02020600060500020200" pitchFamily="18" charset="0"/>
                <a:cs typeface="Noto Serif" panose="02020600060500020200" pitchFamily="18" charset="0"/>
              </a:rPr>
              <a:t> tin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cá</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nhân</a:t>
            </a:r>
            <a:r>
              <a:rPr lang="en-US" altLang="en-US" sz="1600" dirty="0">
                <a:latin typeface="Noto Serif" panose="02020600060500020200" pitchFamily="18" charset="0"/>
                <a:ea typeface="Noto Serif" panose="02020600060500020200" pitchFamily="18" charset="0"/>
                <a:cs typeface="Noto Serif" panose="02020600060500020200" pitchFamily="18" charset="0"/>
              </a:rPr>
              <a:t>.</a:t>
            </a:r>
          </a:p>
          <a:p>
            <a:pPr marL="0" indent="0" defTabSz="914400" eaLnBrk="0" fontAlgn="base" hangingPunct="0">
              <a:lnSpc>
                <a:spcPct val="90000"/>
              </a:lnSpc>
              <a:spcBef>
                <a:spcPct val="0"/>
              </a:spcBef>
              <a:spcAft>
                <a:spcPts val="600"/>
              </a:spcAft>
              <a:buClrTx/>
              <a:buSzTx/>
              <a:buFontTx/>
              <a:buChar char="•"/>
            </a:pPr>
            <a:r>
              <a:rPr lang="en-US" altLang="en-US" sz="1600" dirty="0">
                <a:latin typeface="Noto Serif" panose="02020600060500020200" pitchFamily="18" charset="0"/>
                <a:ea typeface="Noto Serif" panose="02020600060500020200" pitchFamily="18" charset="0"/>
                <a:cs typeface="Noto Serif" panose="02020600060500020200" pitchFamily="18" charset="0"/>
              </a:rPr>
              <a:t>Thanh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toán</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điện</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tử</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xuyên</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biên</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giới</a:t>
            </a:r>
            <a:r>
              <a:rPr lang="en-US" altLang="en-US" sz="1600" dirty="0">
                <a:latin typeface="Noto Serif" panose="02020600060500020200" pitchFamily="18" charset="0"/>
                <a:ea typeface="Noto Serif" panose="02020600060500020200" pitchFamily="18" charset="0"/>
                <a:cs typeface="Noto Serif" panose="02020600060500020200" pitchFamily="18" charset="0"/>
              </a:rPr>
              <a:t>.</a:t>
            </a:r>
          </a:p>
          <a:p>
            <a:pPr marL="0" indent="0" defTabSz="914400" eaLnBrk="0" fontAlgn="base" hangingPunct="0">
              <a:lnSpc>
                <a:spcPct val="90000"/>
              </a:lnSpc>
              <a:spcBef>
                <a:spcPct val="0"/>
              </a:spcBef>
              <a:spcAft>
                <a:spcPts val="600"/>
              </a:spcAft>
              <a:buClrTx/>
              <a:buSzTx/>
              <a:buFontTx/>
              <a:buChar char="•"/>
            </a:pP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Truy</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xuất</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chuỗi</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cung</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ứng</a:t>
            </a:r>
            <a:r>
              <a:rPr lang="en-US" altLang="en-US" sz="1600" dirty="0">
                <a:latin typeface="Noto Serif" panose="02020600060500020200" pitchFamily="18" charset="0"/>
                <a:ea typeface="Noto Serif" panose="02020600060500020200" pitchFamily="18" charset="0"/>
                <a:cs typeface="Noto Serif" panose="02020600060500020200" pitchFamily="18" charset="0"/>
              </a:rPr>
              <a:t>.</a:t>
            </a:r>
          </a:p>
          <a:p>
            <a:pPr marL="0" indent="0" defTabSz="914400" eaLnBrk="0" fontAlgn="base" hangingPunct="0">
              <a:lnSpc>
                <a:spcPct val="90000"/>
              </a:lnSpc>
              <a:spcBef>
                <a:spcPct val="0"/>
              </a:spcBef>
              <a:spcAft>
                <a:spcPts val="600"/>
              </a:spcAft>
              <a:buClrTx/>
              <a:buSzTx/>
              <a:buFontTx/>
              <a:buChar char="•"/>
            </a:pPr>
            <a:endParaRPr lang="en-US" altLang="en-US" sz="1600" dirty="0">
              <a:latin typeface="Noto Serif" panose="02020600060500020200" pitchFamily="18" charset="0"/>
              <a:ea typeface="Noto Serif" panose="02020600060500020200" pitchFamily="18" charset="0"/>
              <a:cs typeface="Noto Serif" panose="02020600060500020200" pitchFamily="18" charset="0"/>
            </a:endParaRPr>
          </a:p>
          <a:p>
            <a:pPr marL="0" indent="0" defTabSz="914400" eaLnBrk="0" fontAlgn="base" hangingPunct="0">
              <a:lnSpc>
                <a:spcPct val="90000"/>
              </a:lnSpc>
              <a:spcBef>
                <a:spcPct val="0"/>
              </a:spcBef>
              <a:spcAft>
                <a:spcPct val="0"/>
              </a:spcAft>
              <a:buClrTx/>
              <a:buSzTx/>
              <a:buNone/>
            </a:pPr>
            <a:r>
              <a:rPr lang="en-US" altLang="en-US" sz="1600" b="1" dirty="0" err="1">
                <a:latin typeface="Noto Serif" panose="02020600060500020200" pitchFamily="18" charset="0"/>
                <a:ea typeface="Noto Serif" panose="02020600060500020200" pitchFamily="18" charset="0"/>
                <a:cs typeface="Noto Serif" panose="02020600060500020200" pitchFamily="18" charset="0"/>
              </a:rPr>
              <a:t>Ví</a:t>
            </a:r>
            <a:r>
              <a:rPr lang="en-US" altLang="en-US" sz="1600" b="1"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b="1" dirty="0" err="1">
                <a:latin typeface="Noto Serif" panose="02020600060500020200" pitchFamily="18" charset="0"/>
                <a:ea typeface="Noto Serif" panose="02020600060500020200" pitchFamily="18" charset="0"/>
                <a:cs typeface="Noto Serif" panose="02020600060500020200" pitchFamily="18" charset="0"/>
              </a:rPr>
              <a:t>dụ</a:t>
            </a:r>
            <a:r>
              <a:rPr lang="en-US" altLang="en-US" sz="1600" b="1" dirty="0">
                <a:latin typeface="Noto Serif" panose="02020600060500020200" pitchFamily="18" charset="0"/>
                <a:ea typeface="Noto Serif" panose="02020600060500020200" pitchFamily="18" charset="0"/>
                <a:cs typeface="Noto Serif" panose="02020600060500020200" pitchFamily="18" charset="0"/>
              </a:rPr>
              <a:t>:</a:t>
            </a:r>
            <a:r>
              <a:rPr lang="en-US" altLang="en-US" sz="1600" dirty="0">
                <a:latin typeface="Noto Serif" panose="02020600060500020200" pitchFamily="18" charset="0"/>
                <a:ea typeface="Noto Serif" panose="02020600060500020200" pitchFamily="18" charset="0"/>
                <a:cs typeface="Noto Serif" panose="02020600060500020200" pitchFamily="18" charset="0"/>
              </a:rPr>
              <a:t> Walmart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dùng</a:t>
            </a:r>
            <a:r>
              <a:rPr lang="en-US" altLang="en-US" sz="1600" dirty="0">
                <a:latin typeface="Noto Serif" panose="02020600060500020200" pitchFamily="18" charset="0"/>
                <a:ea typeface="Noto Serif" panose="02020600060500020200" pitchFamily="18" charset="0"/>
                <a:cs typeface="Noto Serif" panose="02020600060500020200" pitchFamily="18" charset="0"/>
              </a:rPr>
              <a:t> blockchain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của</a:t>
            </a:r>
            <a:r>
              <a:rPr lang="en-US" altLang="en-US" sz="1600" dirty="0">
                <a:latin typeface="Noto Serif" panose="02020600060500020200" pitchFamily="18" charset="0"/>
                <a:ea typeface="Noto Serif" panose="02020600060500020200" pitchFamily="18" charset="0"/>
                <a:cs typeface="Noto Serif" panose="02020600060500020200" pitchFamily="18" charset="0"/>
              </a:rPr>
              <a:t> IBM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để</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truy</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xuất</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nguồn</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gốc</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thực</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phẩm</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thịt</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rau</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quả</a:t>
            </a:r>
            <a:r>
              <a:rPr lang="en-US" altLang="en-US" sz="1600" dirty="0">
                <a:latin typeface="Noto Serif" panose="02020600060500020200" pitchFamily="18" charset="0"/>
                <a:ea typeface="Noto Serif" panose="02020600060500020200" pitchFamily="18" charset="0"/>
                <a:cs typeface="Noto Serif" panose="02020600060500020200" pitchFamily="18" charset="0"/>
              </a:rPr>
              <a:t>).</a:t>
            </a:r>
          </a:p>
          <a:p>
            <a:pPr marL="0" indent="0" defTabSz="914400" eaLnBrk="0" fontAlgn="base" hangingPunct="0">
              <a:lnSpc>
                <a:spcPct val="90000"/>
              </a:lnSpc>
              <a:spcBef>
                <a:spcPct val="0"/>
              </a:spcBef>
              <a:spcAft>
                <a:spcPct val="0"/>
              </a:spcAft>
              <a:buClrTx/>
              <a:buSzTx/>
              <a:buNone/>
            </a:pPr>
            <a:endParaRPr lang="en-US" altLang="en-US" sz="1600" dirty="0">
              <a:latin typeface="Noto Serif" panose="02020600060500020200" pitchFamily="18" charset="0"/>
              <a:ea typeface="Noto Serif" panose="02020600060500020200" pitchFamily="18" charset="0"/>
              <a:cs typeface="Noto Serif" panose="02020600060500020200" pitchFamily="18" charset="0"/>
            </a:endParaRPr>
          </a:p>
          <a:p>
            <a:pPr marL="0" indent="0" defTabSz="914400" eaLnBrk="0" fontAlgn="base" hangingPunct="0">
              <a:lnSpc>
                <a:spcPct val="90000"/>
              </a:lnSpc>
              <a:spcBef>
                <a:spcPct val="0"/>
              </a:spcBef>
              <a:spcAft>
                <a:spcPct val="0"/>
              </a:spcAft>
              <a:buClrTx/>
              <a:buSzTx/>
              <a:buNone/>
            </a:pPr>
            <a:r>
              <a:rPr lang="en-US" altLang="en-US" sz="1600" b="1" dirty="0">
                <a:latin typeface="Noto Serif" panose="02020600060500020200" pitchFamily="18" charset="0"/>
                <a:ea typeface="Noto Serif" panose="02020600060500020200" pitchFamily="18" charset="0"/>
                <a:cs typeface="Noto Serif" panose="02020600060500020200" pitchFamily="18" charset="0"/>
              </a:rPr>
              <a:t>Lợi </a:t>
            </a:r>
            <a:r>
              <a:rPr lang="en-US" altLang="en-US" sz="1600" b="1" dirty="0" err="1">
                <a:latin typeface="Noto Serif" panose="02020600060500020200" pitchFamily="18" charset="0"/>
                <a:ea typeface="Noto Serif" panose="02020600060500020200" pitchFamily="18" charset="0"/>
                <a:cs typeface="Noto Serif" panose="02020600060500020200" pitchFamily="18" charset="0"/>
              </a:rPr>
              <a:t>ích</a:t>
            </a:r>
            <a:r>
              <a:rPr lang="en-US" altLang="en-US" sz="1600" b="1" dirty="0">
                <a:latin typeface="Noto Serif" panose="02020600060500020200" pitchFamily="18" charset="0"/>
                <a:ea typeface="Noto Serif" panose="02020600060500020200" pitchFamily="18" charset="0"/>
                <a:cs typeface="Noto Serif" panose="02020600060500020200" pitchFamily="18" charset="0"/>
              </a:rPr>
              <a:t>:</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Nếu</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phát</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hiện</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sản</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phẩm</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nhiễm</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bẩn</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có</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thể</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truy</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ra</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nguồn</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gốc</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trong</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vài</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giây</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thay</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vì</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vài</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ngày</a:t>
            </a:r>
            <a:r>
              <a:rPr lang="en-US" altLang="en-US" sz="1600" dirty="0">
                <a:latin typeface="Noto Serif" panose="02020600060500020200" pitchFamily="18" charset="0"/>
                <a:ea typeface="Noto Serif" panose="02020600060500020200" pitchFamily="18" charset="0"/>
                <a:cs typeface="Noto Serif" panose="02020600060500020200" pitchFamily="18" charset="0"/>
              </a:rPr>
              <a:t>.</a:t>
            </a:r>
          </a:p>
          <a:p>
            <a:pPr marL="0" indent="0" defTabSz="914400" eaLnBrk="0" fontAlgn="base" hangingPunct="0">
              <a:lnSpc>
                <a:spcPct val="90000"/>
              </a:lnSpc>
              <a:spcBef>
                <a:spcPct val="0"/>
              </a:spcBef>
              <a:spcAft>
                <a:spcPts val="600"/>
              </a:spcAft>
              <a:buClrTx/>
              <a:buSzTx/>
              <a:buNone/>
            </a:pPr>
            <a:endParaRPr lang="en-US" altLang="en-US" sz="1600" dirty="0">
              <a:latin typeface="Noto Serif" panose="02020600060500020200" pitchFamily="18" charset="0"/>
              <a:ea typeface="Noto Serif" panose="02020600060500020200" pitchFamily="18" charset="0"/>
              <a:cs typeface="Noto Serif" panose="02020600060500020200" pitchFamily="18" charset="0"/>
            </a:endParaRPr>
          </a:p>
          <a:p>
            <a:pPr marL="0" indent="0" defTabSz="914400" eaLnBrk="0" fontAlgn="base" hangingPunct="0">
              <a:lnSpc>
                <a:spcPct val="90000"/>
              </a:lnSpc>
              <a:spcBef>
                <a:spcPct val="0"/>
              </a:spcBef>
              <a:spcAft>
                <a:spcPts val="600"/>
              </a:spcAft>
              <a:buClrTx/>
              <a:buSzTx/>
              <a:buNone/>
            </a:pPr>
            <a:r>
              <a:rPr lang="en-US" altLang="en-US" sz="1600" b="1" dirty="0">
                <a:latin typeface="Noto Serif" panose="02020600060500020200" pitchFamily="18" charset="0"/>
                <a:ea typeface="Noto Serif" panose="02020600060500020200" pitchFamily="18" charset="0"/>
                <a:cs typeface="Noto Serif" panose="02020600060500020200" pitchFamily="18" charset="0"/>
              </a:rPr>
              <a:t>Logistics:</a:t>
            </a:r>
            <a:endParaRPr lang="en-US" altLang="en-US" sz="1600" dirty="0">
              <a:latin typeface="Noto Serif" panose="02020600060500020200" pitchFamily="18" charset="0"/>
              <a:ea typeface="Noto Serif" panose="02020600060500020200" pitchFamily="18" charset="0"/>
              <a:cs typeface="Noto Serif" panose="02020600060500020200" pitchFamily="18" charset="0"/>
            </a:endParaRPr>
          </a:p>
          <a:p>
            <a:pPr marL="0" indent="0" defTabSz="914400" eaLnBrk="0" fontAlgn="base" hangingPunct="0">
              <a:lnSpc>
                <a:spcPct val="90000"/>
              </a:lnSpc>
              <a:spcBef>
                <a:spcPct val="0"/>
              </a:spcBef>
              <a:spcAft>
                <a:spcPts val="600"/>
              </a:spcAft>
              <a:buClrTx/>
              <a:buSzTx/>
              <a:buFontTx/>
              <a:buChar char="•"/>
            </a:pPr>
            <a:r>
              <a:rPr lang="en-US" altLang="en-US" sz="1600" dirty="0">
                <a:latin typeface="Noto Serif" panose="02020600060500020200" pitchFamily="18" charset="0"/>
                <a:ea typeface="Noto Serif" panose="02020600060500020200" pitchFamily="18" charset="0"/>
                <a:cs typeface="Noto Serif" panose="02020600060500020200" pitchFamily="18" charset="0"/>
              </a:rPr>
              <a:t>Quản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lý</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chuỗi</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cung</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ứng</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minh</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bạch</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theo</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dõi</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trạng</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thái</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hàng</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hóa</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theo</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thời</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gian</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thực</a:t>
            </a:r>
            <a:r>
              <a:rPr lang="en-US" altLang="en-US" sz="1600" dirty="0">
                <a:latin typeface="Noto Serif" panose="02020600060500020200" pitchFamily="18" charset="0"/>
                <a:ea typeface="Noto Serif" panose="02020600060500020200" pitchFamily="18" charset="0"/>
                <a:cs typeface="Noto Serif" panose="02020600060500020200" pitchFamily="18" charset="0"/>
              </a:rPr>
              <a:t>.</a:t>
            </a:r>
          </a:p>
          <a:p>
            <a:pPr marL="0" indent="0" defTabSz="914400" eaLnBrk="0" fontAlgn="base" hangingPunct="0">
              <a:lnSpc>
                <a:spcPct val="90000"/>
              </a:lnSpc>
              <a:spcBef>
                <a:spcPct val="0"/>
              </a:spcBef>
              <a:spcAft>
                <a:spcPts val="600"/>
              </a:spcAft>
              <a:buClrTx/>
              <a:buSzTx/>
              <a:buFontTx/>
              <a:buChar char="•"/>
            </a:pP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Tự</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động</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hóa</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hợp</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đồng</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vận</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chuyển</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thanh</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toán</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nhanh</a:t>
            </a:r>
            <a:r>
              <a:rPr lang="en-US" altLang="en-US" sz="1600" dirty="0">
                <a:latin typeface="Noto Serif" panose="02020600060500020200" pitchFamily="18" charset="0"/>
                <a:ea typeface="Noto Serif" panose="02020600060500020200" pitchFamily="18" charset="0"/>
                <a:cs typeface="Noto Serif" panose="02020600060500020200" pitchFamily="18" charset="0"/>
              </a:rPr>
              <a:t>.</a:t>
            </a:r>
          </a:p>
          <a:p>
            <a:pPr marL="0" indent="0" defTabSz="914400" eaLnBrk="0" fontAlgn="base" hangingPunct="0">
              <a:lnSpc>
                <a:spcPct val="90000"/>
              </a:lnSpc>
              <a:spcBef>
                <a:spcPct val="0"/>
              </a:spcBef>
              <a:spcAft>
                <a:spcPts val="600"/>
              </a:spcAft>
              <a:buClrTx/>
              <a:buSzTx/>
              <a:buFontTx/>
              <a:buChar char="•"/>
            </a:pPr>
            <a:endParaRPr lang="en-US" altLang="en-US" sz="1600" dirty="0">
              <a:latin typeface="Noto Serif" panose="02020600060500020200" pitchFamily="18" charset="0"/>
              <a:ea typeface="Noto Serif" panose="02020600060500020200" pitchFamily="18" charset="0"/>
              <a:cs typeface="Noto Serif" panose="02020600060500020200" pitchFamily="18" charset="0"/>
            </a:endParaRPr>
          </a:p>
          <a:p>
            <a:pPr marL="0" indent="0" defTabSz="914400" eaLnBrk="0" fontAlgn="base" hangingPunct="0">
              <a:lnSpc>
                <a:spcPct val="90000"/>
              </a:lnSpc>
              <a:spcBef>
                <a:spcPct val="0"/>
              </a:spcBef>
              <a:spcAft>
                <a:spcPct val="0"/>
              </a:spcAft>
              <a:buClrTx/>
              <a:buSzTx/>
              <a:buFontTx/>
              <a:buChar char="•"/>
            </a:pPr>
            <a:r>
              <a:rPr lang="en-US" altLang="en-US" sz="1600" b="1" dirty="0" err="1">
                <a:latin typeface="Noto Serif" panose="02020600060500020200" pitchFamily="18" charset="0"/>
                <a:ea typeface="Noto Serif" panose="02020600060500020200" pitchFamily="18" charset="0"/>
                <a:cs typeface="Noto Serif" panose="02020600060500020200" pitchFamily="18" charset="0"/>
              </a:rPr>
              <a:t>Ví</a:t>
            </a:r>
            <a:r>
              <a:rPr lang="en-US" altLang="en-US" sz="1600" b="1"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b="1" dirty="0" err="1">
                <a:latin typeface="Noto Serif" panose="02020600060500020200" pitchFamily="18" charset="0"/>
                <a:ea typeface="Noto Serif" panose="02020600060500020200" pitchFamily="18" charset="0"/>
                <a:cs typeface="Noto Serif" panose="02020600060500020200" pitchFamily="18" charset="0"/>
              </a:rPr>
              <a:t>dụ</a:t>
            </a:r>
            <a:r>
              <a:rPr lang="en-US" altLang="en-US" sz="1600" b="1" dirty="0">
                <a:latin typeface="Noto Serif" panose="02020600060500020200" pitchFamily="18" charset="0"/>
                <a:ea typeface="Noto Serif" panose="02020600060500020200" pitchFamily="18" charset="0"/>
                <a:cs typeface="Noto Serif" panose="02020600060500020200" pitchFamily="18" charset="0"/>
              </a:rPr>
              <a:t>:</a:t>
            </a:r>
            <a:r>
              <a:rPr lang="en-US" altLang="en-US" sz="1600" dirty="0">
                <a:latin typeface="Noto Serif" panose="02020600060500020200" pitchFamily="18" charset="0"/>
                <a:ea typeface="Noto Serif" panose="02020600060500020200" pitchFamily="18" charset="0"/>
                <a:cs typeface="Noto Serif" panose="02020600060500020200" pitchFamily="18" charset="0"/>
              </a:rPr>
              <a:t> DHL &amp; Accenture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dùng</a:t>
            </a:r>
            <a:r>
              <a:rPr lang="en-US" altLang="en-US" sz="1600" dirty="0">
                <a:latin typeface="Noto Serif" panose="02020600060500020200" pitchFamily="18" charset="0"/>
                <a:ea typeface="Noto Serif" panose="02020600060500020200" pitchFamily="18" charset="0"/>
                <a:cs typeface="Noto Serif" panose="02020600060500020200" pitchFamily="18" charset="0"/>
              </a:rPr>
              <a:t> blockchain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để</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theo</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dõi</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vận</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chuyển</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thuốc</a:t>
            </a:r>
            <a:r>
              <a:rPr lang="en-US" altLang="en-US" sz="1600" dirty="0">
                <a:latin typeface="Noto Serif" panose="02020600060500020200" pitchFamily="18" charset="0"/>
                <a:ea typeface="Noto Serif" panose="02020600060500020200" pitchFamily="18" charset="0"/>
                <a:cs typeface="Noto Serif" panose="02020600060500020200" pitchFamily="18" charset="0"/>
              </a:rPr>
              <a:t> men.</a:t>
            </a:r>
          </a:p>
          <a:p>
            <a:pPr marL="0" indent="0" defTabSz="914400" eaLnBrk="0" fontAlgn="base" hangingPunct="0">
              <a:lnSpc>
                <a:spcPct val="90000"/>
              </a:lnSpc>
              <a:spcBef>
                <a:spcPct val="0"/>
              </a:spcBef>
              <a:spcAft>
                <a:spcPct val="0"/>
              </a:spcAft>
              <a:buClrTx/>
              <a:buSzTx/>
              <a:buFontTx/>
              <a:buChar char="•"/>
            </a:pPr>
            <a:r>
              <a:rPr lang="en-US" altLang="en-US" sz="1600" b="1" dirty="0">
                <a:latin typeface="Noto Serif" panose="02020600060500020200" pitchFamily="18" charset="0"/>
                <a:ea typeface="Noto Serif" panose="02020600060500020200" pitchFamily="18" charset="0"/>
                <a:cs typeface="Noto Serif" panose="02020600060500020200" pitchFamily="18" charset="0"/>
              </a:rPr>
              <a:t>Lợi </a:t>
            </a:r>
            <a:r>
              <a:rPr lang="en-US" altLang="en-US" sz="1600" b="1" dirty="0" err="1">
                <a:latin typeface="Noto Serif" panose="02020600060500020200" pitchFamily="18" charset="0"/>
                <a:ea typeface="Noto Serif" panose="02020600060500020200" pitchFamily="18" charset="0"/>
                <a:cs typeface="Noto Serif" panose="02020600060500020200" pitchFamily="18" charset="0"/>
              </a:rPr>
              <a:t>ích</a:t>
            </a:r>
            <a:r>
              <a:rPr lang="en-US" altLang="en-US" sz="1600" b="1" dirty="0">
                <a:latin typeface="Noto Serif" panose="02020600060500020200" pitchFamily="18" charset="0"/>
                <a:ea typeface="Noto Serif" panose="02020600060500020200" pitchFamily="18" charset="0"/>
                <a:cs typeface="Noto Serif" panose="02020600060500020200" pitchFamily="18" charset="0"/>
              </a:rPr>
              <a:t>:</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Tránh</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thuốc</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giả</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minh</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bạch</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chuỗi</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cung</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ứng</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trạng</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thái</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hàng</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hóa</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được</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cập</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nhật</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thời</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gian</a:t>
            </a:r>
            <a:r>
              <a:rPr lang="en-US" altLang="en-US" sz="1600" dirty="0">
                <a:latin typeface="Noto Serif" panose="02020600060500020200" pitchFamily="18" charset="0"/>
                <a:ea typeface="Noto Serif" panose="02020600060500020200" pitchFamily="18" charset="0"/>
                <a:cs typeface="Noto Serif" panose="02020600060500020200" pitchFamily="18" charset="0"/>
              </a:rPr>
              <a:t> </a:t>
            </a:r>
            <a:r>
              <a:rPr lang="en-US" altLang="en-US" sz="1600" dirty="0" err="1">
                <a:latin typeface="Noto Serif" panose="02020600060500020200" pitchFamily="18" charset="0"/>
                <a:ea typeface="Noto Serif" panose="02020600060500020200" pitchFamily="18" charset="0"/>
                <a:cs typeface="Noto Serif" panose="02020600060500020200" pitchFamily="18" charset="0"/>
              </a:rPr>
              <a:t>thực</a:t>
            </a:r>
            <a:endParaRPr lang="en-US" altLang="en-US" sz="1600" dirty="0">
              <a:latin typeface="Noto Serif" panose="02020600060500020200" pitchFamily="18" charset="0"/>
              <a:ea typeface="Noto Serif" panose="02020600060500020200" pitchFamily="18" charset="0"/>
              <a:cs typeface="Noto Serif" panose="02020600060500020200" pitchFamily="18" charset="0"/>
            </a:endParaRPr>
          </a:p>
          <a:p>
            <a:pPr marL="0" indent="0" defTabSz="914400" eaLnBrk="0" fontAlgn="base" hangingPunct="0">
              <a:lnSpc>
                <a:spcPct val="90000"/>
              </a:lnSpc>
              <a:spcBef>
                <a:spcPct val="0"/>
              </a:spcBef>
              <a:spcAft>
                <a:spcPts val="600"/>
              </a:spcAft>
              <a:buClrTx/>
              <a:buSzTx/>
              <a:buFontTx/>
              <a:buChar char="•"/>
            </a:pPr>
            <a:endParaRPr lang="en-US" altLang="en-US" sz="1400" dirty="0">
              <a:latin typeface="Noto Serif" panose="02020600060500020200" pitchFamily="18" charset="0"/>
              <a:ea typeface="Noto Serif" panose="02020600060500020200" pitchFamily="18" charset="0"/>
              <a:cs typeface="Noto Serif" panose="02020600060500020200" pitchFamily="18" charset="0"/>
            </a:endParaRPr>
          </a:p>
        </p:txBody>
      </p:sp>
    </p:spTree>
    <p:extLst>
      <p:ext uri="{BB962C8B-B14F-4D97-AF65-F5344CB8AC3E}">
        <p14:creationId xmlns:p14="http://schemas.microsoft.com/office/powerpoint/2010/main" val="25417501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9819C-6305-1DF3-00F9-F72E5E629D9D}"/>
              </a:ext>
            </a:extLst>
          </p:cNvPr>
          <p:cNvSpPr>
            <a:spLocks noGrp="1"/>
          </p:cNvSpPr>
          <p:nvPr>
            <p:ph type="title"/>
          </p:nvPr>
        </p:nvSpPr>
        <p:spPr>
          <a:xfrm>
            <a:off x="923059" y="161059"/>
            <a:ext cx="6347713" cy="897082"/>
          </a:xfrm>
        </p:spPr>
        <p:txBody>
          <a:bodyPr>
            <a:noAutofit/>
          </a:bodyPr>
          <a:lstStyle/>
          <a:p>
            <a:r>
              <a:rPr lang="en-US" sz="2800" b="1" dirty="0" err="1"/>
              <a:t>Đề</a:t>
            </a:r>
            <a:r>
              <a:rPr lang="en-US" sz="2800" b="1" dirty="0"/>
              <a:t> </a:t>
            </a:r>
            <a:r>
              <a:rPr lang="en-US" sz="2800" b="1" dirty="0" err="1"/>
              <a:t>xuất</a:t>
            </a:r>
            <a:r>
              <a:rPr lang="en-US" sz="2800" b="1" dirty="0"/>
              <a:t> </a:t>
            </a:r>
            <a:r>
              <a:rPr lang="en-US" sz="2800" b="1" dirty="0" err="1"/>
              <a:t>kịch</a:t>
            </a:r>
            <a:r>
              <a:rPr lang="en-US" sz="2800" b="1" dirty="0"/>
              <a:t> </a:t>
            </a:r>
            <a:r>
              <a:rPr lang="en-US" sz="2800" b="1" dirty="0" err="1"/>
              <a:t>bản</a:t>
            </a:r>
            <a:r>
              <a:rPr lang="en-US" sz="2800" b="1" dirty="0"/>
              <a:t> </a:t>
            </a:r>
            <a:r>
              <a:rPr lang="en-US" sz="2800" b="1" dirty="0" err="1"/>
              <a:t>ứng</a:t>
            </a:r>
            <a:r>
              <a:rPr lang="en-US" sz="2800" b="1" dirty="0"/>
              <a:t> </a:t>
            </a:r>
            <a:r>
              <a:rPr lang="en-US" sz="2800" b="1" dirty="0" err="1"/>
              <a:t>dụng</a:t>
            </a:r>
            <a:r>
              <a:rPr lang="en-US" sz="2800" b="1" dirty="0"/>
              <a:t>: </a:t>
            </a:r>
            <a:r>
              <a:rPr lang="en-US" sz="2800" b="1" dirty="0" err="1"/>
              <a:t>Xác</a:t>
            </a:r>
            <a:r>
              <a:rPr lang="en-US" sz="2800" b="1" dirty="0"/>
              <a:t> </a:t>
            </a:r>
            <a:r>
              <a:rPr lang="en-US" sz="2800" b="1" dirty="0" err="1"/>
              <a:t>thực</a:t>
            </a:r>
            <a:r>
              <a:rPr lang="en-US" sz="2800" b="1" dirty="0"/>
              <a:t> </a:t>
            </a:r>
            <a:r>
              <a:rPr lang="en-US" sz="2800" b="1" dirty="0" err="1"/>
              <a:t>danh</a:t>
            </a:r>
            <a:r>
              <a:rPr lang="en-US" sz="2800" b="1" dirty="0"/>
              <a:t> </a:t>
            </a:r>
            <a:r>
              <a:rPr lang="en-US" sz="2800" b="1" dirty="0" err="1"/>
              <a:t>tính</a:t>
            </a:r>
            <a:r>
              <a:rPr lang="en-US" sz="2800" b="1" dirty="0"/>
              <a:t> </a:t>
            </a:r>
            <a:r>
              <a:rPr lang="en-US" sz="2800" b="1" dirty="0" err="1"/>
              <a:t>và</a:t>
            </a:r>
            <a:r>
              <a:rPr lang="en-US" sz="2800" b="1" dirty="0"/>
              <a:t> </a:t>
            </a:r>
            <a:r>
              <a:rPr lang="en-US" sz="2800" b="1" dirty="0" err="1"/>
              <a:t>bằng</a:t>
            </a:r>
            <a:r>
              <a:rPr lang="en-US" sz="2800" b="1" dirty="0"/>
              <a:t> </a:t>
            </a:r>
            <a:r>
              <a:rPr lang="en-US" sz="2800" b="1" dirty="0" err="1"/>
              <a:t>cấp</a:t>
            </a:r>
            <a:r>
              <a:rPr lang="en-US" sz="2800" b="1" dirty="0"/>
              <a:t> </a:t>
            </a:r>
            <a:r>
              <a:rPr lang="en-US" sz="2800" b="1" dirty="0" err="1"/>
              <a:t>số</a:t>
            </a:r>
            <a:br>
              <a:rPr lang="en-US" sz="2800" b="1" dirty="0"/>
            </a:br>
            <a:endParaRPr lang="en-US" sz="2800" dirty="0"/>
          </a:p>
        </p:txBody>
      </p:sp>
      <p:sp>
        <p:nvSpPr>
          <p:cNvPr id="3" name="Content Placeholder 2">
            <a:extLst>
              <a:ext uri="{FF2B5EF4-FFF2-40B4-BE49-F238E27FC236}">
                <a16:creationId xmlns:a16="http://schemas.microsoft.com/office/drawing/2014/main" id="{78DD102F-28E0-F1F0-93BA-8AF7F2FAFAA8}"/>
              </a:ext>
            </a:extLst>
          </p:cNvPr>
          <p:cNvSpPr>
            <a:spLocks noGrp="1"/>
          </p:cNvSpPr>
          <p:nvPr>
            <p:ph idx="1"/>
          </p:nvPr>
        </p:nvSpPr>
        <p:spPr>
          <a:xfrm>
            <a:off x="505884" y="1240273"/>
            <a:ext cx="9360284" cy="5378016"/>
          </a:xfrm>
        </p:spPr>
        <p:txBody>
          <a:bodyPr>
            <a:noAutofit/>
          </a:bodyPr>
          <a:lstStyle/>
          <a:p>
            <a:r>
              <a:rPr lang="en-US" sz="1400" b="1" dirty="0" err="1">
                <a:latin typeface="Noto Serif" panose="02020600060500020200" pitchFamily="18" charset="0"/>
                <a:ea typeface="Noto Serif" panose="02020600060500020200" pitchFamily="18" charset="0"/>
                <a:cs typeface="Noto Serif" panose="02020600060500020200" pitchFamily="18" charset="0"/>
              </a:rPr>
              <a:t>Bối</a:t>
            </a:r>
            <a:r>
              <a:rPr lang="en-US" sz="1400" b="1" dirty="0">
                <a:latin typeface="Noto Serif" panose="02020600060500020200" pitchFamily="18" charset="0"/>
                <a:ea typeface="Noto Serif" panose="02020600060500020200" pitchFamily="18" charset="0"/>
                <a:cs typeface="Noto Serif" panose="02020600060500020200" pitchFamily="18" charset="0"/>
              </a:rPr>
              <a:t> </a:t>
            </a:r>
            <a:r>
              <a:rPr lang="en-US" sz="1400" b="1" dirty="0" err="1">
                <a:latin typeface="Noto Serif" panose="02020600060500020200" pitchFamily="18" charset="0"/>
                <a:ea typeface="Noto Serif" panose="02020600060500020200" pitchFamily="18" charset="0"/>
                <a:cs typeface="Noto Serif" panose="02020600060500020200" pitchFamily="18" charset="0"/>
              </a:rPr>
              <a:t>cảnh</a:t>
            </a:r>
            <a:br>
              <a:rPr lang="en-US" sz="1400" dirty="0">
                <a:latin typeface="Noto Serif" panose="02020600060500020200" pitchFamily="18" charset="0"/>
                <a:ea typeface="Noto Serif" panose="02020600060500020200" pitchFamily="18" charset="0"/>
                <a:cs typeface="Noto Serif" panose="02020600060500020200" pitchFamily="18" charset="0"/>
              </a:rPr>
            </a:br>
            <a:r>
              <a:rPr lang="en-US" sz="1400" dirty="0" err="1">
                <a:latin typeface="Noto Serif" panose="02020600060500020200" pitchFamily="18" charset="0"/>
                <a:ea typeface="Noto Serif" panose="02020600060500020200" pitchFamily="18" charset="0"/>
                <a:cs typeface="Noto Serif" panose="02020600060500020200" pitchFamily="18" charset="0"/>
              </a:rPr>
              <a:t>Giả</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mạo</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bằng</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cấp</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chứng</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chỉ</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hồ</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sơ</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xin</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việc</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diễn</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ra</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phổ</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biến</a:t>
            </a:r>
            <a:r>
              <a:rPr lang="en-US" sz="1400" dirty="0">
                <a:latin typeface="Noto Serif" panose="02020600060500020200" pitchFamily="18" charset="0"/>
                <a:ea typeface="Noto Serif" panose="02020600060500020200" pitchFamily="18" charset="0"/>
                <a:cs typeface="Noto Serif" panose="02020600060500020200" pitchFamily="18" charset="0"/>
              </a:rPr>
              <a:t>.</a:t>
            </a:r>
            <a:br>
              <a:rPr lang="en-US" sz="1400" dirty="0">
                <a:latin typeface="Noto Serif" panose="02020600060500020200" pitchFamily="18" charset="0"/>
                <a:ea typeface="Noto Serif" panose="02020600060500020200" pitchFamily="18" charset="0"/>
                <a:cs typeface="Noto Serif" panose="02020600060500020200" pitchFamily="18" charset="0"/>
              </a:rPr>
            </a:br>
            <a:r>
              <a:rPr lang="en-US" sz="1400" dirty="0">
                <a:latin typeface="Noto Serif" panose="02020600060500020200" pitchFamily="18" charset="0"/>
                <a:ea typeface="Noto Serif" panose="02020600060500020200" pitchFamily="18" charset="0"/>
                <a:cs typeface="Noto Serif" panose="02020600060500020200" pitchFamily="18" charset="0"/>
              </a:rPr>
              <a:t>Doanh </a:t>
            </a:r>
            <a:r>
              <a:rPr lang="en-US" sz="1400" dirty="0" err="1">
                <a:latin typeface="Noto Serif" panose="02020600060500020200" pitchFamily="18" charset="0"/>
                <a:ea typeface="Noto Serif" panose="02020600060500020200" pitchFamily="18" charset="0"/>
                <a:cs typeface="Noto Serif" panose="02020600060500020200" pitchFamily="18" charset="0"/>
              </a:rPr>
              <a:t>nghiệp</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trường</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học</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và</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cơ</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quan</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quản</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lý</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mất</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nhiều</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thời</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gian</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xác</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minh</a:t>
            </a:r>
            <a:r>
              <a:rPr lang="en-US" sz="1400" dirty="0">
                <a:latin typeface="Noto Serif" panose="02020600060500020200" pitchFamily="18" charset="0"/>
                <a:ea typeface="Noto Serif" panose="02020600060500020200" pitchFamily="18" charset="0"/>
                <a:cs typeface="Noto Serif" panose="02020600060500020200" pitchFamily="18" charset="0"/>
              </a:rPr>
              <a:t>.</a:t>
            </a:r>
          </a:p>
          <a:p>
            <a:r>
              <a:rPr lang="en-US" sz="1400" b="1" dirty="0" err="1">
                <a:latin typeface="Noto Serif" panose="02020600060500020200" pitchFamily="18" charset="0"/>
                <a:ea typeface="Noto Serif" panose="02020600060500020200" pitchFamily="18" charset="0"/>
                <a:cs typeface="Noto Serif" panose="02020600060500020200" pitchFamily="18" charset="0"/>
              </a:rPr>
              <a:t>Kịch</a:t>
            </a:r>
            <a:r>
              <a:rPr lang="en-US" sz="1400" b="1" dirty="0">
                <a:latin typeface="Noto Serif" panose="02020600060500020200" pitchFamily="18" charset="0"/>
                <a:ea typeface="Noto Serif" panose="02020600060500020200" pitchFamily="18" charset="0"/>
                <a:cs typeface="Noto Serif" panose="02020600060500020200" pitchFamily="18" charset="0"/>
              </a:rPr>
              <a:t> </a:t>
            </a:r>
            <a:r>
              <a:rPr lang="en-US" sz="1400" b="1" dirty="0" err="1">
                <a:latin typeface="Noto Serif" panose="02020600060500020200" pitchFamily="18" charset="0"/>
                <a:ea typeface="Noto Serif" panose="02020600060500020200" pitchFamily="18" charset="0"/>
                <a:cs typeface="Noto Serif" panose="02020600060500020200" pitchFamily="18" charset="0"/>
              </a:rPr>
              <a:t>bản</a:t>
            </a:r>
            <a:r>
              <a:rPr lang="en-US" sz="1400" b="1" dirty="0">
                <a:latin typeface="Noto Serif" panose="02020600060500020200" pitchFamily="18" charset="0"/>
                <a:ea typeface="Noto Serif" panose="02020600060500020200" pitchFamily="18" charset="0"/>
                <a:cs typeface="Noto Serif" panose="02020600060500020200" pitchFamily="18" charset="0"/>
              </a:rPr>
              <a:t> </a:t>
            </a:r>
            <a:r>
              <a:rPr lang="en-US" sz="1400" b="1" dirty="0" err="1">
                <a:latin typeface="Noto Serif" panose="02020600060500020200" pitchFamily="18" charset="0"/>
                <a:ea typeface="Noto Serif" panose="02020600060500020200" pitchFamily="18" charset="0"/>
                <a:cs typeface="Noto Serif" panose="02020600060500020200" pitchFamily="18" charset="0"/>
              </a:rPr>
              <a:t>ứng</a:t>
            </a:r>
            <a:r>
              <a:rPr lang="en-US" sz="1400" b="1" dirty="0">
                <a:latin typeface="Noto Serif" panose="02020600060500020200" pitchFamily="18" charset="0"/>
                <a:ea typeface="Noto Serif" panose="02020600060500020200" pitchFamily="18" charset="0"/>
                <a:cs typeface="Noto Serif" panose="02020600060500020200" pitchFamily="18" charset="0"/>
              </a:rPr>
              <a:t> </a:t>
            </a:r>
            <a:r>
              <a:rPr lang="en-US" sz="1400" b="1" dirty="0" err="1">
                <a:latin typeface="Noto Serif" panose="02020600060500020200" pitchFamily="18" charset="0"/>
                <a:ea typeface="Noto Serif" panose="02020600060500020200" pitchFamily="18" charset="0"/>
                <a:cs typeface="Noto Serif" panose="02020600060500020200" pitchFamily="18" charset="0"/>
              </a:rPr>
              <a:t>dụng</a:t>
            </a:r>
            <a:r>
              <a:rPr lang="en-US" sz="1400" b="1" dirty="0">
                <a:latin typeface="Noto Serif" panose="02020600060500020200" pitchFamily="18" charset="0"/>
                <a:ea typeface="Noto Serif" panose="02020600060500020200" pitchFamily="18" charset="0"/>
                <a:cs typeface="Noto Serif" panose="02020600060500020200" pitchFamily="18" charset="0"/>
              </a:rPr>
              <a:t> Blockchain</a:t>
            </a:r>
            <a:br>
              <a:rPr lang="en-US" sz="1400" dirty="0">
                <a:latin typeface="Noto Serif" panose="02020600060500020200" pitchFamily="18" charset="0"/>
                <a:ea typeface="Noto Serif" panose="02020600060500020200" pitchFamily="18" charset="0"/>
                <a:cs typeface="Noto Serif" panose="02020600060500020200" pitchFamily="18" charset="0"/>
              </a:rPr>
            </a:br>
            <a:r>
              <a:rPr lang="en-US" sz="1400" b="1" dirty="0" err="1">
                <a:latin typeface="Noto Serif" panose="02020600060500020200" pitchFamily="18" charset="0"/>
                <a:ea typeface="Noto Serif" panose="02020600060500020200" pitchFamily="18" charset="0"/>
                <a:cs typeface="Noto Serif" panose="02020600060500020200" pitchFamily="18" charset="0"/>
              </a:rPr>
              <a:t>Người</a:t>
            </a:r>
            <a:r>
              <a:rPr lang="en-US" sz="1400" b="1" dirty="0">
                <a:latin typeface="Noto Serif" panose="02020600060500020200" pitchFamily="18" charset="0"/>
                <a:ea typeface="Noto Serif" panose="02020600060500020200" pitchFamily="18" charset="0"/>
                <a:cs typeface="Noto Serif" panose="02020600060500020200" pitchFamily="18" charset="0"/>
              </a:rPr>
              <a:t> </a:t>
            </a:r>
            <a:r>
              <a:rPr lang="en-US" sz="1400" b="1" dirty="0" err="1">
                <a:latin typeface="Noto Serif" panose="02020600060500020200" pitchFamily="18" charset="0"/>
                <a:ea typeface="Noto Serif" panose="02020600060500020200" pitchFamily="18" charset="0"/>
                <a:cs typeface="Noto Serif" panose="02020600060500020200" pitchFamily="18" charset="0"/>
              </a:rPr>
              <a:t>cấp</a:t>
            </a:r>
            <a:r>
              <a:rPr lang="en-US" sz="1400" b="1" dirty="0">
                <a:latin typeface="Noto Serif" panose="02020600060500020200" pitchFamily="18" charset="0"/>
                <a:ea typeface="Noto Serif" panose="02020600060500020200" pitchFamily="18" charset="0"/>
                <a:cs typeface="Noto Serif" panose="02020600060500020200" pitchFamily="18" charset="0"/>
              </a:rPr>
              <a:t> </a:t>
            </a:r>
            <a:r>
              <a:rPr lang="en-US" sz="1400" b="1" dirty="0" err="1">
                <a:latin typeface="Noto Serif" panose="02020600060500020200" pitchFamily="18" charset="0"/>
                <a:ea typeface="Noto Serif" panose="02020600060500020200" pitchFamily="18" charset="0"/>
                <a:cs typeface="Noto Serif" panose="02020600060500020200" pitchFamily="18" charset="0"/>
              </a:rPr>
              <a:t>bằng</a:t>
            </a:r>
            <a:r>
              <a:rPr lang="en-US" sz="1400" b="1" dirty="0">
                <a:latin typeface="Noto Serif" panose="02020600060500020200" pitchFamily="18" charset="0"/>
                <a:ea typeface="Noto Serif" panose="02020600060500020200" pitchFamily="18" charset="0"/>
                <a:cs typeface="Noto Serif" panose="02020600060500020200" pitchFamily="18" charset="0"/>
              </a:rPr>
              <a:t> (Trường </a:t>
            </a:r>
            <a:r>
              <a:rPr lang="en-US" sz="1400" b="1" dirty="0" err="1">
                <a:latin typeface="Noto Serif" panose="02020600060500020200" pitchFamily="18" charset="0"/>
                <a:ea typeface="Noto Serif" panose="02020600060500020200" pitchFamily="18" charset="0"/>
                <a:cs typeface="Noto Serif" panose="02020600060500020200" pitchFamily="18" charset="0"/>
              </a:rPr>
              <a:t>đại</a:t>
            </a:r>
            <a:r>
              <a:rPr lang="en-US" sz="1400" b="1" dirty="0">
                <a:latin typeface="Noto Serif" panose="02020600060500020200" pitchFamily="18" charset="0"/>
                <a:ea typeface="Noto Serif" panose="02020600060500020200" pitchFamily="18" charset="0"/>
                <a:cs typeface="Noto Serif" panose="02020600060500020200" pitchFamily="18" charset="0"/>
              </a:rPr>
              <a:t> </a:t>
            </a:r>
            <a:r>
              <a:rPr lang="en-US" sz="1400" b="1" dirty="0" err="1">
                <a:latin typeface="Noto Serif" panose="02020600060500020200" pitchFamily="18" charset="0"/>
                <a:ea typeface="Noto Serif" panose="02020600060500020200" pitchFamily="18" charset="0"/>
                <a:cs typeface="Noto Serif" panose="02020600060500020200" pitchFamily="18" charset="0"/>
              </a:rPr>
              <a:t>học</a:t>
            </a:r>
            <a:r>
              <a:rPr lang="en-US" sz="1400" b="1" dirty="0">
                <a:latin typeface="Noto Serif" panose="02020600060500020200" pitchFamily="18" charset="0"/>
                <a:ea typeface="Noto Serif" panose="02020600060500020200" pitchFamily="18" charset="0"/>
                <a:cs typeface="Noto Serif" panose="02020600060500020200" pitchFamily="18" charset="0"/>
              </a:rPr>
              <a:t> / </a:t>
            </a:r>
            <a:r>
              <a:rPr lang="en-US" sz="1400" b="1" dirty="0" err="1">
                <a:latin typeface="Noto Serif" panose="02020600060500020200" pitchFamily="18" charset="0"/>
                <a:ea typeface="Noto Serif" panose="02020600060500020200" pitchFamily="18" charset="0"/>
                <a:cs typeface="Noto Serif" panose="02020600060500020200" pitchFamily="18" charset="0"/>
              </a:rPr>
              <a:t>tổ</a:t>
            </a:r>
            <a:r>
              <a:rPr lang="en-US" sz="1400" b="1" dirty="0">
                <a:latin typeface="Noto Serif" panose="02020600060500020200" pitchFamily="18" charset="0"/>
                <a:ea typeface="Noto Serif" panose="02020600060500020200" pitchFamily="18" charset="0"/>
                <a:cs typeface="Noto Serif" panose="02020600060500020200" pitchFamily="18" charset="0"/>
              </a:rPr>
              <a:t> </a:t>
            </a:r>
            <a:r>
              <a:rPr lang="en-US" sz="1400" b="1" dirty="0" err="1">
                <a:latin typeface="Noto Serif" panose="02020600060500020200" pitchFamily="18" charset="0"/>
                <a:ea typeface="Noto Serif" panose="02020600060500020200" pitchFamily="18" charset="0"/>
                <a:cs typeface="Noto Serif" panose="02020600060500020200" pitchFamily="18" charset="0"/>
              </a:rPr>
              <a:t>chức</a:t>
            </a:r>
            <a:r>
              <a:rPr lang="en-US" sz="1400" b="1" dirty="0">
                <a:latin typeface="Noto Serif" panose="02020600060500020200" pitchFamily="18" charset="0"/>
                <a:ea typeface="Noto Serif" panose="02020600060500020200" pitchFamily="18" charset="0"/>
                <a:cs typeface="Noto Serif" panose="02020600060500020200" pitchFamily="18" charset="0"/>
              </a:rPr>
              <a:t> </a:t>
            </a:r>
            <a:r>
              <a:rPr lang="en-US" sz="1400" b="1" dirty="0" err="1">
                <a:latin typeface="Noto Serif" panose="02020600060500020200" pitchFamily="18" charset="0"/>
                <a:ea typeface="Noto Serif" panose="02020600060500020200" pitchFamily="18" charset="0"/>
                <a:cs typeface="Noto Serif" panose="02020600060500020200" pitchFamily="18" charset="0"/>
              </a:rPr>
              <a:t>đào</a:t>
            </a:r>
            <a:r>
              <a:rPr lang="en-US" sz="1400" b="1" dirty="0">
                <a:latin typeface="Noto Serif" panose="02020600060500020200" pitchFamily="18" charset="0"/>
                <a:ea typeface="Noto Serif" panose="02020600060500020200" pitchFamily="18" charset="0"/>
                <a:cs typeface="Noto Serif" panose="02020600060500020200" pitchFamily="18" charset="0"/>
              </a:rPr>
              <a:t> </a:t>
            </a:r>
            <a:r>
              <a:rPr lang="en-US" sz="1400" b="1" dirty="0" err="1">
                <a:latin typeface="Noto Serif" panose="02020600060500020200" pitchFamily="18" charset="0"/>
                <a:ea typeface="Noto Serif" panose="02020600060500020200" pitchFamily="18" charset="0"/>
                <a:cs typeface="Noto Serif" panose="02020600060500020200" pitchFamily="18" charset="0"/>
              </a:rPr>
              <a:t>tạo</a:t>
            </a:r>
            <a:r>
              <a:rPr lang="en-US" sz="1400" b="1" dirty="0">
                <a:latin typeface="Noto Serif" panose="02020600060500020200" pitchFamily="18" charset="0"/>
                <a:ea typeface="Noto Serif" panose="02020600060500020200" pitchFamily="18" charset="0"/>
                <a:cs typeface="Noto Serif" panose="02020600060500020200" pitchFamily="18" charset="0"/>
              </a:rPr>
              <a:t>):</a:t>
            </a:r>
            <a:r>
              <a:rPr lang="en-US" sz="1400" dirty="0">
                <a:latin typeface="Noto Serif" panose="02020600060500020200" pitchFamily="18" charset="0"/>
                <a:ea typeface="Noto Serif" panose="02020600060500020200" pitchFamily="18" charset="0"/>
                <a:cs typeface="Noto Serif" panose="02020600060500020200" pitchFamily="18" charset="0"/>
              </a:rPr>
              <a:t> - Khi </a:t>
            </a:r>
            <a:r>
              <a:rPr lang="en-US" sz="1400" dirty="0" err="1">
                <a:latin typeface="Noto Serif" panose="02020600060500020200" pitchFamily="18" charset="0"/>
                <a:ea typeface="Noto Serif" panose="02020600060500020200" pitchFamily="18" charset="0"/>
                <a:cs typeface="Noto Serif" panose="02020600060500020200" pitchFamily="18" charset="0"/>
              </a:rPr>
              <a:t>sinh</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viên</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tốt</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nghiệp</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trường</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phát</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hành</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bằng</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số</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hóa</a:t>
            </a:r>
            <a:r>
              <a:rPr lang="en-US" sz="1400" dirty="0">
                <a:latin typeface="Noto Serif" panose="02020600060500020200" pitchFamily="18" charset="0"/>
                <a:ea typeface="Noto Serif" panose="02020600060500020200" pitchFamily="18" charset="0"/>
                <a:cs typeface="Noto Serif" panose="02020600060500020200" pitchFamily="18" charset="0"/>
              </a:rPr>
              <a:t>. - </a:t>
            </a:r>
            <a:r>
              <a:rPr lang="en-US" sz="1400" dirty="0" err="1">
                <a:latin typeface="Noto Serif" panose="02020600060500020200" pitchFamily="18" charset="0"/>
                <a:ea typeface="Noto Serif" panose="02020600060500020200" pitchFamily="18" charset="0"/>
                <a:cs typeface="Noto Serif" panose="02020600060500020200" pitchFamily="18" charset="0"/>
              </a:rPr>
              <a:t>Bằng</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cấp</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được</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mã</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hóa</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và</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lưu</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trữ</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trên</a:t>
            </a:r>
            <a:r>
              <a:rPr lang="en-US" sz="1400" dirty="0">
                <a:latin typeface="Noto Serif" panose="02020600060500020200" pitchFamily="18" charset="0"/>
                <a:ea typeface="Noto Serif" panose="02020600060500020200" pitchFamily="18" charset="0"/>
                <a:cs typeface="Noto Serif" panose="02020600060500020200" pitchFamily="18" charset="0"/>
              </a:rPr>
              <a:t> Blockchain.</a:t>
            </a:r>
          </a:p>
          <a:p>
            <a:pPr lvl="0"/>
            <a:r>
              <a:rPr lang="en-US" sz="1400" b="1" dirty="0">
                <a:latin typeface="Noto Serif" panose="02020600060500020200" pitchFamily="18" charset="0"/>
                <a:ea typeface="Noto Serif" panose="02020600060500020200" pitchFamily="18" charset="0"/>
                <a:cs typeface="Noto Serif" panose="02020600060500020200" pitchFamily="18" charset="0"/>
              </a:rPr>
              <a:t>Blockchain Network:</a:t>
            </a:r>
            <a:endParaRPr lang="en-US" sz="1400" dirty="0">
              <a:latin typeface="Noto Serif" panose="02020600060500020200" pitchFamily="18" charset="0"/>
              <a:ea typeface="Noto Serif" panose="02020600060500020200" pitchFamily="18" charset="0"/>
              <a:cs typeface="Noto Serif" panose="02020600060500020200" pitchFamily="18" charset="0"/>
            </a:endParaRPr>
          </a:p>
          <a:p>
            <a:pPr lvl="1"/>
            <a:r>
              <a:rPr lang="en-US" sz="1400" dirty="0" err="1">
                <a:latin typeface="Noto Serif" panose="02020600060500020200" pitchFamily="18" charset="0"/>
                <a:ea typeface="Noto Serif" panose="02020600060500020200" pitchFamily="18" charset="0"/>
                <a:cs typeface="Noto Serif" panose="02020600060500020200" pitchFamily="18" charset="0"/>
              </a:rPr>
              <a:t>Ghi</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nhận</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bằng</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cấp</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đã</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phát</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hành</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bất</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biến</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và</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không</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thể</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chỉnh</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sửa</a:t>
            </a:r>
            <a:r>
              <a:rPr lang="en-US" sz="1400" dirty="0">
                <a:latin typeface="Noto Serif" panose="02020600060500020200" pitchFamily="18" charset="0"/>
                <a:ea typeface="Noto Serif" panose="02020600060500020200" pitchFamily="18" charset="0"/>
                <a:cs typeface="Noto Serif" panose="02020600060500020200" pitchFamily="18" charset="0"/>
              </a:rPr>
              <a:t>.</a:t>
            </a:r>
          </a:p>
          <a:p>
            <a:pPr lvl="1"/>
            <a:r>
              <a:rPr lang="en-US" sz="1400" dirty="0">
                <a:latin typeface="Noto Serif" panose="02020600060500020200" pitchFamily="18" charset="0"/>
                <a:ea typeface="Noto Serif" panose="02020600060500020200" pitchFamily="18" charset="0"/>
                <a:cs typeface="Noto Serif" panose="02020600060500020200" pitchFamily="18" charset="0"/>
              </a:rPr>
              <a:t>Cho </a:t>
            </a:r>
            <a:r>
              <a:rPr lang="en-US" sz="1400" dirty="0" err="1">
                <a:latin typeface="Noto Serif" panose="02020600060500020200" pitchFamily="18" charset="0"/>
                <a:ea typeface="Noto Serif" panose="02020600060500020200" pitchFamily="18" charset="0"/>
                <a:cs typeface="Noto Serif" panose="02020600060500020200" pitchFamily="18" charset="0"/>
              </a:rPr>
              <a:t>phép</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bất</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kỳ</a:t>
            </a:r>
            <a:r>
              <a:rPr lang="en-US" sz="1400" dirty="0">
                <a:latin typeface="Noto Serif" panose="02020600060500020200" pitchFamily="18" charset="0"/>
                <a:ea typeface="Noto Serif" panose="02020600060500020200" pitchFamily="18" charset="0"/>
                <a:cs typeface="Noto Serif" panose="02020600060500020200" pitchFamily="18" charset="0"/>
              </a:rPr>
              <a:t> ai </a:t>
            </a:r>
            <a:r>
              <a:rPr lang="en-US" sz="1400" dirty="0" err="1">
                <a:latin typeface="Noto Serif" panose="02020600060500020200" pitchFamily="18" charset="0"/>
                <a:ea typeface="Noto Serif" panose="02020600060500020200" pitchFamily="18" charset="0"/>
                <a:cs typeface="Noto Serif" panose="02020600060500020200" pitchFamily="18" charset="0"/>
              </a:rPr>
              <a:t>truy</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cập</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để</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xác</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minh</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thông</a:t>
            </a:r>
            <a:r>
              <a:rPr lang="en-US" sz="1400" dirty="0">
                <a:latin typeface="Noto Serif" panose="02020600060500020200" pitchFamily="18" charset="0"/>
                <a:ea typeface="Noto Serif" panose="02020600060500020200" pitchFamily="18" charset="0"/>
                <a:cs typeface="Noto Serif" panose="02020600060500020200" pitchFamily="18" charset="0"/>
              </a:rPr>
              <a:t> tin.</a:t>
            </a:r>
          </a:p>
          <a:p>
            <a:pPr lvl="0"/>
            <a:r>
              <a:rPr lang="en-US" sz="1400" b="1" dirty="0" err="1">
                <a:latin typeface="Noto Serif" panose="02020600060500020200" pitchFamily="18" charset="0"/>
                <a:ea typeface="Noto Serif" panose="02020600060500020200" pitchFamily="18" charset="0"/>
                <a:cs typeface="Noto Serif" panose="02020600060500020200" pitchFamily="18" charset="0"/>
              </a:rPr>
              <a:t>Người</a:t>
            </a:r>
            <a:r>
              <a:rPr lang="en-US" sz="1400" b="1" dirty="0">
                <a:latin typeface="Noto Serif" panose="02020600060500020200" pitchFamily="18" charset="0"/>
                <a:ea typeface="Noto Serif" panose="02020600060500020200" pitchFamily="18" charset="0"/>
                <a:cs typeface="Noto Serif" panose="02020600060500020200" pitchFamily="18" charset="0"/>
              </a:rPr>
              <a:t> </a:t>
            </a:r>
            <a:r>
              <a:rPr lang="en-US" sz="1400" b="1" dirty="0" err="1">
                <a:latin typeface="Noto Serif" panose="02020600060500020200" pitchFamily="18" charset="0"/>
                <a:ea typeface="Noto Serif" panose="02020600060500020200" pitchFamily="18" charset="0"/>
                <a:cs typeface="Noto Serif" panose="02020600060500020200" pitchFamily="18" charset="0"/>
              </a:rPr>
              <a:t>sở</a:t>
            </a:r>
            <a:r>
              <a:rPr lang="en-US" sz="1400" b="1" dirty="0">
                <a:latin typeface="Noto Serif" panose="02020600060500020200" pitchFamily="18" charset="0"/>
                <a:ea typeface="Noto Serif" panose="02020600060500020200" pitchFamily="18" charset="0"/>
                <a:cs typeface="Noto Serif" panose="02020600060500020200" pitchFamily="18" charset="0"/>
              </a:rPr>
              <a:t> </a:t>
            </a:r>
            <a:r>
              <a:rPr lang="en-US" sz="1400" b="1" dirty="0" err="1">
                <a:latin typeface="Noto Serif" panose="02020600060500020200" pitchFamily="18" charset="0"/>
                <a:ea typeface="Noto Serif" panose="02020600060500020200" pitchFamily="18" charset="0"/>
                <a:cs typeface="Noto Serif" panose="02020600060500020200" pitchFamily="18" charset="0"/>
              </a:rPr>
              <a:t>hữu</a:t>
            </a:r>
            <a:r>
              <a:rPr lang="en-US" sz="1400" b="1" dirty="0">
                <a:latin typeface="Noto Serif" panose="02020600060500020200" pitchFamily="18" charset="0"/>
                <a:ea typeface="Noto Serif" panose="02020600060500020200" pitchFamily="18" charset="0"/>
                <a:cs typeface="Noto Serif" panose="02020600060500020200" pitchFamily="18" charset="0"/>
              </a:rPr>
              <a:t> </a:t>
            </a:r>
            <a:r>
              <a:rPr lang="en-US" sz="1400" b="1" dirty="0" err="1">
                <a:latin typeface="Noto Serif" panose="02020600060500020200" pitchFamily="18" charset="0"/>
                <a:ea typeface="Noto Serif" panose="02020600060500020200" pitchFamily="18" charset="0"/>
                <a:cs typeface="Noto Serif" panose="02020600060500020200" pitchFamily="18" charset="0"/>
              </a:rPr>
              <a:t>bằng</a:t>
            </a:r>
            <a:r>
              <a:rPr lang="en-US" sz="1400" b="1" dirty="0">
                <a:latin typeface="Noto Serif" panose="02020600060500020200" pitchFamily="18" charset="0"/>
                <a:ea typeface="Noto Serif" panose="02020600060500020200" pitchFamily="18" charset="0"/>
                <a:cs typeface="Noto Serif" panose="02020600060500020200" pitchFamily="18" charset="0"/>
              </a:rPr>
              <a:t> </a:t>
            </a:r>
            <a:r>
              <a:rPr lang="en-US" sz="1400" b="1" dirty="0" err="1">
                <a:latin typeface="Noto Serif" panose="02020600060500020200" pitchFamily="18" charset="0"/>
                <a:ea typeface="Noto Serif" panose="02020600060500020200" pitchFamily="18" charset="0"/>
                <a:cs typeface="Noto Serif" panose="02020600060500020200" pitchFamily="18" charset="0"/>
              </a:rPr>
              <a:t>cấp</a:t>
            </a:r>
            <a:r>
              <a:rPr lang="en-US" sz="1400" b="1" dirty="0">
                <a:latin typeface="Noto Serif" panose="02020600060500020200" pitchFamily="18" charset="0"/>
                <a:ea typeface="Noto Serif" panose="02020600060500020200" pitchFamily="18" charset="0"/>
                <a:cs typeface="Noto Serif" panose="02020600060500020200" pitchFamily="18" charset="0"/>
              </a:rPr>
              <a:t> (Sinh </a:t>
            </a:r>
            <a:r>
              <a:rPr lang="en-US" sz="1400" b="1" dirty="0" err="1">
                <a:latin typeface="Noto Serif" panose="02020600060500020200" pitchFamily="18" charset="0"/>
                <a:ea typeface="Noto Serif" panose="02020600060500020200" pitchFamily="18" charset="0"/>
                <a:cs typeface="Noto Serif" panose="02020600060500020200" pitchFamily="18" charset="0"/>
              </a:rPr>
              <a:t>viên</a:t>
            </a:r>
            <a:r>
              <a:rPr lang="en-US" sz="1400" b="1" dirty="0">
                <a:latin typeface="Noto Serif" panose="02020600060500020200" pitchFamily="18" charset="0"/>
                <a:ea typeface="Noto Serif" panose="02020600060500020200" pitchFamily="18" charset="0"/>
                <a:cs typeface="Noto Serif" panose="02020600060500020200" pitchFamily="18" charset="0"/>
              </a:rPr>
              <a:t> / </a:t>
            </a:r>
            <a:r>
              <a:rPr lang="en-US" sz="1400" b="1" dirty="0" err="1">
                <a:latin typeface="Noto Serif" panose="02020600060500020200" pitchFamily="18" charset="0"/>
                <a:ea typeface="Noto Serif" panose="02020600060500020200" pitchFamily="18" charset="0"/>
                <a:cs typeface="Noto Serif" panose="02020600060500020200" pitchFamily="18" charset="0"/>
              </a:rPr>
              <a:t>học</a:t>
            </a:r>
            <a:r>
              <a:rPr lang="en-US" sz="1400" b="1" dirty="0">
                <a:latin typeface="Noto Serif" panose="02020600060500020200" pitchFamily="18" charset="0"/>
                <a:ea typeface="Noto Serif" panose="02020600060500020200" pitchFamily="18" charset="0"/>
                <a:cs typeface="Noto Serif" panose="02020600060500020200" pitchFamily="18" charset="0"/>
              </a:rPr>
              <a:t> </a:t>
            </a:r>
            <a:r>
              <a:rPr lang="en-US" sz="1400" b="1" dirty="0" err="1">
                <a:latin typeface="Noto Serif" panose="02020600060500020200" pitchFamily="18" charset="0"/>
                <a:ea typeface="Noto Serif" panose="02020600060500020200" pitchFamily="18" charset="0"/>
                <a:cs typeface="Noto Serif" panose="02020600060500020200" pitchFamily="18" charset="0"/>
              </a:rPr>
              <a:t>viên</a:t>
            </a:r>
            <a:r>
              <a:rPr lang="en-US" sz="1400" b="1" dirty="0">
                <a:latin typeface="Noto Serif" panose="02020600060500020200" pitchFamily="18" charset="0"/>
                <a:ea typeface="Noto Serif" panose="02020600060500020200" pitchFamily="18" charset="0"/>
                <a:cs typeface="Noto Serif" panose="02020600060500020200" pitchFamily="18" charset="0"/>
              </a:rPr>
              <a:t>):</a:t>
            </a:r>
            <a:endParaRPr lang="en-US" sz="1400" dirty="0">
              <a:latin typeface="Noto Serif" panose="02020600060500020200" pitchFamily="18" charset="0"/>
              <a:ea typeface="Noto Serif" panose="02020600060500020200" pitchFamily="18" charset="0"/>
              <a:cs typeface="Noto Serif" panose="02020600060500020200" pitchFamily="18" charset="0"/>
            </a:endParaRPr>
          </a:p>
          <a:p>
            <a:pPr lvl="1"/>
            <a:r>
              <a:rPr lang="en-US" sz="1400" dirty="0" err="1">
                <a:latin typeface="Noto Serif" panose="02020600060500020200" pitchFamily="18" charset="0"/>
                <a:ea typeface="Noto Serif" panose="02020600060500020200" pitchFamily="18" charset="0"/>
                <a:cs typeface="Noto Serif" panose="02020600060500020200" pitchFamily="18" charset="0"/>
              </a:rPr>
              <a:t>Nhận</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một</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mã</a:t>
            </a:r>
            <a:r>
              <a:rPr lang="en-US" sz="1400" dirty="0">
                <a:latin typeface="Noto Serif" panose="02020600060500020200" pitchFamily="18" charset="0"/>
                <a:ea typeface="Noto Serif" panose="02020600060500020200" pitchFamily="18" charset="0"/>
                <a:cs typeface="Noto Serif" panose="02020600060500020200" pitchFamily="18" charset="0"/>
              </a:rPr>
              <a:t> DID </a:t>
            </a:r>
            <a:r>
              <a:rPr lang="en-US" sz="1400" dirty="0" err="1">
                <a:latin typeface="Noto Serif" panose="02020600060500020200" pitchFamily="18" charset="0"/>
                <a:ea typeface="Noto Serif" panose="02020600060500020200" pitchFamily="18" charset="0"/>
                <a:cs typeface="Noto Serif" panose="02020600060500020200" pitchFamily="18" charset="0"/>
              </a:rPr>
              <a:t>hoặc</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mã</a:t>
            </a:r>
            <a:r>
              <a:rPr lang="en-US" sz="1400" dirty="0">
                <a:latin typeface="Noto Serif" panose="02020600060500020200" pitchFamily="18" charset="0"/>
                <a:ea typeface="Noto Serif" panose="02020600060500020200" pitchFamily="18" charset="0"/>
                <a:cs typeface="Noto Serif" panose="02020600060500020200" pitchFamily="18" charset="0"/>
              </a:rPr>
              <a:t> QR </a:t>
            </a:r>
            <a:r>
              <a:rPr lang="en-US" sz="1400" dirty="0" err="1">
                <a:latin typeface="Noto Serif" panose="02020600060500020200" pitchFamily="18" charset="0"/>
                <a:ea typeface="Noto Serif" panose="02020600060500020200" pitchFamily="18" charset="0"/>
                <a:cs typeface="Noto Serif" panose="02020600060500020200" pitchFamily="18" charset="0"/>
              </a:rPr>
              <a:t>liên</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kết</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tới</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chứng</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chỉ</a:t>
            </a:r>
            <a:r>
              <a:rPr lang="en-US" sz="1400" dirty="0">
                <a:latin typeface="Noto Serif" panose="02020600060500020200" pitchFamily="18" charset="0"/>
                <a:ea typeface="Noto Serif" panose="02020600060500020200" pitchFamily="18" charset="0"/>
                <a:cs typeface="Noto Serif" panose="02020600060500020200" pitchFamily="18" charset="0"/>
              </a:rPr>
              <a:t>.</a:t>
            </a:r>
          </a:p>
          <a:p>
            <a:pPr lvl="1"/>
            <a:r>
              <a:rPr lang="en-US" sz="1400" dirty="0">
                <a:latin typeface="Noto Serif" panose="02020600060500020200" pitchFamily="18" charset="0"/>
                <a:ea typeface="Noto Serif" panose="02020600060500020200" pitchFamily="18" charset="0"/>
                <a:cs typeface="Noto Serif" panose="02020600060500020200" pitchFamily="18" charset="0"/>
              </a:rPr>
              <a:t>Lưu </a:t>
            </a:r>
            <a:r>
              <a:rPr lang="en-US" sz="1400" dirty="0" err="1">
                <a:latin typeface="Noto Serif" panose="02020600060500020200" pitchFamily="18" charset="0"/>
                <a:ea typeface="Noto Serif" panose="02020600060500020200" pitchFamily="18" charset="0"/>
                <a:cs typeface="Noto Serif" panose="02020600060500020200" pitchFamily="18" charset="0"/>
              </a:rPr>
              <a:t>trữ</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trong</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ví</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điện</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tử</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danh</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tính</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cá</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nhân</a:t>
            </a:r>
            <a:r>
              <a:rPr lang="en-US" sz="1400" dirty="0">
                <a:latin typeface="Noto Serif" panose="02020600060500020200" pitchFamily="18" charset="0"/>
                <a:ea typeface="Noto Serif" panose="02020600060500020200" pitchFamily="18" charset="0"/>
                <a:cs typeface="Noto Serif" panose="02020600060500020200" pitchFamily="18" charset="0"/>
              </a:rPr>
              <a:t> (Identity Wallet).</a:t>
            </a:r>
          </a:p>
          <a:p>
            <a:pPr lvl="0"/>
            <a:r>
              <a:rPr lang="en-US" sz="1400" b="1" dirty="0" err="1">
                <a:latin typeface="Noto Serif" panose="02020600060500020200" pitchFamily="18" charset="0"/>
                <a:ea typeface="Noto Serif" panose="02020600060500020200" pitchFamily="18" charset="0"/>
                <a:cs typeface="Noto Serif" panose="02020600060500020200" pitchFamily="18" charset="0"/>
              </a:rPr>
              <a:t>Người</a:t>
            </a:r>
            <a:r>
              <a:rPr lang="en-US" sz="1400" b="1" dirty="0">
                <a:latin typeface="Noto Serif" panose="02020600060500020200" pitchFamily="18" charset="0"/>
                <a:ea typeface="Noto Serif" panose="02020600060500020200" pitchFamily="18" charset="0"/>
                <a:cs typeface="Noto Serif" panose="02020600060500020200" pitchFamily="18" charset="0"/>
              </a:rPr>
              <a:t> </a:t>
            </a:r>
            <a:r>
              <a:rPr lang="en-US" sz="1400" b="1" dirty="0" err="1">
                <a:latin typeface="Noto Serif" panose="02020600060500020200" pitchFamily="18" charset="0"/>
                <a:ea typeface="Noto Serif" panose="02020600060500020200" pitchFamily="18" charset="0"/>
                <a:cs typeface="Noto Serif" panose="02020600060500020200" pitchFamily="18" charset="0"/>
              </a:rPr>
              <a:t>kiểm</a:t>
            </a:r>
            <a:r>
              <a:rPr lang="en-US" sz="1400" b="1" dirty="0">
                <a:latin typeface="Noto Serif" panose="02020600060500020200" pitchFamily="18" charset="0"/>
                <a:ea typeface="Noto Serif" panose="02020600060500020200" pitchFamily="18" charset="0"/>
                <a:cs typeface="Noto Serif" panose="02020600060500020200" pitchFamily="18" charset="0"/>
              </a:rPr>
              <a:t> </a:t>
            </a:r>
            <a:r>
              <a:rPr lang="en-US" sz="1400" b="1" dirty="0" err="1">
                <a:latin typeface="Noto Serif" panose="02020600060500020200" pitchFamily="18" charset="0"/>
                <a:ea typeface="Noto Serif" panose="02020600060500020200" pitchFamily="18" charset="0"/>
                <a:cs typeface="Noto Serif" panose="02020600060500020200" pitchFamily="18" charset="0"/>
              </a:rPr>
              <a:t>chứng</a:t>
            </a:r>
            <a:r>
              <a:rPr lang="en-US" sz="1400" b="1" dirty="0">
                <a:latin typeface="Noto Serif" panose="02020600060500020200" pitchFamily="18" charset="0"/>
                <a:ea typeface="Noto Serif" panose="02020600060500020200" pitchFamily="18" charset="0"/>
                <a:cs typeface="Noto Serif" panose="02020600060500020200" pitchFamily="18" charset="0"/>
              </a:rPr>
              <a:t> (</a:t>
            </a:r>
            <a:r>
              <a:rPr lang="en-US" sz="1400" b="1" dirty="0" err="1">
                <a:latin typeface="Noto Serif" panose="02020600060500020200" pitchFamily="18" charset="0"/>
                <a:ea typeface="Noto Serif" panose="02020600060500020200" pitchFamily="18" charset="0"/>
                <a:cs typeface="Noto Serif" panose="02020600060500020200" pitchFamily="18" charset="0"/>
              </a:rPr>
              <a:t>Nhà</a:t>
            </a:r>
            <a:r>
              <a:rPr lang="en-US" sz="1400" b="1" dirty="0">
                <a:latin typeface="Noto Serif" panose="02020600060500020200" pitchFamily="18" charset="0"/>
                <a:ea typeface="Noto Serif" panose="02020600060500020200" pitchFamily="18" charset="0"/>
                <a:cs typeface="Noto Serif" panose="02020600060500020200" pitchFamily="18" charset="0"/>
              </a:rPr>
              <a:t> </a:t>
            </a:r>
            <a:r>
              <a:rPr lang="en-US" sz="1400" b="1" dirty="0" err="1">
                <a:latin typeface="Noto Serif" panose="02020600060500020200" pitchFamily="18" charset="0"/>
                <a:ea typeface="Noto Serif" panose="02020600060500020200" pitchFamily="18" charset="0"/>
                <a:cs typeface="Noto Serif" panose="02020600060500020200" pitchFamily="18" charset="0"/>
              </a:rPr>
              <a:t>tuyển</a:t>
            </a:r>
            <a:r>
              <a:rPr lang="en-US" sz="1400" b="1" dirty="0">
                <a:latin typeface="Noto Serif" panose="02020600060500020200" pitchFamily="18" charset="0"/>
                <a:ea typeface="Noto Serif" panose="02020600060500020200" pitchFamily="18" charset="0"/>
                <a:cs typeface="Noto Serif" panose="02020600060500020200" pitchFamily="18" charset="0"/>
              </a:rPr>
              <a:t> </a:t>
            </a:r>
            <a:r>
              <a:rPr lang="en-US" sz="1400" b="1" dirty="0" err="1">
                <a:latin typeface="Noto Serif" panose="02020600060500020200" pitchFamily="18" charset="0"/>
                <a:ea typeface="Noto Serif" panose="02020600060500020200" pitchFamily="18" charset="0"/>
                <a:cs typeface="Noto Serif" panose="02020600060500020200" pitchFamily="18" charset="0"/>
              </a:rPr>
              <a:t>dụng</a:t>
            </a:r>
            <a:r>
              <a:rPr lang="en-US" sz="1400" b="1" dirty="0">
                <a:latin typeface="Noto Serif" panose="02020600060500020200" pitchFamily="18" charset="0"/>
                <a:ea typeface="Noto Serif" panose="02020600060500020200" pitchFamily="18" charset="0"/>
                <a:cs typeface="Noto Serif" panose="02020600060500020200" pitchFamily="18" charset="0"/>
              </a:rPr>
              <a:t> / </a:t>
            </a:r>
            <a:r>
              <a:rPr lang="en-US" sz="1400" b="1" dirty="0" err="1">
                <a:latin typeface="Noto Serif" panose="02020600060500020200" pitchFamily="18" charset="0"/>
                <a:ea typeface="Noto Serif" panose="02020600060500020200" pitchFamily="18" charset="0"/>
                <a:cs typeface="Noto Serif" panose="02020600060500020200" pitchFamily="18" charset="0"/>
              </a:rPr>
              <a:t>cơ</a:t>
            </a:r>
            <a:r>
              <a:rPr lang="en-US" sz="1400" b="1" dirty="0">
                <a:latin typeface="Noto Serif" panose="02020600060500020200" pitchFamily="18" charset="0"/>
                <a:ea typeface="Noto Serif" panose="02020600060500020200" pitchFamily="18" charset="0"/>
                <a:cs typeface="Noto Serif" panose="02020600060500020200" pitchFamily="18" charset="0"/>
              </a:rPr>
              <a:t> </a:t>
            </a:r>
            <a:r>
              <a:rPr lang="en-US" sz="1400" b="1" dirty="0" err="1">
                <a:latin typeface="Noto Serif" panose="02020600060500020200" pitchFamily="18" charset="0"/>
                <a:ea typeface="Noto Serif" panose="02020600060500020200" pitchFamily="18" charset="0"/>
                <a:cs typeface="Noto Serif" panose="02020600060500020200" pitchFamily="18" charset="0"/>
              </a:rPr>
              <a:t>quan</a:t>
            </a:r>
            <a:r>
              <a:rPr lang="en-US" sz="1400" b="1" dirty="0">
                <a:latin typeface="Noto Serif" panose="02020600060500020200" pitchFamily="18" charset="0"/>
                <a:ea typeface="Noto Serif" panose="02020600060500020200" pitchFamily="18" charset="0"/>
                <a:cs typeface="Noto Serif" panose="02020600060500020200" pitchFamily="18" charset="0"/>
              </a:rPr>
              <a:t> </a:t>
            </a:r>
            <a:r>
              <a:rPr lang="en-US" sz="1400" b="1" dirty="0" err="1">
                <a:latin typeface="Noto Serif" panose="02020600060500020200" pitchFamily="18" charset="0"/>
                <a:ea typeface="Noto Serif" panose="02020600060500020200" pitchFamily="18" charset="0"/>
                <a:cs typeface="Noto Serif" panose="02020600060500020200" pitchFamily="18" charset="0"/>
              </a:rPr>
              <a:t>quản</a:t>
            </a:r>
            <a:r>
              <a:rPr lang="en-US" sz="1400" b="1" dirty="0">
                <a:latin typeface="Noto Serif" panose="02020600060500020200" pitchFamily="18" charset="0"/>
                <a:ea typeface="Noto Serif" panose="02020600060500020200" pitchFamily="18" charset="0"/>
                <a:cs typeface="Noto Serif" panose="02020600060500020200" pitchFamily="18" charset="0"/>
              </a:rPr>
              <a:t> </a:t>
            </a:r>
            <a:r>
              <a:rPr lang="en-US" sz="1400" b="1" dirty="0" err="1">
                <a:latin typeface="Noto Serif" panose="02020600060500020200" pitchFamily="18" charset="0"/>
                <a:ea typeface="Noto Serif" panose="02020600060500020200" pitchFamily="18" charset="0"/>
                <a:cs typeface="Noto Serif" panose="02020600060500020200" pitchFamily="18" charset="0"/>
              </a:rPr>
              <a:t>lý</a:t>
            </a:r>
            <a:r>
              <a:rPr lang="en-US" sz="1400" b="1" dirty="0">
                <a:latin typeface="Noto Serif" panose="02020600060500020200" pitchFamily="18" charset="0"/>
                <a:ea typeface="Noto Serif" panose="02020600060500020200" pitchFamily="18" charset="0"/>
                <a:cs typeface="Noto Serif" panose="02020600060500020200" pitchFamily="18" charset="0"/>
              </a:rPr>
              <a:t>):</a:t>
            </a:r>
            <a:endParaRPr lang="en-US" sz="1400" dirty="0">
              <a:latin typeface="Noto Serif" panose="02020600060500020200" pitchFamily="18" charset="0"/>
              <a:ea typeface="Noto Serif" panose="02020600060500020200" pitchFamily="18" charset="0"/>
              <a:cs typeface="Noto Serif" panose="02020600060500020200" pitchFamily="18" charset="0"/>
            </a:endParaRPr>
          </a:p>
          <a:p>
            <a:pPr lvl="1"/>
            <a:r>
              <a:rPr lang="en-US" sz="1400" dirty="0">
                <a:latin typeface="Noto Serif" panose="02020600060500020200" pitchFamily="18" charset="0"/>
                <a:ea typeface="Noto Serif" panose="02020600060500020200" pitchFamily="18" charset="0"/>
                <a:cs typeface="Noto Serif" panose="02020600060500020200" pitchFamily="18" charset="0"/>
              </a:rPr>
              <a:t>Khi </a:t>
            </a:r>
            <a:r>
              <a:rPr lang="en-US" sz="1400" dirty="0" err="1">
                <a:latin typeface="Noto Serif" panose="02020600060500020200" pitchFamily="18" charset="0"/>
                <a:ea typeface="Noto Serif" panose="02020600060500020200" pitchFamily="18" charset="0"/>
                <a:cs typeface="Noto Serif" panose="02020600060500020200" pitchFamily="18" charset="0"/>
              </a:rPr>
              <a:t>cần</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xác</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minh</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chỉ</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cần</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quét</a:t>
            </a:r>
            <a:r>
              <a:rPr lang="en-US" sz="1400" dirty="0">
                <a:latin typeface="Noto Serif" panose="02020600060500020200" pitchFamily="18" charset="0"/>
                <a:ea typeface="Noto Serif" panose="02020600060500020200" pitchFamily="18" charset="0"/>
                <a:cs typeface="Noto Serif" panose="02020600060500020200" pitchFamily="18" charset="0"/>
              </a:rPr>
              <a:t> QR </a:t>
            </a:r>
            <a:r>
              <a:rPr lang="en-US" sz="1400" dirty="0" err="1">
                <a:latin typeface="Noto Serif" panose="02020600060500020200" pitchFamily="18" charset="0"/>
                <a:ea typeface="Noto Serif" panose="02020600060500020200" pitchFamily="18" charset="0"/>
                <a:cs typeface="Noto Serif" panose="02020600060500020200" pitchFamily="18" charset="0"/>
              </a:rPr>
              <a:t>hoặc</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nhập</a:t>
            </a:r>
            <a:r>
              <a:rPr lang="en-US" sz="1400" dirty="0">
                <a:latin typeface="Noto Serif" panose="02020600060500020200" pitchFamily="18" charset="0"/>
                <a:ea typeface="Noto Serif" panose="02020600060500020200" pitchFamily="18" charset="0"/>
                <a:cs typeface="Noto Serif" panose="02020600060500020200" pitchFamily="18" charset="0"/>
              </a:rPr>
              <a:t> DID.</a:t>
            </a:r>
          </a:p>
          <a:p>
            <a:pPr lvl="1"/>
            <a:r>
              <a:rPr lang="en-US" sz="1400" dirty="0">
                <a:latin typeface="Noto Serif" panose="02020600060500020200" pitchFamily="18" charset="0"/>
                <a:ea typeface="Noto Serif" panose="02020600060500020200" pitchFamily="18" charset="0"/>
                <a:cs typeface="Noto Serif" panose="02020600060500020200" pitchFamily="18" charset="0"/>
              </a:rPr>
              <a:t>Blockchain </a:t>
            </a:r>
            <a:r>
              <a:rPr lang="en-US" sz="1400" dirty="0" err="1">
                <a:latin typeface="Noto Serif" panose="02020600060500020200" pitchFamily="18" charset="0"/>
                <a:ea typeface="Noto Serif" panose="02020600060500020200" pitchFamily="18" charset="0"/>
                <a:cs typeface="Noto Serif" panose="02020600060500020200" pitchFamily="18" charset="0"/>
              </a:rPr>
              <a:t>trả</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về</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thông</a:t>
            </a:r>
            <a:r>
              <a:rPr lang="en-US" sz="1400" dirty="0">
                <a:latin typeface="Noto Serif" panose="02020600060500020200" pitchFamily="18" charset="0"/>
                <a:ea typeface="Noto Serif" panose="02020600060500020200" pitchFamily="18" charset="0"/>
                <a:cs typeface="Noto Serif" panose="02020600060500020200" pitchFamily="18" charset="0"/>
              </a:rPr>
              <a:t> tin </a:t>
            </a:r>
            <a:r>
              <a:rPr lang="en-US" sz="1400" dirty="0" err="1">
                <a:latin typeface="Noto Serif" panose="02020600060500020200" pitchFamily="18" charset="0"/>
                <a:ea typeface="Noto Serif" panose="02020600060500020200" pitchFamily="18" charset="0"/>
                <a:cs typeface="Noto Serif" panose="02020600060500020200" pitchFamily="18" charset="0"/>
              </a:rPr>
              <a:t>xác</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thực</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bằng</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cấp</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tồn</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tại</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cấp</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bởi</a:t>
            </a:r>
            <a:r>
              <a:rPr lang="en-US" sz="1400" dirty="0">
                <a:latin typeface="Noto Serif" panose="02020600060500020200" pitchFamily="18" charset="0"/>
                <a:ea typeface="Noto Serif" panose="02020600060500020200" pitchFamily="18" charset="0"/>
                <a:cs typeface="Noto Serif" panose="02020600060500020200" pitchFamily="18" charset="0"/>
              </a:rPr>
              <a:t> ai, </a:t>
            </a:r>
            <a:r>
              <a:rPr lang="en-US" sz="1400" dirty="0" err="1">
                <a:latin typeface="Noto Serif" panose="02020600060500020200" pitchFamily="18" charset="0"/>
                <a:ea typeface="Noto Serif" panose="02020600060500020200" pitchFamily="18" charset="0"/>
                <a:cs typeface="Noto Serif" panose="02020600060500020200" pitchFamily="18" charset="0"/>
              </a:rPr>
              <a:t>ngày</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cấp</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người</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sở</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hữu</a:t>
            </a:r>
            <a:r>
              <a:rPr lang="en-US" sz="1400" dirty="0">
                <a:latin typeface="Noto Serif" panose="02020600060500020200" pitchFamily="18" charset="0"/>
                <a:ea typeface="Noto Serif" panose="02020600060500020200" pitchFamily="18" charset="0"/>
                <a:cs typeface="Noto Serif" panose="02020600060500020200" pitchFamily="18" charset="0"/>
              </a:rPr>
              <a:t>.</a:t>
            </a:r>
          </a:p>
          <a:p>
            <a:r>
              <a:rPr lang="en-US" sz="1400" b="1" dirty="0">
                <a:latin typeface="Noto Serif" panose="02020600060500020200" pitchFamily="18" charset="0"/>
                <a:ea typeface="Noto Serif" panose="02020600060500020200" pitchFamily="18" charset="0"/>
                <a:cs typeface="Noto Serif" panose="02020600060500020200" pitchFamily="18" charset="0"/>
              </a:rPr>
              <a:t>Lợi </a:t>
            </a:r>
            <a:r>
              <a:rPr lang="en-US" sz="1400" b="1" dirty="0" err="1">
                <a:latin typeface="Noto Serif" panose="02020600060500020200" pitchFamily="18" charset="0"/>
                <a:ea typeface="Noto Serif" panose="02020600060500020200" pitchFamily="18" charset="0"/>
                <a:cs typeface="Noto Serif" panose="02020600060500020200" pitchFamily="18" charset="0"/>
              </a:rPr>
              <a:t>ích</a:t>
            </a:r>
            <a:r>
              <a:rPr lang="en-US" sz="1400" b="1" dirty="0">
                <a:latin typeface="Noto Serif" panose="02020600060500020200" pitchFamily="18" charset="0"/>
                <a:ea typeface="Noto Serif" panose="02020600060500020200" pitchFamily="18" charset="0"/>
                <a:cs typeface="Noto Serif" panose="02020600060500020200" pitchFamily="18" charset="0"/>
              </a:rPr>
              <a:t>:</a:t>
            </a:r>
            <a:r>
              <a:rPr lang="en-US" sz="1400" dirty="0">
                <a:latin typeface="Noto Serif" panose="02020600060500020200" pitchFamily="18" charset="0"/>
                <a:ea typeface="Noto Serif" panose="02020600060500020200" pitchFamily="18" charset="0"/>
                <a:cs typeface="Noto Serif" panose="02020600060500020200" pitchFamily="18" charset="0"/>
              </a:rPr>
              <a:t> - </a:t>
            </a:r>
            <a:r>
              <a:rPr lang="en-US" sz="1400" dirty="0" err="1">
                <a:latin typeface="Noto Serif" panose="02020600060500020200" pitchFamily="18" charset="0"/>
                <a:ea typeface="Noto Serif" panose="02020600060500020200" pitchFamily="18" charset="0"/>
                <a:cs typeface="Noto Serif" panose="02020600060500020200" pitchFamily="18" charset="0"/>
              </a:rPr>
              <a:t>Ngăn</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chặn</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gian</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lận</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bằng</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cấp</a:t>
            </a:r>
            <a:r>
              <a:rPr lang="en-US" sz="1400" dirty="0">
                <a:latin typeface="Noto Serif" panose="02020600060500020200" pitchFamily="18" charset="0"/>
                <a:ea typeface="Noto Serif" panose="02020600060500020200" pitchFamily="18" charset="0"/>
                <a:cs typeface="Noto Serif" panose="02020600060500020200" pitchFamily="18" charset="0"/>
              </a:rPr>
              <a:t>. - </a:t>
            </a:r>
            <a:r>
              <a:rPr lang="en-US" sz="1400" dirty="0" err="1">
                <a:latin typeface="Noto Serif" panose="02020600060500020200" pitchFamily="18" charset="0"/>
                <a:ea typeface="Noto Serif" panose="02020600060500020200" pitchFamily="18" charset="0"/>
                <a:cs typeface="Noto Serif" panose="02020600060500020200" pitchFamily="18" charset="0"/>
              </a:rPr>
              <a:t>Xác</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minh</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nhanh</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minh</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bạch</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giảm</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thủ</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tục</a:t>
            </a:r>
            <a:r>
              <a:rPr lang="en-US" sz="1400" dirty="0">
                <a:latin typeface="Noto Serif" panose="02020600060500020200" pitchFamily="18" charset="0"/>
                <a:ea typeface="Noto Serif" panose="02020600060500020200" pitchFamily="18" charset="0"/>
                <a:cs typeface="Noto Serif" panose="02020600060500020200" pitchFamily="18" charset="0"/>
              </a:rPr>
              <a:t>. - </a:t>
            </a:r>
            <a:r>
              <a:rPr lang="en-US" sz="1400" dirty="0" err="1">
                <a:latin typeface="Noto Serif" panose="02020600060500020200" pitchFamily="18" charset="0"/>
                <a:ea typeface="Noto Serif" panose="02020600060500020200" pitchFamily="18" charset="0"/>
                <a:cs typeface="Noto Serif" panose="02020600060500020200" pitchFamily="18" charset="0"/>
              </a:rPr>
              <a:t>Người</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học</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toàn</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quyền</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kiểm</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soát</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danh</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tính</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số</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của</a:t>
            </a:r>
            <a:r>
              <a:rPr lang="en-US" sz="1400" dirty="0">
                <a:latin typeface="Noto Serif" panose="02020600060500020200" pitchFamily="18" charset="0"/>
                <a:ea typeface="Noto Serif" panose="02020600060500020200" pitchFamily="18" charset="0"/>
                <a:cs typeface="Noto Serif" panose="02020600060500020200" pitchFamily="18" charset="0"/>
              </a:rPr>
              <a:t> </a:t>
            </a:r>
            <a:r>
              <a:rPr lang="en-US" sz="1400" dirty="0" err="1">
                <a:latin typeface="Noto Serif" panose="02020600060500020200" pitchFamily="18" charset="0"/>
                <a:ea typeface="Noto Serif" panose="02020600060500020200" pitchFamily="18" charset="0"/>
                <a:cs typeface="Noto Serif" panose="02020600060500020200" pitchFamily="18" charset="0"/>
              </a:rPr>
              <a:t>mình</a:t>
            </a:r>
            <a:r>
              <a:rPr lang="en-US" sz="1400" dirty="0">
                <a:latin typeface="Noto Serif" panose="02020600060500020200" pitchFamily="18" charset="0"/>
                <a:ea typeface="Noto Serif" panose="02020600060500020200" pitchFamily="18" charset="0"/>
                <a:cs typeface="Noto Serif" panose="02020600060500020200" pitchFamily="18" charset="0"/>
              </a:rPr>
              <a:t>.</a:t>
            </a:r>
          </a:p>
          <a:p>
            <a:endParaRPr lang="en-US" sz="1400" dirty="0">
              <a:latin typeface="Noto Serif" panose="02020600060500020200" pitchFamily="18" charset="0"/>
              <a:ea typeface="Noto Serif" panose="02020600060500020200" pitchFamily="18" charset="0"/>
              <a:cs typeface="Noto Serif" panose="02020600060500020200" pitchFamily="18" charset="0"/>
            </a:endParaRPr>
          </a:p>
        </p:txBody>
      </p:sp>
    </p:spTree>
    <p:extLst>
      <p:ext uri="{BB962C8B-B14F-4D97-AF65-F5344CB8AC3E}">
        <p14:creationId xmlns:p14="http://schemas.microsoft.com/office/powerpoint/2010/main" val="41523133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527C52B-2873-9406-1D08-615BC5DD2CB4}"/>
              </a:ext>
            </a:extLst>
          </p:cNvPr>
          <p:cNvSpPr>
            <a:spLocks noGrp="1"/>
          </p:cNvSpPr>
          <p:nvPr>
            <p:ph type="title"/>
          </p:nvPr>
        </p:nvSpPr>
        <p:spPr>
          <a:xfrm>
            <a:off x="2237509" y="3015097"/>
            <a:ext cx="6804315" cy="622673"/>
          </a:xfrm>
        </p:spPr>
        <p:txBody>
          <a:bodyPr>
            <a:noAutofit/>
          </a:bodyPr>
          <a:lstStyle/>
          <a:p>
            <a:pPr algn="ctr"/>
            <a:r>
              <a:rPr lang="en-US" dirty="0">
                <a:latin typeface="Noto Serif" panose="02020600060500020200" pitchFamily="18" charset="0"/>
                <a:ea typeface="Noto Serif" panose="02020600060500020200" pitchFamily="18" charset="0"/>
                <a:cs typeface="Noto Serif" panose="02020600060500020200" pitchFamily="18" charset="0"/>
              </a:rPr>
              <a:t>Thank You For Listening</a:t>
            </a:r>
            <a:endParaRPr dirty="0">
              <a:latin typeface="Noto Serif" panose="02020600060500020200" pitchFamily="18" charset="0"/>
              <a:ea typeface="Noto Serif" panose="02020600060500020200" pitchFamily="18" charset="0"/>
              <a:cs typeface="Noto Serif" panose="02020600060500020200" pitchFamily="18" charset="0"/>
            </a:endParaRPr>
          </a:p>
        </p:txBody>
      </p:sp>
    </p:spTree>
    <p:extLst>
      <p:ext uri="{BB962C8B-B14F-4D97-AF65-F5344CB8AC3E}">
        <p14:creationId xmlns:p14="http://schemas.microsoft.com/office/powerpoint/2010/main" val="1452978144"/>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291</TotalTime>
  <Words>3486</Words>
  <Application>Microsoft Office PowerPoint</Application>
  <PresentationFormat>Widescreen</PresentationFormat>
  <Paragraphs>308</Paragraphs>
  <Slides>33</Slides>
  <Notes>3</Notes>
  <HiddenSlides>0</HiddenSlides>
  <MMClips>0</MMClip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Facet</vt:lpstr>
      <vt:lpstr>PowerPoint Presentation</vt:lpstr>
      <vt:lpstr>PowerPoint Presentation</vt:lpstr>
      <vt:lpstr>Cơ chế bảo mật của Blockchain </vt:lpstr>
      <vt:lpstr>Cơ chế bảo mật của Blockchain</vt:lpstr>
      <vt:lpstr>Cơ chế bảo mật của Blockchain</vt:lpstr>
      <vt:lpstr>Cơ chế bảo mật của Blockchain</vt:lpstr>
      <vt:lpstr>Cách hoạt động: </vt:lpstr>
      <vt:lpstr>Các loại chính: </vt:lpstr>
      <vt:lpstr>Proof of Work (PoW) </vt:lpstr>
      <vt:lpstr>Cách Hoạt Động </vt:lpstr>
      <vt:lpstr> 1. Khái niệm  Proof of Stake (PoS) là cơ chế đồng thuận thay thế cho Proof of Work (PoW), giúp tiết kiệm năng lượng hơn. Thay vì dùng phần cứng để đào block, người dùng tham gia xác thực bằng cách stake (ký quỹ) một lượng token của mình. Ai stake nhiều hơn thì có cơ hội cao hơn được chọn làm validator và nhận phần thưởng. </vt:lpstr>
      <vt:lpstr>Cách hoạt động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3. Kiến trúc DID &amp; các thành phần </vt:lpstr>
      <vt:lpstr> Lợi Ích </vt:lpstr>
      <vt:lpstr>Thách Thức </vt:lpstr>
      <vt:lpstr>III. Nghiên cứu ứng dụng thực tế và đề xuất kịch bản ứng dụng </vt:lpstr>
      <vt:lpstr>Tài chính – Ngân hàng </vt:lpstr>
      <vt:lpstr>Y tế – Chăm sóc sức khỏe: </vt:lpstr>
      <vt:lpstr>Giáo dục  và Mạng xã hội Blockchain   </vt:lpstr>
      <vt:lpstr>Nông nghiệp và Chính phủ</vt:lpstr>
      <vt:lpstr>Bán lẻ  và  Logistics  </vt:lpstr>
      <vt:lpstr>Đề xuất kịch bản ứng dụng: Xác thực danh tính và bằng cấp số </vt:lpstr>
      <vt:lpstr>Thank You For Listening</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Nguyễn Nam</cp:lastModifiedBy>
  <cp:revision>8</cp:revision>
  <dcterms:created xsi:type="dcterms:W3CDTF">2013-01-27T09:14:16Z</dcterms:created>
  <dcterms:modified xsi:type="dcterms:W3CDTF">2026-03-08T22:56:47Z</dcterms:modified>
  <cp:category/>
</cp:coreProperties>
</file>