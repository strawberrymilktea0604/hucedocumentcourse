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49"/>
  </p:notesMasterIdLst>
  <p:sldIdLst>
    <p:sldId id="256" r:id="rId2"/>
    <p:sldId id="258" r:id="rId3"/>
    <p:sldId id="261" r:id="rId4"/>
    <p:sldId id="294" r:id="rId5"/>
    <p:sldId id="295" r:id="rId6"/>
    <p:sldId id="296" r:id="rId7"/>
    <p:sldId id="297" r:id="rId8"/>
    <p:sldId id="298" r:id="rId9"/>
    <p:sldId id="299" r:id="rId10"/>
    <p:sldId id="300" r:id="rId11"/>
    <p:sldId id="290"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291" r:id="rId26"/>
    <p:sldId id="293" r:id="rId27"/>
    <p:sldId id="329" r:id="rId28"/>
    <p:sldId id="330" r:id="rId29"/>
    <p:sldId id="331" r:id="rId30"/>
    <p:sldId id="332" r:id="rId31"/>
    <p:sldId id="333" r:id="rId32"/>
    <p:sldId id="292" r:id="rId33"/>
    <p:sldId id="315" r:id="rId34"/>
    <p:sldId id="316" r:id="rId35"/>
    <p:sldId id="317" r:id="rId36"/>
    <p:sldId id="318" r:id="rId37"/>
    <p:sldId id="319" r:id="rId38"/>
    <p:sldId id="301" r:id="rId39"/>
    <p:sldId id="320" r:id="rId40"/>
    <p:sldId id="321" r:id="rId41"/>
    <p:sldId id="322" r:id="rId42"/>
    <p:sldId id="324" r:id="rId43"/>
    <p:sldId id="325" r:id="rId44"/>
    <p:sldId id="326" r:id="rId45"/>
    <p:sldId id="327" r:id="rId46"/>
    <p:sldId id="328" r:id="rId47"/>
    <p:sldId id="289" r:id="rId48"/>
  </p:sldIdLst>
  <p:sldSz cx="9144000" cy="5143500" type="screen16x9"/>
  <p:notesSz cx="6858000" cy="9144000"/>
  <p:embeddedFontLst>
    <p:embeddedFont>
      <p:font typeface="DM Sans" pitchFamily="2" charset="0"/>
      <p:regular r:id="rId50"/>
      <p:bold r:id="rId51"/>
      <p:italic r:id="rId52"/>
      <p:boldItalic r:id="rId53"/>
    </p:embeddedFont>
    <p:embeddedFont>
      <p:font typeface="Segoe UI Black" panose="020B0A02040204020203" pitchFamily="34" charset="0"/>
      <p:bold r:id="rId54"/>
      <p:boldItalic r:id="rId55"/>
    </p:embeddedFont>
    <p:embeddedFont>
      <p:font typeface="Segoe UI Light" panose="020B0502040204020203" pitchFamily="34" charset="0"/>
      <p:regular r:id="rId56"/>
      <p:italic r:id="rId57"/>
    </p:embeddedFont>
    <p:embeddedFont>
      <p:font typeface="Viga" panose="020B0604020202020204" charset="0"/>
      <p:regular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261FF8A5-75C5-48B3-A233-124151966D92}">
          <p14:sldIdLst>
            <p14:sldId id="256"/>
            <p14:sldId id="258"/>
            <p14:sldId id="261"/>
            <p14:sldId id="294"/>
            <p14:sldId id="295"/>
            <p14:sldId id="296"/>
            <p14:sldId id="297"/>
            <p14:sldId id="298"/>
            <p14:sldId id="299"/>
            <p14:sldId id="300"/>
            <p14:sldId id="290"/>
            <p14:sldId id="302"/>
            <p14:sldId id="303"/>
            <p14:sldId id="304"/>
            <p14:sldId id="305"/>
            <p14:sldId id="306"/>
            <p14:sldId id="307"/>
            <p14:sldId id="308"/>
            <p14:sldId id="309"/>
            <p14:sldId id="310"/>
            <p14:sldId id="311"/>
            <p14:sldId id="312"/>
            <p14:sldId id="313"/>
            <p14:sldId id="314"/>
            <p14:sldId id="291"/>
            <p14:sldId id="293"/>
            <p14:sldId id="329"/>
            <p14:sldId id="330"/>
            <p14:sldId id="331"/>
            <p14:sldId id="332"/>
            <p14:sldId id="333"/>
            <p14:sldId id="292"/>
            <p14:sldId id="315"/>
            <p14:sldId id="316"/>
            <p14:sldId id="317"/>
            <p14:sldId id="318"/>
            <p14:sldId id="319"/>
            <p14:sldId id="301"/>
            <p14:sldId id="320"/>
            <p14:sldId id="321"/>
            <p14:sldId id="322"/>
            <p14:sldId id="324"/>
            <p14:sldId id="325"/>
            <p14:sldId id="326"/>
            <p14:sldId id="327"/>
            <p14:sldId id="328"/>
          </p14:sldIdLst>
        </p14:section>
        <p14:section name="Untitled Section" id="{5E4D4B53-A866-4DCF-AB7A-D6D3D92850E4}">
          <p14:sldIdLst>
            <p14:sldId id="289"/>
          </p14:sldIdLst>
        </p14:section>
      </p14:sectionLst>
    </p:ext>
    <p:ext uri="{EFAFB233-063F-42B5-8137-9DF3F51BA10A}">
      <p15:sldGuideLst xmlns:p15="http://schemas.microsoft.com/office/powerpoint/2012/main">
        <p15:guide id="1" orient="horz" pos="461">
          <p15:clr>
            <a:srgbClr val="9AA0A6"/>
          </p15:clr>
        </p15:guide>
        <p15:guide id="2" pos="2880">
          <p15:clr>
            <a:srgbClr val="9AA0A6"/>
          </p15:clr>
        </p15:guide>
        <p15:guide id="3" pos="456">
          <p15:clr>
            <a:srgbClr val="9AA0A6"/>
          </p15:clr>
        </p15:guide>
        <p15:guide id="4" orient="horz" pos="1732">
          <p15:clr>
            <a:srgbClr val="9AA0A6"/>
          </p15:clr>
        </p15:guide>
        <p15:guide id="5" orient="horz" pos="266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A76DEA-EEFC-42F6-9D71-448A3BA40416}">
  <a:tblStyle styleId="{98A76DEA-EEFC-42F6-9D71-448A3BA4041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2" y="710"/>
      </p:cViewPr>
      <p:guideLst>
        <p:guide orient="horz" pos="461"/>
        <p:guide pos="2880"/>
        <p:guide pos="456"/>
        <p:guide orient="horz" pos="1732"/>
        <p:guide orient="horz" pos="26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6bb4ddd667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6bb4ddd667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6bb4ddd667_0_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357C6676-3B37-57E6-B666-0C63DA7C280E}"/>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144459F2-94B0-3C0E-B78E-AE3F8EB9C0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295CFBD0-0223-C225-A65E-093A8C393D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3409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E2CDED9C-474B-8F45-F8F5-B3E83B6BCEDF}"/>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FA02574B-75C2-80A4-6101-9518A5526F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3273802F-23E8-F695-A38C-7EEA1F2A06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1585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5905773A-A955-C7B7-61EE-C9F8AEC5C673}"/>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4B60656E-847B-C5D0-FE04-528074E7B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99099B6F-266C-B076-5B7D-DBC09300C0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1230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56C00401-1B84-B48A-C6E2-A93E1F9EC050}"/>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1515EC1A-B5FB-14C3-5E40-B95ECE6DED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9C667D3B-BF49-739A-C3A7-4B9EA0D9F2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86508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044F355E-666C-7294-B604-DEC58E4E7C39}"/>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E6D06EE0-CCC2-F3C3-05FB-7C1254E3C5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A2E53AEB-DF64-D862-8CE4-DEEDE66076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3970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3B27F296-889E-3A74-08C8-1591D59E43CF}"/>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05C7B347-3CDA-52F0-F131-51019A8130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6063DDA6-4A34-4723-5727-6E96161FFE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6435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5010C45F-6513-5C48-5328-9730A2EAFB72}"/>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98146C8E-522A-9EEF-D13F-125901B61B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1059E3CA-F0CB-9FE3-1E1C-AB5D220280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0651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81DB4D42-DC90-8240-217B-8CEC7EA03189}"/>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68F09EF7-7E9C-51DA-3C81-057DDFA7E2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6763F6DC-8113-86C7-A4BC-454762D396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2448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4FB236AF-9C52-DD2B-7632-E75CEB0DEC41}"/>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2337D7B9-4EB3-71A0-99CC-13601455F4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CBF8514E-EBF3-ADEE-1565-3BA3810A84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3877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6C677C21-2140-4E20-3C59-21D384F7B73F}"/>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A072879E-E76D-47C3-0C92-3DDE08D0A6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1D2F01AD-9668-3C2E-68A9-C0E950E416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8524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A06315AF-B8A7-6610-DA0E-04CF124C5961}"/>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A7EA6436-BC94-FF64-8870-B370F910FB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03E821E8-16A6-5E62-288A-A8510BF19B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6642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CCDCE71A-6B85-976A-5E96-6D90BC790C4C}"/>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E279C8E4-DCE4-6EE1-366F-EAC2C00708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EEE2376A-2FA1-AAAC-BF4B-6AF5538A55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48392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6D1733E8-E9D4-1DBB-84DB-5BEB628D9203}"/>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ED7C5565-E706-1D99-0D07-205313542B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3079BEA2-4FCB-D371-DB5C-686625F2CC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87083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CDD1FB00-6DF7-1D9E-3A70-72F788DF8E2B}"/>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F0D675EA-79A0-2410-D14A-F773355C5F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BD070A7C-334A-E914-3445-453FD10452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6712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21BA5D21-590E-FAB0-D1E9-591E78BE8111}"/>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0CD70D05-14E0-7583-0DEB-6879500FFB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4E80A9E1-FCFB-A02E-0D53-298DCE0D45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1214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a:extLst>
            <a:ext uri="{FF2B5EF4-FFF2-40B4-BE49-F238E27FC236}">
              <a16:creationId xmlns:a16="http://schemas.microsoft.com/office/drawing/2014/main" id="{6B891A2F-F504-F1CE-6D37-1CE75A9CD103}"/>
            </a:ext>
          </a:extLst>
        </p:cNvPr>
        <p:cNvGrpSpPr/>
        <p:nvPr/>
      </p:nvGrpSpPr>
      <p:grpSpPr>
        <a:xfrm>
          <a:off x="0" y="0"/>
          <a:ext cx="0" cy="0"/>
          <a:chOff x="0" y="0"/>
          <a:chExt cx="0" cy="0"/>
        </a:xfrm>
      </p:grpSpPr>
      <p:sp>
        <p:nvSpPr>
          <p:cNvPr id="526" name="Google Shape;526;g6bb4ddd667_0_427:notes">
            <a:extLst>
              <a:ext uri="{FF2B5EF4-FFF2-40B4-BE49-F238E27FC236}">
                <a16:creationId xmlns:a16="http://schemas.microsoft.com/office/drawing/2014/main" id="{F52A3C7D-7A9E-9C9D-8D33-C016625D07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bb4ddd667_0_427:notes">
            <a:extLst>
              <a:ext uri="{FF2B5EF4-FFF2-40B4-BE49-F238E27FC236}">
                <a16:creationId xmlns:a16="http://schemas.microsoft.com/office/drawing/2014/main" id="{4B64107E-BFC0-32FC-BC99-F91D0E8622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8834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1"/>
        <p:cNvGrpSpPr/>
        <p:nvPr/>
      </p:nvGrpSpPr>
      <p:grpSpPr>
        <a:xfrm>
          <a:off x="0" y="0"/>
          <a:ext cx="0" cy="0"/>
          <a:chOff x="0" y="0"/>
          <a:chExt cx="0" cy="0"/>
        </a:xfrm>
      </p:grpSpPr>
      <p:sp>
        <p:nvSpPr>
          <p:cNvPr id="3002" name="Google Shape;3002;g6bf9e5999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3" name="Google Shape;3003;g6bf9e5999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974350" y="527325"/>
            <a:ext cx="3769500" cy="2915100"/>
          </a:xfrm>
          <a:prstGeom prst="rect">
            <a:avLst/>
          </a:prstGeom>
        </p:spPr>
        <p:txBody>
          <a:bodyPr spcFirstLastPara="1" wrap="square" lIns="91425" tIns="91425" rIns="91425" bIns="91425" anchor="b" anchorCtr="0">
            <a:noAutofit/>
          </a:bodyPr>
          <a:lstStyle>
            <a:lvl1pPr lvl="0">
              <a:spcBef>
                <a:spcPts val="0"/>
              </a:spcBef>
              <a:spcAft>
                <a:spcPts val="0"/>
              </a:spcAft>
              <a:buClr>
                <a:srgbClr val="1F1C51"/>
              </a:buClr>
              <a:buSzPts val="4800"/>
              <a:buNone/>
              <a:defRPr sz="4800">
                <a:solidFill>
                  <a:srgbClr val="1F1C51"/>
                </a:solidFill>
              </a:defRPr>
            </a:lvl1pPr>
            <a:lvl2pPr lvl="1">
              <a:spcBef>
                <a:spcPts val="0"/>
              </a:spcBef>
              <a:spcAft>
                <a:spcPts val="0"/>
              </a:spcAft>
              <a:buClr>
                <a:srgbClr val="1F1C51"/>
              </a:buClr>
              <a:buSzPts val="6000"/>
              <a:buNone/>
              <a:defRPr sz="6000">
                <a:solidFill>
                  <a:srgbClr val="1F1C51"/>
                </a:solidFill>
              </a:defRPr>
            </a:lvl2pPr>
            <a:lvl3pPr lvl="2">
              <a:spcBef>
                <a:spcPts val="0"/>
              </a:spcBef>
              <a:spcAft>
                <a:spcPts val="0"/>
              </a:spcAft>
              <a:buClr>
                <a:srgbClr val="1F1C51"/>
              </a:buClr>
              <a:buSzPts val="6000"/>
              <a:buNone/>
              <a:defRPr sz="6000">
                <a:solidFill>
                  <a:srgbClr val="1F1C51"/>
                </a:solidFill>
              </a:defRPr>
            </a:lvl3pPr>
            <a:lvl4pPr lvl="3">
              <a:spcBef>
                <a:spcPts val="0"/>
              </a:spcBef>
              <a:spcAft>
                <a:spcPts val="0"/>
              </a:spcAft>
              <a:buClr>
                <a:srgbClr val="1F1C51"/>
              </a:buClr>
              <a:buSzPts val="6000"/>
              <a:buNone/>
              <a:defRPr sz="6000">
                <a:solidFill>
                  <a:srgbClr val="1F1C51"/>
                </a:solidFill>
              </a:defRPr>
            </a:lvl4pPr>
            <a:lvl5pPr lvl="4">
              <a:spcBef>
                <a:spcPts val="0"/>
              </a:spcBef>
              <a:spcAft>
                <a:spcPts val="0"/>
              </a:spcAft>
              <a:buClr>
                <a:srgbClr val="1F1C51"/>
              </a:buClr>
              <a:buSzPts val="6000"/>
              <a:buNone/>
              <a:defRPr sz="6000">
                <a:solidFill>
                  <a:srgbClr val="1F1C51"/>
                </a:solidFill>
              </a:defRPr>
            </a:lvl5pPr>
            <a:lvl6pPr lvl="5">
              <a:spcBef>
                <a:spcPts val="0"/>
              </a:spcBef>
              <a:spcAft>
                <a:spcPts val="0"/>
              </a:spcAft>
              <a:buClr>
                <a:srgbClr val="1F1C51"/>
              </a:buClr>
              <a:buSzPts val="6000"/>
              <a:buNone/>
              <a:defRPr sz="6000">
                <a:solidFill>
                  <a:srgbClr val="1F1C51"/>
                </a:solidFill>
              </a:defRPr>
            </a:lvl6pPr>
            <a:lvl7pPr lvl="6">
              <a:spcBef>
                <a:spcPts val="0"/>
              </a:spcBef>
              <a:spcAft>
                <a:spcPts val="0"/>
              </a:spcAft>
              <a:buClr>
                <a:srgbClr val="1F1C51"/>
              </a:buClr>
              <a:buSzPts val="6000"/>
              <a:buNone/>
              <a:defRPr sz="6000">
                <a:solidFill>
                  <a:srgbClr val="1F1C51"/>
                </a:solidFill>
              </a:defRPr>
            </a:lvl7pPr>
            <a:lvl8pPr lvl="7">
              <a:spcBef>
                <a:spcPts val="0"/>
              </a:spcBef>
              <a:spcAft>
                <a:spcPts val="0"/>
              </a:spcAft>
              <a:buClr>
                <a:srgbClr val="1F1C51"/>
              </a:buClr>
              <a:buSzPts val="6000"/>
              <a:buNone/>
              <a:defRPr sz="6000">
                <a:solidFill>
                  <a:srgbClr val="1F1C51"/>
                </a:solidFill>
              </a:defRPr>
            </a:lvl8pPr>
            <a:lvl9pPr lvl="8">
              <a:spcBef>
                <a:spcPts val="0"/>
              </a:spcBef>
              <a:spcAft>
                <a:spcPts val="0"/>
              </a:spcAft>
              <a:buClr>
                <a:srgbClr val="1F1C51"/>
              </a:buClr>
              <a:buSzPts val="6000"/>
              <a:buNone/>
              <a:defRPr sz="6000">
                <a:solidFill>
                  <a:srgbClr val="1F1C51"/>
                </a:solidFill>
              </a:defRPr>
            </a:lvl9pPr>
          </a:lstStyle>
          <a:p>
            <a:endParaRPr/>
          </a:p>
        </p:txBody>
      </p:sp>
      <p:sp>
        <p:nvSpPr>
          <p:cNvPr id="10" name="Google Shape;10;p2"/>
          <p:cNvSpPr txBox="1">
            <a:spLocks noGrp="1"/>
          </p:cNvSpPr>
          <p:nvPr>
            <p:ph type="subTitle" idx="1"/>
          </p:nvPr>
        </p:nvSpPr>
        <p:spPr>
          <a:xfrm>
            <a:off x="4974350" y="3518775"/>
            <a:ext cx="38763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rgbClr val="1F1C51"/>
              </a:buClr>
              <a:buSzPts val="1800"/>
              <a:buNone/>
              <a:defRPr>
                <a:solidFill>
                  <a:srgbClr val="1F1C51"/>
                </a:solidFill>
              </a:defRPr>
            </a:lvl1pPr>
            <a:lvl2pPr lvl="1">
              <a:lnSpc>
                <a:spcPct val="100000"/>
              </a:lnSpc>
              <a:spcBef>
                <a:spcPts val="0"/>
              </a:spcBef>
              <a:spcAft>
                <a:spcPts val="0"/>
              </a:spcAft>
              <a:buClr>
                <a:srgbClr val="1F1C51"/>
              </a:buClr>
              <a:buSzPts val="2800"/>
              <a:buNone/>
              <a:defRPr sz="2800">
                <a:solidFill>
                  <a:srgbClr val="1F1C51"/>
                </a:solidFill>
              </a:defRPr>
            </a:lvl2pPr>
            <a:lvl3pPr lvl="2">
              <a:lnSpc>
                <a:spcPct val="100000"/>
              </a:lnSpc>
              <a:spcBef>
                <a:spcPts val="0"/>
              </a:spcBef>
              <a:spcAft>
                <a:spcPts val="0"/>
              </a:spcAft>
              <a:buClr>
                <a:srgbClr val="1F1C51"/>
              </a:buClr>
              <a:buSzPts val="2800"/>
              <a:buNone/>
              <a:defRPr sz="2800">
                <a:solidFill>
                  <a:srgbClr val="1F1C51"/>
                </a:solidFill>
              </a:defRPr>
            </a:lvl3pPr>
            <a:lvl4pPr lvl="3">
              <a:lnSpc>
                <a:spcPct val="100000"/>
              </a:lnSpc>
              <a:spcBef>
                <a:spcPts val="0"/>
              </a:spcBef>
              <a:spcAft>
                <a:spcPts val="0"/>
              </a:spcAft>
              <a:buClr>
                <a:srgbClr val="1F1C51"/>
              </a:buClr>
              <a:buSzPts val="2800"/>
              <a:buNone/>
              <a:defRPr sz="2800">
                <a:solidFill>
                  <a:srgbClr val="1F1C51"/>
                </a:solidFill>
              </a:defRPr>
            </a:lvl4pPr>
            <a:lvl5pPr lvl="4">
              <a:lnSpc>
                <a:spcPct val="100000"/>
              </a:lnSpc>
              <a:spcBef>
                <a:spcPts val="0"/>
              </a:spcBef>
              <a:spcAft>
                <a:spcPts val="0"/>
              </a:spcAft>
              <a:buClr>
                <a:srgbClr val="1F1C51"/>
              </a:buClr>
              <a:buSzPts val="2800"/>
              <a:buNone/>
              <a:defRPr sz="2800">
                <a:solidFill>
                  <a:srgbClr val="1F1C51"/>
                </a:solidFill>
              </a:defRPr>
            </a:lvl5pPr>
            <a:lvl6pPr lvl="5">
              <a:lnSpc>
                <a:spcPct val="100000"/>
              </a:lnSpc>
              <a:spcBef>
                <a:spcPts val="0"/>
              </a:spcBef>
              <a:spcAft>
                <a:spcPts val="0"/>
              </a:spcAft>
              <a:buClr>
                <a:srgbClr val="1F1C51"/>
              </a:buClr>
              <a:buSzPts val="2800"/>
              <a:buNone/>
              <a:defRPr sz="2800">
                <a:solidFill>
                  <a:srgbClr val="1F1C51"/>
                </a:solidFill>
              </a:defRPr>
            </a:lvl6pPr>
            <a:lvl7pPr lvl="6">
              <a:lnSpc>
                <a:spcPct val="100000"/>
              </a:lnSpc>
              <a:spcBef>
                <a:spcPts val="0"/>
              </a:spcBef>
              <a:spcAft>
                <a:spcPts val="0"/>
              </a:spcAft>
              <a:buClr>
                <a:srgbClr val="1F1C51"/>
              </a:buClr>
              <a:buSzPts val="2800"/>
              <a:buNone/>
              <a:defRPr sz="2800">
                <a:solidFill>
                  <a:srgbClr val="1F1C51"/>
                </a:solidFill>
              </a:defRPr>
            </a:lvl7pPr>
            <a:lvl8pPr lvl="7">
              <a:lnSpc>
                <a:spcPct val="100000"/>
              </a:lnSpc>
              <a:spcBef>
                <a:spcPts val="0"/>
              </a:spcBef>
              <a:spcAft>
                <a:spcPts val="0"/>
              </a:spcAft>
              <a:buClr>
                <a:srgbClr val="1F1C51"/>
              </a:buClr>
              <a:buSzPts val="2800"/>
              <a:buNone/>
              <a:defRPr sz="2800">
                <a:solidFill>
                  <a:srgbClr val="1F1C51"/>
                </a:solidFill>
              </a:defRPr>
            </a:lvl8pPr>
            <a:lvl9pPr lvl="8">
              <a:lnSpc>
                <a:spcPct val="100000"/>
              </a:lnSpc>
              <a:spcBef>
                <a:spcPts val="0"/>
              </a:spcBef>
              <a:spcAft>
                <a:spcPts val="0"/>
              </a:spcAft>
              <a:buClr>
                <a:srgbClr val="1F1C51"/>
              </a:buClr>
              <a:buSzPts val="2800"/>
              <a:buNone/>
              <a:defRPr sz="2800">
                <a:solidFill>
                  <a:srgbClr val="1F1C5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8BE3FF"/>
            </a:gs>
            <a:gs pos="100000">
              <a:srgbClr val="ACFFD9"/>
            </a:gs>
          </a:gsLst>
          <a:lin ang="5400012" scaled="0"/>
        </a:grad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876325" y="1458975"/>
            <a:ext cx="4559100" cy="167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3"/>
          <p:cNvSpPr txBox="1">
            <a:spLocks noGrp="1"/>
          </p:cNvSpPr>
          <p:nvPr>
            <p:ph type="subTitle" idx="1"/>
          </p:nvPr>
        </p:nvSpPr>
        <p:spPr>
          <a:xfrm>
            <a:off x="876325" y="3087550"/>
            <a:ext cx="29778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1F1C51"/>
              </a:buClr>
              <a:buSzPts val="1800"/>
              <a:buNone/>
              <a:defRPr>
                <a:solidFill>
                  <a:srgbClr val="1F1C51"/>
                </a:solidFill>
              </a:defRPr>
            </a:lvl1pPr>
            <a:lvl2pPr lvl="1" rtl="0">
              <a:lnSpc>
                <a:spcPct val="100000"/>
              </a:lnSpc>
              <a:spcBef>
                <a:spcPts val="0"/>
              </a:spcBef>
              <a:spcAft>
                <a:spcPts val="0"/>
              </a:spcAft>
              <a:buClr>
                <a:srgbClr val="1F1C51"/>
              </a:buClr>
              <a:buSzPts val="2800"/>
              <a:buNone/>
              <a:defRPr sz="2800">
                <a:solidFill>
                  <a:srgbClr val="1F1C51"/>
                </a:solidFill>
              </a:defRPr>
            </a:lvl2pPr>
            <a:lvl3pPr lvl="2" rtl="0">
              <a:lnSpc>
                <a:spcPct val="100000"/>
              </a:lnSpc>
              <a:spcBef>
                <a:spcPts val="0"/>
              </a:spcBef>
              <a:spcAft>
                <a:spcPts val="0"/>
              </a:spcAft>
              <a:buClr>
                <a:srgbClr val="1F1C51"/>
              </a:buClr>
              <a:buSzPts val="2800"/>
              <a:buNone/>
              <a:defRPr sz="2800">
                <a:solidFill>
                  <a:srgbClr val="1F1C51"/>
                </a:solidFill>
              </a:defRPr>
            </a:lvl3pPr>
            <a:lvl4pPr lvl="3" rtl="0">
              <a:lnSpc>
                <a:spcPct val="100000"/>
              </a:lnSpc>
              <a:spcBef>
                <a:spcPts val="0"/>
              </a:spcBef>
              <a:spcAft>
                <a:spcPts val="0"/>
              </a:spcAft>
              <a:buClr>
                <a:srgbClr val="1F1C51"/>
              </a:buClr>
              <a:buSzPts val="2800"/>
              <a:buNone/>
              <a:defRPr sz="2800">
                <a:solidFill>
                  <a:srgbClr val="1F1C51"/>
                </a:solidFill>
              </a:defRPr>
            </a:lvl4pPr>
            <a:lvl5pPr lvl="4" rtl="0">
              <a:lnSpc>
                <a:spcPct val="100000"/>
              </a:lnSpc>
              <a:spcBef>
                <a:spcPts val="0"/>
              </a:spcBef>
              <a:spcAft>
                <a:spcPts val="0"/>
              </a:spcAft>
              <a:buClr>
                <a:srgbClr val="1F1C51"/>
              </a:buClr>
              <a:buSzPts val="2800"/>
              <a:buNone/>
              <a:defRPr sz="2800">
                <a:solidFill>
                  <a:srgbClr val="1F1C51"/>
                </a:solidFill>
              </a:defRPr>
            </a:lvl5pPr>
            <a:lvl6pPr lvl="5" rtl="0">
              <a:lnSpc>
                <a:spcPct val="100000"/>
              </a:lnSpc>
              <a:spcBef>
                <a:spcPts val="0"/>
              </a:spcBef>
              <a:spcAft>
                <a:spcPts val="0"/>
              </a:spcAft>
              <a:buClr>
                <a:srgbClr val="1F1C51"/>
              </a:buClr>
              <a:buSzPts val="2800"/>
              <a:buNone/>
              <a:defRPr sz="2800">
                <a:solidFill>
                  <a:srgbClr val="1F1C51"/>
                </a:solidFill>
              </a:defRPr>
            </a:lvl6pPr>
            <a:lvl7pPr lvl="6" rtl="0">
              <a:lnSpc>
                <a:spcPct val="100000"/>
              </a:lnSpc>
              <a:spcBef>
                <a:spcPts val="0"/>
              </a:spcBef>
              <a:spcAft>
                <a:spcPts val="0"/>
              </a:spcAft>
              <a:buClr>
                <a:srgbClr val="1F1C51"/>
              </a:buClr>
              <a:buSzPts val="2800"/>
              <a:buNone/>
              <a:defRPr sz="2800">
                <a:solidFill>
                  <a:srgbClr val="1F1C51"/>
                </a:solidFill>
              </a:defRPr>
            </a:lvl7pPr>
            <a:lvl8pPr lvl="7" rtl="0">
              <a:lnSpc>
                <a:spcPct val="100000"/>
              </a:lnSpc>
              <a:spcBef>
                <a:spcPts val="0"/>
              </a:spcBef>
              <a:spcAft>
                <a:spcPts val="0"/>
              </a:spcAft>
              <a:buClr>
                <a:srgbClr val="1F1C51"/>
              </a:buClr>
              <a:buSzPts val="2800"/>
              <a:buNone/>
              <a:defRPr sz="2800">
                <a:solidFill>
                  <a:srgbClr val="1F1C51"/>
                </a:solidFill>
              </a:defRPr>
            </a:lvl8pPr>
            <a:lvl9pPr lvl="8" rtl="0">
              <a:lnSpc>
                <a:spcPct val="100000"/>
              </a:lnSpc>
              <a:spcBef>
                <a:spcPts val="0"/>
              </a:spcBef>
              <a:spcAft>
                <a:spcPts val="0"/>
              </a:spcAft>
              <a:buClr>
                <a:srgbClr val="1F1C51"/>
              </a:buClr>
              <a:buSzPts val="2800"/>
              <a:buNone/>
              <a:defRPr sz="2800">
                <a:solidFill>
                  <a:srgbClr val="1F1C51"/>
                </a:solidFill>
              </a:defRPr>
            </a:lvl9pPr>
          </a:lstStyle>
          <a:p>
            <a:endParaRPr/>
          </a:p>
        </p:txBody>
      </p:sp>
      <p:sp>
        <p:nvSpPr>
          <p:cNvPr id="14" name="Google Shape;14;p3"/>
          <p:cNvSpPr txBox="1">
            <a:spLocks noGrp="1"/>
          </p:cNvSpPr>
          <p:nvPr>
            <p:ph type="title" idx="2" hasCustomPrompt="1"/>
          </p:nvPr>
        </p:nvSpPr>
        <p:spPr>
          <a:xfrm>
            <a:off x="876325" y="792425"/>
            <a:ext cx="2657700" cy="792600"/>
          </a:xfrm>
          <a:prstGeom prst="rect">
            <a:avLst/>
          </a:prstGeom>
        </p:spPr>
        <p:txBody>
          <a:bodyPr spcFirstLastPara="1" wrap="square" lIns="91425" tIns="91425" rIns="91425" bIns="91425"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number">
  <p:cSld name="BIG_NUMBER">
    <p:bg>
      <p:bgPr>
        <a:gradFill>
          <a:gsLst>
            <a:gs pos="0">
              <a:srgbClr val="8BE3FF"/>
            </a:gs>
            <a:gs pos="100000">
              <a:srgbClr val="ACFFD9"/>
            </a:gs>
          </a:gsLst>
          <a:lin ang="5400700" scaled="0"/>
        </a:gradFill>
        <a:effectLst/>
      </p:bgPr>
    </p:bg>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72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TITLE_1">
    <p:bg>
      <p:bgPr>
        <a:gradFill>
          <a:gsLst>
            <a:gs pos="0">
              <a:srgbClr val="8BE3FF"/>
            </a:gs>
            <a:gs pos="100000">
              <a:srgbClr val="ACFFD9"/>
            </a:gs>
          </a:gsLst>
          <a:lin ang="5400012" scaled="0"/>
        </a:gradFill>
        <a:effectLst/>
      </p:bgPr>
    </p:bg>
    <p:spTree>
      <p:nvGrpSpPr>
        <p:cNvPr id="1" name="Shape 45"/>
        <p:cNvGrpSpPr/>
        <p:nvPr/>
      </p:nvGrpSpPr>
      <p:grpSpPr>
        <a:xfrm>
          <a:off x="0" y="0"/>
          <a:ext cx="0" cy="0"/>
          <a:chOff x="0" y="0"/>
          <a:chExt cx="0" cy="0"/>
        </a:xfrm>
      </p:grpSpPr>
      <p:sp>
        <p:nvSpPr>
          <p:cNvPr id="46" name="Google Shape;46;p13"/>
          <p:cNvSpPr txBox="1">
            <a:spLocks noGrp="1"/>
          </p:cNvSpPr>
          <p:nvPr>
            <p:ph type="ctrTitle"/>
          </p:nvPr>
        </p:nvSpPr>
        <p:spPr>
          <a:xfrm>
            <a:off x="572003" y="614888"/>
            <a:ext cx="2729100" cy="4581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1F1C51"/>
              </a:buClr>
              <a:buSzPts val="1800"/>
              <a:buNone/>
              <a:defRPr sz="1800">
                <a:solidFill>
                  <a:srgbClr val="1F1C51"/>
                </a:solidFill>
              </a:defRPr>
            </a:lvl1pPr>
            <a:lvl2pPr lvl="1" algn="r" rtl="0">
              <a:spcBef>
                <a:spcPts val="0"/>
              </a:spcBef>
              <a:spcAft>
                <a:spcPts val="0"/>
              </a:spcAft>
              <a:buClr>
                <a:srgbClr val="1F1C51"/>
              </a:buClr>
              <a:buSzPts val="1800"/>
              <a:buNone/>
              <a:defRPr sz="1800">
                <a:solidFill>
                  <a:srgbClr val="1F1C51"/>
                </a:solidFill>
              </a:defRPr>
            </a:lvl2pPr>
            <a:lvl3pPr lvl="2" algn="r" rtl="0">
              <a:spcBef>
                <a:spcPts val="0"/>
              </a:spcBef>
              <a:spcAft>
                <a:spcPts val="0"/>
              </a:spcAft>
              <a:buClr>
                <a:srgbClr val="1F1C51"/>
              </a:buClr>
              <a:buSzPts val="1800"/>
              <a:buNone/>
              <a:defRPr sz="1800">
                <a:solidFill>
                  <a:srgbClr val="1F1C51"/>
                </a:solidFill>
              </a:defRPr>
            </a:lvl3pPr>
            <a:lvl4pPr lvl="3" algn="r" rtl="0">
              <a:spcBef>
                <a:spcPts val="0"/>
              </a:spcBef>
              <a:spcAft>
                <a:spcPts val="0"/>
              </a:spcAft>
              <a:buClr>
                <a:srgbClr val="1F1C51"/>
              </a:buClr>
              <a:buSzPts val="1800"/>
              <a:buNone/>
              <a:defRPr sz="1800">
                <a:solidFill>
                  <a:srgbClr val="1F1C51"/>
                </a:solidFill>
              </a:defRPr>
            </a:lvl4pPr>
            <a:lvl5pPr lvl="4" algn="r" rtl="0">
              <a:spcBef>
                <a:spcPts val="0"/>
              </a:spcBef>
              <a:spcAft>
                <a:spcPts val="0"/>
              </a:spcAft>
              <a:buClr>
                <a:srgbClr val="1F1C51"/>
              </a:buClr>
              <a:buSzPts val="1800"/>
              <a:buNone/>
              <a:defRPr sz="1800">
                <a:solidFill>
                  <a:srgbClr val="1F1C51"/>
                </a:solidFill>
              </a:defRPr>
            </a:lvl5pPr>
            <a:lvl6pPr lvl="5" algn="r" rtl="0">
              <a:spcBef>
                <a:spcPts val="0"/>
              </a:spcBef>
              <a:spcAft>
                <a:spcPts val="0"/>
              </a:spcAft>
              <a:buClr>
                <a:srgbClr val="1F1C51"/>
              </a:buClr>
              <a:buSzPts val="1800"/>
              <a:buNone/>
              <a:defRPr sz="1800">
                <a:solidFill>
                  <a:srgbClr val="1F1C51"/>
                </a:solidFill>
              </a:defRPr>
            </a:lvl6pPr>
            <a:lvl7pPr lvl="6" algn="r" rtl="0">
              <a:spcBef>
                <a:spcPts val="0"/>
              </a:spcBef>
              <a:spcAft>
                <a:spcPts val="0"/>
              </a:spcAft>
              <a:buClr>
                <a:srgbClr val="1F1C51"/>
              </a:buClr>
              <a:buSzPts val="1800"/>
              <a:buNone/>
              <a:defRPr sz="1800">
                <a:solidFill>
                  <a:srgbClr val="1F1C51"/>
                </a:solidFill>
              </a:defRPr>
            </a:lvl7pPr>
            <a:lvl8pPr lvl="7" algn="r" rtl="0">
              <a:spcBef>
                <a:spcPts val="0"/>
              </a:spcBef>
              <a:spcAft>
                <a:spcPts val="0"/>
              </a:spcAft>
              <a:buClr>
                <a:srgbClr val="1F1C51"/>
              </a:buClr>
              <a:buSzPts val="1800"/>
              <a:buNone/>
              <a:defRPr sz="1800">
                <a:solidFill>
                  <a:srgbClr val="1F1C51"/>
                </a:solidFill>
              </a:defRPr>
            </a:lvl8pPr>
            <a:lvl9pPr lvl="8" algn="r" rtl="0">
              <a:spcBef>
                <a:spcPts val="0"/>
              </a:spcBef>
              <a:spcAft>
                <a:spcPts val="0"/>
              </a:spcAft>
              <a:buClr>
                <a:srgbClr val="1F1C51"/>
              </a:buClr>
              <a:buSzPts val="1800"/>
              <a:buNone/>
              <a:defRPr sz="1800">
                <a:solidFill>
                  <a:srgbClr val="1F1C51"/>
                </a:solidFill>
              </a:defRPr>
            </a:lvl9pPr>
          </a:lstStyle>
          <a:p>
            <a:endParaRPr/>
          </a:p>
        </p:txBody>
      </p:sp>
      <p:sp>
        <p:nvSpPr>
          <p:cNvPr id="47" name="Google Shape;47;p13"/>
          <p:cNvSpPr txBox="1">
            <a:spLocks noGrp="1"/>
          </p:cNvSpPr>
          <p:nvPr>
            <p:ph type="subTitle" idx="1"/>
          </p:nvPr>
        </p:nvSpPr>
        <p:spPr>
          <a:xfrm>
            <a:off x="572003" y="1013113"/>
            <a:ext cx="2729100" cy="63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1F1C51"/>
              </a:buClr>
              <a:buSzPts val="1400"/>
              <a:buNone/>
              <a:defRPr sz="1400">
                <a:solidFill>
                  <a:srgbClr val="1F1C51"/>
                </a:solidFill>
              </a:defRPr>
            </a:lvl1pPr>
            <a:lvl2pPr lvl="1" algn="r" rtl="0">
              <a:lnSpc>
                <a:spcPct val="100000"/>
              </a:lnSpc>
              <a:spcBef>
                <a:spcPts val="0"/>
              </a:spcBef>
              <a:spcAft>
                <a:spcPts val="0"/>
              </a:spcAft>
              <a:buClr>
                <a:srgbClr val="1F1C51"/>
              </a:buClr>
              <a:buSzPts val="1400"/>
              <a:buNone/>
              <a:defRPr>
                <a:solidFill>
                  <a:srgbClr val="1F1C51"/>
                </a:solidFill>
              </a:defRPr>
            </a:lvl2pPr>
            <a:lvl3pPr lvl="2" algn="r" rtl="0">
              <a:lnSpc>
                <a:spcPct val="100000"/>
              </a:lnSpc>
              <a:spcBef>
                <a:spcPts val="0"/>
              </a:spcBef>
              <a:spcAft>
                <a:spcPts val="0"/>
              </a:spcAft>
              <a:buClr>
                <a:srgbClr val="1F1C51"/>
              </a:buClr>
              <a:buSzPts val="1400"/>
              <a:buNone/>
              <a:defRPr>
                <a:solidFill>
                  <a:srgbClr val="1F1C51"/>
                </a:solidFill>
              </a:defRPr>
            </a:lvl3pPr>
            <a:lvl4pPr lvl="3" algn="r" rtl="0">
              <a:lnSpc>
                <a:spcPct val="100000"/>
              </a:lnSpc>
              <a:spcBef>
                <a:spcPts val="0"/>
              </a:spcBef>
              <a:spcAft>
                <a:spcPts val="0"/>
              </a:spcAft>
              <a:buClr>
                <a:srgbClr val="1F1C51"/>
              </a:buClr>
              <a:buSzPts val="1400"/>
              <a:buNone/>
              <a:defRPr>
                <a:solidFill>
                  <a:srgbClr val="1F1C51"/>
                </a:solidFill>
              </a:defRPr>
            </a:lvl4pPr>
            <a:lvl5pPr lvl="4" algn="r" rtl="0">
              <a:lnSpc>
                <a:spcPct val="100000"/>
              </a:lnSpc>
              <a:spcBef>
                <a:spcPts val="0"/>
              </a:spcBef>
              <a:spcAft>
                <a:spcPts val="0"/>
              </a:spcAft>
              <a:buClr>
                <a:srgbClr val="1F1C51"/>
              </a:buClr>
              <a:buSzPts val="1400"/>
              <a:buNone/>
              <a:defRPr>
                <a:solidFill>
                  <a:srgbClr val="1F1C51"/>
                </a:solidFill>
              </a:defRPr>
            </a:lvl5pPr>
            <a:lvl6pPr lvl="5" algn="r" rtl="0">
              <a:lnSpc>
                <a:spcPct val="100000"/>
              </a:lnSpc>
              <a:spcBef>
                <a:spcPts val="0"/>
              </a:spcBef>
              <a:spcAft>
                <a:spcPts val="0"/>
              </a:spcAft>
              <a:buClr>
                <a:srgbClr val="1F1C51"/>
              </a:buClr>
              <a:buSzPts val="1400"/>
              <a:buNone/>
              <a:defRPr>
                <a:solidFill>
                  <a:srgbClr val="1F1C51"/>
                </a:solidFill>
              </a:defRPr>
            </a:lvl6pPr>
            <a:lvl7pPr lvl="6" algn="r" rtl="0">
              <a:lnSpc>
                <a:spcPct val="100000"/>
              </a:lnSpc>
              <a:spcBef>
                <a:spcPts val="0"/>
              </a:spcBef>
              <a:spcAft>
                <a:spcPts val="0"/>
              </a:spcAft>
              <a:buClr>
                <a:srgbClr val="1F1C51"/>
              </a:buClr>
              <a:buSzPts val="1400"/>
              <a:buNone/>
              <a:defRPr>
                <a:solidFill>
                  <a:srgbClr val="1F1C51"/>
                </a:solidFill>
              </a:defRPr>
            </a:lvl7pPr>
            <a:lvl8pPr lvl="7" algn="r" rtl="0">
              <a:lnSpc>
                <a:spcPct val="100000"/>
              </a:lnSpc>
              <a:spcBef>
                <a:spcPts val="0"/>
              </a:spcBef>
              <a:spcAft>
                <a:spcPts val="0"/>
              </a:spcAft>
              <a:buClr>
                <a:srgbClr val="1F1C51"/>
              </a:buClr>
              <a:buSzPts val="1400"/>
              <a:buNone/>
              <a:defRPr>
                <a:solidFill>
                  <a:srgbClr val="1F1C51"/>
                </a:solidFill>
              </a:defRPr>
            </a:lvl8pPr>
            <a:lvl9pPr lvl="8" algn="r" rtl="0">
              <a:lnSpc>
                <a:spcPct val="100000"/>
              </a:lnSpc>
              <a:spcBef>
                <a:spcPts val="0"/>
              </a:spcBef>
              <a:spcAft>
                <a:spcPts val="0"/>
              </a:spcAft>
              <a:buClr>
                <a:srgbClr val="1F1C51"/>
              </a:buClr>
              <a:buSzPts val="1400"/>
              <a:buNone/>
              <a:defRPr>
                <a:solidFill>
                  <a:srgbClr val="1F1C51"/>
                </a:solidFill>
              </a:defRPr>
            </a:lvl9pPr>
          </a:lstStyle>
          <a:p>
            <a:endParaRPr/>
          </a:p>
        </p:txBody>
      </p:sp>
      <p:sp>
        <p:nvSpPr>
          <p:cNvPr id="48" name="Google Shape;48;p13"/>
          <p:cNvSpPr txBox="1">
            <a:spLocks noGrp="1"/>
          </p:cNvSpPr>
          <p:nvPr>
            <p:ph type="ctrTitle" idx="2"/>
          </p:nvPr>
        </p:nvSpPr>
        <p:spPr>
          <a:xfrm>
            <a:off x="572003" y="2055075"/>
            <a:ext cx="2729100" cy="4581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1F1C51"/>
              </a:buClr>
              <a:buSzPts val="1800"/>
              <a:buNone/>
              <a:defRPr sz="1800">
                <a:solidFill>
                  <a:srgbClr val="1F1C51"/>
                </a:solidFill>
              </a:defRPr>
            </a:lvl1pPr>
            <a:lvl2pPr lvl="1" algn="r" rtl="0">
              <a:spcBef>
                <a:spcPts val="0"/>
              </a:spcBef>
              <a:spcAft>
                <a:spcPts val="0"/>
              </a:spcAft>
              <a:buClr>
                <a:srgbClr val="1F1C51"/>
              </a:buClr>
              <a:buSzPts val="1800"/>
              <a:buNone/>
              <a:defRPr sz="1800">
                <a:solidFill>
                  <a:srgbClr val="1F1C51"/>
                </a:solidFill>
              </a:defRPr>
            </a:lvl2pPr>
            <a:lvl3pPr lvl="2" algn="r" rtl="0">
              <a:spcBef>
                <a:spcPts val="0"/>
              </a:spcBef>
              <a:spcAft>
                <a:spcPts val="0"/>
              </a:spcAft>
              <a:buClr>
                <a:srgbClr val="1F1C51"/>
              </a:buClr>
              <a:buSzPts val="1800"/>
              <a:buNone/>
              <a:defRPr sz="1800">
                <a:solidFill>
                  <a:srgbClr val="1F1C51"/>
                </a:solidFill>
              </a:defRPr>
            </a:lvl3pPr>
            <a:lvl4pPr lvl="3" algn="r" rtl="0">
              <a:spcBef>
                <a:spcPts val="0"/>
              </a:spcBef>
              <a:spcAft>
                <a:spcPts val="0"/>
              </a:spcAft>
              <a:buClr>
                <a:srgbClr val="1F1C51"/>
              </a:buClr>
              <a:buSzPts val="1800"/>
              <a:buNone/>
              <a:defRPr sz="1800">
                <a:solidFill>
                  <a:srgbClr val="1F1C51"/>
                </a:solidFill>
              </a:defRPr>
            </a:lvl4pPr>
            <a:lvl5pPr lvl="4" algn="r" rtl="0">
              <a:spcBef>
                <a:spcPts val="0"/>
              </a:spcBef>
              <a:spcAft>
                <a:spcPts val="0"/>
              </a:spcAft>
              <a:buClr>
                <a:srgbClr val="1F1C51"/>
              </a:buClr>
              <a:buSzPts val="1800"/>
              <a:buNone/>
              <a:defRPr sz="1800">
                <a:solidFill>
                  <a:srgbClr val="1F1C51"/>
                </a:solidFill>
              </a:defRPr>
            </a:lvl5pPr>
            <a:lvl6pPr lvl="5" algn="r" rtl="0">
              <a:spcBef>
                <a:spcPts val="0"/>
              </a:spcBef>
              <a:spcAft>
                <a:spcPts val="0"/>
              </a:spcAft>
              <a:buClr>
                <a:srgbClr val="1F1C51"/>
              </a:buClr>
              <a:buSzPts val="1800"/>
              <a:buNone/>
              <a:defRPr sz="1800">
                <a:solidFill>
                  <a:srgbClr val="1F1C51"/>
                </a:solidFill>
              </a:defRPr>
            </a:lvl6pPr>
            <a:lvl7pPr lvl="6" algn="r" rtl="0">
              <a:spcBef>
                <a:spcPts val="0"/>
              </a:spcBef>
              <a:spcAft>
                <a:spcPts val="0"/>
              </a:spcAft>
              <a:buClr>
                <a:srgbClr val="1F1C51"/>
              </a:buClr>
              <a:buSzPts val="1800"/>
              <a:buNone/>
              <a:defRPr sz="1800">
                <a:solidFill>
                  <a:srgbClr val="1F1C51"/>
                </a:solidFill>
              </a:defRPr>
            </a:lvl7pPr>
            <a:lvl8pPr lvl="7" algn="r" rtl="0">
              <a:spcBef>
                <a:spcPts val="0"/>
              </a:spcBef>
              <a:spcAft>
                <a:spcPts val="0"/>
              </a:spcAft>
              <a:buClr>
                <a:srgbClr val="1F1C51"/>
              </a:buClr>
              <a:buSzPts val="1800"/>
              <a:buNone/>
              <a:defRPr sz="1800">
                <a:solidFill>
                  <a:srgbClr val="1F1C51"/>
                </a:solidFill>
              </a:defRPr>
            </a:lvl8pPr>
            <a:lvl9pPr lvl="8" algn="r" rtl="0">
              <a:spcBef>
                <a:spcPts val="0"/>
              </a:spcBef>
              <a:spcAft>
                <a:spcPts val="0"/>
              </a:spcAft>
              <a:buClr>
                <a:srgbClr val="1F1C51"/>
              </a:buClr>
              <a:buSzPts val="1800"/>
              <a:buNone/>
              <a:defRPr sz="1800">
                <a:solidFill>
                  <a:srgbClr val="1F1C51"/>
                </a:solidFill>
              </a:defRPr>
            </a:lvl9pPr>
          </a:lstStyle>
          <a:p>
            <a:endParaRPr/>
          </a:p>
        </p:txBody>
      </p:sp>
      <p:sp>
        <p:nvSpPr>
          <p:cNvPr id="49" name="Google Shape;49;p13"/>
          <p:cNvSpPr txBox="1">
            <a:spLocks noGrp="1"/>
          </p:cNvSpPr>
          <p:nvPr>
            <p:ph type="subTitle" idx="3"/>
          </p:nvPr>
        </p:nvSpPr>
        <p:spPr>
          <a:xfrm>
            <a:off x="572003" y="2453300"/>
            <a:ext cx="2729100" cy="63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1F1C51"/>
              </a:buClr>
              <a:buSzPts val="1400"/>
              <a:buNone/>
              <a:defRPr sz="1400">
                <a:solidFill>
                  <a:srgbClr val="1F1C51"/>
                </a:solidFill>
              </a:defRPr>
            </a:lvl1pPr>
            <a:lvl2pPr lvl="1" algn="r" rtl="0">
              <a:lnSpc>
                <a:spcPct val="100000"/>
              </a:lnSpc>
              <a:spcBef>
                <a:spcPts val="0"/>
              </a:spcBef>
              <a:spcAft>
                <a:spcPts val="0"/>
              </a:spcAft>
              <a:buClr>
                <a:srgbClr val="1F1C51"/>
              </a:buClr>
              <a:buSzPts val="1400"/>
              <a:buNone/>
              <a:defRPr>
                <a:solidFill>
                  <a:srgbClr val="1F1C51"/>
                </a:solidFill>
              </a:defRPr>
            </a:lvl2pPr>
            <a:lvl3pPr lvl="2" algn="r" rtl="0">
              <a:lnSpc>
                <a:spcPct val="100000"/>
              </a:lnSpc>
              <a:spcBef>
                <a:spcPts val="0"/>
              </a:spcBef>
              <a:spcAft>
                <a:spcPts val="0"/>
              </a:spcAft>
              <a:buClr>
                <a:srgbClr val="1F1C51"/>
              </a:buClr>
              <a:buSzPts val="1400"/>
              <a:buNone/>
              <a:defRPr>
                <a:solidFill>
                  <a:srgbClr val="1F1C51"/>
                </a:solidFill>
              </a:defRPr>
            </a:lvl3pPr>
            <a:lvl4pPr lvl="3" algn="r" rtl="0">
              <a:lnSpc>
                <a:spcPct val="100000"/>
              </a:lnSpc>
              <a:spcBef>
                <a:spcPts val="0"/>
              </a:spcBef>
              <a:spcAft>
                <a:spcPts val="0"/>
              </a:spcAft>
              <a:buClr>
                <a:srgbClr val="1F1C51"/>
              </a:buClr>
              <a:buSzPts val="1400"/>
              <a:buNone/>
              <a:defRPr>
                <a:solidFill>
                  <a:srgbClr val="1F1C51"/>
                </a:solidFill>
              </a:defRPr>
            </a:lvl4pPr>
            <a:lvl5pPr lvl="4" algn="r" rtl="0">
              <a:lnSpc>
                <a:spcPct val="100000"/>
              </a:lnSpc>
              <a:spcBef>
                <a:spcPts val="0"/>
              </a:spcBef>
              <a:spcAft>
                <a:spcPts val="0"/>
              </a:spcAft>
              <a:buClr>
                <a:srgbClr val="1F1C51"/>
              </a:buClr>
              <a:buSzPts val="1400"/>
              <a:buNone/>
              <a:defRPr>
                <a:solidFill>
                  <a:srgbClr val="1F1C51"/>
                </a:solidFill>
              </a:defRPr>
            </a:lvl5pPr>
            <a:lvl6pPr lvl="5" algn="r" rtl="0">
              <a:lnSpc>
                <a:spcPct val="100000"/>
              </a:lnSpc>
              <a:spcBef>
                <a:spcPts val="0"/>
              </a:spcBef>
              <a:spcAft>
                <a:spcPts val="0"/>
              </a:spcAft>
              <a:buClr>
                <a:srgbClr val="1F1C51"/>
              </a:buClr>
              <a:buSzPts val="1400"/>
              <a:buNone/>
              <a:defRPr>
                <a:solidFill>
                  <a:srgbClr val="1F1C51"/>
                </a:solidFill>
              </a:defRPr>
            </a:lvl6pPr>
            <a:lvl7pPr lvl="6" algn="r" rtl="0">
              <a:lnSpc>
                <a:spcPct val="100000"/>
              </a:lnSpc>
              <a:spcBef>
                <a:spcPts val="0"/>
              </a:spcBef>
              <a:spcAft>
                <a:spcPts val="0"/>
              </a:spcAft>
              <a:buClr>
                <a:srgbClr val="1F1C51"/>
              </a:buClr>
              <a:buSzPts val="1400"/>
              <a:buNone/>
              <a:defRPr>
                <a:solidFill>
                  <a:srgbClr val="1F1C51"/>
                </a:solidFill>
              </a:defRPr>
            </a:lvl7pPr>
            <a:lvl8pPr lvl="7" algn="r" rtl="0">
              <a:lnSpc>
                <a:spcPct val="100000"/>
              </a:lnSpc>
              <a:spcBef>
                <a:spcPts val="0"/>
              </a:spcBef>
              <a:spcAft>
                <a:spcPts val="0"/>
              </a:spcAft>
              <a:buClr>
                <a:srgbClr val="1F1C51"/>
              </a:buClr>
              <a:buSzPts val="1400"/>
              <a:buNone/>
              <a:defRPr>
                <a:solidFill>
                  <a:srgbClr val="1F1C51"/>
                </a:solidFill>
              </a:defRPr>
            </a:lvl8pPr>
            <a:lvl9pPr lvl="8" algn="r" rtl="0">
              <a:lnSpc>
                <a:spcPct val="100000"/>
              </a:lnSpc>
              <a:spcBef>
                <a:spcPts val="0"/>
              </a:spcBef>
              <a:spcAft>
                <a:spcPts val="0"/>
              </a:spcAft>
              <a:buClr>
                <a:srgbClr val="1F1C51"/>
              </a:buClr>
              <a:buSzPts val="1400"/>
              <a:buNone/>
              <a:defRPr>
                <a:solidFill>
                  <a:srgbClr val="1F1C51"/>
                </a:solidFill>
              </a:defRPr>
            </a:lvl9pPr>
          </a:lstStyle>
          <a:p>
            <a:endParaRPr/>
          </a:p>
        </p:txBody>
      </p:sp>
      <p:sp>
        <p:nvSpPr>
          <p:cNvPr id="50" name="Google Shape;50;p13"/>
          <p:cNvSpPr txBox="1">
            <a:spLocks noGrp="1"/>
          </p:cNvSpPr>
          <p:nvPr>
            <p:ph type="ctrTitle" idx="4"/>
          </p:nvPr>
        </p:nvSpPr>
        <p:spPr>
          <a:xfrm>
            <a:off x="572003" y="3495275"/>
            <a:ext cx="2729100" cy="458100"/>
          </a:xfrm>
          <a:prstGeom prst="rect">
            <a:avLst/>
          </a:prstGeom>
        </p:spPr>
        <p:txBody>
          <a:bodyPr spcFirstLastPara="1" wrap="square" lIns="91425" tIns="91425" rIns="91425" bIns="91425" anchor="b" anchorCtr="0">
            <a:noAutofit/>
          </a:bodyPr>
          <a:lstStyle>
            <a:lvl1pPr lvl="0" algn="r" rtl="0">
              <a:spcBef>
                <a:spcPts val="0"/>
              </a:spcBef>
              <a:spcAft>
                <a:spcPts val="0"/>
              </a:spcAft>
              <a:buClr>
                <a:srgbClr val="1F1C51"/>
              </a:buClr>
              <a:buSzPts val="1800"/>
              <a:buNone/>
              <a:defRPr sz="1800">
                <a:solidFill>
                  <a:srgbClr val="1F1C51"/>
                </a:solidFill>
              </a:defRPr>
            </a:lvl1pPr>
            <a:lvl2pPr lvl="1" algn="r" rtl="0">
              <a:spcBef>
                <a:spcPts val="0"/>
              </a:spcBef>
              <a:spcAft>
                <a:spcPts val="0"/>
              </a:spcAft>
              <a:buClr>
                <a:srgbClr val="1F1C51"/>
              </a:buClr>
              <a:buSzPts val="1800"/>
              <a:buNone/>
              <a:defRPr sz="1800">
                <a:solidFill>
                  <a:srgbClr val="1F1C51"/>
                </a:solidFill>
              </a:defRPr>
            </a:lvl2pPr>
            <a:lvl3pPr lvl="2" algn="r" rtl="0">
              <a:spcBef>
                <a:spcPts val="0"/>
              </a:spcBef>
              <a:spcAft>
                <a:spcPts val="0"/>
              </a:spcAft>
              <a:buClr>
                <a:srgbClr val="1F1C51"/>
              </a:buClr>
              <a:buSzPts val="1800"/>
              <a:buNone/>
              <a:defRPr sz="1800">
                <a:solidFill>
                  <a:srgbClr val="1F1C51"/>
                </a:solidFill>
              </a:defRPr>
            </a:lvl3pPr>
            <a:lvl4pPr lvl="3" algn="r" rtl="0">
              <a:spcBef>
                <a:spcPts val="0"/>
              </a:spcBef>
              <a:spcAft>
                <a:spcPts val="0"/>
              </a:spcAft>
              <a:buClr>
                <a:srgbClr val="1F1C51"/>
              </a:buClr>
              <a:buSzPts val="1800"/>
              <a:buNone/>
              <a:defRPr sz="1800">
                <a:solidFill>
                  <a:srgbClr val="1F1C51"/>
                </a:solidFill>
              </a:defRPr>
            </a:lvl4pPr>
            <a:lvl5pPr lvl="4" algn="r" rtl="0">
              <a:spcBef>
                <a:spcPts val="0"/>
              </a:spcBef>
              <a:spcAft>
                <a:spcPts val="0"/>
              </a:spcAft>
              <a:buClr>
                <a:srgbClr val="1F1C51"/>
              </a:buClr>
              <a:buSzPts val="1800"/>
              <a:buNone/>
              <a:defRPr sz="1800">
                <a:solidFill>
                  <a:srgbClr val="1F1C51"/>
                </a:solidFill>
              </a:defRPr>
            </a:lvl5pPr>
            <a:lvl6pPr lvl="5" algn="r" rtl="0">
              <a:spcBef>
                <a:spcPts val="0"/>
              </a:spcBef>
              <a:spcAft>
                <a:spcPts val="0"/>
              </a:spcAft>
              <a:buClr>
                <a:srgbClr val="1F1C51"/>
              </a:buClr>
              <a:buSzPts val="1800"/>
              <a:buNone/>
              <a:defRPr sz="1800">
                <a:solidFill>
                  <a:srgbClr val="1F1C51"/>
                </a:solidFill>
              </a:defRPr>
            </a:lvl6pPr>
            <a:lvl7pPr lvl="6" algn="r" rtl="0">
              <a:spcBef>
                <a:spcPts val="0"/>
              </a:spcBef>
              <a:spcAft>
                <a:spcPts val="0"/>
              </a:spcAft>
              <a:buClr>
                <a:srgbClr val="1F1C51"/>
              </a:buClr>
              <a:buSzPts val="1800"/>
              <a:buNone/>
              <a:defRPr sz="1800">
                <a:solidFill>
                  <a:srgbClr val="1F1C51"/>
                </a:solidFill>
              </a:defRPr>
            </a:lvl7pPr>
            <a:lvl8pPr lvl="7" algn="r" rtl="0">
              <a:spcBef>
                <a:spcPts val="0"/>
              </a:spcBef>
              <a:spcAft>
                <a:spcPts val="0"/>
              </a:spcAft>
              <a:buClr>
                <a:srgbClr val="1F1C51"/>
              </a:buClr>
              <a:buSzPts val="1800"/>
              <a:buNone/>
              <a:defRPr sz="1800">
                <a:solidFill>
                  <a:srgbClr val="1F1C51"/>
                </a:solidFill>
              </a:defRPr>
            </a:lvl8pPr>
            <a:lvl9pPr lvl="8" algn="r" rtl="0">
              <a:spcBef>
                <a:spcPts val="0"/>
              </a:spcBef>
              <a:spcAft>
                <a:spcPts val="0"/>
              </a:spcAft>
              <a:buClr>
                <a:srgbClr val="1F1C51"/>
              </a:buClr>
              <a:buSzPts val="1800"/>
              <a:buNone/>
              <a:defRPr sz="1800">
                <a:solidFill>
                  <a:srgbClr val="1F1C51"/>
                </a:solidFill>
              </a:defRPr>
            </a:lvl9pPr>
          </a:lstStyle>
          <a:p>
            <a:endParaRPr/>
          </a:p>
        </p:txBody>
      </p:sp>
      <p:sp>
        <p:nvSpPr>
          <p:cNvPr id="51" name="Google Shape;51;p13"/>
          <p:cNvSpPr txBox="1">
            <a:spLocks noGrp="1"/>
          </p:cNvSpPr>
          <p:nvPr>
            <p:ph type="subTitle" idx="5"/>
          </p:nvPr>
        </p:nvSpPr>
        <p:spPr>
          <a:xfrm>
            <a:off x="572003" y="3893500"/>
            <a:ext cx="2729100" cy="63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rgbClr val="1F1C51"/>
              </a:buClr>
              <a:buSzPts val="1400"/>
              <a:buNone/>
              <a:defRPr sz="1400">
                <a:solidFill>
                  <a:srgbClr val="1F1C51"/>
                </a:solidFill>
              </a:defRPr>
            </a:lvl1pPr>
            <a:lvl2pPr lvl="1" algn="r" rtl="0">
              <a:lnSpc>
                <a:spcPct val="100000"/>
              </a:lnSpc>
              <a:spcBef>
                <a:spcPts val="0"/>
              </a:spcBef>
              <a:spcAft>
                <a:spcPts val="0"/>
              </a:spcAft>
              <a:buClr>
                <a:srgbClr val="1F1C51"/>
              </a:buClr>
              <a:buSzPts val="1400"/>
              <a:buNone/>
              <a:defRPr>
                <a:solidFill>
                  <a:srgbClr val="1F1C51"/>
                </a:solidFill>
              </a:defRPr>
            </a:lvl2pPr>
            <a:lvl3pPr lvl="2" algn="r" rtl="0">
              <a:lnSpc>
                <a:spcPct val="100000"/>
              </a:lnSpc>
              <a:spcBef>
                <a:spcPts val="0"/>
              </a:spcBef>
              <a:spcAft>
                <a:spcPts val="0"/>
              </a:spcAft>
              <a:buClr>
                <a:srgbClr val="1F1C51"/>
              </a:buClr>
              <a:buSzPts val="1400"/>
              <a:buNone/>
              <a:defRPr>
                <a:solidFill>
                  <a:srgbClr val="1F1C51"/>
                </a:solidFill>
              </a:defRPr>
            </a:lvl3pPr>
            <a:lvl4pPr lvl="3" algn="r" rtl="0">
              <a:lnSpc>
                <a:spcPct val="100000"/>
              </a:lnSpc>
              <a:spcBef>
                <a:spcPts val="0"/>
              </a:spcBef>
              <a:spcAft>
                <a:spcPts val="0"/>
              </a:spcAft>
              <a:buClr>
                <a:srgbClr val="1F1C51"/>
              </a:buClr>
              <a:buSzPts val="1400"/>
              <a:buNone/>
              <a:defRPr>
                <a:solidFill>
                  <a:srgbClr val="1F1C51"/>
                </a:solidFill>
              </a:defRPr>
            </a:lvl4pPr>
            <a:lvl5pPr lvl="4" algn="r" rtl="0">
              <a:lnSpc>
                <a:spcPct val="100000"/>
              </a:lnSpc>
              <a:spcBef>
                <a:spcPts val="0"/>
              </a:spcBef>
              <a:spcAft>
                <a:spcPts val="0"/>
              </a:spcAft>
              <a:buClr>
                <a:srgbClr val="1F1C51"/>
              </a:buClr>
              <a:buSzPts val="1400"/>
              <a:buNone/>
              <a:defRPr>
                <a:solidFill>
                  <a:srgbClr val="1F1C51"/>
                </a:solidFill>
              </a:defRPr>
            </a:lvl5pPr>
            <a:lvl6pPr lvl="5" algn="r" rtl="0">
              <a:lnSpc>
                <a:spcPct val="100000"/>
              </a:lnSpc>
              <a:spcBef>
                <a:spcPts val="0"/>
              </a:spcBef>
              <a:spcAft>
                <a:spcPts val="0"/>
              </a:spcAft>
              <a:buClr>
                <a:srgbClr val="1F1C51"/>
              </a:buClr>
              <a:buSzPts val="1400"/>
              <a:buNone/>
              <a:defRPr>
                <a:solidFill>
                  <a:srgbClr val="1F1C51"/>
                </a:solidFill>
              </a:defRPr>
            </a:lvl6pPr>
            <a:lvl7pPr lvl="6" algn="r" rtl="0">
              <a:lnSpc>
                <a:spcPct val="100000"/>
              </a:lnSpc>
              <a:spcBef>
                <a:spcPts val="0"/>
              </a:spcBef>
              <a:spcAft>
                <a:spcPts val="0"/>
              </a:spcAft>
              <a:buClr>
                <a:srgbClr val="1F1C51"/>
              </a:buClr>
              <a:buSzPts val="1400"/>
              <a:buNone/>
              <a:defRPr>
                <a:solidFill>
                  <a:srgbClr val="1F1C51"/>
                </a:solidFill>
              </a:defRPr>
            </a:lvl7pPr>
            <a:lvl8pPr lvl="7" algn="r" rtl="0">
              <a:lnSpc>
                <a:spcPct val="100000"/>
              </a:lnSpc>
              <a:spcBef>
                <a:spcPts val="0"/>
              </a:spcBef>
              <a:spcAft>
                <a:spcPts val="0"/>
              </a:spcAft>
              <a:buClr>
                <a:srgbClr val="1F1C51"/>
              </a:buClr>
              <a:buSzPts val="1400"/>
              <a:buNone/>
              <a:defRPr>
                <a:solidFill>
                  <a:srgbClr val="1F1C51"/>
                </a:solidFill>
              </a:defRPr>
            </a:lvl8pPr>
            <a:lvl9pPr lvl="8" algn="r" rtl="0">
              <a:lnSpc>
                <a:spcPct val="100000"/>
              </a:lnSpc>
              <a:spcBef>
                <a:spcPts val="0"/>
              </a:spcBef>
              <a:spcAft>
                <a:spcPts val="0"/>
              </a:spcAft>
              <a:buClr>
                <a:srgbClr val="1F1C51"/>
              </a:buClr>
              <a:buSzPts val="1400"/>
              <a:buNone/>
              <a:defRPr>
                <a:solidFill>
                  <a:srgbClr val="1F1C51"/>
                </a:solidFill>
              </a:defRPr>
            </a:lvl9pPr>
          </a:lstStyle>
          <a:p>
            <a:endParaRPr/>
          </a:p>
        </p:txBody>
      </p:sp>
      <p:sp>
        <p:nvSpPr>
          <p:cNvPr id="52" name="Google Shape;52;p13"/>
          <p:cNvSpPr txBox="1">
            <a:spLocks noGrp="1"/>
          </p:cNvSpPr>
          <p:nvPr>
            <p:ph type="title" idx="6" hasCustomPrompt="1"/>
          </p:nvPr>
        </p:nvSpPr>
        <p:spPr>
          <a:xfrm>
            <a:off x="3377303" y="739713"/>
            <a:ext cx="1192200" cy="7902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3" name="Google Shape;53;p13"/>
          <p:cNvSpPr txBox="1">
            <a:spLocks noGrp="1"/>
          </p:cNvSpPr>
          <p:nvPr>
            <p:ph type="title" idx="7" hasCustomPrompt="1"/>
          </p:nvPr>
        </p:nvSpPr>
        <p:spPr>
          <a:xfrm>
            <a:off x="3377303" y="2176650"/>
            <a:ext cx="1192200" cy="7902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4" name="Google Shape;54;p13"/>
          <p:cNvSpPr txBox="1">
            <a:spLocks noGrp="1"/>
          </p:cNvSpPr>
          <p:nvPr>
            <p:ph type="title" idx="8" hasCustomPrompt="1"/>
          </p:nvPr>
        </p:nvSpPr>
        <p:spPr>
          <a:xfrm>
            <a:off x="3377303" y="3613600"/>
            <a:ext cx="1192200" cy="7902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5" name="Google Shape;55;p13"/>
          <p:cNvSpPr txBox="1">
            <a:spLocks noGrp="1"/>
          </p:cNvSpPr>
          <p:nvPr>
            <p:ph type="title" idx="9" hasCustomPrompt="1"/>
          </p:nvPr>
        </p:nvSpPr>
        <p:spPr>
          <a:xfrm>
            <a:off x="4574503" y="739713"/>
            <a:ext cx="1192200" cy="790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000"/>
              <a:buNone/>
              <a:defRPr sz="4000"/>
            </a:lvl1pPr>
            <a:lvl2pPr lvl="1" algn="r" rtl="0">
              <a:spcBef>
                <a:spcPts val="0"/>
              </a:spcBef>
              <a:spcAft>
                <a:spcPts val="0"/>
              </a:spcAft>
              <a:buSzPts val="4000"/>
              <a:buNone/>
              <a:defRPr sz="4000"/>
            </a:lvl2pPr>
            <a:lvl3pPr lvl="2" algn="r" rtl="0">
              <a:spcBef>
                <a:spcPts val="0"/>
              </a:spcBef>
              <a:spcAft>
                <a:spcPts val="0"/>
              </a:spcAft>
              <a:buSzPts val="4000"/>
              <a:buNone/>
              <a:defRPr sz="4000"/>
            </a:lvl3pPr>
            <a:lvl4pPr lvl="3" algn="r" rtl="0">
              <a:spcBef>
                <a:spcPts val="0"/>
              </a:spcBef>
              <a:spcAft>
                <a:spcPts val="0"/>
              </a:spcAft>
              <a:buSzPts val="4000"/>
              <a:buNone/>
              <a:defRPr sz="4000"/>
            </a:lvl4pPr>
            <a:lvl5pPr lvl="4" algn="r" rtl="0">
              <a:spcBef>
                <a:spcPts val="0"/>
              </a:spcBef>
              <a:spcAft>
                <a:spcPts val="0"/>
              </a:spcAft>
              <a:buSzPts val="4000"/>
              <a:buNone/>
              <a:defRPr sz="4000"/>
            </a:lvl5pPr>
            <a:lvl6pPr lvl="5" algn="r" rtl="0">
              <a:spcBef>
                <a:spcPts val="0"/>
              </a:spcBef>
              <a:spcAft>
                <a:spcPts val="0"/>
              </a:spcAft>
              <a:buSzPts val="4000"/>
              <a:buNone/>
              <a:defRPr sz="4000"/>
            </a:lvl6pPr>
            <a:lvl7pPr lvl="6" algn="r" rtl="0">
              <a:spcBef>
                <a:spcPts val="0"/>
              </a:spcBef>
              <a:spcAft>
                <a:spcPts val="0"/>
              </a:spcAft>
              <a:buSzPts val="4000"/>
              <a:buNone/>
              <a:defRPr sz="4000"/>
            </a:lvl7pPr>
            <a:lvl8pPr lvl="7" algn="r" rtl="0">
              <a:spcBef>
                <a:spcPts val="0"/>
              </a:spcBef>
              <a:spcAft>
                <a:spcPts val="0"/>
              </a:spcAft>
              <a:buSzPts val="4000"/>
              <a:buNone/>
              <a:defRPr sz="4000"/>
            </a:lvl8pPr>
            <a:lvl9pPr lvl="8" algn="r" rtl="0">
              <a:spcBef>
                <a:spcPts val="0"/>
              </a:spcBef>
              <a:spcAft>
                <a:spcPts val="0"/>
              </a:spcAft>
              <a:buSzPts val="4000"/>
              <a:buNone/>
              <a:defRPr sz="4000"/>
            </a:lvl9pPr>
          </a:lstStyle>
          <a:p>
            <a:r>
              <a:t>xx%</a:t>
            </a:r>
          </a:p>
        </p:txBody>
      </p:sp>
      <p:sp>
        <p:nvSpPr>
          <p:cNvPr id="56" name="Google Shape;56;p13"/>
          <p:cNvSpPr txBox="1">
            <a:spLocks noGrp="1"/>
          </p:cNvSpPr>
          <p:nvPr>
            <p:ph type="title" idx="13" hasCustomPrompt="1"/>
          </p:nvPr>
        </p:nvSpPr>
        <p:spPr>
          <a:xfrm>
            <a:off x="4574503" y="2176650"/>
            <a:ext cx="1192200" cy="790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000"/>
              <a:buNone/>
              <a:defRPr sz="4000"/>
            </a:lvl1pPr>
            <a:lvl2pPr lvl="1" algn="r" rtl="0">
              <a:spcBef>
                <a:spcPts val="0"/>
              </a:spcBef>
              <a:spcAft>
                <a:spcPts val="0"/>
              </a:spcAft>
              <a:buSzPts val="4000"/>
              <a:buNone/>
              <a:defRPr sz="4000"/>
            </a:lvl2pPr>
            <a:lvl3pPr lvl="2" algn="r" rtl="0">
              <a:spcBef>
                <a:spcPts val="0"/>
              </a:spcBef>
              <a:spcAft>
                <a:spcPts val="0"/>
              </a:spcAft>
              <a:buSzPts val="4000"/>
              <a:buNone/>
              <a:defRPr sz="4000"/>
            </a:lvl3pPr>
            <a:lvl4pPr lvl="3" algn="r" rtl="0">
              <a:spcBef>
                <a:spcPts val="0"/>
              </a:spcBef>
              <a:spcAft>
                <a:spcPts val="0"/>
              </a:spcAft>
              <a:buSzPts val="4000"/>
              <a:buNone/>
              <a:defRPr sz="4000"/>
            </a:lvl4pPr>
            <a:lvl5pPr lvl="4" algn="r" rtl="0">
              <a:spcBef>
                <a:spcPts val="0"/>
              </a:spcBef>
              <a:spcAft>
                <a:spcPts val="0"/>
              </a:spcAft>
              <a:buSzPts val="4000"/>
              <a:buNone/>
              <a:defRPr sz="4000"/>
            </a:lvl5pPr>
            <a:lvl6pPr lvl="5" algn="r" rtl="0">
              <a:spcBef>
                <a:spcPts val="0"/>
              </a:spcBef>
              <a:spcAft>
                <a:spcPts val="0"/>
              </a:spcAft>
              <a:buSzPts val="4000"/>
              <a:buNone/>
              <a:defRPr sz="4000"/>
            </a:lvl6pPr>
            <a:lvl7pPr lvl="6" algn="r" rtl="0">
              <a:spcBef>
                <a:spcPts val="0"/>
              </a:spcBef>
              <a:spcAft>
                <a:spcPts val="0"/>
              </a:spcAft>
              <a:buSzPts val="4000"/>
              <a:buNone/>
              <a:defRPr sz="4000"/>
            </a:lvl7pPr>
            <a:lvl8pPr lvl="7" algn="r" rtl="0">
              <a:spcBef>
                <a:spcPts val="0"/>
              </a:spcBef>
              <a:spcAft>
                <a:spcPts val="0"/>
              </a:spcAft>
              <a:buSzPts val="4000"/>
              <a:buNone/>
              <a:defRPr sz="4000"/>
            </a:lvl8pPr>
            <a:lvl9pPr lvl="8" algn="r" rtl="0">
              <a:spcBef>
                <a:spcPts val="0"/>
              </a:spcBef>
              <a:spcAft>
                <a:spcPts val="0"/>
              </a:spcAft>
              <a:buSzPts val="4000"/>
              <a:buNone/>
              <a:defRPr sz="4000"/>
            </a:lvl9pPr>
          </a:lstStyle>
          <a:p>
            <a:r>
              <a:t>xx%</a:t>
            </a:r>
          </a:p>
        </p:txBody>
      </p:sp>
      <p:sp>
        <p:nvSpPr>
          <p:cNvPr id="57" name="Google Shape;57;p13"/>
          <p:cNvSpPr txBox="1">
            <a:spLocks noGrp="1"/>
          </p:cNvSpPr>
          <p:nvPr>
            <p:ph type="title" idx="14" hasCustomPrompt="1"/>
          </p:nvPr>
        </p:nvSpPr>
        <p:spPr>
          <a:xfrm>
            <a:off x="4574503" y="3613600"/>
            <a:ext cx="1192200" cy="790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000"/>
              <a:buNone/>
              <a:defRPr sz="4000"/>
            </a:lvl1pPr>
            <a:lvl2pPr lvl="1" algn="r" rtl="0">
              <a:spcBef>
                <a:spcPts val="0"/>
              </a:spcBef>
              <a:spcAft>
                <a:spcPts val="0"/>
              </a:spcAft>
              <a:buSzPts val="4000"/>
              <a:buNone/>
              <a:defRPr sz="4000"/>
            </a:lvl2pPr>
            <a:lvl3pPr lvl="2" algn="r" rtl="0">
              <a:spcBef>
                <a:spcPts val="0"/>
              </a:spcBef>
              <a:spcAft>
                <a:spcPts val="0"/>
              </a:spcAft>
              <a:buSzPts val="4000"/>
              <a:buNone/>
              <a:defRPr sz="4000"/>
            </a:lvl3pPr>
            <a:lvl4pPr lvl="3" algn="r" rtl="0">
              <a:spcBef>
                <a:spcPts val="0"/>
              </a:spcBef>
              <a:spcAft>
                <a:spcPts val="0"/>
              </a:spcAft>
              <a:buSzPts val="4000"/>
              <a:buNone/>
              <a:defRPr sz="4000"/>
            </a:lvl4pPr>
            <a:lvl5pPr lvl="4" algn="r" rtl="0">
              <a:spcBef>
                <a:spcPts val="0"/>
              </a:spcBef>
              <a:spcAft>
                <a:spcPts val="0"/>
              </a:spcAft>
              <a:buSzPts val="4000"/>
              <a:buNone/>
              <a:defRPr sz="4000"/>
            </a:lvl5pPr>
            <a:lvl6pPr lvl="5" algn="r" rtl="0">
              <a:spcBef>
                <a:spcPts val="0"/>
              </a:spcBef>
              <a:spcAft>
                <a:spcPts val="0"/>
              </a:spcAft>
              <a:buSzPts val="4000"/>
              <a:buNone/>
              <a:defRPr sz="4000"/>
            </a:lvl6pPr>
            <a:lvl7pPr lvl="6" algn="r" rtl="0">
              <a:spcBef>
                <a:spcPts val="0"/>
              </a:spcBef>
              <a:spcAft>
                <a:spcPts val="0"/>
              </a:spcAft>
              <a:buSzPts val="4000"/>
              <a:buNone/>
              <a:defRPr sz="4000"/>
            </a:lvl7pPr>
            <a:lvl8pPr lvl="7" algn="r" rtl="0">
              <a:spcBef>
                <a:spcPts val="0"/>
              </a:spcBef>
              <a:spcAft>
                <a:spcPts val="0"/>
              </a:spcAft>
              <a:buSzPts val="4000"/>
              <a:buNone/>
              <a:defRPr sz="4000"/>
            </a:lvl8pPr>
            <a:lvl9pPr lvl="8" algn="r" rtl="0">
              <a:spcBef>
                <a:spcPts val="0"/>
              </a:spcBef>
              <a:spcAft>
                <a:spcPts val="0"/>
              </a:spcAft>
              <a:buSzPts val="4000"/>
              <a:buNone/>
              <a:defRPr sz="4000"/>
            </a:lvl9pPr>
          </a:lstStyle>
          <a:p>
            <a:r>
              <a:t>xx%</a:t>
            </a:r>
          </a:p>
        </p:txBody>
      </p:sp>
      <p:sp>
        <p:nvSpPr>
          <p:cNvPr id="58" name="Google Shape;58;p13"/>
          <p:cNvSpPr txBox="1">
            <a:spLocks noGrp="1"/>
          </p:cNvSpPr>
          <p:nvPr>
            <p:ph type="ctrTitle" idx="15"/>
          </p:nvPr>
        </p:nvSpPr>
        <p:spPr>
          <a:xfrm>
            <a:off x="5842903" y="614888"/>
            <a:ext cx="2729100" cy="458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a:endParaRPr/>
          </a:p>
        </p:txBody>
      </p:sp>
      <p:sp>
        <p:nvSpPr>
          <p:cNvPr id="59" name="Google Shape;59;p13"/>
          <p:cNvSpPr txBox="1">
            <a:spLocks noGrp="1"/>
          </p:cNvSpPr>
          <p:nvPr>
            <p:ph type="subTitle" idx="16"/>
          </p:nvPr>
        </p:nvSpPr>
        <p:spPr>
          <a:xfrm>
            <a:off x="5842903" y="1013113"/>
            <a:ext cx="2729100" cy="63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a:endParaRPr/>
          </a:p>
        </p:txBody>
      </p:sp>
      <p:sp>
        <p:nvSpPr>
          <p:cNvPr id="60" name="Google Shape;60;p13"/>
          <p:cNvSpPr txBox="1">
            <a:spLocks noGrp="1"/>
          </p:cNvSpPr>
          <p:nvPr>
            <p:ph type="ctrTitle" idx="17"/>
          </p:nvPr>
        </p:nvSpPr>
        <p:spPr>
          <a:xfrm>
            <a:off x="5842903" y="2055075"/>
            <a:ext cx="2729100" cy="458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a:endParaRPr/>
          </a:p>
        </p:txBody>
      </p:sp>
      <p:sp>
        <p:nvSpPr>
          <p:cNvPr id="61" name="Google Shape;61;p13"/>
          <p:cNvSpPr txBox="1">
            <a:spLocks noGrp="1"/>
          </p:cNvSpPr>
          <p:nvPr>
            <p:ph type="subTitle" idx="18"/>
          </p:nvPr>
        </p:nvSpPr>
        <p:spPr>
          <a:xfrm>
            <a:off x="5842903" y="2453300"/>
            <a:ext cx="2729100" cy="63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a:endParaRPr/>
          </a:p>
        </p:txBody>
      </p:sp>
      <p:sp>
        <p:nvSpPr>
          <p:cNvPr id="62" name="Google Shape;62;p13"/>
          <p:cNvSpPr txBox="1">
            <a:spLocks noGrp="1"/>
          </p:cNvSpPr>
          <p:nvPr>
            <p:ph type="ctrTitle" idx="19"/>
          </p:nvPr>
        </p:nvSpPr>
        <p:spPr>
          <a:xfrm>
            <a:off x="5842903" y="3495275"/>
            <a:ext cx="2729100" cy="458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a:endParaRPr/>
          </a:p>
        </p:txBody>
      </p:sp>
      <p:sp>
        <p:nvSpPr>
          <p:cNvPr id="63" name="Google Shape;63;p13"/>
          <p:cNvSpPr txBox="1">
            <a:spLocks noGrp="1"/>
          </p:cNvSpPr>
          <p:nvPr>
            <p:ph type="subTitle" idx="20"/>
          </p:nvPr>
        </p:nvSpPr>
        <p:spPr>
          <a:xfrm>
            <a:off x="5842903" y="3893500"/>
            <a:ext cx="2729100" cy="63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Viga"/>
              <a:buNone/>
              <a:defRPr sz="2800">
                <a:solidFill>
                  <a:schemeClr val="lt2"/>
                </a:solidFill>
                <a:latin typeface="Viga"/>
                <a:ea typeface="Viga"/>
                <a:cs typeface="Viga"/>
                <a:sym typeface="Viga"/>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Clr>
                <a:schemeClr val="lt2"/>
              </a:buClr>
              <a:buSzPts val="1800"/>
              <a:buFont typeface="DM Sans"/>
              <a:buChar char="●"/>
              <a:defRPr sz="1800">
                <a:solidFill>
                  <a:schemeClr val="lt2"/>
                </a:solidFill>
                <a:latin typeface="DM Sans"/>
                <a:ea typeface="DM Sans"/>
                <a:cs typeface="DM Sans"/>
                <a:sym typeface="DM Sans"/>
              </a:defRPr>
            </a:lvl1pPr>
            <a:lvl2pPr marL="914400" lvl="1"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2pPr>
            <a:lvl3pPr marL="1371600" lvl="2"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3pPr>
            <a:lvl4pPr marL="1828800" lvl="3"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4pPr>
            <a:lvl5pPr marL="2286000" lvl="4"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5pPr>
            <a:lvl6pPr marL="2743200" lvl="5"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6pPr>
            <a:lvl7pPr marL="3200400" lvl="6"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7pPr>
            <a:lvl8pPr marL="3657600" lvl="7" indent="-3175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8pPr>
            <a:lvl9pPr marL="4114800" lvl="8" indent="-317500" rtl="0">
              <a:lnSpc>
                <a:spcPct val="100000"/>
              </a:lnSpc>
              <a:spcBef>
                <a:spcPts val="1600"/>
              </a:spcBef>
              <a:spcAft>
                <a:spcPts val="1600"/>
              </a:spcAft>
              <a:buClr>
                <a:schemeClr val="lt2"/>
              </a:buClr>
              <a:buSzPts val="1400"/>
              <a:buFont typeface="DM Sans"/>
              <a:buChar char="■"/>
              <a:defRPr>
                <a:solidFill>
                  <a:schemeClr val="lt2"/>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7" r:id="rId3"/>
    <p:sldLayoutId id="2147483658" r:id="rId4"/>
    <p:sldLayoutId id="2147483659"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9"/>
          <p:cNvSpPr/>
          <p:nvPr/>
        </p:nvSpPr>
        <p:spPr>
          <a:xfrm rot="-7509504">
            <a:off x="5455916" y="207622"/>
            <a:ext cx="5179224" cy="5732711"/>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9"/>
          <p:cNvSpPr txBox="1">
            <a:spLocks noGrp="1"/>
          </p:cNvSpPr>
          <p:nvPr>
            <p:ph type="ctrTitle"/>
          </p:nvPr>
        </p:nvSpPr>
        <p:spPr>
          <a:xfrm>
            <a:off x="4572000" y="715926"/>
            <a:ext cx="4171850" cy="200600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600" dirty="0">
                <a:solidFill>
                  <a:schemeClr val="lt2"/>
                </a:solidFill>
                <a:latin typeface="Segoe UI Black" panose="020B0A02040204020203" pitchFamily="34" charset="0"/>
                <a:ea typeface="Segoe UI Black" panose="020B0A02040204020203" pitchFamily="34" charset="0"/>
              </a:rPr>
              <a:t>Tìm hiểu hạ tầng khóa công khai và ứng dụng</a:t>
            </a:r>
            <a:endParaRPr sz="3600" dirty="0">
              <a:solidFill>
                <a:schemeClr val="lt2"/>
              </a:solidFill>
              <a:latin typeface="Segoe UI Black" panose="020B0A02040204020203" pitchFamily="34" charset="0"/>
              <a:ea typeface="Segoe UI Black" panose="020B0A02040204020203" pitchFamily="34" charset="0"/>
            </a:endParaRPr>
          </a:p>
        </p:txBody>
      </p:sp>
      <p:sp>
        <p:nvSpPr>
          <p:cNvPr id="160" name="Google Shape;160;p29"/>
          <p:cNvSpPr txBox="1">
            <a:spLocks noGrp="1"/>
          </p:cNvSpPr>
          <p:nvPr>
            <p:ph type="subTitle" idx="1"/>
          </p:nvPr>
        </p:nvSpPr>
        <p:spPr>
          <a:xfrm>
            <a:off x="4572000" y="2831203"/>
            <a:ext cx="3876300" cy="79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lt2"/>
                </a:solidFill>
              </a:rPr>
              <a:t>Here is where your presentation begins</a:t>
            </a:r>
            <a:endParaRPr dirty="0">
              <a:solidFill>
                <a:schemeClr val="lt2"/>
              </a:solidFill>
            </a:endParaRPr>
          </a:p>
        </p:txBody>
      </p:sp>
      <p:grpSp>
        <p:nvGrpSpPr>
          <p:cNvPr id="161" name="Google Shape;161;p29"/>
          <p:cNvGrpSpPr/>
          <p:nvPr/>
        </p:nvGrpSpPr>
        <p:grpSpPr>
          <a:xfrm>
            <a:off x="196269" y="-35131"/>
            <a:ext cx="4117010" cy="5284424"/>
            <a:chOff x="196269" y="-35131"/>
            <a:chExt cx="4117010" cy="5284424"/>
          </a:xfrm>
        </p:grpSpPr>
        <p:grpSp>
          <p:nvGrpSpPr>
            <p:cNvPr id="162" name="Google Shape;162;p29"/>
            <p:cNvGrpSpPr/>
            <p:nvPr/>
          </p:nvGrpSpPr>
          <p:grpSpPr>
            <a:xfrm>
              <a:off x="196269" y="-35131"/>
              <a:ext cx="4117010" cy="4393434"/>
              <a:chOff x="43869" y="-35131"/>
              <a:chExt cx="4117010" cy="4393434"/>
            </a:xfrm>
          </p:grpSpPr>
          <p:sp>
            <p:nvSpPr>
              <p:cNvPr id="163" name="Google Shape;163;p29"/>
              <p:cNvSpPr/>
              <p:nvPr/>
            </p:nvSpPr>
            <p:spPr>
              <a:xfrm>
                <a:off x="3778000" y="1055743"/>
                <a:ext cx="227152" cy="225698"/>
              </a:xfrm>
              <a:custGeom>
                <a:avLst/>
                <a:gdLst/>
                <a:ahLst/>
                <a:cxnLst/>
                <a:rect l="l" t="t" r="r" b="b"/>
                <a:pathLst>
                  <a:path w="2428" h="2336" extrusionOk="0">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29"/>
              <p:cNvGrpSpPr/>
              <p:nvPr/>
            </p:nvGrpSpPr>
            <p:grpSpPr>
              <a:xfrm>
                <a:off x="43869" y="-35131"/>
                <a:ext cx="4117010" cy="4393434"/>
                <a:chOff x="-6861500" y="-774675"/>
                <a:chExt cx="4221275" cy="4504700"/>
              </a:xfrm>
            </p:grpSpPr>
            <p:sp>
              <p:nvSpPr>
                <p:cNvPr id="165" name="Google Shape;165;p29"/>
                <p:cNvSpPr/>
                <p:nvPr/>
              </p:nvSpPr>
              <p:spPr>
                <a:xfrm>
                  <a:off x="-5567850" y="2977775"/>
                  <a:ext cx="2509100" cy="191100"/>
                </a:xfrm>
                <a:custGeom>
                  <a:avLst/>
                  <a:gdLst/>
                  <a:ahLst/>
                  <a:cxnLst/>
                  <a:rect l="l" t="t" r="r" b="b"/>
                  <a:pathLst>
                    <a:path w="100364" h="7644" extrusionOk="0">
                      <a:moveTo>
                        <a:pt x="7924" y="0"/>
                      </a:moveTo>
                      <a:lnTo>
                        <a:pt x="1" y="7643"/>
                      </a:lnTo>
                      <a:lnTo>
                        <a:pt x="100364" y="7643"/>
                      </a:lnTo>
                      <a:lnTo>
                        <a:pt x="924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9"/>
                <p:cNvSpPr/>
                <p:nvPr/>
              </p:nvSpPr>
              <p:spPr>
                <a:xfrm>
                  <a:off x="-5576575" y="2971225"/>
                  <a:ext cx="2526575" cy="204150"/>
                </a:xfrm>
                <a:custGeom>
                  <a:avLst/>
                  <a:gdLst/>
                  <a:ahLst/>
                  <a:cxnLst/>
                  <a:rect l="l" t="t" r="r" b="b"/>
                  <a:pathLst>
                    <a:path w="101063" h="8166" extrusionOk="0">
                      <a:moveTo>
                        <a:pt x="92685" y="523"/>
                      </a:moveTo>
                      <a:lnTo>
                        <a:pt x="100069" y="7645"/>
                      </a:lnTo>
                      <a:lnTo>
                        <a:pt x="994" y="7645"/>
                      </a:lnTo>
                      <a:lnTo>
                        <a:pt x="8378" y="523"/>
                      </a:lnTo>
                      <a:close/>
                      <a:moveTo>
                        <a:pt x="8273" y="1"/>
                      </a:moveTo>
                      <a:cubicBezTo>
                        <a:pt x="8206" y="1"/>
                        <a:pt x="8141" y="27"/>
                        <a:pt x="8092" y="75"/>
                      </a:cubicBezTo>
                      <a:lnTo>
                        <a:pt x="170" y="7718"/>
                      </a:lnTo>
                      <a:cubicBezTo>
                        <a:pt x="0" y="7881"/>
                        <a:pt x="115" y="8166"/>
                        <a:pt x="350" y="8166"/>
                      </a:cubicBezTo>
                      <a:lnTo>
                        <a:pt x="100713" y="8166"/>
                      </a:lnTo>
                      <a:cubicBezTo>
                        <a:pt x="100948" y="8166"/>
                        <a:pt x="101063" y="7880"/>
                        <a:pt x="100893" y="7718"/>
                      </a:cubicBezTo>
                      <a:lnTo>
                        <a:pt x="92971" y="75"/>
                      </a:lnTo>
                      <a:cubicBezTo>
                        <a:pt x="92922" y="27"/>
                        <a:pt x="92857" y="1"/>
                        <a:pt x="9279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9"/>
                <p:cNvSpPr/>
                <p:nvPr/>
              </p:nvSpPr>
              <p:spPr>
                <a:xfrm>
                  <a:off x="-5367125" y="2980250"/>
                  <a:ext cx="2029575" cy="142450"/>
                </a:xfrm>
                <a:custGeom>
                  <a:avLst/>
                  <a:gdLst/>
                  <a:ahLst/>
                  <a:cxnLst/>
                  <a:rect l="l" t="t" r="r" b="b"/>
                  <a:pathLst>
                    <a:path w="81183" h="5698" extrusionOk="0">
                      <a:moveTo>
                        <a:pt x="40592" y="0"/>
                      </a:moveTo>
                      <a:cubicBezTo>
                        <a:pt x="18173" y="0"/>
                        <a:pt x="0" y="1276"/>
                        <a:pt x="0" y="2849"/>
                      </a:cubicBezTo>
                      <a:cubicBezTo>
                        <a:pt x="0" y="4421"/>
                        <a:pt x="18173" y="5698"/>
                        <a:pt x="40592" y="5698"/>
                      </a:cubicBezTo>
                      <a:cubicBezTo>
                        <a:pt x="63009" y="5698"/>
                        <a:pt x="81183" y="4423"/>
                        <a:pt x="81183" y="2849"/>
                      </a:cubicBezTo>
                      <a:cubicBezTo>
                        <a:pt x="81183" y="1276"/>
                        <a:pt x="63009" y="0"/>
                        <a:pt x="40592"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9"/>
                <p:cNvSpPr/>
                <p:nvPr/>
              </p:nvSpPr>
              <p:spPr>
                <a:xfrm>
                  <a:off x="-5567850" y="3168850"/>
                  <a:ext cx="2509100" cy="177150"/>
                </a:xfrm>
                <a:custGeom>
                  <a:avLst/>
                  <a:gdLst/>
                  <a:ahLst/>
                  <a:cxnLst/>
                  <a:rect l="l" t="t" r="r" b="b"/>
                  <a:pathLst>
                    <a:path w="100364" h="7086" extrusionOk="0">
                      <a:moveTo>
                        <a:pt x="1" y="0"/>
                      </a:moveTo>
                      <a:lnTo>
                        <a:pt x="1" y="7085"/>
                      </a:lnTo>
                      <a:lnTo>
                        <a:pt x="100364" y="7085"/>
                      </a:lnTo>
                      <a:lnTo>
                        <a:pt x="100364"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9"/>
                <p:cNvSpPr/>
                <p:nvPr/>
              </p:nvSpPr>
              <p:spPr>
                <a:xfrm>
                  <a:off x="-5574350" y="3162350"/>
                  <a:ext cx="2522125" cy="190150"/>
                </a:xfrm>
                <a:custGeom>
                  <a:avLst/>
                  <a:gdLst/>
                  <a:ahLst/>
                  <a:cxnLst/>
                  <a:rect l="l" t="t" r="r" b="b"/>
                  <a:pathLst>
                    <a:path w="100885" h="7606" extrusionOk="0">
                      <a:moveTo>
                        <a:pt x="100364" y="521"/>
                      </a:moveTo>
                      <a:lnTo>
                        <a:pt x="100364" y="7085"/>
                      </a:lnTo>
                      <a:lnTo>
                        <a:pt x="521" y="7085"/>
                      </a:lnTo>
                      <a:lnTo>
                        <a:pt x="521" y="521"/>
                      </a:lnTo>
                      <a:close/>
                      <a:moveTo>
                        <a:pt x="261" y="0"/>
                      </a:moveTo>
                      <a:cubicBezTo>
                        <a:pt x="117" y="0"/>
                        <a:pt x="1" y="116"/>
                        <a:pt x="1" y="260"/>
                      </a:cubicBezTo>
                      <a:lnTo>
                        <a:pt x="1" y="7345"/>
                      </a:lnTo>
                      <a:cubicBezTo>
                        <a:pt x="1" y="7488"/>
                        <a:pt x="117" y="7606"/>
                        <a:pt x="261" y="7606"/>
                      </a:cubicBezTo>
                      <a:lnTo>
                        <a:pt x="100624" y="7606"/>
                      </a:lnTo>
                      <a:cubicBezTo>
                        <a:pt x="100768" y="7606"/>
                        <a:pt x="100884" y="7488"/>
                        <a:pt x="100884" y="7345"/>
                      </a:cubicBezTo>
                      <a:lnTo>
                        <a:pt x="100884" y="260"/>
                      </a:lnTo>
                      <a:cubicBezTo>
                        <a:pt x="100884" y="116"/>
                        <a:pt x="100768" y="0"/>
                        <a:pt x="10062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9"/>
                <p:cNvSpPr/>
                <p:nvPr/>
              </p:nvSpPr>
              <p:spPr>
                <a:xfrm>
                  <a:off x="-5745350" y="3345975"/>
                  <a:ext cx="2864125" cy="191100"/>
                </a:xfrm>
                <a:custGeom>
                  <a:avLst/>
                  <a:gdLst/>
                  <a:ahLst/>
                  <a:cxnLst/>
                  <a:rect l="l" t="t" r="r" b="b"/>
                  <a:pathLst>
                    <a:path w="114565" h="7644" extrusionOk="0">
                      <a:moveTo>
                        <a:pt x="7101" y="0"/>
                      </a:moveTo>
                      <a:lnTo>
                        <a:pt x="0" y="7644"/>
                      </a:lnTo>
                      <a:lnTo>
                        <a:pt x="114565" y="7644"/>
                      </a:lnTo>
                      <a:lnTo>
                        <a:pt x="1074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9"/>
                <p:cNvSpPr/>
                <p:nvPr/>
              </p:nvSpPr>
              <p:spPr>
                <a:xfrm>
                  <a:off x="-5753975" y="3339475"/>
                  <a:ext cx="2881375" cy="204100"/>
                </a:xfrm>
                <a:custGeom>
                  <a:avLst/>
                  <a:gdLst/>
                  <a:ahLst/>
                  <a:cxnLst/>
                  <a:rect l="l" t="t" r="r" b="b"/>
                  <a:pathLst>
                    <a:path w="115255" h="8164" extrusionOk="0">
                      <a:moveTo>
                        <a:pt x="107696" y="521"/>
                      </a:moveTo>
                      <a:lnTo>
                        <a:pt x="114313" y="7643"/>
                      </a:lnTo>
                      <a:lnTo>
                        <a:pt x="943" y="7643"/>
                      </a:lnTo>
                      <a:lnTo>
                        <a:pt x="7559" y="521"/>
                      </a:lnTo>
                      <a:close/>
                      <a:moveTo>
                        <a:pt x="7446" y="0"/>
                      </a:moveTo>
                      <a:cubicBezTo>
                        <a:pt x="7373" y="0"/>
                        <a:pt x="7304" y="30"/>
                        <a:pt x="7255" y="84"/>
                      </a:cubicBezTo>
                      <a:lnTo>
                        <a:pt x="155" y="7727"/>
                      </a:lnTo>
                      <a:cubicBezTo>
                        <a:pt x="0" y="7893"/>
                        <a:pt x="119" y="8164"/>
                        <a:pt x="345" y="8164"/>
                      </a:cubicBezTo>
                      <a:lnTo>
                        <a:pt x="114910" y="8164"/>
                      </a:lnTo>
                      <a:cubicBezTo>
                        <a:pt x="115136" y="8164"/>
                        <a:pt x="115255" y="7894"/>
                        <a:pt x="115100" y="7727"/>
                      </a:cubicBezTo>
                      <a:lnTo>
                        <a:pt x="108000" y="84"/>
                      </a:lnTo>
                      <a:cubicBezTo>
                        <a:pt x="107951" y="30"/>
                        <a:pt x="107882" y="0"/>
                        <a:pt x="10780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9"/>
                <p:cNvSpPr/>
                <p:nvPr/>
              </p:nvSpPr>
              <p:spPr>
                <a:xfrm>
                  <a:off x="-5744850" y="3537050"/>
                  <a:ext cx="2863125" cy="186475"/>
                </a:xfrm>
                <a:custGeom>
                  <a:avLst/>
                  <a:gdLst/>
                  <a:ahLst/>
                  <a:cxnLst/>
                  <a:rect l="l" t="t" r="r" b="b"/>
                  <a:pathLst>
                    <a:path w="114525" h="7459" extrusionOk="0">
                      <a:moveTo>
                        <a:pt x="1" y="1"/>
                      </a:moveTo>
                      <a:lnTo>
                        <a:pt x="1" y="7459"/>
                      </a:lnTo>
                      <a:lnTo>
                        <a:pt x="114524" y="7459"/>
                      </a:lnTo>
                      <a:lnTo>
                        <a:pt x="114524"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9"/>
                <p:cNvSpPr/>
                <p:nvPr/>
              </p:nvSpPr>
              <p:spPr>
                <a:xfrm>
                  <a:off x="-5751350" y="3530550"/>
                  <a:ext cx="2876125" cy="199475"/>
                </a:xfrm>
                <a:custGeom>
                  <a:avLst/>
                  <a:gdLst/>
                  <a:ahLst/>
                  <a:cxnLst/>
                  <a:rect l="l" t="t" r="r" b="b"/>
                  <a:pathLst>
                    <a:path w="115045" h="7979" extrusionOk="0">
                      <a:moveTo>
                        <a:pt x="114524" y="521"/>
                      </a:moveTo>
                      <a:lnTo>
                        <a:pt x="114524" y="7458"/>
                      </a:lnTo>
                      <a:lnTo>
                        <a:pt x="521" y="7458"/>
                      </a:lnTo>
                      <a:lnTo>
                        <a:pt x="521" y="521"/>
                      </a:lnTo>
                      <a:close/>
                      <a:moveTo>
                        <a:pt x="261" y="0"/>
                      </a:moveTo>
                      <a:cubicBezTo>
                        <a:pt x="117" y="0"/>
                        <a:pt x="1" y="116"/>
                        <a:pt x="1" y="261"/>
                      </a:cubicBezTo>
                      <a:lnTo>
                        <a:pt x="1" y="7719"/>
                      </a:lnTo>
                      <a:cubicBezTo>
                        <a:pt x="1" y="7861"/>
                        <a:pt x="117" y="7979"/>
                        <a:pt x="261" y="7979"/>
                      </a:cubicBezTo>
                      <a:lnTo>
                        <a:pt x="114784" y="7979"/>
                      </a:lnTo>
                      <a:cubicBezTo>
                        <a:pt x="114928" y="7979"/>
                        <a:pt x="115044" y="7861"/>
                        <a:pt x="115044" y="7719"/>
                      </a:cubicBezTo>
                      <a:lnTo>
                        <a:pt x="115044" y="261"/>
                      </a:lnTo>
                      <a:cubicBezTo>
                        <a:pt x="115044" y="116"/>
                        <a:pt x="114928" y="0"/>
                        <a:pt x="11478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9"/>
                <p:cNvSpPr/>
                <p:nvPr/>
              </p:nvSpPr>
              <p:spPr>
                <a:xfrm>
                  <a:off x="-4347575" y="-413325"/>
                  <a:ext cx="466400" cy="1692575"/>
                </a:xfrm>
                <a:custGeom>
                  <a:avLst/>
                  <a:gdLst/>
                  <a:ahLst/>
                  <a:cxnLst/>
                  <a:rect l="l" t="t" r="r" b="b"/>
                  <a:pathLst>
                    <a:path w="18656" h="67703" extrusionOk="0">
                      <a:moveTo>
                        <a:pt x="18135" y="0"/>
                      </a:moveTo>
                      <a:lnTo>
                        <a:pt x="18135" y="19792"/>
                      </a:lnTo>
                      <a:lnTo>
                        <a:pt x="0" y="19792"/>
                      </a:lnTo>
                      <a:lnTo>
                        <a:pt x="0" y="67703"/>
                      </a:lnTo>
                      <a:lnTo>
                        <a:pt x="521" y="67703"/>
                      </a:lnTo>
                      <a:lnTo>
                        <a:pt x="521" y="20313"/>
                      </a:lnTo>
                      <a:lnTo>
                        <a:pt x="18655" y="20313"/>
                      </a:lnTo>
                      <a:lnTo>
                        <a:pt x="18655"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9"/>
                <p:cNvSpPr/>
                <p:nvPr/>
              </p:nvSpPr>
              <p:spPr>
                <a:xfrm>
                  <a:off x="-4170425" y="-413325"/>
                  <a:ext cx="13050" cy="495700"/>
                </a:xfrm>
                <a:custGeom>
                  <a:avLst/>
                  <a:gdLst/>
                  <a:ahLst/>
                  <a:cxnLst/>
                  <a:rect l="l" t="t" r="r" b="b"/>
                  <a:pathLst>
                    <a:path w="522" h="19828" extrusionOk="0">
                      <a:moveTo>
                        <a:pt x="0" y="0"/>
                      </a:moveTo>
                      <a:lnTo>
                        <a:pt x="0" y="19828"/>
                      </a:lnTo>
                      <a:lnTo>
                        <a:pt x="521" y="19828"/>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9"/>
                <p:cNvSpPr/>
                <p:nvPr/>
              </p:nvSpPr>
              <p:spPr>
                <a:xfrm>
                  <a:off x="-6823850" y="1135200"/>
                  <a:ext cx="2414425" cy="330175"/>
                </a:xfrm>
                <a:custGeom>
                  <a:avLst/>
                  <a:gdLst/>
                  <a:ahLst/>
                  <a:cxnLst/>
                  <a:rect l="l" t="t" r="r" b="b"/>
                  <a:pathLst>
                    <a:path w="96577" h="13207" extrusionOk="0">
                      <a:moveTo>
                        <a:pt x="1" y="1"/>
                      </a:moveTo>
                      <a:lnTo>
                        <a:pt x="1" y="521"/>
                      </a:lnTo>
                      <a:lnTo>
                        <a:pt x="16928" y="521"/>
                      </a:lnTo>
                      <a:lnTo>
                        <a:pt x="16928" y="13207"/>
                      </a:lnTo>
                      <a:lnTo>
                        <a:pt x="96576" y="13207"/>
                      </a:lnTo>
                      <a:lnTo>
                        <a:pt x="96576" y="12686"/>
                      </a:lnTo>
                      <a:lnTo>
                        <a:pt x="17449" y="12686"/>
                      </a:lnTo>
                      <a:lnTo>
                        <a:pt x="17449"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9"/>
                <p:cNvSpPr/>
                <p:nvPr/>
              </p:nvSpPr>
              <p:spPr>
                <a:xfrm>
                  <a:off x="-5009350" y="-730475"/>
                  <a:ext cx="330175" cy="1698300"/>
                </a:xfrm>
                <a:custGeom>
                  <a:avLst/>
                  <a:gdLst/>
                  <a:ahLst/>
                  <a:cxnLst/>
                  <a:rect l="l" t="t" r="r" b="b"/>
                  <a:pathLst>
                    <a:path w="13207" h="67932" extrusionOk="0">
                      <a:moveTo>
                        <a:pt x="10232" y="1"/>
                      </a:moveTo>
                      <a:lnTo>
                        <a:pt x="10232" y="17747"/>
                      </a:lnTo>
                      <a:lnTo>
                        <a:pt x="1" y="17747"/>
                      </a:lnTo>
                      <a:lnTo>
                        <a:pt x="1" y="29725"/>
                      </a:lnTo>
                      <a:lnTo>
                        <a:pt x="12686" y="29725"/>
                      </a:lnTo>
                      <a:lnTo>
                        <a:pt x="12686" y="67931"/>
                      </a:lnTo>
                      <a:lnTo>
                        <a:pt x="13207" y="67931"/>
                      </a:lnTo>
                      <a:lnTo>
                        <a:pt x="13207" y="29204"/>
                      </a:lnTo>
                      <a:lnTo>
                        <a:pt x="522" y="29204"/>
                      </a:lnTo>
                      <a:lnTo>
                        <a:pt x="522" y="18267"/>
                      </a:lnTo>
                      <a:lnTo>
                        <a:pt x="10752" y="18267"/>
                      </a:lnTo>
                      <a:lnTo>
                        <a:pt x="10752"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9"/>
                <p:cNvSpPr/>
                <p:nvPr/>
              </p:nvSpPr>
              <p:spPr>
                <a:xfrm>
                  <a:off x="-3352000" y="-327750"/>
                  <a:ext cx="323675" cy="927275"/>
                </a:xfrm>
                <a:custGeom>
                  <a:avLst/>
                  <a:gdLst/>
                  <a:ahLst/>
                  <a:cxnLst/>
                  <a:rect l="l" t="t" r="r" b="b"/>
                  <a:pathLst>
                    <a:path w="12947" h="37091" extrusionOk="0">
                      <a:moveTo>
                        <a:pt x="6957" y="1"/>
                      </a:moveTo>
                      <a:lnTo>
                        <a:pt x="6957" y="11049"/>
                      </a:lnTo>
                      <a:lnTo>
                        <a:pt x="0" y="11049"/>
                      </a:lnTo>
                      <a:lnTo>
                        <a:pt x="0" y="37090"/>
                      </a:lnTo>
                      <a:lnTo>
                        <a:pt x="521" y="37090"/>
                      </a:lnTo>
                      <a:lnTo>
                        <a:pt x="521" y="11569"/>
                      </a:lnTo>
                      <a:lnTo>
                        <a:pt x="7477" y="11569"/>
                      </a:lnTo>
                      <a:lnTo>
                        <a:pt x="7477" y="521"/>
                      </a:lnTo>
                      <a:lnTo>
                        <a:pt x="12947" y="521"/>
                      </a:lnTo>
                      <a:lnTo>
                        <a:pt x="12947"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9"/>
                <p:cNvSpPr/>
                <p:nvPr/>
              </p:nvSpPr>
              <p:spPr>
                <a:xfrm>
                  <a:off x="-5602700" y="-454250"/>
                  <a:ext cx="156250" cy="992375"/>
                </a:xfrm>
                <a:custGeom>
                  <a:avLst/>
                  <a:gdLst/>
                  <a:ahLst/>
                  <a:cxnLst/>
                  <a:rect l="l" t="t" r="r" b="b"/>
                  <a:pathLst>
                    <a:path w="6250" h="39695" extrusionOk="0">
                      <a:moveTo>
                        <a:pt x="0" y="0"/>
                      </a:moveTo>
                      <a:lnTo>
                        <a:pt x="0" y="14432"/>
                      </a:lnTo>
                      <a:lnTo>
                        <a:pt x="5730" y="20160"/>
                      </a:lnTo>
                      <a:lnTo>
                        <a:pt x="5730" y="39695"/>
                      </a:lnTo>
                      <a:lnTo>
                        <a:pt x="6249" y="39695"/>
                      </a:lnTo>
                      <a:lnTo>
                        <a:pt x="6249" y="19945"/>
                      </a:lnTo>
                      <a:lnTo>
                        <a:pt x="521" y="14216"/>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9"/>
                <p:cNvSpPr/>
                <p:nvPr/>
              </p:nvSpPr>
              <p:spPr>
                <a:xfrm>
                  <a:off x="-6721550" y="603225"/>
                  <a:ext cx="910525" cy="309700"/>
                </a:xfrm>
                <a:custGeom>
                  <a:avLst/>
                  <a:gdLst/>
                  <a:ahLst/>
                  <a:cxnLst/>
                  <a:rect l="l" t="t" r="r" b="b"/>
                  <a:pathLst>
                    <a:path w="36421" h="12388" extrusionOk="0">
                      <a:moveTo>
                        <a:pt x="0" y="0"/>
                      </a:moveTo>
                      <a:lnTo>
                        <a:pt x="0" y="521"/>
                      </a:lnTo>
                      <a:lnTo>
                        <a:pt x="21020" y="521"/>
                      </a:lnTo>
                      <a:lnTo>
                        <a:pt x="21020" y="12388"/>
                      </a:lnTo>
                      <a:lnTo>
                        <a:pt x="36421" y="12388"/>
                      </a:lnTo>
                      <a:lnTo>
                        <a:pt x="36421" y="11867"/>
                      </a:lnTo>
                      <a:lnTo>
                        <a:pt x="21540" y="11867"/>
                      </a:lnTo>
                      <a:lnTo>
                        <a:pt x="21540"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9"/>
                <p:cNvSpPr/>
                <p:nvPr/>
              </p:nvSpPr>
              <p:spPr>
                <a:xfrm>
                  <a:off x="-6138425" y="2512600"/>
                  <a:ext cx="681750" cy="569200"/>
                </a:xfrm>
                <a:custGeom>
                  <a:avLst/>
                  <a:gdLst/>
                  <a:ahLst/>
                  <a:cxnLst/>
                  <a:rect l="l" t="t" r="r" b="b"/>
                  <a:pathLst>
                    <a:path w="27270" h="22768" extrusionOk="0">
                      <a:moveTo>
                        <a:pt x="26750" y="1"/>
                      </a:moveTo>
                      <a:lnTo>
                        <a:pt x="26750" y="10379"/>
                      </a:lnTo>
                      <a:lnTo>
                        <a:pt x="19792" y="10379"/>
                      </a:lnTo>
                      <a:lnTo>
                        <a:pt x="19792" y="22247"/>
                      </a:lnTo>
                      <a:lnTo>
                        <a:pt x="1" y="22247"/>
                      </a:lnTo>
                      <a:lnTo>
                        <a:pt x="1" y="22768"/>
                      </a:lnTo>
                      <a:lnTo>
                        <a:pt x="20313" y="22768"/>
                      </a:lnTo>
                      <a:lnTo>
                        <a:pt x="20313" y="10900"/>
                      </a:lnTo>
                      <a:lnTo>
                        <a:pt x="27269" y="10900"/>
                      </a:lnTo>
                      <a:lnTo>
                        <a:pt x="27269"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9"/>
                <p:cNvSpPr/>
                <p:nvPr/>
              </p:nvSpPr>
              <p:spPr>
                <a:xfrm>
                  <a:off x="-3556625" y="2553500"/>
                  <a:ext cx="865900" cy="405525"/>
                </a:xfrm>
                <a:custGeom>
                  <a:avLst/>
                  <a:gdLst/>
                  <a:ahLst/>
                  <a:cxnLst/>
                  <a:rect l="l" t="t" r="r" b="b"/>
                  <a:pathLst>
                    <a:path w="34636" h="16221" extrusionOk="0">
                      <a:moveTo>
                        <a:pt x="1" y="0"/>
                      </a:moveTo>
                      <a:lnTo>
                        <a:pt x="1" y="11310"/>
                      </a:lnTo>
                      <a:lnTo>
                        <a:pt x="16481" y="11310"/>
                      </a:lnTo>
                      <a:lnTo>
                        <a:pt x="16481" y="6809"/>
                      </a:lnTo>
                      <a:lnTo>
                        <a:pt x="20462" y="6809"/>
                      </a:lnTo>
                      <a:lnTo>
                        <a:pt x="20462" y="16220"/>
                      </a:lnTo>
                      <a:lnTo>
                        <a:pt x="34636" y="16220"/>
                      </a:lnTo>
                      <a:lnTo>
                        <a:pt x="34636" y="15700"/>
                      </a:lnTo>
                      <a:lnTo>
                        <a:pt x="20983" y="15700"/>
                      </a:lnTo>
                      <a:lnTo>
                        <a:pt x="20983" y="6289"/>
                      </a:lnTo>
                      <a:lnTo>
                        <a:pt x="15960" y="6289"/>
                      </a:lnTo>
                      <a:lnTo>
                        <a:pt x="15960" y="10790"/>
                      </a:lnTo>
                      <a:lnTo>
                        <a:pt x="521" y="10790"/>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9"/>
                <p:cNvSpPr/>
                <p:nvPr/>
              </p:nvSpPr>
              <p:spPr>
                <a:xfrm>
                  <a:off x="-3919200" y="-442500"/>
                  <a:ext cx="60700" cy="58400"/>
                </a:xfrm>
                <a:custGeom>
                  <a:avLst/>
                  <a:gdLst/>
                  <a:ahLst/>
                  <a:cxnLst/>
                  <a:rect l="l" t="t" r="r" b="b"/>
                  <a:pathLst>
                    <a:path w="2428" h="2336" extrusionOk="0">
                      <a:moveTo>
                        <a:pt x="1260" y="0"/>
                      </a:moveTo>
                      <a:cubicBezTo>
                        <a:pt x="788" y="0"/>
                        <a:pt x="363" y="285"/>
                        <a:pt x="181" y="720"/>
                      </a:cubicBezTo>
                      <a:cubicBezTo>
                        <a:pt x="1" y="1156"/>
                        <a:pt x="101" y="1659"/>
                        <a:pt x="434" y="1993"/>
                      </a:cubicBezTo>
                      <a:cubicBezTo>
                        <a:pt x="658" y="2217"/>
                        <a:pt x="956" y="2335"/>
                        <a:pt x="1260" y="2335"/>
                      </a:cubicBezTo>
                      <a:cubicBezTo>
                        <a:pt x="1411" y="2335"/>
                        <a:pt x="1562" y="2306"/>
                        <a:pt x="1707" y="2246"/>
                      </a:cubicBezTo>
                      <a:cubicBezTo>
                        <a:pt x="2143" y="2066"/>
                        <a:pt x="2427" y="1640"/>
                        <a:pt x="2427" y="1167"/>
                      </a:cubicBezTo>
                      <a:cubicBezTo>
                        <a:pt x="2427" y="523"/>
                        <a:pt x="1905"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9"/>
                <p:cNvSpPr/>
                <p:nvPr/>
              </p:nvSpPr>
              <p:spPr>
                <a:xfrm>
                  <a:off x="-3926225" y="-449025"/>
                  <a:ext cx="74225" cy="71400"/>
                </a:xfrm>
                <a:custGeom>
                  <a:avLst/>
                  <a:gdLst/>
                  <a:ahLst/>
                  <a:cxnLst/>
                  <a:rect l="l" t="t" r="r" b="b"/>
                  <a:pathLst>
                    <a:path w="2969" h="2856" extrusionOk="0">
                      <a:moveTo>
                        <a:pt x="1541" y="521"/>
                      </a:moveTo>
                      <a:lnTo>
                        <a:pt x="1541" y="523"/>
                      </a:lnTo>
                      <a:cubicBezTo>
                        <a:pt x="2042" y="523"/>
                        <a:pt x="2448" y="928"/>
                        <a:pt x="2448" y="1428"/>
                      </a:cubicBezTo>
                      <a:cubicBezTo>
                        <a:pt x="2448" y="1795"/>
                        <a:pt x="2228" y="2126"/>
                        <a:pt x="1888" y="2266"/>
                      </a:cubicBezTo>
                      <a:cubicBezTo>
                        <a:pt x="1776" y="2313"/>
                        <a:pt x="1658" y="2335"/>
                        <a:pt x="1541" y="2335"/>
                      </a:cubicBezTo>
                      <a:cubicBezTo>
                        <a:pt x="1305" y="2335"/>
                        <a:pt x="1072" y="2243"/>
                        <a:pt x="899" y="2070"/>
                      </a:cubicBezTo>
                      <a:cubicBezTo>
                        <a:pt x="640" y="1811"/>
                        <a:pt x="563" y="1420"/>
                        <a:pt x="703" y="1081"/>
                      </a:cubicBezTo>
                      <a:cubicBezTo>
                        <a:pt x="843" y="743"/>
                        <a:pt x="1174" y="521"/>
                        <a:pt x="1541" y="521"/>
                      </a:cubicBezTo>
                      <a:close/>
                      <a:moveTo>
                        <a:pt x="1541" y="1"/>
                      </a:moveTo>
                      <a:cubicBezTo>
                        <a:pt x="1169" y="1"/>
                        <a:pt x="804" y="146"/>
                        <a:pt x="531" y="418"/>
                      </a:cubicBezTo>
                      <a:cubicBezTo>
                        <a:pt x="123" y="828"/>
                        <a:pt x="1" y="1442"/>
                        <a:pt x="222" y="1974"/>
                      </a:cubicBezTo>
                      <a:cubicBezTo>
                        <a:pt x="443" y="2508"/>
                        <a:pt x="963" y="2856"/>
                        <a:pt x="1541" y="2856"/>
                      </a:cubicBezTo>
                      <a:cubicBezTo>
                        <a:pt x="2329" y="2855"/>
                        <a:pt x="2967" y="2217"/>
                        <a:pt x="2969" y="1428"/>
                      </a:cubicBezTo>
                      <a:cubicBezTo>
                        <a:pt x="2969" y="851"/>
                        <a:pt x="2621" y="330"/>
                        <a:pt x="2087" y="110"/>
                      </a:cubicBezTo>
                      <a:cubicBezTo>
                        <a:pt x="1910"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9"/>
                <p:cNvSpPr/>
                <p:nvPr/>
              </p:nvSpPr>
              <p:spPr>
                <a:xfrm>
                  <a:off x="-4194325" y="-442500"/>
                  <a:ext cx="60700" cy="58400"/>
                </a:xfrm>
                <a:custGeom>
                  <a:avLst/>
                  <a:gdLst/>
                  <a:ahLst/>
                  <a:cxnLst/>
                  <a:rect l="l" t="t" r="r" b="b"/>
                  <a:pathLst>
                    <a:path w="2428" h="2336" extrusionOk="0">
                      <a:moveTo>
                        <a:pt x="1260" y="0"/>
                      </a:moveTo>
                      <a:cubicBezTo>
                        <a:pt x="788" y="0"/>
                        <a:pt x="363" y="285"/>
                        <a:pt x="181" y="720"/>
                      </a:cubicBezTo>
                      <a:cubicBezTo>
                        <a:pt x="1" y="1156"/>
                        <a:pt x="101" y="1659"/>
                        <a:pt x="434" y="1993"/>
                      </a:cubicBezTo>
                      <a:cubicBezTo>
                        <a:pt x="658" y="2217"/>
                        <a:pt x="957" y="2335"/>
                        <a:pt x="1260" y="2335"/>
                      </a:cubicBezTo>
                      <a:cubicBezTo>
                        <a:pt x="1411" y="2335"/>
                        <a:pt x="1563" y="2306"/>
                        <a:pt x="1707" y="2246"/>
                      </a:cubicBezTo>
                      <a:cubicBezTo>
                        <a:pt x="2143" y="2066"/>
                        <a:pt x="2428" y="1640"/>
                        <a:pt x="2428" y="1167"/>
                      </a:cubicBezTo>
                      <a:cubicBezTo>
                        <a:pt x="2428" y="523"/>
                        <a:pt x="1906"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9"/>
                <p:cNvSpPr/>
                <p:nvPr/>
              </p:nvSpPr>
              <p:spPr>
                <a:xfrm>
                  <a:off x="-4201325" y="-449025"/>
                  <a:ext cx="74200" cy="71400"/>
                </a:xfrm>
                <a:custGeom>
                  <a:avLst/>
                  <a:gdLst/>
                  <a:ahLst/>
                  <a:cxnLst/>
                  <a:rect l="l" t="t" r="r" b="b"/>
                  <a:pathLst>
                    <a:path w="2968" h="2856" extrusionOk="0">
                      <a:moveTo>
                        <a:pt x="1540" y="521"/>
                      </a:moveTo>
                      <a:lnTo>
                        <a:pt x="1540" y="523"/>
                      </a:lnTo>
                      <a:cubicBezTo>
                        <a:pt x="2042" y="523"/>
                        <a:pt x="2447" y="928"/>
                        <a:pt x="2447" y="1428"/>
                      </a:cubicBezTo>
                      <a:cubicBezTo>
                        <a:pt x="2447" y="1795"/>
                        <a:pt x="2227" y="2126"/>
                        <a:pt x="1888" y="2266"/>
                      </a:cubicBezTo>
                      <a:cubicBezTo>
                        <a:pt x="1775" y="2313"/>
                        <a:pt x="1658" y="2335"/>
                        <a:pt x="1541" y="2335"/>
                      </a:cubicBezTo>
                      <a:cubicBezTo>
                        <a:pt x="1305" y="2335"/>
                        <a:pt x="1073" y="2243"/>
                        <a:pt x="898" y="2070"/>
                      </a:cubicBezTo>
                      <a:cubicBezTo>
                        <a:pt x="639" y="1811"/>
                        <a:pt x="562" y="1420"/>
                        <a:pt x="702" y="1081"/>
                      </a:cubicBezTo>
                      <a:cubicBezTo>
                        <a:pt x="843" y="743"/>
                        <a:pt x="1173" y="521"/>
                        <a:pt x="1540" y="521"/>
                      </a:cubicBezTo>
                      <a:close/>
                      <a:moveTo>
                        <a:pt x="1541" y="1"/>
                      </a:moveTo>
                      <a:cubicBezTo>
                        <a:pt x="1169" y="1"/>
                        <a:pt x="804" y="146"/>
                        <a:pt x="530" y="418"/>
                      </a:cubicBezTo>
                      <a:cubicBezTo>
                        <a:pt x="122" y="828"/>
                        <a:pt x="0" y="1442"/>
                        <a:pt x="222" y="1974"/>
                      </a:cubicBezTo>
                      <a:cubicBezTo>
                        <a:pt x="442" y="2508"/>
                        <a:pt x="963" y="2856"/>
                        <a:pt x="1540" y="2856"/>
                      </a:cubicBezTo>
                      <a:cubicBezTo>
                        <a:pt x="2329" y="2855"/>
                        <a:pt x="2967" y="2217"/>
                        <a:pt x="2968" y="1428"/>
                      </a:cubicBezTo>
                      <a:cubicBezTo>
                        <a:pt x="2968" y="851"/>
                        <a:pt x="2620" y="330"/>
                        <a:pt x="2088" y="110"/>
                      </a:cubicBezTo>
                      <a:cubicBezTo>
                        <a:pt x="1911"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9"/>
                <p:cNvSpPr/>
                <p:nvPr/>
              </p:nvSpPr>
              <p:spPr>
                <a:xfrm>
                  <a:off x="-4778350" y="-768150"/>
                  <a:ext cx="60675" cy="58400"/>
                </a:xfrm>
                <a:custGeom>
                  <a:avLst/>
                  <a:gdLst/>
                  <a:ahLst/>
                  <a:cxnLst/>
                  <a:rect l="l" t="t" r="r" b="b"/>
                  <a:pathLst>
                    <a:path w="2427" h="2336" extrusionOk="0">
                      <a:moveTo>
                        <a:pt x="1259" y="0"/>
                      </a:moveTo>
                      <a:cubicBezTo>
                        <a:pt x="787" y="0"/>
                        <a:pt x="361" y="285"/>
                        <a:pt x="180" y="721"/>
                      </a:cubicBezTo>
                      <a:cubicBezTo>
                        <a:pt x="0" y="1157"/>
                        <a:pt x="99" y="1659"/>
                        <a:pt x="434" y="1993"/>
                      </a:cubicBezTo>
                      <a:cubicBezTo>
                        <a:pt x="657" y="2217"/>
                        <a:pt x="955" y="2335"/>
                        <a:pt x="1259" y="2335"/>
                      </a:cubicBezTo>
                      <a:cubicBezTo>
                        <a:pt x="1410" y="2335"/>
                        <a:pt x="1561" y="2306"/>
                        <a:pt x="1706" y="2247"/>
                      </a:cubicBezTo>
                      <a:cubicBezTo>
                        <a:pt x="2142" y="2066"/>
                        <a:pt x="2427" y="1640"/>
                        <a:pt x="2427" y="1168"/>
                      </a:cubicBezTo>
                      <a:cubicBezTo>
                        <a:pt x="2427" y="523"/>
                        <a:pt x="1904" y="0"/>
                        <a:pt x="125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9"/>
                <p:cNvSpPr/>
                <p:nvPr/>
              </p:nvSpPr>
              <p:spPr>
                <a:xfrm>
                  <a:off x="-4785375" y="-774675"/>
                  <a:ext cx="74225" cy="71425"/>
                </a:xfrm>
                <a:custGeom>
                  <a:avLst/>
                  <a:gdLst/>
                  <a:ahLst/>
                  <a:cxnLst/>
                  <a:rect l="l" t="t" r="r" b="b"/>
                  <a:pathLst>
                    <a:path w="2969" h="2857" extrusionOk="0">
                      <a:moveTo>
                        <a:pt x="1540" y="522"/>
                      </a:moveTo>
                      <a:cubicBezTo>
                        <a:pt x="2040" y="522"/>
                        <a:pt x="2447" y="927"/>
                        <a:pt x="2447" y="1429"/>
                      </a:cubicBezTo>
                      <a:cubicBezTo>
                        <a:pt x="2447" y="1796"/>
                        <a:pt x="2226" y="2126"/>
                        <a:pt x="1887" y="2267"/>
                      </a:cubicBezTo>
                      <a:cubicBezTo>
                        <a:pt x="1775" y="2313"/>
                        <a:pt x="1657" y="2336"/>
                        <a:pt x="1540" y="2336"/>
                      </a:cubicBezTo>
                      <a:cubicBezTo>
                        <a:pt x="1304" y="2336"/>
                        <a:pt x="1072" y="2244"/>
                        <a:pt x="899" y="2070"/>
                      </a:cubicBezTo>
                      <a:cubicBezTo>
                        <a:pt x="639" y="1811"/>
                        <a:pt x="562" y="1420"/>
                        <a:pt x="702" y="1081"/>
                      </a:cubicBezTo>
                      <a:cubicBezTo>
                        <a:pt x="843" y="742"/>
                        <a:pt x="1173" y="522"/>
                        <a:pt x="1540" y="522"/>
                      </a:cubicBezTo>
                      <a:close/>
                      <a:moveTo>
                        <a:pt x="1540" y="1"/>
                      </a:moveTo>
                      <a:cubicBezTo>
                        <a:pt x="1168" y="1"/>
                        <a:pt x="803" y="146"/>
                        <a:pt x="530" y="419"/>
                      </a:cubicBezTo>
                      <a:cubicBezTo>
                        <a:pt x="122" y="827"/>
                        <a:pt x="0" y="1442"/>
                        <a:pt x="220" y="1975"/>
                      </a:cubicBezTo>
                      <a:cubicBezTo>
                        <a:pt x="442" y="2509"/>
                        <a:pt x="963" y="2856"/>
                        <a:pt x="1540" y="2856"/>
                      </a:cubicBezTo>
                      <a:cubicBezTo>
                        <a:pt x="2329" y="2856"/>
                        <a:pt x="2967" y="2217"/>
                        <a:pt x="2968" y="1429"/>
                      </a:cubicBezTo>
                      <a:cubicBezTo>
                        <a:pt x="2968" y="851"/>
                        <a:pt x="2621" y="330"/>
                        <a:pt x="2086" y="110"/>
                      </a:cubicBezTo>
                      <a:cubicBezTo>
                        <a:pt x="1909" y="37"/>
                        <a:pt x="1724" y="1"/>
                        <a:pt x="15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9"/>
                <p:cNvSpPr/>
                <p:nvPr/>
              </p:nvSpPr>
              <p:spPr>
                <a:xfrm>
                  <a:off x="-5627475" y="-498225"/>
                  <a:ext cx="60700" cy="58425"/>
                </a:xfrm>
                <a:custGeom>
                  <a:avLst/>
                  <a:gdLst/>
                  <a:ahLst/>
                  <a:cxnLst/>
                  <a:rect l="l" t="t" r="r" b="b"/>
                  <a:pathLst>
                    <a:path w="2428" h="2337" extrusionOk="0">
                      <a:moveTo>
                        <a:pt x="1260" y="1"/>
                      </a:moveTo>
                      <a:cubicBezTo>
                        <a:pt x="788" y="1"/>
                        <a:pt x="361" y="286"/>
                        <a:pt x="181" y="721"/>
                      </a:cubicBezTo>
                      <a:cubicBezTo>
                        <a:pt x="1" y="1157"/>
                        <a:pt x="100" y="1660"/>
                        <a:pt x="434" y="1994"/>
                      </a:cubicBezTo>
                      <a:cubicBezTo>
                        <a:pt x="657" y="2218"/>
                        <a:pt x="956" y="2336"/>
                        <a:pt x="1260" y="2336"/>
                      </a:cubicBezTo>
                      <a:cubicBezTo>
                        <a:pt x="1411" y="2336"/>
                        <a:pt x="1562" y="2307"/>
                        <a:pt x="1707" y="2247"/>
                      </a:cubicBezTo>
                      <a:cubicBezTo>
                        <a:pt x="2143" y="2067"/>
                        <a:pt x="2427" y="1641"/>
                        <a:pt x="2427" y="1168"/>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9"/>
                <p:cNvSpPr/>
                <p:nvPr/>
              </p:nvSpPr>
              <p:spPr>
                <a:xfrm>
                  <a:off x="-5634475" y="-504725"/>
                  <a:ext cx="74225" cy="71400"/>
                </a:xfrm>
                <a:custGeom>
                  <a:avLst/>
                  <a:gdLst/>
                  <a:ahLst/>
                  <a:cxnLst/>
                  <a:rect l="l" t="t" r="r" b="b"/>
                  <a:pathLst>
                    <a:path w="2969" h="2856" extrusionOk="0">
                      <a:moveTo>
                        <a:pt x="1540" y="521"/>
                      </a:moveTo>
                      <a:cubicBezTo>
                        <a:pt x="2041" y="523"/>
                        <a:pt x="2447" y="928"/>
                        <a:pt x="2448" y="1428"/>
                      </a:cubicBezTo>
                      <a:cubicBezTo>
                        <a:pt x="2448" y="1795"/>
                        <a:pt x="2226" y="2126"/>
                        <a:pt x="1887" y="2266"/>
                      </a:cubicBezTo>
                      <a:cubicBezTo>
                        <a:pt x="1775" y="2313"/>
                        <a:pt x="1657" y="2335"/>
                        <a:pt x="1540" y="2335"/>
                      </a:cubicBezTo>
                      <a:cubicBezTo>
                        <a:pt x="1304" y="2335"/>
                        <a:pt x="1073" y="2243"/>
                        <a:pt x="899" y="2070"/>
                      </a:cubicBezTo>
                      <a:cubicBezTo>
                        <a:pt x="640" y="1810"/>
                        <a:pt x="561" y="1420"/>
                        <a:pt x="702" y="1081"/>
                      </a:cubicBezTo>
                      <a:cubicBezTo>
                        <a:pt x="842" y="742"/>
                        <a:pt x="1173" y="521"/>
                        <a:pt x="1540" y="521"/>
                      </a:cubicBezTo>
                      <a:close/>
                      <a:moveTo>
                        <a:pt x="1540" y="0"/>
                      </a:moveTo>
                      <a:cubicBezTo>
                        <a:pt x="1169" y="0"/>
                        <a:pt x="804" y="146"/>
                        <a:pt x="531" y="418"/>
                      </a:cubicBezTo>
                      <a:cubicBezTo>
                        <a:pt x="122" y="826"/>
                        <a:pt x="1" y="1440"/>
                        <a:pt x="221" y="1974"/>
                      </a:cubicBezTo>
                      <a:cubicBezTo>
                        <a:pt x="442" y="2508"/>
                        <a:pt x="962" y="2856"/>
                        <a:pt x="1540" y="2856"/>
                      </a:cubicBezTo>
                      <a:cubicBezTo>
                        <a:pt x="2328" y="2855"/>
                        <a:pt x="2967" y="2217"/>
                        <a:pt x="2969" y="1428"/>
                      </a:cubicBezTo>
                      <a:cubicBezTo>
                        <a:pt x="2969" y="851"/>
                        <a:pt x="2620" y="330"/>
                        <a:pt x="2087" y="110"/>
                      </a:cubicBezTo>
                      <a:cubicBezTo>
                        <a:pt x="1910" y="36"/>
                        <a:pt x="1724" y="0"/>
                        <a:pt x="154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9"/>
                <p:cNvSpPr/>
                <p:nvPr/>
              </p:nvSpPr>
              <p:spPr>
                <a:xfrm>
                  <a:off x="-6753025" y="580550"/>
                  <a:ext cx="60675" cy="58375"/>
                </a:xfrm>
                <a:custGeom>
                  <a:avLst/>
                  <a:gdLst/>
                  <a:ahLst/>
                  <a:cxnLst/>
                  <a:rect l="l" t="t" r="r" b="b"/>
                  <a:pathLst>
                    <a:path w="2427" h="2335" extrusionOk="0">
                      <a:moveTo>
                        <a:pt x="1259" y="0"/>
                      </a:moveTo>
                      <a:cubicBezTo>
                        <a:pt x="787" y="0"/>
                        <a:pt x="362" y="285"/>
                        <a:pt x="182" y="721"/>
                      </a:cubicBezTo>
                      <a:cubicBezTo>
                        <a:pt x="0" y="1157"/>
                        <a:pt x="101" y="1659"/>
                        <a:pt x="435" y="1992"/>
                      </a:cubicBezTo>
                      <a:cubicBezTo>
                        <a:pt x="657" y="2216"/>
                        <a:pt x="956" y="2335"/>
                        <a:pt x="1260" y="2335"/>
                      </a:cubicBezTo>
                      <a:cubicBezTo>
                        <a:pt x="1410" y="2335"/>
                        <a:pt x="1562" y="2306"/>
                        <a:pt x="1706" y="2245"/>
                      </a:cubicBezTo>
                      <a:cubicBezTo>
                        <a:pt x="2142" y="2065"/>
                        <a:pt x="2427" y="1640"/>
                        <a:pt x="2427" y="1168"/>
                      </a:cubicBezTo>
                      <a:cubicBezTo>
                        <a:pt x="2427" y="522"/>
                        <a:pt x="1905" y="0"/>
                        <a:pt x="125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9"/>
                <p:cNvSpPr/>
                <p:nvPr/>
              </p:nvSpPr>
              <p:spPr>
                <a:xfrm>
                  <a:off x="-6760050" y="574025"/>
                  <a:ext cx="74225" cy="71425"/>
                </a:xfrm>
                <a:custGeom>
                  <a:avLst/>
                  <a:gdLst/>
                  <a:ahLst/>
                  <a:cxnLst/>
                  <a:rect l="l" t="t" r="r" b="b"/>
                  <a:pathLst>
                    <a:path w="2969" h="2857" extrusionOk="0">
                      <a:moveTo>
                        <a:pt x="1540" y="522"/>
                      </a:moveTo>
                      <a:cubicBezTo>
                        <a:pt x="2042" y="522"/>
                        <a:pt x="2447" y="927"/>
                        <a:pt x="2447" y="1429"/>
                      </a:cubicBezTo>
                      <a:cubicBezTo>
                        <a:pt x="2447" y="1796"/>
                        <a:pt x="2227" y="2126"/>
                        <a:pt x="1888" y="2267"/>
                      </a:cubicBezTo>
                      <a:cubicBezTo>
                        <a:pt x="1776" y="2313"/>
                        <a:pt x="1658" y="2336"/>
                        <a:pt x="1541" y="2336"/>
                      </a:cubicBezTo>
                      <a:cubicBezTo>
                        <a:pt x="1305" y="2336"/>
                        <a:pt x="1073" y="2243"/>
                        <a:pt x="899" y="2069"/>
                      </a:cubicBezTo>
                      <a:cubicBezTo>
                        <a:pt x="639" y="1810"/>
                        <a:pt x="562" y="1420"/>
                        <a:pt x="702" y="1081"/>
                      </a:cubicBezTo>
                      <a:cubicBezTo>
                        <a:pt x="843" y="742"/>
                        <a:pt x="1173" y="522"/>
                        <a:pt x="1540" y="522"/>
                      </a:cubicBezTo>
                      <a:close/>
                      <a:moveTo>
                        <a:pt x="1542" y="1"/>
                      </a:moveTo>
                      <a:cubicBezTo>
                        <a:pt x="1170" y="1"/>
                        <a:pt x="804" y="146"/>
                        <a:pt x="530" y="419"/>
                      </a:cubicBezTo>
                      <a:cubicBezTo>
                        <a:pt x="122" y="827"/>
                        <a:pt x="0" y="1441"/>
                        <a:pt x="222" y="1975"/>
                      </a:cubicBezTo>
                      <a:cubicBezTo>
                        <a:pt x="442" y="2509"/>
                        <a:pt x="963" y="2856"/>
                        <a:pt x="1540" y="2856"/>
                      </a:cubicBezTo>
                      <a:cubicBezTo>
                        <a:pt x="2329" y="2855"/>
                        <a:pt x="2967" y="2217"/>
                        <a:pt x="2968" y="1429"/>
                      </a:cubicBezTo>
                      <a:cubicBezTo>
                        <a:pt x="2968" y="851"/>
                        <a:pt x="2621" y="330"/>
                        <a:pt x="2086" y="109"/>
                      </a:cubicBezTo>
                      <a:cubicBezTo>
                        <a:pt x="1910" y="36"/>
                        <a:pt x="1725" y="1"/>
                        <a:pt x="15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9"/>
                <p:cNvSpPr/>
                <p:nvPr/>
              </p:nvSpPr>
              <p:spPr>
                <a:xfrm>
                  <a:off x="-6854475" y="1111650"/>
                  <a:ext cx="60675" cy="58400"/>
                </a:xfrm>
                <a:custGeom>
                  <a:avLst/>
                  <a:gdLst/>
                  <a:ahLst/>
                  <a:cxnLst/>
                  <a:rect l="l" t="t" r="r" b="b"/>
                  <a:pathLst>
                    <a:path w="2427" h="2336" extrusionOk="0">
                      <a:moveTo>
                        <a:pt x="1260" y="0"/>
                      </a:moveTo>
                      <a:cubicBezTo>
                        <a:pt x="787" y="0"/>
                        <a:pt x="362" y="285"/>
                        <a:pt x="181" y="721"/>
                      </a:cubicBezTo>
                      <a:cubicBezTo>
                        <a:pt x="0" y="1157"/>
                        <a:pt x="101" y="1659"/>
                        <a:pt x="434" y="1994"/>
                      </a:cubicBezTo>
                      <a:cubicBezTo>
                        <a:pt x="658" y="2217"/>
                        <a:pt x="957" y="2335"/>
                        <a:pt x="1261" y="2335"/>
                      </a:cubicBezTo>
                      <a:cubicBezTo>
                        <a:pt x="1411" y="2335"/>
                        <a:pt x="1562" y="2306"/>
                        <a:pt x="1706" y="2247"/>
                      </a:cubicBezTo>
                      <a:cubicBezTo>
                        <a:pt x="2142" y="2066"/>
                        <a:pt x="2427" y="1640"/>
                        <a:pt x="2427" y="1168"/>
                      </a:cubicBezTo>
                      <a:cubicBezTo>
                        <a:pt x="2427" y="522"/>
                        <a:pt x="1905"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9"/>
                <p:cNvSpPr/>
                <p:nvPr/>
              </p:nvSpPr>
              <p:spPr>
                <a:xfrm>
                  <a:off x="-6861500" y="1105125"/>
                  <a:ext cx="74250" cy="71425"/>
                </a:xfrm>
                <a:custGeom>
                  <a:avLst/>
                  <a:gdLst/>
                  <a:ahLst/>
                  <a:cxnLst/>
                  <a:rect l="l" t="t" r="r" b="b"/>
                  <a:pathLst>
                    <a:path w="2970" h="2857" extrusionOk="0">
                      <a:moveTo>
                        <a:pt x="1541" y="521"/>
                      </a:moveTo>
                      <a:cubicBezTo>
                        <a:pt x="2042" y="521"/>
                        <a:pt x="2448" y="927"/>
                        <a:pt x="2448" y="1429"/>
                      </a:cubicBezTo>
                      <a:cubicBezTo>
                        <a:pt x="2448" y="1796"/>
                        <a:pt x="2227" y="2126"/>
                        <a:pt x="1888" y="2267"/>
                      </a:cubicBezTo>
                      <a:cubicBezTo>
                        <a:pt x="1776" y="2313"/>
                        <a:pt x="1659" y="2336"/>
                        <a:pt x="1542" y="2336"/>
                      </a:cubicBezTo>
                      <a:cubicBezTo>
                        <a:pt x="1306" y="2336"/>
                        <a:pt x="1073" y="2243"/>
                        <a:pt x="899" y="2069"/>
                      </a:cubicBezTo>
                      <a:cubicBezTo>
                        <a:pt x="640" y="1810"/>
                        <a:pt x="562" y="1420"/>
                        <a:pt x="703" y="1081"/>
                      </a:cubicBezTo>
                      <a:cubicBezTo>
                        <a:pt x="843" y="742"/>
                        <a:pt x="1174" y="521"/>
                        <a:pt x="1541" y="521"/>
                      </a:cubicBezTo>
                      <a:close/>
                      <a:moveTo>
                        <a:pt x="1541" y="0"/>
                      </a:moveTo>
                      <a:cubicBezTo>
                        <a:pt x="1170" y="0"/>
                        <a:pt x="805" y="145"/>
                        <a:pt x="532" y="419"/>
                      </a:cubicBezTo>
                      <a:cubicBezTo>
                        <a:pt x="123" y="827"/>
                        <a:pt x="0" y="1441"/>
                        <a:pt x="222" y="1975"/>
                      </a:cubicBezTo>
                      <a:cubicBezTo>
                        <a:pt x="442" y="2508"/>
                        <a:pt x="963" y="2856"/>
                        <a:pt x="1541" y="2856"/>
                      </a:cubicBezTo>
                      <a:cubicBezTo>
                        <a:pt x="2329" y="2855"/>
                        <a:pt x="2967" y="2217"/>
                        <a:pt x="2968" y="1429"/>
                      </a:cubicBezTo>
                      <a:cubicBezTo>
                        <a:pt x="2970" y="851"/>
                        <a:pt x="2621" y="330"/>
                        <a:pt x="2088" y="109"/>
                      </a:cubicBezTo>
                      <a:cubicBezTo>
                        <a:pt x="1911" y="36"/>
                        <a:pt x="1725" y="0"/>
                        <a:pt x="154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9"/>
                <p:cNvSpPr/>
                <p:nvPr/>
              </p:nvSpPr>
              <p:spPr>
                <a:xfrm>
                  <a:off x="-6167350" y="3040500"/>
                  <a:ext cx="60675" cy="58400"/>
                </a:xfrm>
                <a:custGeom>
                  <a:avLst/>
                  <a:gdLst/>
                  <a:ahLst/>
                  <a:cxnLst/>
                  <a:rect l="l" t="t" r="r" b="b"/>
                  <a:pathLst>
                    <a:path w="2427" h="2336" extrusionOk="0">
                      <a:moveTo>
                        <a:pt x="1260" y="0"/>
                      </a:moveTo>
                      <a:cubicBezTo>
                        <a:pt x="787" y="0"/>
                        <a:pt x="362" y="285"/>
                        <a:pt x="182" y="721"/>
                      </a:cubicBezTo>
                      <a:cubicBezTo>
                        <a:pt x="0" y="1158"/>
                        <a:pt x="101" y="1659"/>
                        <a:pt x="435" y="1993"/>
                      </a:cubicBezTo>
                      <a:cubicBezTo>
                        <a:pt x="658" y="2217"/>
                        <a:pt x="956" y="2335"/>
                        <a:pt x="1260" y="2335"/>
                      </a:cubicBezTo>
                      <a:cubicBezTo>
                        <a:pt x="1410" y="2335"/>
                        <a:pt x="1562" y="2306"/>
                        <a:pt x="1706" y="2246"/>
                      </a:cubicBezTo>
                      <a:cubicBezTo>
                        <a:pt x="2142" y="2066"/>
                        <a:pt x="2427" y="1640"/>
                        <a:pt x="2427" y="1167"/>
                      </a:cubicBezTo>
                      <a:cubicBezTo>
                        <a:pt x="2427" y="523"/>
                        <a:pt x="1905"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9"/>
                <p:cNvSpPr/>
                <p:nvPr/>
              </p:nvSpPr>
              <p:spPr>
                <a:xfrm>
                  <a:off x="-6174375" y="3034000"/>
                  <a:ext cx="74225" cy="71425"/>
                </a:xfrm>
                <a:custGeom>
                  <a:avLst/>
                  <a:gdLst/>
                  <a:ahLst/>
                  <a:cxnLst/>
                  <a:rect l="l" t="t" r="r" b="b"/>
                  <a:pathLst>
                    <a:path w="2969" h="2857" extrusionOk="0">
                      <a:moveTo>
                        <a:pt x="1541" y="521"/>
                      </a:moveTo>
                      <a:cubicBezTo>
                        <a:pt x="2042" y="522"/>
                        <a:pt x="2448" y="927"/>
                        <a:pt x="2448" y="1427"/>
                      </a:cubicBezTo>
                      <a:cubicBezTo>
                        <a:pt x="2448" y="1794"/>
                        <a:pt x="2227" y="2125"/>
                        <a:pt x="1888" y="2267"/>
                      </a:cubicBezTo>
                      <a:cubicBezTo>
                        <a:pt x="1776" y="2313"/>
                        <a:pt x="1659" y="2336"/>
                        <a:pt x="1542" y="2336"/>
                      </a:cubicBezTo>
                      <a:cubicBezTo>
                        <a:pt x="1306" y="2336"/>
                        <a:pt x="1073" y="2243"/>
                        <a:pt x="899" y="2069"/>
                      </a:cubicBezTo>
                      <a:cubicBezTo>
                        <a:pt x="640" y="1810"/>
                        <a:pt x="562" y="1420"/>
                        <a:pt x="703" y="1081"/>
                      </a:cubicBezTo>
                      <a:cubicBezTo>
                        <a:pt x="843" y="742"/>
                        <a:pt x="1174" y="521"/>
                        <a:pt x="1541" y="521"/>
                      </a:cubicBezTo>
                      <a:close/>
                      <a:moveTo>
                        <a:pt x="1542" y="1"/>
                      </a:moveTo>
                      <a:cubicBezTo>
                        <a:pt x="1170" y="1"/>
                        <a:pt x="804" y="146"/>
                        <a:pt x="531" y="419"/>
                      </a:cubicBezTo>
                      <a:cubicBezTo>
                        <a:pt x="123" y="827"/>
                        <a:pt x="0" y="1441"/>
                        <a:pt x="222" y="1975"/>
                      </a:cubicBezTo>
                      <a:cubicBezTo>
                        <a:pt x="442" y="2508"/>
                        <a:pt x="963" y="2856"/>
                        <a:pt x="1541" y="2856"/>
                      </a:cubicBezTo>
                      <a:cubicBezTo>
                        <a:pt x="2329" y="2855"/>
                        <a:pt x="2968" y="2216"/>
                        <a:pt x="2968" y="1427"/>
                      </a:cubicBezTo>
                      <a:cubicBezTo>
                        <a:pt x="2968" y="850"/>
                        <a:pt x="2621" y="329"/>
                        <a:pt x="2087" y="109"/>
                      </a:cubicBezTo>
                      <a:cubicBezTo>
                        <a:pt x="1911" y="36"/>
                        <a:pt x="1725" y="1"/>
                        <a:pt x="15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9"/>
                <p:cNvSpPr/>
                <p:nvPr/>
              </p:nvSpPr>
              <p:spPr>
                <a:xfrm>
                  <a:off x="-2707425" y="2917525"/>
                  <a:ext cx="60700" cy="58400"/>
                </a:xfrm>
                <a:custGeom>
                  <a:avLst/>
                  <a:gdLst/>
                  <a:ahLst/>
                  <a:cxnLst/>
                  <a:rect l="l" t="t" r="r" b="b"/>
                  <a:pathLst>
                    <a:path w="2428" h="2336" extrusionOk="0">
                      <a:moveTo>
                        <a:pt x="1260" y="1"/>
                      </a:moveTo>
                      <a:cubicBezTo>
                        <a:pt x="788" y="1"/>
                        <a:pt x="362" y="285"/>
                        <a:pt x="181" y="722"/>
                      </a:cubicBezTo>
                      <a:cubicBezTo>
                        <a:pt x="1" y="1158"/>
                        <a:pt x="100" y="1659"/>
                        <a:pt x="434" y="1994"/>
                      </a:cubicBezTo>
                      <a:cubicBezTo>
                        <a:pt x="658" y="2217"/>
                        <a:pt x="956" y="2336"/>
                        <a:pt x="1260" y="2336"/>
                      </a:cubicBezTo>
                      <a:cubicBezTo>
                        <a:pt x="1410" y="2336"/>
                        <a:pt x="1562" y="2307"/>
                        <a:pt x="1707" y="2247"/>
                      </a:cubicBezTo>
                      <a:cubicBezTo>
                        <a:pt x="2143" y="2066"/>
                        <a:pt x="2427" y="1640"/>
                        <a:pt x="2427" y="1169"/>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9"/>
                <p:cNvSpPr/>
                <p:nvPr/>
              </p:nvSpPr>
              <p:spPr>
                <a:xfrm>
                  <a:off x="-2714450" y="2911025"/>
                  <a:ext cx="74225" cy="71400"/>
                </a:xfrm>
                <a:custGeom>
                  <a:avLst/>
                  <a:gdLst/>
                  <a:ahLst/>
                  <a:cxnLst/>
                  <a:rect l="l" t="t" r="r" b="b"/>
                  <a:pathLst>
                    <a:path w="2969" h="2856" extrusionOk="0">
                      <a:moveTo>
                        <a:pt x="1543" y="522"/>
                      </a:moveTo>
                      <a:cubicBezTo>
                        <a:pt x="2042" y="522"/>
                        <a:pt x="2448" y="928"/>
                        <a:pt x="2449" y="1429"/>
                      </a:cubicBezTo>
                      <a:cubicBezTo>
                        <a:pt x="2448" y="1795"/>
                        <a:pt x="2228" y="2125"/>
                        <a:pt x="1889" y="2266"/>
                      </a:cubicBezTo>
                      <a:cubicBezTo>
                        <a:pt x="1777" y="2312"/>
                        <a:pt x="1659" y="2335"/>
                        <a:pt x="1542" y="2335"/>
                      </a:cubicBezTo>
                      <a:cubicBezTo>
                        <a:pt x="1307" y="2335"/>
                        <a:pt x="1075" y="2243"/>
                        <a:pt x="900" y="2070"/>
                      </a:cubicBezTo>
                      <a:cubicBezTo>
                        <a:pt x="641" y="1810"/>
                        <a:pt x="564" y="1421"/>
                        <a:pt x="703" y="1083"/>
                      </a:cubicBezTo>
                      <a:cubicBezTo>
                        <a:pt x="844" y="744"/>
                        <a:pt x="1174" y="522"/>
                        <a:pt x="1541" y="522"/>
                      </a:cubicBezTo>
                      <a:cubicBezTo>
                        <a:pt x="1542" y="522"/>
                        <a:pt x="1543" y="522"/>
                        <a:pt x="1543" y="522"/>
                      </a:cubicBezTo>
                      <a:close/>
                      <a:moveTo>
                        <a:pt x="1541" y="1"/>
                      </a:moveTo>
                      <a:cubicBezTo>
                        <a:pt x="1170" y="1"/>
                        <a:pt x="805" y="145"/>
                        <a:pt x="531" y="419"/>
                      </a:cubicBezTo>
                      <a:cubicBezTo>
                        <a:pt x="123" y="827"/>
                        <a:pt x="1" y="1441"/>
                        <a:pt x="222" y="1974"/>
                      </a:cubicBezTo>
                      <a:cubicBezTo>
                        <a:pt x="443" y="2508"/>
                        <a:pt x="963" y="2855"/>
                        <a:pt x="1541" y="2855"/>
                      </a:cubicBezTo>
                      <a:cubicBezTo>
                        <a:pt x="2328" y="2855"/>
                        <a:pt x="2967" y="2216"/>
                        <a:pt x="2969" y="1429"/>
                      </a:cubicBezTo>
                      <a:cubicBezTo>
                        <a:pt x="2969" y="851"/>
                        <a:pt x="2621" y="331"/>
                        <a:pt x="2087" y="109"/>
                      </a:cubicBezTo>
                      <a:cubicBezTo>
                        <a:pt x="1911"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9"/>
                <p:cNvSpPr/>
                <p:nvPr/>
              </p:nvSpPr>
              <p:spPr>
                <a:xfrm>
                  <a:off x="-3040900" y="-351250"/>
                  <a:ext cx="60700" cy="58400"/>
                </a:xfrm>
                <a:custGeom>
                  <a:avLst/>
                  <a:gdLst/>
                  <a:ahLst/>
                  <a:cxnLst/>
                  <a:rect l="l" t="t" r="r" b="b"/>
                  <a:pathLst>
                    <a:path w="2428" h="2336" extrusionOk="0">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9"/>
                <p:cNvSpPr/>
                <p:nvPr/>
              </p:nvSpPr>
              <p:spPr>
                <a:xfrm>
                  <a:off x="-3047925" y="-357750"/>
                  <a:ext cx="74225" cy="71450"/>
                </a:xfrm>
                <a:custGeom>
                  <a:avLst/>
                  <a:gdLst/>
                  <a:ahLst/>
                  <a:cxnLst/>
                  <a:rect l="l" t="t" r="r" b="b"/>
                  <a:pathLst>
                    <a:path w="2969" h="2858" extrusionOk="0">
                      <a:moveTo>
                        <a:pt x="1541" y="521"/>
                      </a:moveTo>
                      <a:cubicBezTo>
                        <a:pt x="2041" y="522"/>
                        <a:pt x="2447" y="928"/>
                        <a:pt x="2448" y="1428"/>
                      </a:cubicBezTo>
                      <a:cubicBezTo>
                        <a:pt x="2448" y="1795"/>
                        <a:pt x="2226" y="2127"/>
                        <a:pt x="1887" y="2267"/>
                      </a:cubicBezTo>
                      <a:cubicBezTo>
                        <a:pt x="1775" y="2314"/>
                        <a:pt x="1658" y="2336"/>
                        <a:pt x="1541" y="2336"/>
                      </a:cubicBezTo>
                      <a:cubicBezTo>
                        <a:pt x="1305" y="2336"/>
                        <a:pt x="1073" y="2244"/>
                        <a:pt x="899" y="2070"/>
                      </a:cubicBezTo>
                      <a:cubicBezTo>
                        <a:pt x="640" y="1811"/>
                        <a:pt x="562" y="1421"/>
                        <a:pt x="703" y="1082"/>
                      </a:cubicBezTo>
                      <a:cubicBezTo>
                        <a:pt x="842" y="743"/>
                        <a:pt x="1174" y="521"/>
                        <a:pt x="1541" y="521"/>
                      </a:cubicBezTo>
                      <a:close/>
                      <a:moveTo>
                        <a:pt x="1540" y="1"/>
                      </a:moveTo>
                      <a:cubicBezTo>
                        <a:pt x="1169" y="1"/>
                        <a:pt x="804" y="146"/>
                        <a:pt x="531" y="419"/>
                      </a:cubicBezTo>
                      <a:cubicBezTo>
                        <a:pt x="123" y="828"/>
                        <a:pt x="1" y="1441"/>
                        <a:pt x="221" y="1976"/>
                      </a:cubicBezTo>
                      <a:cubicBezTo>
                        <a:pt x="442" y="2508"/>
                        <a:pt x="963" y="2857"/>
                        <a:pt x="1541" y="2857"/>
                      </a:cubicBezTo>
                      <a:cubicBezTo>
                        <a:pt x="2328" y="2856"/>
                        <a:pt x="2967" y="2216"/>
                        <a:pt x="2968" y="1428"/>
                      </a:cubicBezTo>
                      <a:cubicBezTo>
                        <a:pt x="2968" y="851"/>
                        <a:pt x="2620" y="330"/>
                        <a:pt x="2087" y="110"/>
                      </a:cubicBezTo>
                      <a:cubicBezTo>
                        <a:pt x="1910" y="37"/>
                        <a:pt x="1724" y="1"/>
                        <a:pt x="15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9"/>
                <p:cNvSpPr/>
                <p:nvPr/>
              </p:nvSpPr>
              <p:spPr>
                <a:xfrm>
                  <a:off x="-4837450" y="2516525"/>
                  <a:ext cx="992800" cy="523425"/>
                </a:xfrm>
                <a:custGeom>
                  <a:avLst/>
                  <a:gdLst/>
                  <a:ahLst/>
                  <a:cxnLst/>
                  <a:rect l="l" t="t" r="r" b="b"/>
                  <a:pathLst>
                    <a:path w="39712" h="20937" extrusionOk="0">
                      <a:moveTo>
                        <a:pt x="4582" y="1"/>
                      </a:moveTo>
                      <a:lnTo>
                        <a:pt x="4582" y="10156"/>
                      </a:lnTo>
                      <a:cubicBezTo>
                        <a:pt x="4582" y="13469"/>
                        <a:pt x="3439" y="16685"/>
                        <a:pt x="1338" y="19282"/>
                      </a:cubicBezTo>
                      <a:lnTo>
                        <a:pt x="0" y="20936"/>
                      </a:lnTo>
                      <a:lnTo>
                        <a:pt x="39712" y="20936"/>
                      </a:lnTo>
                      <a:lnTo>
                        <a:pt x="38374" y="19282"/>
                      </a:lnTo>
                      <a:cubicBezTo>
                        <a:pt x="36273" y="16685"/>
                        <a:pt x="35130" y="13469"/>
                        <a:pt x="35130" y="10156"/>
                      </a:cubicBezTo>
                      <a:lnTo>
                        <a:pt x="351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9"/>
                <p:cNvSpPr/>
                <p:nvPr/>
              </p:nvSpPr>
              <p:spPr>
                <a:xfrm>
                  <a:off x="-4845950" y="2510025"/>
                  <a:ext cx="1009825" cy="536425"/>
                </a:xfrm>
                <a:custGeom>
                  <a:avLst/>
                  <a:gdLst/>
                  <a:ahLst/>
                  <a:cxnLst/>
                  <a:rect l="l" t="t" r="r" b="b"/>
                  <a:pathLst>
                    <a:path w="40393" h="21457" extrusionOk="0">
                      <a:moveTo>
                        <a:pt x="35209" y="521"/>
                      </a:moveTo>
                      <a:lnTo>
                        <a:pt x="35209" y="10414"/>
                      </a:lnTo>
                      <a:cubicBezTo>
                        <a:pt x="35209" y="13773"/>
                        <a:pt x="36383" y="17073"/>
                        <a:pt x="38512" y="19707"/>
                      </a:cubicBezTo>
                      <a:lnTo>
                        <a:pt x="39507" y="20936"/>
                      </a:lnTo>
                      <a:lnTo>
                        <a:pt x="885" y="20936"/>
                      </a:lnTo>
                      <a:lnTo>
                        <a:pt x="1881" y="19707"/>
                      </a:lnTo>
                      <a:cubicBezTo>
                        <a:pt x="4009" y="17073"/>
                        <a:pt x="5183" y="13773"/>
                        <a:pt x="5183" y="10414"/>
                      </a:cubicBezTo>
                      <a:lnTo>
                        <a:pt x="5183" y="521"/>
                      </a:lnTo>
                      <a:close/>
                      <a:moveTo>
                        <a:pt x="4922" y="1"/>
                      </a:moveTo>
                      <a:cubicBezTo>
                        <a:pt x="4780" y="1"/>
                        <a:pt x="4662" y="117"/>
                        <a:pt x="4663" y="261"/>
                      </a:cubicBezTo>
                      <a:lnTo>
                        <a:pt x="4663" y="10414"/>
                      </a:lnTo>
                      <a:cubicBezTo>
                        <a:pt x="4663" y="13655"/>
                        <a:pt x="3531" y="16838"/>
                        <a:pt x="1476" y="19379"/>
                      </a:cubicBezTo>
                      <a:lnTo>
                        <a:pt x="138" y="21033"/>
                      </a:lnTo>
                      <a:cubicBezTo>
                        <a:pt x="0" y="21203"/>
                        <a:pt x="121" y="21457"/>
                        <a:pt x="340" y="21457"/>
                      </a:cubicBezTo>
                      <a:lnTo>
                        <a:pt x="40052" y="21457"/>
                      </a:lnTo>
                      <a:cubicBezTo>
                        <a:pt x="40270" y="21457"/>
                        <a:pt x="40392" y="21203"/>
                        <a:pt x="40254" y="21033"/>
                      </a:cubicBezTo>
                      <a:lnTo>
                        <a:pt x="38916" y="19379"/>
                      </a:lnTo>
                      <a:cubicBezTo>
                        <a:pt x="36861" y="16838"/>
                        <a:pt x="35730" y="13655"/>
                        <a:pt x="35730" y="10414"/>
                      </a:cubicBezTo>
                      <a:lnTo>
                        <a:pt x="35730" y="261"/>
                      </a:lnTo>
                      <a:cubicBezTo>
                        <a:pt x="35730" y="117"/>
                        <a:pt x="35613" y="1"/>
                        <a:pt x="3547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9"/>
                <p:cNvSpPr/>
                <p:nvPr/>
              </p:nvSpPr>
              <p:spPr>
                <a:xfrm>
                  <a:off x="-4769800" y="2248925"/>
                  <a:ext cx="857475" cy="431675"/>
                </a:xfrm>
                <a:custGeom>
                  <a:avLst/>
                  <a:gdLst/>
                  <a:ahLst/>
                  <a:cxnLst/>
                  <a:rect l="l" t="t" r="r" b="b"/>
                  <a:pathLst>
                    <a:path w="34299" h="17267" extrusionOk="0">
                      <a:moveTo>
                        <a:pt x="1876" y="1"/>
                      </a:moveTo>
                      <a:lnTo>
                        <a:pt x="1876" y="10155"/>
                      </a:lnTo>
                      <a:cubicBezTo>
                        <a:pt x="1875" y="12647"/>
                        <a:pt x="1229" y="15097"/>
                        <a:pt x="1" y="17267"/>
                      </a:cubicBezTo>
                      <a:lnTo>
                        <a:pt x="34298" y="17267"/>
                      </a:lnTo>
                      <a:cubicBezTo>
                        <a:pt x="33072" y="15097"/>
                        <a:pt x="32425" y="12647"/>
                        <a:pt x="32424" y="10155"/>
                      </a:cubicBezTo>
                      <a:lnTo>
                        <a:pt x="32424" y="1"/>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9"/>
                <p:cNvSpPr/>
                <p:nvPr/>
              </p:nvSpPr>
              <p:spPr>
                <a:xfrm>
                  <a:off x="-5875675" y="342950"/>
                  <a:ext cx="3069250" cy="2253650"/>
                </a:xfrm>
                <a:custGeom>
                  <a:avLst/>
                  <a:gdLst/>
                  <a:ahLst/>
                  <a:cxnLst/>
                  <a:rect l="l" t="t" r="r" b="b"/>
                  <a:pathLst>
                    <a:path w="122770" h="90146" extrusionOk="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9"/>
                <p:cNvSpPr/>
                <p:nvPr/>
              </p:nvSpPr>
              <p:spPr>
                <a:xfrm>
                  <a:off x="-5882175" y="336425"/>
                  <a:ext cx="3082275" cy="2266675"/>
                </a:xfrm>
                <a:custGeom>
                  <a:avLst/>
                  <a:gdLst/>
                  <a:ahLst/>
                  <a:cxnLst/>
                  <a:rect l="l" t="t" r="r" b="b"/>
                  <a:pathLst>
                    <a:path w="123291" h="90667" extrusionOk="0">
                      <a:moveTo>
                        <a:pt x="118612" y="521"/>
                      </a:moveTo>
                      <a:cubicBezTo>
                        <a:pt x="120905" y="521"/>
                        <a:pt x="122770" y="2386"/>
                        <a:pt x="122770" y="4678"/>
                      </a:cubicBezTo>
                      <a:lnTo>
                        <a:pt x="122770" y="85990"/>
                      </a:lnTo>
                      <a:cubicBezTo>
                        <a:pt x="122770" y="88283"/>
                        <a:pt x="120905" y="90147"/>
                        <a:pt x="118612" y="90147"/>
                      </a:cubicBezTo>
                      <a:lnTo>
                        <a:pt x="4678" y="90147"/>
                      </a:lnTo>
                      <a:cubicBezTo>
                        <a:pt x="2385" y="90147"/>
                        <a:pt x="521" y="88283"/>
                        <a:pt x="521" y="85990"/>
                      </a:cubicBezTo>
                      <a:lnTo>
                        <a:pt x="521" y="4678"/>
                      </a:lnTo>
                      <a:cubicBezTo>
                        <a:pt x="521" y="2386"/>
                        <a:pt x="2385" y="521"/>
                        <a:pt x="4678" y="521"/>
                      </a:cubicBezTo>
                      <a:close/>
                      <a:moveTo>
                        <a:pt x="4678" y="1"/>
                      </a:moveTo>
                      <a:cubicBezTo>
                        <a:pt x="2098" y="1"/>
                        <a:pt x="0" y="2099"/>
                        <a:pt x="0" y="4678"/>
                      </a:cubicBezTo>
                      <a:lnTo>
                        <a:pt x="0" y="85990"/>
                      </a:lnTo>
                      <a:cubicBezTo>
                        <a:pt x="0" y="88570"/>
                        <a:pt x="2098" y="90667"/>
                        <a:pt x="4678" y="90667"/>
                      </a:cubicBezTo>
                      <a:lnTo>
                        <a:pt x="118612" y="90667"/>
                      </a:lnTo>
                      <a:cubicBezTo>
                        <a:pt x="121192" y="90667"/>
                        <a:pt x="123290" y="88570"/>
                        <a:pt x="123290" y="85990"/>
                      </a:cubicBezTo>
                      <a:lnTo>
                        <a:pt x="123290" y="4678"/>
                      </a:lnTo>
                      <a:cubicBezTo>
                        <a:pt x="123290" y="2099"/>
                        <a:pt x="121192" y="1"/>
                        <a:pt x="11861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9"/>
                <p:cNvSpPr/>
                <p:nvPr/>
              </p:nvSpPr>
              <p:spPr>
                <a:xfrm>
                  <a:off x="-5875675" y="2246300"/>
                  <a:ext cx="3069250" cy="350300"/>
                </a:xfrm>
                <a:custGeom>
                  <a:avLst/>
                  <a:gdLst/>
                  <a:ahLst/>
                  <a:cxnLst/>
                  <a:rect l="l" t="t" r="r" b="b"/>
                  <a:pathLst>
                    <a:path w="122770" h="14012" extrusionOk="0">
                      <a:moveTo>
                        <a:pt x="0" y="0"/>
                      </a:moveTo>
                      <a:lnTo>
                        <a:pt x="0" y="9540"/>
                      </a:lnTo>
                      <a:cubicBezTo>
                        <a:pt x="0" y="12009"/>
                        <a:pt x="2003" y="14012"/>
                        <a:pt x="4473" y="14012"/>
                      </a:cubicBezTo>
                      <a:lnTo>
                        <a:pt x="118438" y="14012"/>
                      </a:lnTo>
                      <a:cubicBezTo>
                        <a:pt x="120830" y="14012"/>
                        <a:pt x="122770" y="12073"/>
                        <a:pt x="122770" y="9680"/>
                      </a:cubicBezTo>
                      <a:lnTo>
                        <a:pt x="12277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9"/>
                <p:cNvSpPr/>
                <p:nvPr/>
              </p:nvSpPr>
              <p:spPr>
                <a:xfrm>
                  <a:off x="-5882175" y="2239775"/>
                  <a:ext cx="3082275" cy="363325"/>
                </a:xfrm>
                <a:custGeom>
                  <a:avLst/>
                  <a:gdLst/>
                  <a:ahLst/>
                  <a:cxnLst/>
                  <a:rect l="l" t="t" r="r" b="b"/>
                  <a:pathLst>
                    <a:path w="123291" h="14533" extrusionOk="0">
                      <a:moveTo>
                        <a:pt x="122770" y="522"/>
                      </a:moveTo>
                      <a:lnTo>
                        <a:pt x="122770" y="9856"/>
                      </a:lnTo>
                      <a:cubicBezTo>
                        <a:pt x="122770" y="12151"/>
                        <a:pt x="120908" y="14012"/>
                        <a:pt x="118614" y="14012"/>
                      </a:cubicBezTo>
                      <a:lnTo>
                        <a:pt x="4678" y="14012"/>
                      </a:lnTo>
                      <a:cubicBezTo>
                        <a:pt x="2385" y="14012"/>
                        <a:pt x="522" y="12147"/>
                        <a:pt x="522" y="9856"/>
                      </a:cubicBezTo>
                      <a:lnTo>
                        <a:pt x="522" y="522"/>
                      </a:lnTo>
                      <a:close/>
                      <a:moveTo>
                        <a:pt x="260" y="1"/>
                      </a:moveTo>
                      <a:cubicBezTo>
                        <a:pt x="117" y="1"/>
                        <a:pt x="0" y="117"/>
                        <a:pt x="0" y="261"/>
                      </a:cubicBezTo>
                      <a:lnTo>
                        <a:pt x="0" y="9856"/>
                      </a:lnTo>
                      <a:cubicBezTo>
                        <a:pt x="0" y="12439"/>
                        <a:pt x="2094" y="14533"/>
                        <a:pt x="4678" y="14533"/>
                      </a:cubicBezTo>
                      <a:lnTo>
                        <a:pt x="118612" y="14533"/>
                      </a:lnTo>
                      <a:cubicBezTo>
                        <a:pt x="121195" y="14533"/>
                        <a:pt x="123290" y="12439"/>
                        <a:pt x="123290" y="9856"/>
                      </a:cubicBezTo>
                      <a:lnTo>
                        <a:pt x="123290" y="261"/>
                      </a:lnTo>
                      <a:cubicBezTo>
                        <a:pt x="123290" y="117"/>
                        <a:pt x="123173" y="1"/>
                        <a:pt x="12303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9"/>
                <p:cNvSpPr/>
                <p:nvPr/>
              </p:nvSpPr>
              <p:spPr>
                <a:xfrm>
                  <a:off x="-5721300" y="483125"/>
                  <a:ext cx="2760500" cy="1592250"/>
                </a:xfrm>
                <a:custGeom>
                  <a:avLst/>
                  <a:gdLst/>
                  <a:ahLst/>
                  <a:cxnLst/>
                  <a:rect l="l" t="t" r="r" b="b"/>
                  <a:pathLst>
                    <a:path w="110420" h="63690" extrusionOk="0">
                      <a:moveTo>
                        <a:pt x="1" y="1"/>
                      </a:moveTo>
                      <a:lnTo>
                        <a:pt x="1" y="63689"/>
                      </a:lnTo>
                      <a:lnTo>
                        <a:pt x="110419" y="63689"/>
                      </a:lnTo>
                      <a:lnTo>
                        <a:pt x="1104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9"/>
                <p:cNvSpPr/>
                <p:nvPr/>
              </p:nvSpPr>
              <p:spPr>
                <a:xfrm>
                  <a:off x="-4397650" y="2421425"/>
                  <a:ext cx="113200" cy="110875"/>
                </a:xfrm>
                <a:custGeom>
                  <a:avLst/>
                  <a:gdLst/>
                  <a:ahLst/>
                  <a:cxnLst/>
                  <a:rect l="l" t="t" r="r" b="b"/>
                  <a:pathLst>
                    <a:path w="4528" h="4435" extrusionOk="0">
                      <a:moveTo>
                        <a:pt x="2263" y="0"/>
                      </a:moveTo>
                      <a:cubicBezTo>
                        <a:pt x="1014" y="0"/>
                        <a:pt x="0" y="993"/>
                        <a:pt x="0" y="2217"/>
                      </a:cubicBezTo>
                      <a:cubicBezTo>
                        <a:pt x="0" y="3442"/>
                        <a:pt x="1014" y="4435"/>
                        <a:pt x="2263" y="4435"/>
                      </a:cubicBezTo>
                      <a:cubicBezTo>
                        <a:pt x="3514" y="4435"/>
                        <a:pt x="4528" y="3442"/>
                        <a:pt x="4528" y="2217"/>
                      </a:cubicBezTo>
                      <a:cubicBezTo>
                        <a:pt x="4528" y="993"/>
                        <a:pt x="3514" y="0"/>
                        <a:pt x="226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9"/>
                <p:cNvSpPr/>
                <p:nvPr/>
              </p:nvSpPr>
              <p:spPr>
                <a:xfrm>
                  <a:off x="-4404175" y="2414950"/>
                  <a:ext cx="126250" cy="123850"/>
                </a:xfrm>
                <a:custGeom>
                  <a:avLst/>
                  <a:gdLst/>
                  <a:ahLst/>
                  <a:cxnLst/>
                  <a:rect l="l" t="t" r="r" b="b"/>
                  <a:pathLst>
                    <a:path w="5050" h="4954" extrusionOk="0">
                      <a:moveTo>
                        <a:pt x="2524" y="520"/>
                      </a:moveTo>
                      <a:cubicBezTo>
                        <a:pt x="3630" y="520"/>
                        <a:pt x="4529" y="1398"/>
                        <a:pt x="4529" y="2476"/>
                      </a:cubicBezTo>
                      <a:cubicBezTo>
                        <a:pt x="4529" y="3555"/>
                        <a:pt x="3630" y="4433"/>
                        <a:pt x="2524" y="4433"/>
                      </a:cubicBezTo>
                      <a:cubicBezTo>
                        <a:pt x="1420" y="4433"/>
                        <a:pt x="520" y="3554"/>
                        <a:pt x="520" y="2476"/>
                      </a:cubicBezTo>
                      <a:cubicBezTo>
                        <a:pt x="520" y="1398"/>
                        <a:pt x="1420" y="520"/>
                        <a:pt x="2524" y="520"/>
                      </a:cubicBezTo>
                      <a:close/>
                      <a:moveTo>
                        <a:pt x="2524" y="0"/>
                      </a:moveTo>
                      <a:cubicBezTo>
                        <a:pt x="1133" y="0"/>
                        <a:pt x="1" y="1111"/>
                        <a:pt x="1" y="2476"/>
                      </a:cubicBezTo>
                      <a:cubicBezTo>
                        <a:pt x="1" y="3842"/>
                        <a:pt x="1132" y="4954"/>
                        <a:pt x="2524" y="4954"/>
                      </a:cubicBezTo>
                      <a:cubicBezTo>
                        <a:pt x="3917" y="4954"/>
                        <a:pt x="5049" y="3842"/>
                        <a:pt x="5049" y="2476"/>
                      </a:cubicBezTo>
                      <a:cubicBezTo>
                        <a:pt x="5049" y="1111"/>
                        <a:pt x="3917" y="0"/>
                        <a:pt x="252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9"/>
                <p:cNvSpPr/>
                <p:nvPr/>
              </p:nvSpPr>
              <p:spPr>
                <a:xfrm>
                  <a:off x="-4837450" y="3039925"/>
                  <a:ext cx="993025" cy="45375"/>
                </a:xfrm>
                <a:custGeom>
                  <a:avLst/>
                  <a:gdLst/>
                  <a:ahLst/>
                  <a:cxnLst/>
                  <a:rect l="l" t="t" r="r" b="b"/>
                  <a:pathLst>
                    <a:path w="39721" h="1815" extrusionOk="0">
                      <a:moveTo>
                        <a:pt x="0" y="0"/>
                      </a:moveTo>
                      <a:lnTo>
                        <a:pt x="0" y="1814"/>
                      </a:lnTo>
                      <a:lnTo>
                        <a:pt x="39720" y="1814"/>
                      </a:lnTo>
                      <a:lnTo>
                        <a:pt x="397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9"/>
                <p:cNvSpPr/>
                <p:nvPr/>
              </p:nvSpPr>
              <p:spPr>
                <a:xfrm>
                  <a:off x="-4843950" y="3033400"/>
                  <a:ext cx="1006025" cy="58400"/>
                </a:xfrm>
                <a:custGeom>
                  <a:avLst/>
                  <a:gdLst/>
                  <a:ahLst/>
                  <a:cxnLst/>
                  <a:rect l="l" t="t" r="r" b="b"/>
                  <a:pathLst>
                    <a:path w="40241" h="2336" extrusionOk="0">
                      <a:moveTo>
                        <a:pt x="39720" y="522"/>
                      </a:moveTo>
                      <a:lnTo>
                        <a:pt x="39720" y="1815"/>
                      </a:lnTo>
                      <a:lnTo>
                        <a:pt x="521" y="1815"/>
                      </a:lnTo>
                      <a:lnTo>
                        <a:pt x="521" y="522"/>
                      </a:lnTo>
                      <a:close/>
                      <a:moveTo>
                        <a:pt x="260" y="1"/>
                      </a:moveTo>
                      <a:cubicBezTo>
                        <a:pt x="116" y="1"/>
                        <a:pt x="0" y="118"/>
                        <a:pt x="0" y="261"/>
                      </a:cubicBezTo>
                      <a:lnTo>
                        <a:pt x="0" y="2074"/>
                      </a:lnTo>
                      <a:cubicBezTo>
                        <a:pt x="0" y="2218"/>
                        <a:pt x="116" y="2335"/>
                        <a:pt x="260" y="2335"/>
                      </a:cubicBezTo>
                      <a:lnTo>
                        <a:pt x="39980" y="2335"/>
                      </a:lnTo>
                      <a:cubicBezTo>
                        <a:pt x="40123" y="2335"/>
                        <a:pt x="40241" y="2218"/>
                        <a:pt x="40239" y="2074"/>
                      </a:cubicBezTo>
                      <a:lnTo>
                        <a:pt x="40239" y="261"/>
                      </a:lnTo>
                      <a:cubicBezTo>
                        <a:pt x="40239" y="118"/>
                        <a:pt x="40123" y="1"/>
                        <a:pt x="3998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9"/>
                <p:cNvSpPr/>
                <p:nvPr/>
              </p:nvSpPr>
              <p:spPr>
                <a:xfrm>
                  <a:off x="-5245425" y="400600"/>
                  <a:ext cx="908650" cy="1986150"/>
                </a:xfrm>
                <a:custGeom>
                  <a:avLst/>
                  <a:gdLst/>
                  <a:ahLst/>
                  <a:cxnLst/>
                  <a:rect l="l" t="t" r="r" b="b"/>
                  <a:pathLst>
                    <a:path w="36346" h="79446" extrusionOk="0">
                      <a:moveTo>
                        <a:pt x="36345" y="1"/>
                      </a:moveTo>
                      <a:cubicBezTo>
                        <a:pt x="30792" y="5179"/>
                        <a:pt x="16575" y="10405"/>
                        <a:pt x="0" y="21493"/>
                      </a:cubicBezTo>
                      <a:cubicBezTo>
                        <a:pt x="0" y="21493"/>
                        <a:pt x="1035" y="58964"/>
                        <a:pt x="36345" y="79446"/>
                      </a:cubicBezTo>
                      <a:lnTo>
                        <a:pt x="36345" y="1"/>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9"/>
                <p:cNvSpPr/>
                <p:nvPr/>
              </p:nvSpPr>
              <p:spPr>
                <a:xfrm>
                  <a:off x="-5252000" y="394100"/>
                  <a:ext cx="921750" cy="1999150"/>
                </a:xfrm>
                <a:custGeom>
                  <a:avLst/>
                  <a:gdLst/>
                  <a:ahLst/>
                  <a:cxnLst/>
                  <a:rect l="l" t="t" r="r" b="b"/>
                  <a:pathLst>
                    <a:path w="36870" h="79966" extrusionOk="0">
                      <a:moveTo>
                        <a:pt x="36348" y="844"/>
                      </a:moveTo>
                      <a:lnTo>
                        <a:pt x="36348" y="79251"/>
                      </a:lnTo>
                      <a:cubicBezTo>
                        <a:pt x="18445" y="68725"/>
                        <a:pt x="9663" y="53734"/>
                        <a:pt x="5445" y="42973"/>
                      </a:cubicBezTo>
                      <a:cubicBezTo>
                        <a:pt x="1147" y="32011"/>
                        <a:pt x="588" y="23112"/>
                        <a:pt x="529" y="21889"/>
                      </a:cubicBezTo>
                      <a:cubicBezTo>
                        <a:pt x="8839" y="16340"/>
                        <a:pt x="16615" y="12231"/>
                        <a:pt x="22871" y="8926"/>
                      </a:cubicBezTo>
                      <a:cubicBezTo>
                        <a:pt x="28780" y="5803"/>
                        <a:pt x="33510" y="3304"/>
                        <a:pt x="36348" y="844"/>
                      </a:cubicBezTo>
                      <a:close/>
                      <a:moveTo>
                        <a:pt x="36607" y="0"/>
                      </a:moveTo>
                      <a:cubicBezTo>
                        <a:pt x="36546" y="0"/>
                        <a:pt x="36483" y="22"/>
                        <a:pt x="36431" y="71"/>
                      </a:cubicBezTo>
                      <a:cubicBezTo>
                        <a:pt x="33706" y="2612"/>
                        <a:pt x="28816" y="5195"/>
                        <a:pt x="22627" y="8466"/>
                      </a:cubicBezTo>
                      <a:cubicBezTo>
                        <a:pt x="16332" y="11792"/>
                        <a:pt x="8496" y="15933"/>
                        <a:pt x="119" y="21538"/>
                      </a:cubicBezTo>
                      <a:cubicBezTo>
                        <a:pt x="44" y="21587"/>
                        <a:pt x="0" y="21672"/>
                        <a:pt x="3" y="21762"/>
                      </a:cubicBezTo>
                      <a:cubicBezTo>
                        <a:pt x="6" y="21855"/>
                        <a:pt x="318" y="31311"/>
                        <a:pt x="4953" y="43145"/>
                      </a:cubicBezTo>
                      <a:cubicBezTo>
                        <a:pt x="9231" y="54065"/>
                        <a:pt x="18173" y="69312"/>
                        <a:pt x="36477" y="79931"/>
                      </a:cubicBezTo>
                      <a:cubicBezTo>
                        <a:pt x="36517" y="79954"/>
                        <a:pt x="36562" y="79966"/>
                        <a:pt x="36608" y="79966"/>
                      </a:cubicBezTo>
                      <a:cubicBezTo>
                        <a:pt x="36752" y="79966"/>
                        <a:pt x="36870" y="79848"/>
                        <a:pt x="36869" y="79706"/>
                      </a:cubicBezTo>
                      <a:lnTo>
                        <a:pt x="36869" y="261"/>
                      </a:lnTo>
                      <a:cubicBezTo>
                        <a:pt x="36869" y="105"/>
                        <a:pt x="36741" y="0"/>
                        <a:pt x="3660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9"/>
                <p:cNvSpPr/>
                <p:nvPr/>
              </p:nvSpPr>
              <p:spPr>
                <a:xfrm>
                  <a:off x="-4336800" y="400600"/>
                  <a:ext cx="908650" cy="1986150"/>
                </a:xfrm>
                <a:custGeom>
                  <a:avLst/>
                  <a:gdLst/>
                  <a:ahLst/>
                  <a:cxnLst/>
                  <a:rect l="l" t="t" r="r" b="b"/>
                  <a:pathLst>
                    <a:path w="36346" h="79446" extrusionOk="0">
                      <a:moveTo>
                        <a:pt x="0" y="1"/>
                      </a:moveTo>
                      <a:lnTo>
                        <a:pt x="0" y="79446"/>
                      </a:lnTo>
                      <a:cubicBezTo>
                        <a:pt x="35310" y="58964"/>
                        <a:pt x="36345" y="21493"/>
                        <a:pt x="36345" y="21493"/>
                      </a:cubicBezTo>
                      <a:cubicBezTo>
                        <a:pt x="19771" y="10405"/>
                        <a:pt x="5555" y="5179"/>
                        <a:pt x="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9"/>
                <p:cNvSpPr/>
                <p:nvPr/>
              </p:nvSpPr>
              <p:spPr>
                <a:xfrm>
                  <a:off x="-4343325" y="394100"/>
                  <a:ext cx="921750" cy="1999150"/>
                </a:xfrm>
                <a:custGeom>
                  <a:avLst/>
                  <a:gdLst/>
                  <a:ahLst/>
                  <a:cxnLst/>
                  <a:rect l="l" t="t" r="r" b="b"/>
                  <a:pathLst>
                    <a:path w="36870" h="79966" extrusionOk="0">
                      <a:moveTo>
                        <a:pt x="522" y="844"/>
                      </a:moveTo>
                      <a:cubicBezTo>
                        <a:pt x="3360" y="3304"/>
                        <a:pt x="8090" y="5803"/>
                        <a:pt x="13999" y="8925"/>
                      </a:cubicBezTo>
                      <a:cubicBezTo>
                        <a:pt x="20254" y="12231"/>
                        <a:pt x="28031" y="16340"/>
                        <a:pt x="36341" y="21889"/>
                      </a:cubicBezTo>
                      <a:cubicBezTo>
                        <a:pt x="36283" y="23110"/>
                        <a:pt x="35726" y="31995"/>
                        <a:pt x="31432" y="42954"/>
                      </a:cubicBezTo>
                      <a:cubicBezTo>
                        <a:pt x="27215" y="53720"/>
                        <a:pt x="18433" y="68720"/>
                        <a:pt x="522" y="79251"/>
                      </a:cubicBezTo>
                      <a:lnTo>
                        <a:pt x="522" y="844"/>
                      </a:lnTo>
                      <a:close/>
                      <a:moveTo>
                        <a:pt x="263" y="0"/>
                      </a:moveTo>
                      <a:cubicBezTo>
                        <a:pt x="129" y="0"/>
                        <a:pt x="1" y="105"/>
                        <a:pt x="1" y="261"/>
                      </a:cubicBezTo>
                      <a:lnTo>
                        <a:pt x="1" y="79704"/>
                      </a:lnTo>
                      <a:cubicBezTo>
                        <a:pt x="1" y="79848"/>
                        <a:pt x="117" y="79966"/>
                        <a:pt x="261" y="79966"/>
                      </a:cubicBezTo>
                      <a:cubicBezTo>
                        <a:pt x="307" y="79965"/>
                        <a:pt x="352" y="79953"/>
                        <a:pt x="392" y="79931"/>
                      </a:cubicBezTo>
                      <a:cubicBezTo>
                        <a:pt x="18697" y="69312"/>
                        <a:pt x="27638" y="54065"/>
                        <a:pt x="31918" y="43144"/>
                      </a:cubicBezTo>
                      <a:cubicBezTo>
                        <a:pt x="36553" y="31311"/>
                        <a:pt x="36864" y="21855"/>
                        <a:pt x="36867" y="21760"/>
                      </a:cubicBezTo>
                      <a:cubicBezTo>
                        <a:pt x="36869" y="21671"/>
                        <a:pt x="36826" y="21587"/>
                        <a:pt x="36752" y="21538"/>
                      </a:cubicBezTo>
                      <a:cubicBezTo>
                        <a:pt x="28373" y="15932"/>
                        <a:pt x="20538" y="11792"/>
                        <a:pt x="14242" y="8465"/>
                      </a:cubicBezTo>
                      <a:cubicBezTo>
                        <a:pt x="8052" y="5195"/>
                        <a:pt x="3164" y="2611"/>
                        <a:pt x="439" y="71"/>
                      </a:cubicBezTo>
                      <a:cubicBezTo>
                        <a:pt x="387" y="22"/>
                        <a:pt x="324" y="0"/>
                        <a:pt x="26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9"/>
                <p:cNvSpPr/>
                <p:nvPr/>
              </p:nvSpPr>
              <p:spPr>
                <a:xfrm>
                  <a:off x="-5178775" y="480375"/>
                  <a:ext cx="1684000" cy="1826600"/>
                </a:xfrm>
                <a:custGeom>
                  <a:avLst/>
                  <a:gdLst/>
                  <a:ahLst/>
                  <a:cxnLst/>
                  <a:rect l="l" t="t" r="r" b="b"/>
                  <a:pathLst>
                    <a:path w="67360" h="73064" extrusionOk="0">
                      <a:moveTo>
                        <a:pt x="33679" y="1"/>
                      </a:moveTo>
                      <a:cubicBezTo>
                        <a:pt x="26976" y="4654"/>
                        <a:pt x="15360" y="9088"/>
                        <a:pt x="0" y="19363"/>
                      </a:cubicBezTo>
                      <a:cubicBezTo>
                        <a:pt x="0" y="19363"/>
                        <a:pt x="960" y="54085"/>
                        <a:pt x="33679" y="73064"/>
                      </a:cubicBezTo>
                      <a:cubicBezTo>
                        <a:pt x="66399" y="54085"/>
                        <a:pt x="67359" y="19363"/>
                        <a:pt x="67359" y="19363"/>
                      </a:cubicBezTo>
                      <a:cubicBezTo>
                        <a:pt x="52000" y="9088"/>
                        <a:pt x="40435" y="4654"/>
                        <a:pt x="3367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9"/>
                <p:cNvSpPr/>
                <p:nvPr/>
              </p:nvSpPr>
              <p:spPr>
                <a:xfrm>
                  <a:off x="-5185350" y="473850"/>
                  <a:ext cx="1697125" cy="1839650"/>
                </a:xfrm>
                <a:custGeom>
                  <a:avLst/>
                  <a:gdLst/>
                  <a:ahLst/>
                  <a:cxnLst/>
                  <a:rect l="l" t="t" r="r" b="b"/>
                  <a:pathLst>
                    <a:path w="67885" h="73586" extrusionOk="0">
                      <a:moveTo>
                        <a:pt x="33943" y="576"/>
                      </a:moveTo>
                      <a:cubicBezTo>
                        <a:pt x="36735" y="2479"/>
                        <a:pt x="40391" y="4387"/>
                        <a:pt x="44614" y="6590"/>
                      </a:cubicBezTo>
                      <a:cubicBezTo>
                        <a:pt x="50768" y="9800"/>
                        <a:pt x="58419" y="13791"/>
                        <a:pt x="67356" y="19759"/>
                      </a:cubicBezTo>
                      <a:cubicBezTo>
                        <a:pt x="67300" y="20930"/>
                        <a:pt x="66772" y="29156"/>
                        <a:pt x="62803" y="39282"/>
                      </a:cubicBezTo>
                      <a:cubicBezTo>
                        <a:pt x="58876" y="49296"/>
                        <a:pt x="50684" y="63266"/>
                        <a:pt x="33942" y="73025"/>
                      </a:cubicBezTo>
                      <a:cubicBezTo>
                        <a:pt x="17200" y="63266"/>
                        <a:pt x="9009" y="49296"/>
                        <a:pt x="5083" y="39282"/>
                      </a:cubicBezTo>
                      <a:cubicBezTo>
                        <a:pt x="1114" y="29156"/>
                        <a:pt x="586" y="20930"/>
                        <a:pt x="530" y="19759"/>
                      </a:cubicBezTo>
                      <a:cubicBezTo>
                        <a:pt x="9423" y="13820"/>
                        <a:pt x="17060" y="9839"/>
                        <a:pt x="23204" y="6636"/>
                      </a:cubicBezTo>
                      <a:cubicBezTo>
                        <a:pt x="27463" y="4416"/>
                        <a:pt x="31152" y="2492"/>
                        <a:pt x="33943" y="576"/>
                      </a:cubicBezTo>
                      <a:close/>
                      <a:moveTo>
                        <a:pt x="33942" y="1"/>
                      </a:moveTo>
                      <a:cubicBezTo>
                        <a:pt x="33890" y="1"/>
                        <a:pt x="33839" y="16"/>
                        <a:pt x="33795" y="47"/>
                      </a:cubicBezTo>
                      <a:cubicBezTo>
                        <a:pt x="31014" y="1977"/>
                        <a:pt x="27460" y="3830"/>
                        <a:pt x="22962" y="6174"/>
                      </a:cubicBezTo>
                      <a:cubicBezTo>
                        <a:pt x="16780" y="9397"/>
                        <a:pt x="9086" y="13407"/>
                        <a:pt x="118" y="19407"/>
                      </a:cubicBezTo>
                      <a:cubicBezTo>
                        <a:pt x="44" y="19457"/>
                        <a:pt x="1" y="19541"/>
                        <a:pt x="3" y="19631"/>
                      </a:cubicBezTo>
                      <a:cubicBezTo>
                        <a:pt x="6" y="19718"/>
                        <a:pt x="294" y="28484"/>
                        <a:pt x="4590" y="39452"/>
                      </a:cubicBezTo>
                      <a:cubicBezTo>
                        <a:pt x="8556" y="49575"/>
                        <a:pt x="16846" y="63709"/>
                        <a:pt x="33811" y="73550"/>
                      </a:cubicBezTo>
                      <a:cubicBezTo>
                        <a:pt x="33851" y="73573"/>
                        <a:pt x="33896" y="73585"/>
                        <a:pt x="33942" y="73585"/>
                      </a:cubicBezTo>
                      <a:cubicBezTo>
                        <a:pt x="33988" y="73585"/>
                        <a:pt x="34033" y="73574"/>
                        <a:pt x="34073" y="73551"/>
                      </a:cubicBezTo>
                      <a:cubicBezTo>
                        <a:pt x="51040" y="63709"/>
                        <a:pt x="59329" y="49577"/>
                        <a:pt x="63294" y="39452"/>
                      </a:cubicBezTo>
                      <a:cubicBezTo>
                        <a:pt x="67592" y="28484"/>
                        <a:pt x="67880" y="19719"/>
                        <a:pt x="67883" y="19632"/>
                      </a:cubicBezTo>
                      <a:cubicBezTo>
                        <a:pt x="67885" y="19543"/>
                        <a:pt x="67841" y="19458"/>
                        <a:pt x="67766" y="19408"/>
                      </a:cubicBezTo>
                      <a:cubicBezTo>
                        <a:pt x="58755" y="13379"/>
                        <a:pt x="51047" y="9359"/>
                        <a:pt x="44855" y="6128"/>
                      </a:cubicBezTo>
                      <a:cubicBezTo>
                        <a:pt x="40573" y="3894"/>
                        <a:pt x="36874" y="1965"/>
                        <a:pt x="34090" y="47"/>
                      </a:cubicBezTo>
                      <a:cubicBezTo>
                        <a:pt x="34046" y="16"/>
                        <a:pt x="33994" y="1"/>
                        <a:pt x="3394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9"/>
                <p:cNvSpPr/>
                <p:nvPr/>
              </p:nvSpPr>
              <p:spPr>
                <a:xfrm>
                  <a:off x="-4336800" y="480375"/>
                  <a:ext cx="842025" cy="1826600"/>
                </a:xfrm>
                <a:custGeom>
                  <a:avLst/>
                  <a:gdLst/>
                  <a:ahLst/>
                  <a:cxnLst/>
                  <a:rect l="l" t="t" r="r" b="b"/>
                  <a:pathLst>
                    <a:path w="33681" h="73064" extrusionOk="0">
                      <a:moveTo>
                        <a:pt x="0" y="1"/>
                      </a:moveTo>
                      <a:lnTo>
                        <a:pt x="0" y="73064"/>
                      </a:lnTo>
                      <a:cubicBezTo>
                        <a:pt x="32720" y="54085"/>
                        <a:pt x="33680" y="19363"/>
                        <a:pt x="33680" y="19363"/>
                      </a:cubicBezTo>
                      <a:cubicBezTo>
                        <a:pt x="18321" y="9088"/>
                        <a:pt x="6756" y="4654"/>
                        <a:pt x="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9"/>
                <p:cNvSpPr/>
                <p:nvPr/>
              </p:nvSpPr>
              <p:spPr>
                <a:xfrm>
                  <a:off x="-4343325" y="473825"/>
                  <a:ext cx="855100" cy="1839675"/>
                </a:xfrm>
                <a:custGeom>
                  <a:avLst/>
                  <a:gdLst/>
                  <a:ahLst/>
                  <a:cxnLst/>
                  <a:rect l="l" t="t" r="r" b="b"/>
                  <a:pathLst>
                    <a:path w="34204" h="73587" extrusionOk="0">
                      <a:moveTo>
                        <a:pt x="522" y="753"/>
                      </a:moveTo>
                      <a:cubicBezTo>
                        <a:pt x="3279" y="2597"/>
                        <a:pt x="6840" y="4455"/>
                        <a:pt x="10933" y="6591"/>
                      </a:cubicBezTo>
                      <a:cubicBezTo>
                        <a:pt x="17087" y="9801"/>
                        <a:pt x="24738" y="13792"/>
                        <a:pt x="33675" y="19760"/>
                      </a:cubicBezTo>
                      <a:cubicBezTo>
                        <a:pt x="33619" y="20931"/>
                        <a:pt x="33091" y="29157"/>
                        <a:pt x="29122" y="39283"/>
                      </a:cubicBezTo>
                      <a:cubicBezTo>
                        <a:pt x="25215" y="49245"/>
                        <a:pt x="17088" y="63122"/>
                        <a:pt x="522" y="72873"/>
                      </a:cubicBezTo>
                      <a:lnTo>
                        <a:pt x="522" y="753"/>
                      </a:lnTo>
                      <a:close/>
                      <a:moveTo>
                        <a:pt x="262" y="1"/>
                      </a:moveTo>
                      <a:cubicBezTo>
                        <a:pt x="127" y="1"/>
                        <a:pt x="1" y="108"/>
                        <a:pt x="1" y="261"/>
                      </a:cubicBezTo>
                      <a:lnTo>
                        <a:pt x="1" y="73326"/>
                      </a:lnTo>
                      <a:cubicBezTo>
                        <a:pt x="1" y="73419"/>
                        <a:pt x="51" y="73505"/>
                        <a:pt x="132" y="73552"/>
                      </a:cubicBezTo>
                      <a:cubicBezTo>
                        <a:pt x="170" y="73574"/>
                        <a:pt x="215" y="73586"/>
                        <a:pt x="261" y="73586"/>
                      </a:cubicBezTo>
                      <a:cubicBezTo>
                        <a:pt x="307" y="73586"/>
                        <a:pt x="352" y="73574"/>
                        <a:pt x="392" y="73551"/>
                      </a:cubicBezTo>
                      <a:cubicBezTo>
                        <a:pt x="17359" y="63710"/>
                        <a:pt x="25648" y="49576"/>
                        <a:pt x="29613" y="39453"/>
                      </a:cubicBezTo>
                      <a:cubicBezTo>
                        <a:pt x="33911" y="28485"/>
                        <a:pt x="34199" y="19719"/>
                        <a:pt x="34202" y="19632"/>
                      </a:cubicBezTo>
                      <a:cubicBezTo>
                        <a:pt x="34204" y="19542"/>
                        <a:pt x="34160" y="19459"/>
                        <a:pt x="34085" y="19408"/>
                      </a:cubicBezTo>
                      <a:cubicBezTo>
                        <a:pt x="25074" y="13379"/>
                        <a:pt x="17366" y="9359"/>
                        <a:pt x="11174" y="6129"/>
                      </a:cubicBezTo>
                      <a:cubicBezTo>
                        <a:pt x="6892" y="3895"/>
                        <a:pt x="3193" y="1965"/>
                        <a:pt x="409" y="47"/>
                      </a:cubicBezTo>
                      <a:cubicBezTo>
                        <a:pt x="363" y="15"/>
                        <a:pt x="312" y="1"/>
                        <a:pt x="26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9"/>
                <p:cNvSpPr/>
                <p:nvPr/>
              </p:nvSpPr>
              <p:spPr>
                <a:xfrm>
                  <a:off x="-5885150" y="1423975"/>
                  <a:ext cx="3088200" cy="199900"/>
                </a:xfrm>
                <a:custGeom>
                  <a:avLst/>
                  <a:gdLst/>
                  <a:ahLst/>
                  <a:cxnLst/>
                  <a:rect l="l" t="t" r="r" b="b"/>
                  <a:pathLst>
                    <a:path w="123528" h="7996" extrusionOk="0">
                      <a:moveTo>
                        <a:pt x="0" y="0"/>
                      </a:moveTo>
                      <a:lnTo>
                        <a:pt x="0" y="7996"/>
                      </a:lnTo>
                      <a:lnTo>
                        <a:pt x="123528" y="7996"/>
                      </a:lnTo>
                      <a:lnTo>
                        <a:pt x="123528"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9"/>
                <p:cNvSpPr/>
                <p:nvPr/>
              </p:nvSpPr>
              <p:spPr>
                <a:xfrm>
                  <a:off x="-5891675" y="1417425"/>
                  <a:ext cx="3101250" cy="212975"/>
                </a:xfrm>
                <a:custGeom>
                  <a:avLst/>
                  <a:gdLst/>
                  <a:ahLst/>
                  <a:cxnLst/>
                  <a:rect l="l" t="t" r="r" b="b"/>
                  <a:pathLst>
                    <a:path w="124050" h="8519" extrusionOk="0">
                      <a:moveTo>
                        <a:pt x="123529" y="521"/>
                      </a:moveTo>
                      <a:lnTo>
                        <a:pt x="123529" y="7998"/>
                      </a:lnTo>
                      <a:lnTo>
                        <a:pt x="522" y="7998"/>
                      </a:lnTo>
                      <a:lnTo>
                        <a:pt x="522" y="521"/>
                      </a:lnTo>
                      <a:close/>
                      <a:moveTo>
                        <a:pt x="261" y="1"/>
                      </a:moveTo>
                      <a:cubicBezTo>
                        <a:pt x="117" y="1"/>
                        <a:pt x="1" y="118"/>
                        <a:pt x="1" y="261"/>
                      </a:cubicBezTo>
                      <a:lnTo>
                        <a:pt x="1" y="8258"/>
                      </a:lnTo>
                      <a:cubicBezTo>
                        <a:pt x="1" y="8401"/>
                        <a:pt x="117" y="8518"/>
                        <a:pt x="261" y="8518"/>
                      </a:cubicBezTo>
                      <a:lnTo>
                        <a:pt x="123789" y="8518"/>
                      </a:lnTo>
                      <a:cubicBezTo>
                        <a:pt x="123933" y="8518"/>
                        <a:pt x="124049" y="8401"/>
                        <a:pt x="124049" y="8258"/>
                      </a:cubicBezTo>
                      <a:lnTo>
                        <a:pt x="124049" y="261"/>
                      </a:lnTo>
                      <a:cubicBezTo>
                        <a:pt x="124049" y="118"/>
                        <a:pt x="123933" y="1"/>
                        <a:pt x="12378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9"/>
                <p:cNvSpPr/>
                <p:nvPr/>
              </p:nvSpPr>
              <p:spPr>
                <a:xfrm>
                  <a:off x="-586575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6" y="1623"/>
                        <a:pt x="1657" y="1260"/>
                        <a:pt x="1657" y="812"/>
                      </a:cubicBezTo>
                      <a:cubicBezTo>
                        <a:pt x="1657"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9"/>
                <p:cNvSpPr/>
                <p:nvPr/>
              </p:nvSpPr>
              <p:spPr>
                <a:xfrm>
                  <a:off x="-5784650" y="1435375"/>
                  <a:ext cx="41475" cy="40600"/>
                </a:xfrm>
                <a:custGeom>
                  <a:avLst/>
                  <a:gdLst/>
                  <a:ahLst/>
                  <a:cxnLst/>
                  <a:rect l="l" t="t" r="r" b="b"/>
                  <a:pathLst>
                    <a:path w="1659" h="1624" extrusionOk="0">
                      <a:moveTo>
                        <a:pt x="830" y="1"/>
                      </a:moveTo>
                      <a:cubicBezTo>
                        <a:pt x="372" y="1"/>
                        <a:pt x="1" y="364"/>
                        <a:pt x="1" y="812"/>
                      </a:cubicBezTo>
                      <a:cubicBezTo>
                        <a:pt x="1" y="1260"/>
                        <a:pt x="372" y="1623"/>
                        <a:pt x="830" y="1623"/>
                      </a:cubicBezTo>
                      <a:cubicBezTo>
                        <a:pt x="1286" y="1623"/>
                        <a:pt x="1658" y="1260"/>
                        <a:pt x="1658" y="812"/>
                      </a:cubicBezTo>
                      <a:cubicBezTo>
                        <a:pt x="1658"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29"/>
                <p:cNvSpPr/>
                <p:nvPr/>
              </p:nvSpPr>
              <p:spPr>
                <a:xfrm>
                  <a:off x="-5703525"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9"/>
                <p:cNvSpPr/>
                <p:nvPr/>
              </p:nvSpPr>
              <p:spPr>
                <a:xfrm>
                  <a:off x="-5622425" y="1435375"/>
                  <a:ext cx="41475" cy="40600"/>
                </a:xfrm>
                <a:custGeom>
                  <a:avLst/>
                  <a:gdLst/>
                  <a:ahLst/>
                  <a:cxnLst/>
                  <a:rect l="l" t="t" r="r" b="b"/>
                  <a:pathLst>
                    <a:path w="1659" h="1624" extrusionOk="0">
                      <a:moveTo>
                        <a:pt x="829" y="1"/>
                      </a:moveTo>
                      <a:cubicBezTo>
                        <a:pt x="371" y="1"/>
                        <a:pt x="1" y="364"/>
                        <a:pt x="1" y="812"/>
                      </a:cubicBezTo>
                      <a:cubicBezTo>
                        <a:pt x="1" y="1260"/>
                        <a:pt x="371" y="1623"/>
                        <a:pt x="829" y="1623"/>
                      </a:cubicBezTo>
                      <a:cubicBezTo>
                        <a:pt x="1287" y="1623"/>
                        <a:pt x="1658" y="1260"/>
                        <a:pt x="1658" y="812"/>
                      </a:cubicBezTo>
                      <a:cubicBezTo>
                        <a:pt x="1658"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9"/>
                <p:cNvSpPr/>
                <p:nvPr/>
              </p:nvSpPr>
              <p:spPr>
                <a:xfrm>
                  <a:off x="-5541325" y="1435375"/>
                  <a:ext cx="41475" cy="40600"/>
                </a:xfrm>
                <a:custGeom>
                  <a:avLst/>
                  <a:gdLst/>
                  <a:ahLst/>
                  <a:cxnLst/>
                  <a:rect l="l" t="t" r="r" b="b"/>
                  <a:pathLst>
                    <a:path w="1659" h="1624" extrusionOk="0">
                      <a:moveTo>
                        <a:pt x="830" y="1"/>
                      </a:moveTo>
                      <a:cubicBezTo>
                        <a:pt x="372" y="1"/>
                        <a:pt x="1" y="364"/>
                        <a:pt x="1" y="812"/>
                      </a:cubicBezTo>
                      <a:cubicBezTo>
                        <a:pt x="1" y="1260"/>
                        <a:pt x="372" y="1623"/>
                        <a:pt x="830" y="1623"/>
                      </a:cubicBezTo>
                      <a:cubicBezTo>
                        <a:pt x="1287" y="1623"/>
                        <a:pt x="1658" y="1260"/>
                        <a:pt x="1658" y="812"/>
                      </a:cubicBezTo>
                      <a:cubicBezTo>
                        <a:pt x="1658"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9"/>
                <p:cNvSpPr/>
                <p:nvPr/>
              </p:nvSpPr>
              <p:spPr>
                <a:xfrm>
                  <a:off x="-546020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9"/>
                <p:cNvSpPr/>
                <p:nvPr/>
              </p:nvSpPr>
              <p:spPr>
                <a:xfrm>
                  <a:off x="-5379100" y="1435375"/>
                  <a:ext cx="41475" cy="40600"/>
                </a:xfrm>
                <a:custGeom>
                  <a:avLst/>
                  <a:gdLst/>
                  <a:ahLst/>
                  <a:cxnLst/>
                  <a:rect l="l" t="t" r="r" b="b"/>
                  <a:pathLst>
                    <a:path w="1659" h="1624" extrusionOk="0">
                      <a:moveTo>
                        <a:pt x="830" y="1"/>
                      </a:moveTo>
                      <a:cubicBezTo>
                        <a:pt x="373" y="1"/>
                        <a:pt x="1" y="364"/>
                        <a:pt x="1" y="812"/>
                      </a:cubicBezTo>
                      <a:cubicBezTo>
                        <a:pt x="1" y="1260"/>
                        <a:pt x="373" y="1623"/>
                        <a:pt x="830" y="1623"/>
                      </a:cubicBezTo>
                      <a:cubicBezTo>
                        <a:pt x="1287" y="1623"/>
                        <a:pt x="1659" y="1260"/>
                        <a:pt x="1659" y="812"/>
                      </a:cubicBezTo>
                      <a:cubicBezTo>
                        <a:pt x="1659"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9"/>
                <p:cNvSpPr/>
                <p:nvPr/>
              </p:nvSpPr>
              <p:spPr>
                <a:xfrm>
                  <a:off x="-5297950" y="1435375"/>
                  <a:ext cx="41425" cy="40600"/>
                </a:xfrm>
                <a:custGeom>
                  <a:avLst/>
                  <a:gdLst/>
                  <a:ahLst/>
                  <a:cxnLst/>
                  <a:rect l="l" t="t" r="r" b="b"/>
                  <a:pathLst>
                    <a:path w="1657" h="1624" extrusionOk="0">
                      <a:moveTo>
                        <a:pt x="828" y="1"/>
                      </a:moveTo>
                      <a:cubicBezTo>
                        <a:pt x="371" y="1"/>
                        <a:pt x="0" y="364"/>
                        <a:pt x="0" y="812"/>
                      </a:cubicBezTo>
                      <a:cubicBezTo>
                        <a:pt x="0" y="1260"/>
                        <a:pt x="371" y="1623"/>
                        <a:pt x="828" y="1623"/>
                      </a:cubicBezTo>
                      <a:cubicBezTo>
                        <a:pt x="1286" y="1623"/>
                        <a:pt x="1657" y="1260"/>
                        <a:pt x="1657" y="812"/>
                      </a:cubicBezTo>
                      <a:cubicBezTo>
                        <a:pt x="1657"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9"/>
                <p:cNvSpPr/>
                <p:nvPr/>
              </p:nvSpPr>
              <p:spPr>
                <a:xfrm>
                  <a:off x="-5216850" y="1435375"/>
                  <a:ext cx="41450" cy="40600"/>
                </a:xfrm>
                <a:custGeom>
                  <a:avLst/>
                  <a:gdLst/>
                  <a:ahLst/>
                  <a:cxnLst/>
                  <a:rect l="l" t="t" r="r" b="b"/>
                  <a:pathLst>
                    <a:path w="1658" h="1624" extrusionOk="0">
                      <a:moveTo>
                        <a:pt x="828" y="1"/>
                      </a:moveTo>
                      <a:cubicBezTo>
                        <a:pt x="371" y="1"/>
                        <a:pt x="0" y="364"/>
                        <a:pt x="0" y="812"/>
                      </a:cubicBezTo>
                      <a:cubicBezTo>
                        <a:pt x="0" y="1260"/>
                        <a:pt x="371" y="1623"/>
                        <a:pt x="828" y="1623"/>
                      </a:cubicBezTo>
                      <a:cubicBezTo>
                        <a:pt x="1286" y="1623"/>
                        <a:pt x="1658" y="1260"/>
                        <a:pt x="1658" y="812"/>
                      </a:cubicBezTo>
                      <a:cubicBezTo>
                        <a:pt x="1658"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9"/>
                <p:cNvSpPr/>
                <p:nvPr/>
              </p:nvSpPr>
              <p:spPr>
                <a:xfrm>
                  <a:off x="-5135750" y="1435375"/>
                  <a:ext cx="41450" cy="40600"/>
                </a:xfrm>
                <a:custGeom>
                  <a:avLst/>
                  <a:gdLst/>
                  <a:ahLst/>
                  <a:cxnLst/>
                  <a:rect l="l" t="t" r="r" b="b"/>
                  <a:pathLst>
                    <a:path w="1658" h="1624" extrusionOk="0">
                      <a:moveTo>
                        <a:pt x="830" y="1"/>
                      </a:moveTo>
                      <a:cubicBezTo>
                        <a:pt x="372" y="1"/>
                        <a:pt x="0" y="364"/>
                        <a:pt x="0" y="812"/>
                      </a:cubicBezTo>
                      <a:cubicBezTo>
                        <a:pt x="0" y="1260"/>
                        <a:pt x="372" y="1623"/>
                        <a:pt x="830" y="1623"/>
                      </a:cubicBezTo>
                      <a:cubicBezTo>
                        <a:pt x="1287" y="1623"/>
                        <a:pt x="1658" y="1260"/>
                        <a:pt x="1658" y="812"/>
                      </a:cubicBezTo>
                      <a:cubicBezTo>
                        <a:pt x="1658" y="364"/>
                        <a:pt x="1287"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9"/>
                <p:cNvSpPr/>
                <p:nvPr/>
              </p:nvSpPr>
              <p:spPr>
                <a:xfrm>
                  <a:off x="-5054625" y="1435375"/>
                  <a:ext cx="41475" cy="40600"/>
                </a:xfrm>
                <a:custGeom>
                  <a:avLst/>
                  <a:gdLst/>
                  <a:ahLst/>
                  <a:cxnLst/>
                  <a:rect l="l" t="t" r="r" b="b"/>
                  <a:pathLst>
                    <a:path w="1659" h="1624" extrusionOk="0">
                      <a:moveTo>
                        <a:pt x="829" y="1"/>
                      </a:moveTo>
                      <a:cubicBezTo>
                        <a:pt x="371" y="1"/>
                        <a:pt x="0" y="364"/>
                        <a:pt x="0" y="812"/>
                      </a:cubicBezTo>
                      <a:cubicBezTo>
                        <a:pt x="0" y="1260"/>
                        <a:pt x="371" y="1623"/>
                        <a:pt x="829" y="1623"/>
                      </a:cubicBezTo>
                      <a:cubicBezTo>
                        <a:pt x="1286" y="1623"/>
                        <a:pt x="1658" y="1260"/>
                        <a:pt x="1658" y="812"/>
                      </a:cubicBezTo>
                      <a:cubicBezTo>
                        <a:pt x="1658"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9"/>
                <p:cNvSpPr/>
                <p:nvPr/>
              </p:nvSpPr>
              <p:spPr>
                <a:xfrm>
                  <a:off x="-4973525" y="1435375"/>
                  <a:ext cx="41475" cy="40600"/>
                </a:xfrm>
                <a:custGeom>
                  <a:avLst/>
                  <a:gdLst/>
                  <a:ahLst/>
                  <a:cxnLst/>
                  <a:rect l="l" t="t" r="r" b="b"/>
                  <a:pathLst>
                    <a:path w="1659" h="1624" extrusionOk="0">
                      <a:moveTo>
                        <a:pt x="830" y="1"/>
                      </a:moveTo>
                      <a:cubicBezTo>
                        <a:pt x="372" y="1"/>
                        <a:pt x="0" y="364"/>
                        <a:pt x="0" y="812"/>
                      </a:cubicBezTo>
                      <a:cubicBezTo>
                        <a:pt x="0" y="1260"/>
                        <a:pt x="372" y="1623"/>
                        <a:pt x="830" y="1623"/>
                      </a:cubicBezTo>
                      <a:cubicBezTo>
                        <a:pt x="1286" y="1623"/>
                        <a:pt x="1658" y="1260"/>
                        <a:pt x="1658" y="812"/>
                      </a:cubicBezTo>
                      <a:cubicBezTo>
                        <a:pt x="1658" y="364"/>
                        <a:pt x="1286"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9"/>
                <p:cNvSpPr/>
                <p:nvPr/>
              </p:nvSpPr>
              <p:spPr>
                <a:xfrm>
                  <a:off x="-489240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9"/>
                <p:cNvSpPr/>
                <p:nvPr/>
              </p:nvSpPr>
              <p:spPr>
                <a:xfrm>
                  <a:off x="-481130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9"/>
                <p:cNvSpPr/>
                <p:nvPr/>
              </p:nvSpPr>
              <p:spPr>
                <a:xfrm>
                  <a:off x="-586575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6" y="1623"/>
                        <a:pt x="1657" y="1259"/>
                        <a:pt x="1657" y="811"/>
                      </a:cubicBezTo>
                      <a:cubicBezTo>
                        <a:pt x="1657"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9"/>
                <p:cNvSpPr/>
                <p:nvPr/>
              </p:nvSpPr>
              <p:spPr>
                <a:xfrm>
                  <a:off x="-5784650" y="1564475"/>
                  <a:ext cx="41475" cy="40575"/>
                </a:xfrm>
                <a:custGeom>
                  <a:avLst/>
                  <a:gdLst/>
                  <a:ahLst/>
                  <a:cxnLst/>
                  <a:rect l="l" t="t" r="r" b="b"/>
                  <a:pathLst>
                    <a:path w="1659" h="1623" extrusionOk="0">
                      <a:moveTo>
                        <a:pt x="830" y="0"/>
                      </a:moveTo>
                      <a:cubicBezTo>
                        <a:pt x="372" y="0"/>
                        <a:pt x="1" y="363"/>
                        <a:pt x="1" y="811"/>
                      </a:cubicBezTo>
                      <a:cubicBezTo>
                        <a:pt x="1" y="1259"/>
                        <a:pt x="372" y="1623"/>
                        <a:pt x="830" y="1623"/>
                      </a:cubicBezTo>
                      <a:cubicBezTo>
                        <a:pt x="1286" y="1623"/>
                        <a:pt x="1658" y="1259"/>
                        <a:pt x="1658" y="811"/>
                      </a:cubicBezTo>
                      <a:cubicBezTo>
                        <a:pt x="1658"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9"/>
                <p:cNvSpPr/>
                <p:nvPr/>
              </p:nvSpPr>
              <p:spPr>
                <a:xfrm>
                  <a:off x="-5703525"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9"/>
                <p:cNvSpPr/>
                <p:nvPr/>
              </p:nvSpPr>
              <p:spPr>
                <a:xfrm>
                  <a:off x="-5622425" y="1564475"/>
                  <a:ext cx="41475" cy="40575"/>
                </a:xfrm>
                <a:custGeom>
                  <a:avLst/>
                  <a:gdLst/>
                  <a:ahLst/>
                  <a:cxnLst/>
                  <a:rect l="l" t="t" r="r" b="b"/>
                  <a:pathLst>
                    <a:path w="1659" h="1623" extrusionOk="0">
                      <a:moveTo>
                        <a:pt x="829" y="0"/>
                      </a:moveTo>
                      <a:cubicBezTo>
                        <a:pt x="371" y="0"/>
                        <a:pt x="1" y="363"/>
                        <a:pt x="1" y="811"/>
                      </a:cubicBezTo>
                      <a:cubicBezTo>
                        <a:pt x="1" y="1259"/>
                        <a:pt x="371" y="1623"/>
                        <a:pt x="829" y="1623"/>
                      </a:cubicBezTo>
                      <a:cubicBezTo>
                        <a:pt x="1287" y="1623"/>
                        <a:pt x="1658" y="1259"/>
                        <a:pt x="1658" y="811"/>
                      </a:cubicBezTo>
                      <a:cubicBezTo>
                        <a:pt x="1658"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9"/>
                <p:cNvSpPr/>
                <p:nvPr/>
              </p:nvSpPr>
              <p:spPr>
                <a:xfrm>
                  <a:off x="-5541325" y="1564475"/>
                  <a:ext cx="41475" cy="40575"/>
                </a:xfrm>
                <a:custGeom>
                  <a:avLst/>
                  <a:gdLst/>
                  <a:ahLst/>
                  <a:cxnLst/>
                  <a:rect l="l" t="t" r="r" b="b"/>
                  <a:pathLst>
                    <a:path w="1659" h="1623" extrusionOk="0">
                      <a:moveTo>
                        <a:pt x="830" y="0"/>
                      </a:moveTo>
                      <a:cubicBezTo>
                        <a:pt x="372" y="0"/>
                        <a:pt x="1" y="363"/>
                        <a:pt x="1" y="811"/>
                      </a:cubicBezTo>
                      <a:cubicBezTo>
                        <a:pt x="1" y="1259"/>
                        <a:pt x="372" y="1623"/>
                        <a:pt x="830" y="1623"/>
                      </a:cubicBezTo>
                      <a:cubicBezTo>
                        <a:pt x="1287" y="1623"/>
                        <a:pt x="1658" y="1259"/>
                        <a:pt x="1658" y="811"/>
                      </a:cubicBezTo>
                      <a:cubicBezTo>
                        <a:pt x="1658"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9"/>
                <p:cNvSpPr/>
                <p:nvPr/>
              </p:nvSpPr>
              <p:spPr>
                <a:xfrm>
                  <a:off x="-546020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9"/>
                <p:cNvSpPr/>
                <p:nvPr/>
              </p:nvSpPr>
              <p:spPr>
                <a:xfrm>
                  <a:off x="-5379100" y="1564475"/>
                  <a:ext cx="41475" cy="40575"/>
                </a:xfrm>
                <a:custGeom>
                  <a:avLst/>
                  <a:gdLst/>
                  <a:ahLst/>
                  <a:cxnLst/>
                  <a:rect l="l" t="t" r="r" b="b"/>
                  <a:pathLst>
                    <a:path w="1659" h="1623" extrusionOk="0">
                      <a:moveTo>
                        <a:pt x="830" y="0"/>
                      </a:moveTo>
                      <a:cubicBezTo>
                        <a:pt x="373" y="0"/>
                        <a:pt x="1" y="363"/>
                        <a:pt x="1" y="811"/>
                      </a:cubicBezTo>
                      <a:cubicBezTo>
                        <a:pt x="1" y="1259"/>
                        <a:pt x="373" y="1623"/>
                        <a:pt x="830" y="1623"/>
                      </a:cubicBezTo>
                      <a:cubicBezTo>
                        <a:pt x="1287" y="1623"/>
                        <a:pt x="1659" y="1259"/>
                        <a:pt x="1659" y="811"/>
                      </a:cubicBezTo>
                      <a:cubicBezTo>
                        <a:pt x="1659"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9"/>
                <p:cNvSpPr/>
                <p:nvPr/>
              </p:nvSpPr>
              <p:spPr>
                <a:xfrm>
                  <a:off x="-5297950" y="1564475"/>
                  <a:ext cx="41425" cy="40575"/>
                </a:xfrm>
                <a:custGeom>
                  <a:avLst/>
                  <a:gdLst/>
                  <a:ahLst/>
                  <a:cxnLst/>
                  <a:rect l="l" t="t" r="r" b="b"/>
                  <a:pathLst>
                    <a:path w="1657" h="1623" extrusionOk="0">
                      <a:moveTo>
                        <a:pt x="828" y="0"/>
                      </a:moveTo>
                      <a:cubicBezTo>
                        <a:pt x="371" y="0"/>
                        <a:pt x="0" y="363"/>
                        <a:pt x="0" y="811"/>
                      </a:cubicBezTo>
                      <a:cubicBezTo>
                        <a:pt x="0" y="1259"/>
                        <a:pt x="371" y="1623"/>
                        <a:pt x="828" y="1623"/>
                      </a:cubicBezTo>
                      <a:cubicBezTo>
                        <a:pt x="1286" y="1623"/>
                        <a:pt x="1657" y="1259"/>
                        <a:pt x="1657" y="811"/>
                      </a:cubicBezTo>
                      <a:cubicBezTo>
                        <a:pt x="1657"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9"/>
                <p:cNvSpPr/>
                <p:nvPr/>
              </p:nvSpPr>
              <p:spPr>
                <a:xfrm>
                  <a:off x="-5216850" y="1564475"/>
                  <a:ext cx="41450" cy="40575"/>
                </a:xfrm>
                <a:custGeom>
                  <a:avLst/>
                  <a:gdLst/>
                  <a:ahLst/>
                  <a:cxnLst/>
                  <a:rect l="l" t="t" r="r" b="b"/>
                  <a:pathLst>
                    <a:path w="1658" h="1623" extrusionOk="0">
                      <a:moveTo>
                        <a:pt x="828" y="0"/>
                      </a:moveTo>
                      <a:cubicBezTo>
                        <a:pt x="371" y="0"/>
                        <a:pt x="0" y="363"/>
                        <a:pt x="0" y="811"/>
                      </a:cubicBezTo>
                      <a:cubicBezTo>
                        <a:pt x="0" y="1259"/>
                        <a:pt x="371" y="1623"/>
                        <a:pt x="828" y="1623"/>
                      </a:cubicBezTo>
                      <a:cubicBezTo>
                        <a:pt x="1286" y="1623"/>
                        <a:pt x="1658" y="1259"/>
                        <a:pt x="1658" y="811"/>
                      </a:cubicBezTo>
                      <a:cubicBezTo>
                        <a:pt x="1658"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9"/>
                <p:cNvSpPr/>
                <p:nvPr/>
              </p:nvSpPr>
              <p:spPr>
                <a:xfrm>
                  <a:off x="-5135750" y="1564475"/>
                  <a:ext cx="41450" cy="40575"/>
                </a:xfrm>
                <a:custGeom>
                  <a:avLst/>
                  <a:gdLst/>
                  <a:ahLst/>
                  <a:cxnLst/>
                  <a:rect l="l" t="t" r="r" b="b"/>
                  <a:pathLst>
                    <a:path w="1658" h="1623" extrusionOk="0">
                      <a:moveTo>
                        <a:pt x="830" y="0"/>
                      </a:moveTo>
                      <a:cubicBezTo>
                        <a:pt x="372" y="0"/>
                        <a:pt x="0" y="363"/>
                        <a:pt x="0" y="811"/>
                      </a:cubicBezTo>
                      <a:cubicBezTo>
                        <a:pt x="0" y="1259"/>
                        <a:pt x="372" y="1623"/>
                        <a:pt x="830" y="1623"/>
                      </a:cubicBezTo>
                      <a:cubicBezTo>
                        <a:pt x="1287" y="1623"/>
                        <a:pt x="1658" y="1259"/>
                        <a:pt x="1658" y="811"/>
                      </a:cubicBezTo>
                      <a:cubicBezTo>
                        <a:pt x="1658" y="363"/>
                        <a:pt x="1287"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9"/>
                <p:cNvSpPr/>
                <p:nvPr/>
              </p:nvSpPr>
              <p:spPr>
                <a:xfrm>
                  <a:off x="-5054625" y="1564475"/>
                  <a:ext cx="41475" cy="40575"/>
                </a:xfrm>
                <a:custGeom>
                  <a:avLst/>
                  <a:gdLst/>
                  <a:ahLst/>
                  <a:cxnLst/>
                  <a:rect l="l" t="t" r="r" b="b"/>
                  <a:pathLst>
                    <a:path w="1659" h="1623" extrusionOk="0">
                      <a:moveTo>
                        <a:pt x="829" y="0"/>
                      </a:moveTo>
                      <a:cubicBezTo>
                        <a:pt x="371" y="0"/>
                        <a:pt x="0" y="363"/>
                        <a:pt x="0" y="811"/>
                      </a:cubicBezTo>
                      <a:cubicBezTo>
                        <a:pt x="0" y="1259"/>
                        <a:pt x="371" y="1623"/>
                        <a:pt x="829" y="1623"/>
                      </a:cubicBezTo>
                      <a:cubicBezTo>
                        <a:pt x="1286" y="1623"/>
                        <a:pt x="1658" y="1259"/>
                        <a:pt x="1658" y="811"/>
                      </a:cubicBezTo>
                      <a:cubicBezTo>
                        <a:pt x="1658"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9"/>
                <p:cNvSpPr/>
                <p:nvPr/>
              </p:nvSpPr>
              <p:spPr>
                <a:xfrm>
                  <a:off x="-4973525" y="1564475"/>
                  <a:ext cx="41475" cy="40575"/>
                </a:xfrm>
                <a:custGeom>
                  <a:avLst/>
                  <a:gdLst/>
                  <a:ahLst/>
                  <a:cxnLst/>
                  <a:rect l="l" t="t" r="r" b="b"/>
                  <a:pathLst>
                    <a:path w="1659" h="1623" extrusionOk="0">
                      <a:moveTo>
                        <a:pt x="830" y="0"/>
                      </a:moveTo>
                      <a:cubicBezTo>
                        <a:pt x="372" y="0"/>
                        <a:pt x="0" y="363"/>
                        <a:pt x="0" y="811"/>
                      </a:cubicBezTo>
                      <a:cubicBezTo>
                        <a:pt x="0" y="1259"/>
                        <a:pt x="372" y="1623"/>
                        <a:pt x="830" y="1623"/>
                      </a:cubicBezTo>
                      <a:cubicBezTo>
                        <a:pt x="1286" y="1623"/>
                        <a:pt x="1658" y="1259"/>
                        <a:pt x="1658" y="811"/>
                      </a:cubicBezTo>
                      <a:cubicBezTo>
                        <a:pt x="1658" y="363"/>
                        <a:pt x="1286"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9"/>
                <p:cNvSpPr/>
                <p:nvPr/>
              </p:nvSpPr>
              <p:spPr>
                <a:xfrm>
                  <a:off x="-489240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9"/>
                <p:cNvSpPr/>
                <p:nvPr/>
              </p:nvSpPr>
              <p:spPr>
                <a:xfrm>
                  <a:off x="-481130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9"/>
                <p:cNvSpPr/>
                <p:nvPr/>
              </p:nvSpPr>
              <p:spPr>
                <a:xfrm>
                  <a:off x="-3912550" y="1435375"/>
                  <a:ext cx="41450" cy="40600"/>
                </a:xfrm>
                <a:custGeom>
                  <a:avLst/>
                  <a:gdLst/>
                  <a:ahLst/>
                  <a:cxnLst/>
                  <a:rect l="l" t="t" r="r" b="b"/>
                  <a:pathLst>
                    <a:path w="1658" h="1624" extrusionOk="0">
                      <a:moveTo>
                        <a:pt x="829" y="1"/>
                      </a:moveTo>
                      <a:cubicBezTo>
                        <a:pt x="372" y="1"/>
                        <a:pt x="1" y="364"/>
                        <a:pt x="1" y="812"/>
                      </a:cubicBezTo>
                      <a:cubicBezTo>
                        <a:pt x="1" y="1260"/>
                        <a:pt x="372" y="1623"/>
                        <a:pt x="829" y="1623"/>
                      </a:cubicBezTo>
                      <a:cubicBezTo>
                        <a:pt x="1287" y="1623"/>
                        <a:pt x="1658" y="1260"/>
                        <a:pt x="1658" y="812"/>
                      </a:cubicBezTo>
                      <a:cubicBezTo>
                        <a:pt x="1658"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9"/>
                <p:cNvSpPr/>
                <p:nvPr/>
              </p:nvSpPr>
              <p:spPr>
                <a:xfrm>
                  <a:off x="-3831450" y="1435375"/>
                  <a:ext cx="41475" cy="40600"/>
                </a:xfrm>
                <a:custGeom>
                  <a:avLst/>
                  <a:gdLst/>
                  <a:ahLst/>
                  <a:cxnLst/>
                  <a:rect l="l" t="t" r="r" b="b"/>
                  <a:pathLst>
                    <a:path w="1659" h="1624" extrusionOk="0">
                      <a:moveTo>
                        <a:pt x="829" y="1"/>
                      </a:moveTo>
                      <a:cubicBezTo>
                        <a:pt x="372" y="1"/>
                        <a:pt x="1" y="364"/>
                        <a:pt x="1" y="812"/>
                      </a:cubicBezTo>
                      <a:cubicBezTo>
                        <a:pt x="1" y="1260"/>
                        <a:pt x="372" y="1623"/>
                        <a:pt x="829" y="1623"/>
                      </a:cubicBezTo>
                      <a:cubicBezTo>
                        <a:pt x="1287" y="1623"/>
                        <a:pt x="1659" y="1260"/>
                        <a:pt x="1659" y="812"/>
                      </a:cubicBezTo>
                      <a:cubicBezTo>
                        <a:pt x="1659"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9"/>
                <p:cNvSpPr/>
                <p:nvPr/>
              </p:nvSpPr>
              <p:spPr>
                <a:xfrm>
                  <a:off x="-3750350" y="1435375"/>
                  <a:ext cx="41475" cy="40600"/>
                </a:xfrm>
                <a:custGeom>
                  <a:avLst/>
                  <a:gdLst/>
                  <a:ahLst/>
                  <a:cxnLst/>
                  <a:rect l="l" t="t" r="r" b="b"/>
                  <a:pathLst>
                    <a:path w="1659" h="1624" extrusionOk="0">
                      <a:moveTo>
                        <a:pt x="830" y="1"/>
                      </a:moveTo>
                      <a:cubicBezTo>
                        <a:pt x="373" y="1"/>
                        <a:pt x="1" y="364"/>
                        <a:pt x="1" y="812"/>
                      </a:cubicBezTo>
                      <a:cubicBezTo>
                        <a:pt x="1" y="1260"/>
                        <a:pt x="373" y="1623"/>
                        <a:pt x="830" y="1623"/>
                      </a:cubicBezTo>
                      <a:cubicBezTo>
                        <a:pt x="1288" y="1623"/>
                        <a:pt x="1659" y="1260"/>
                        <a:pt x="1659" y="812"/>
                      </a:cubicBezTo>
                      <a:cubicBezTo>
                        <a:pt x="1659"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9"/>
                <p:cNvSpPr/>
                <p:nvPr/>
              </p:nvSpPr>
              <p:spPr>
                <a:xfrm>
                  <a:off x="-3669200" y="1435375"/>
                  <a:ext cx="41425" cy="40600"/>
                </a:xfrm>
                <a:custGeom>
                  <a:avLst/>
                  <a:gdLst/>
                  <a:ahLst/>
                  <a:cxnLst/>
                  <a:rect l="l" t="t" r="r" b="b"/>
                  <a:pathLst>
                    <a:path w="1657" h="1624" extrusionOk="0">
                      <a:moveTo>
                        <a:pt x="828" y="1"/>
                      </a:moveTo>
                      <a:cubicBezTo>
                        <a:pt x="371" y="1"/>
                        <a:pt x="0" y="364"/>
                        <a:pt x="0" y="812"/>
                      </a:cubicBezTo>
                      <a:cubicBezTo>
                        <a:pt x="0" y="1260"/>
                        <a:pt x="371" y="1623"/>
                        <a:pt x="828" y="1623"/>
                      </a:cubicBezTo>
                      <a:cubicBezTo>
                        <a:pt x="1286" y="1623"/>
                        <a:pt x="1657" y="1260"/>
                        <a:pt x="1657" y="812"/>
                      </a:cubicBezTo>
                      <a:cubicBezTo>
                        <a:pt x="1657"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9"/>
                <p:cNvSpPr/>
                <p:nvPr/>
              </p:nvSpPr>
              <p:spPr>
                <a:xfrm>
                  <a:off x="-3588100" y="1435375"/>
                  <a:ext cx="41450" cy="40600"/>
                </a:xfrm>
                <a:custGeom>
                  <a:avLst/>
                  <a:gdLst/>
                  <a:ahLst/>
                  <a:cxnLst/>
                  <a:rect l="l" t="t" r="r" b="b"/>
                  <a:pathLst>
                    <a:path w="1658" h="1624" extrusionOk="0">
                      <a:moveTo>
                        <a:pt x="828" y="1"/>
                      </a:moveTo>
                      <a:cubicBezTo>
                        <a:pt x="372" y="1"/>
                        <a:pt x="0" y="364"/>
                        <a:pt x="0" y="812"/>
                      </a:cubicBezTo>
                      <a:cubicBezTo>
                        <a:pt x="0" y="1260"/>
                        <a:pt x="372" y="1623"/>
                        <a:pt x="828" y="1623"/>
                      </a:cubicBezTo>
                      <a:cubicBezTo>
                        <a:pt x="1286" y="1623"/>
                        <a:pt x="1658" y="1260"/>
                        <a:pt x="1658" y="812"/>
                      </a:cubicBezTo>
                      <a:cubicBezTo>
                        <a:pt x="1658"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9"/>
                <p:cNvSpPr/>
                <p:nvPr/>
              </p:nvSpPr>
              <p:spPr>
                <a:xfrm>
                  <a:off x="-3506975" y="1435375"/>
                  <a:ext cx="41425" cy="40600"/>
                </a:xfrm>
                <a:custGeom>
                  <a:avLst/>
                  <a:gdLst/>
                  <a:ahLst/>
                  <a:cxnLst/>
                  <a:rect l="l" t="t" r="r" b="b"/>
                  <a:pathLst>
                    <a:path w="1657" h="1624" extrusionOk="0">
                      <a:moveTo>
                        <a:pt x="829" y="1"/>
                      </a:moveTo>
                      <a:cubicBezTo>
                        <a:pt x="371" y="1"/>
                        <a:pt x="0" y="364"/>
                        <a:pt x="0" y="812"/>
                      </a:cubicBezTo>
                      <a:cubicBezTo>
                        <a:pt x="0" y="1260"/>
                        <a:pt x="371" y="1623"/>
                        <a:pt x="829" y="1623"/>
                      </a:cubicBezTo>
                      <a:cubicBezTo>
                        <a:pt x="1286" y="1623"/>
                        <a:pt x="1657" y="1260"/>
                        <a:pt x="1657" y="812"/>
                      </a:cubicBezTo>
                      <a:cubicBezTo>
                        <a:pt x="1657"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9"/>
                <p:cNvSpPr/>
                <p:nvPr/>
              </p:nvSpPr>
              <p:spPr>
                <a:xfrm>
                  <a:off x="-3425875" y="1435375"/>
                  <a:ext cx="41475" cy="40600"/>
                </a:xfrm>
                <a:custGeom>
                  <a:avLst/>
                  <a:gdLst/>
                  <a:ahLst/>
                  <a:cxnLst/>
                  <a:rect l="l" t="t" r="r" b="b"/>
                  <a:pathLst>
                    <a:path w="1659" h="1624" extrusionOk="0">
                      <a:moveTo>
                        <a:pt x="829" y="1"/>
                      </a:moveTo>
                      <a:cubicBezTo>
                        <a:pt x="371" y="1"/>
                        <a:pt x="0" y="364"/>
                        <a:pt x="0" y="812"/>
                      </a:cubicBezTo>
                      <a:cubicBezTo>
                        <a:pt x="0" y="1260"/>
                        <a:pt x="371" y="1623"/>
                        <a:pt x="829" y="1623"/>
                      </a:cubicBezTo>
                      <a:cubicBezTo>
                        <a:pt x="1286" y="1623"/>
                        <a:pt x="1658" y="1260"/>
                        <a:pt x="1658" y="812"/>
                      </a:cubicBezTo>
                      <a:cubicBezTo>
                        <a:pt x="1658" y="364"/>
                        <a:pt x="1286"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9"/>
                <p:cNvSpPr/>
                <p:nvPr/>
              </p:nvSpPr>
              <p:spPr>
                <a:xfrm>
                  <a:off x="-3344775" y="1435375"/>
                  <a:ext cx="41475" cy="40600"/>
                </a:xfrm>
                <a:custGeom>
                  <a:avLst/>
                  <a:gdLst/>
                  <a:ahLst/>
                  <a:cxnLst/>
                  <a:rect l="l" t="t" r="r" b="b"/>
                  <a:pathLst>
                    <a:path w="1659" h="1624" extrusionOk="0">
                      <a:moveTo>
                        <a:pt x="830" y="1"/>
                      </a:moveTo>
                      <a:cubicBezTo>
                        <a:pt x="372" y="1"/>
                        <a:pt x="0" y="364"/>
                        <a:pt x="0" y="812"/>
                      </a:cubicBezTo>
                      <a:cubicBezTo>
                        <a:pt x="0" y="1260"/>
                        <a:pt x="372" y="1623"/>
                        <a:pt x="830" y="1623"/>
                      </a:cubicBezTo>
                      <a:cubicBezTo>
                        <a:pt x="1288" y="1623"/>
                        <a:pt x="1658" y="1260"/>
                        <a:pt x="1658" y="812"/>
                      </a:cubicBezTo>
                      <a:cubicBezTo>
                        <a:pt x="1658"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9"/>
                <p:cNvSpPr/>
                <p:nvPr/>
              </p:nvSpPr>
              <p:spPr>
                <a:xfrm>
                  <a:off x="-3263650"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9"/>
                <p:cNvSpPr/>
                <p:nvPr/>
              </p:nvSpPr>
              <p:spPr>
                <a:xfrm>
                  <a:off x="-3182550" y="1435375"/>
                  <a:ext cx="41475" cy="40600"/>
                </a:xfrm>
                <a:custGeom>
                  <a:avLst/>
                  <a:gdLst/>
                  <a:ahLst/>
                  <a:cxnLst/>
                  <a:rect l="l" t="t" r="r" b="b"/>
                  <a:pathLst>
                    <a:path w="1659" h="1624" extrusionOk="0">
                      <a:moveTo>
                        <a:pt x="829" y="1"/>
                      </a:moveTo>
                      <a:cubicBezTo>
                        <a:pt x="372" y="1"/>
                        <a:pt x="1" y="364"/>
                        <a:pt x="1" y="812"/>
                      </a:cubicBezTo>
                      <a:cubicBezTo>
                        <a:pt x="1" y="1260"/>
                        <a:pt x="371" y="1623"/>
                        <a:pt x="829" y="1623"/>
                      </a:cubicBezTo>
                      <a:cubicBezTo>
                        <a:pt x="1287" y="1623"/>
                        <a:pt x="1658" y="1260"/>
                        <a:pt x="1658" y="812"/>
                      </a:cubicBezTo>
                      <a:cubicBezTo>
                        <a:pt x="1658"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9"/>
                <p:cNvSpPr/>
                <p:nvPr/>
              </p:nvSpPr>
              <p:spPr>
                <a:xfrm>
                  <a:off x="-3101425" y="1435375"/>
                  <a:ext cx="41450" cy="40600"/>
                </a:xfrm>
                <a:custGeom>
                  <a:avLst/>
                  <a:gdLst/>
                  <a:ahLst/>
                  <a:cxnLst/>
                  <a:rect l="l" t="t" r="r" b="b"/>
                  <a:pathLst>
                    <a:path w="1658" h="1624" extrusionOk="0">
                      <a:moveTo>
                        <a:pt x="829" y="1"/>
                      </a:moveTo>
                      <a:cubicBezTo>
                        <a:pt x="371" y="1"/>
                        <a:pt x="1" y="364"/>
                        <a:pt x="1" y="812"/>
                      </a:cubicBezTo>
                      <a:cubicBezTo>
                        <a:pt x="1" y="1260"/>
                        <a:pt x="371" y="1623"/>
                        <a:pt x="829" y="1623"/>
                      </a:cubicBezTo>
                      <a:cubicBezTo>
                        <a:pt x="1287" y="1623"/>
                        <a:pt x="1657" y="1260"/>
                        <a:pt x="1657" y="812"/>
                      </a:cubicBezTo>
                      <a:cubicBezTo>
                        <a:pt x="1657"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9"/>
                <p:cNvSpPr/>
                <p:nvPr/>
              </p:nvSpPr>
              <p:spPr>
                <a:xfrm>
                  <a:off x="-3020325" y="1435375"/>
                  <a:ext cx="41475" cy="40600"/>
                </a:xfrm>
                <a:custGeom>
                  <a:avLst/>
                  <a:gdLst/>
                  <a:ahLst/>
                  <a:cxnLst/>
                  <a:rect l="l" t="t" r="r" b="b"/>
                  <a:pathLst>
                    <a:path w="1659" h="1624" extrusionOk="0">
                      <a:moveTo>
                        <a:pt x="829" y="1"/>
                      </a:moveTo>
                      <a:cubicBezTo>
                        <a:pt x="371" y="1"/>
                        <a:pt x="1" y="364"/>
                        <a:pt x="1" y="812"/>
                      </a:cubicBezTo>
                      <a:cubicBezTo>
                        <a:pt x="1" y="1260"/>
                        <a:pt x="371" y="1623"/>
                        <a:pt x="829" y="1623"/>
                      </a:cubicBezTo>
                      <a:cubicBezTo>
                        <a:pt x="1287" y="1623"/>
                        <a:pt x="1659" y="1260"/>
                        <a:pt x="1659" y="812"/>
                      </a:cubicBezTo>
                      <a:cubicBezTo>
                        <a:pt x="1659" y="364"/>
                        <a:pt x="1287" y="1"/>
                        <a:pt x="829"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9"/>
                <p:cNvSpPr/>
                <p:nvPr/>
              </p:nvSpPr>
              <p:spPr>
                <a:xfrm>
                  <a:off x="-2939225" y="1435375"/>
                  <a:ext cx="41475" cy="40600"/>
                </a:xfrm>
                <a:custGeom>
                  <a:avLst/>
                  <a:gdLst/>
                  <a:ahLst/>
                  <a:cxnLst/>
                  <a:rect l="l" t="t" r="r" b="b"/>
                  <a:pathLst>
                    <a:path w="1659" h="1624" extrusionOk="0">
                      <a:moveTo>
                        <a:pt x="830" y="1"/>
                      </a:moveTo>
                      <a:cubicBezTo>
                        <a:pt x="373" y="1"/>
                        <a:pt x="1" y="364"/>
                        <a:pt x="1" y="812"/>
                      </a:cubicBezTo>
                      <a:cubicBezTo>
                        <a:pt x="1" y="1260"/>
                        <a:pt x="373" y="1623"/>
                        <a:pt x="830" y="1623"/>
                      </a:cubicBezTo>
                      <a:cubicBezTo>
                        <a:pt x="1288" y="1623"/>
                        <a:pt x="1659" y="1260"/>
                        <a:pt x="1659" y="812"/>
                      </a:cubicBezTo>
                      <a:cubicBezTo>
                        <a:pt x="1659" y="364"/>
                        <a:pt x="1288" y="1"/>
                        <a:pt x="830"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9"/>
                <p:cNvSpPr/>
                <p:nvPr/>
              </p:nvSpPr>
              <p:spPr>
                <a:xfrm>
                  <a:off x="-2858075" y="1435375"/>
                  <a:ext cx="41425" cy="40600"/>
                </a:xfrm>
                <a:custGeom>
                  <a:avLst/>
                  <a:gdLst/>
                  <a:ahLst/>
                  <a:cxnLst/>
                  <a:rect l="l" t="t" r="r" b="b"/>
                  <a:pathLst>
                    <a:path w="1657" h="1624" extrusionOk="0">
                      <a:moveTo>
                        <a:pt x="828" y="1"/>
                      </a:moveTo>
                      <a:cubicBezTo>
                        <a:pt x="371" y="1"/>
                        <a:pt x="0" y="364"/>
                        <a:pt x="0" y="812"/>
                      </a:cubicBezTo>
                      <a:cubicBezTo>
                        <a:pt x="0" y="1260"/>
                        <a:pt x="371" y="1623"/>
                        <a:pt x="828" y="1623"/>
                      </a:cubicBezTo>
                      <a:cubicBezTo>
                        <a:pt x="1286" y="1623"/>
                        <a:pt x="1657" y="1260"/>
                        <a:pt x="1657" y="812"/>
                      </a:cubicBezTo>
                      <a:cubicBezTo>
                        <a:pt x="1657" y="364"/>
                        <a:pt x="1286" y="1"/>
                        <a:pt x="828"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9"/>
                <p:cNvSpPr/>
                <p:nvPr/>
              </p:nvSpPr>
              <p:spPr>
                <a:xfrm>
                  <a:off x="-3912550" y="1564475"/>
                  <a:ext cx="41450" cy="40575"/>
                </a:xfrm>
                <a:custGeom>
                  <a:avLst/>
                  <a:gdLst/>
                  <a:ahLst/>
                  <a:cxnLst/>
                  <a:rect l="l" t="t" r="r" b="b"/>
                  <a:pathLst>
                    <a:path w="1658" h="1623" extrusionOk="0">
                      <a:moveTo>
                        <a:pt x="829" y="0"/>
                      </a:moveTo>
                      <a:cubicBezTo>
                        <a:pt x="372" y="0"/>
                        <a:pt x="1" y="363"/>
                        <a:pt x="1" y="811"/>
                      </a:cubicBezTo>
                      <a:cubicBezTo>
                        <a:pt x="1" y="1259"/>
                        <a:pt x="372" y="1623"/>
                        <a:pt x="829" y="1623"/>
                      </a:cubicBezTo>
                      <a:cubicBezTo>
                        <a:pt x="1287" y="1623"/>
                        <a:pt x="1658" y="1259"/>
                        <a:pt x="1658" y="811"/>
                      </a:cubicBezTo>
                      <a:cubicBezTo>
                        <a:pt x="1658"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9"/>
                <p:cNvSpPr/>
                <p:nvPr/>
              </p:nvSpPr>
              <p:spPr>
                <a:xfrm>
                  <a:off x="-3831450" y="1564475"/>
                  <a:ext cx="41475" cy="40575"/>
                </a:xfrm>
                <a:custGeom>
                  <a:avLst/>
                  <a:gdLst/>
                  <a:ahLst/>
                  <a:cxnLst/>
                  <a:rect l="l" t="t" r="r" b="b"/>
                  <a:pathLst>
                    <a:path w="1659" h="1623" extrusionOk="0">
                      <a:moveTo>
                        <a:pt x="829" y="0"/>
                      </a:moveTo>
                      <a:cubicBezTo>
                        <a:pt x="372" y="0"/>
                        <a:pt x="1" y="363"/>
                        <a:pt x="1" y="811"/>
                      </a:cubicBezTo>
                      <a:cubicBezTo>
                        <a:pt x="1" y="1259"/>
                        <a:pt x="372" y="1623"/>
                        <a:pt x="829" y="1623"/>
                      </a:cubicBezTo>
                      <a:cubicBezTo>
                        <a:pt x="1287" y="1623"/>
                        <a:pt x="1659" y="1259"/>
                        <a:pt x="1659" y="811"/>
                      </a:cubicBezTo>
                      <a:cubicBezTo>
                        <a:pt x="1659"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9"/>
                <p:cNvSpPr/>
                <p:nvPr/>
              </p:nvSpPr>
              <p:spPr>
                <a:xfrm>
                  <a:off x="-3750350" y="1564475"/>
                  <a:ext cx="41475" cy="40575"/>
                </a:xfrm>
                <a:custGeom>
                  <a:avLst/>
                  <a:gdLst/>
                  <a:ahLst/>
                  <a:cxnLst/>
                  <a:rect l="l" t="t" r="r" b="b"/>
                  <a:pathLst>
                    <a:path w="1659" h="1623" extrusionOk="0">
                      <a:moveTo>
                        <a:pt x="830" y="0"/>
                      </a:moveTo>
                      <a:cubicBezTo>
                        <a:pt x="373" y="0"/>
                        <a:pt x="1" y="363"/>
                        <a:pt x="1" y="811"/>
                      </a:cubicBezTo>
                      <a:cubicBezTo>
                        <a:pt x="1" y="1259"/>
                        <a:pt x="373" y="1623"/>
                        <a:pt x="830" y="1623"/>
                      </a:cubicBezTo>
                      <a:cubicBezTo>
                        <a:pt x="1288" y="1623"/>
                        <a:pt x="1659" y="1259"/>
                        <a:pt x="1659" y="811"/>
                      </a:cubicBezTo>
                      <a:cubicBezTo>
                        <a:pt x="1659"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9"/>
                <p:cNvSpPr/>
                <p:nvPr/>
              </p:nvSpPr>
              <p:spPr>
                <a:xfrm>
                  <a:off x="-3669200" y="1564475"/>
                  <a:ext cx="41425" cy="40575"/>
                </a:xfrm>
                <a:custGeom>
                  <a:avLst/>
                  <a:gdLst/>
                  <a:ahLst/>
                  <a:cxnLst/>
                  <a:rect l="l" t="t" r="r" b="b"/>
                  <a:pathLst>
                    <a:path w="1657" h="1623" extrusionOk="0">
                      <a:moveTo>
                        <a:pt x="828" y="0"/>
                      </a:moveTo>
                      <a:cubicBezTo>
                        <a:pt x="371" y="0"/>
                        <a:pt x="0" y="363"/>
                        <a:pt x="0" y="811"/>
                      </a:cubicBezTo>
                      <a:cubicBezTo>
                        <a:pt x="0" y="1259"/>
                        <a:pt x="371" y="1623"/>
                        <a:pt x="828" y="1623"/>
                      </a:cubicBezTo>
                      <a:cubicBezTo>
                        <a:pt x="1286" y="1623"/>
                        <a:pt x="1657" y="1259"/>
                        <a:pt x="1657" y="811"/>
                      </a:cubicBezTo>
                      <a:cubicBezTo>
                        <a:pt x="1657"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9"/>
                <p:cNvSpPr/>
                <p:nvPr/>
              </p:nvSpPr>
              <p:spPr>
                <a:xfrm>
                  <a:off x="-3588100" y="1564475"/>
                  <a:ext cx="41450" cy="40575"/>
                </a:xfrm>
                <a:custGeom>
                  <a:avLst/>
                  <a:gdLst/>
                  <a:ahLst/>
                  <a:cxnLst/>
                  <a:rect l="l" t="t" r="r" b="b"/>
                  <a:pathLst>
                    <a:path w="1658" h="1623" extrusionOk="0">
                      <a:moveTo>
                        <a:pt x="828" y="0"/>
                      </a:moveTo>
                      <a:cubicBezTo>
                        <a:pt x="372" y="0"/>
                        <a:pt x="0" y="363"/>
                        <a:pt x="0" y="811"/>
                      </a:cubicBezTo>
                      <a:cubicBezTo>
                        <a:pt x="0" y="1259"/>
                        <a:pt x="372" y="1623"/>
                        <a:pt x="828" y="1623"/>
                      </a:cubicBezTo>
                      <a:cubicBezTo>
                        <a:pt x="1286" y="1623"/>
                        <a:pt x="1658" y="1259"/>
                        <a:pt x="1658" y="811"/>
                      </a:cubicBezTo>
                      <a:cubicBezTo>
                        <a:pt x="1658"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9"/>
                <p:cNvSpPr/>
                <p:nvPr/>
              </p:nvSpPr>
              <p:spPr>
                <a:xfrm>
                  <a:off x="-3506975" y="1564475"/>
                  <a:ext cx="41425" cy="40575"/>
                </a:xfrm>
                <a:custGeom>
                  <a:avLst/>
                  <a:gdLst/>
                  <a:ahLst/>
                  <a:cxnLst/>
                  <a:rect l="l" t="t" r="r" b="b"/>
                  <a:pathLst>
                    <a:path w="1657" h="1623" extrusionOk="0">
                      <a:moveTo>
                        <a:pt x="829" y="0"/>
                      </a:moveTo>
                      <a:cubicBezTo>
                        <a:pt x="371" y="0"/>
                        <a:pt x="0" y="363"/>
                        <a:pt x="0" y="811"/>
                      </a:cubicBezTo>
                      <a:cubicBezTo>
                        <a:pt x="0" y="1259"/>
                        <a:pt x="371" y="1623"/>
                        <a:pt x="829" y="1623"/>
                      </a:cubicBezTo>
                      <a:cubicBezTo>
                        <a:pt x="1286" y="1623"/>
                        <a:pt x="1657" y="1259"/>
                        <a:pt x="1657" y="811"/>
                      </a:cubicBezTo>
                      <a:cubicBezTo>
                        <a:pt x="1657"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9"/>
                <p:cNvSpPr/>
                <p:nvPr/>
              </p:nvSpPr>
              <p:spPr>
                <a:xfrm>
                  <a:off x="-3425875" y="1564475"/>
                  <a:ext cx="41475" cy="40575"/>
                </a:xfrm>
                <a:custGeom>
                  <a:avLst/>
                  <a:gdLst/>
                  <a:ahLst/>
                  <a:cxnLst/>
                  <a:rect l="l" t="t" r="r" b="b"/>
                  <a:pathLst>
                    <a:path w="1659" h="1623" extrusionOk="0">
                      <a:moveTo>
                        <a:pt x="829" y="0"/>
                      </a:moveTo>
                      <a:cubicBezTo>
                        <a:pt x="371" y="0"/>
                        <a:pt x="0" y="363"/>
                        <a:pt x="0" y="811"/>
                      </a:cubicBezTo>
                      <a:cubicBezTo>
                        <a:pt x="0" y="1259"/>
                        <a:pt x="371" y="1623"/>
                        <a:pt x="829" y="1623"/>
                      </a:cubicBezTo>
                      <a:cubicBezTo>
                        <a:pt x="1286" y="1623"/>
                        <a:pt x="1658" y="1259"/>
                        <a:pt x="1658" y="811"/>
                      </a:cubicBezTo>
                      <a:cubicBezTo>
                        <a:pt x="1658" y="363"/>
                        <a:pt x="1286"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9"/>
                <p:cNvSpPr/>
                <p:nvPr/>
              </p:nvSpPr>
              <p:spPr>
                <a:xfrm>
                  <a:off x="-3344775" y="1564475"/>
                  <a:ext cx="41475" cy="40575"/>
                </a:xfrm>
                <a:custGeom>
                  <a:avLst/>
                  <a:gdLst/>
                  <a:ahLst/>
                  <a:cxnLst/>
                  <a:rect l="l" t="t" r="r" b="b"/>
                  <a:pathLst>
                    <a:path w="1659" h="1623" extrusionOk="0">
                      <a:moveTo>
                        <a:pt x="830" y="0"/>
                      </a:moveTo>
                      <a:cubicBezTo>
                        <a:pt x="372" y="0"/>
                        <a:pt x="0" y="363"/>
                        <a:pt x="0" y="811"/>
                      </a:cubicBezTo>
                      <a:cubicBezTo>
                        <a:pt x="0" y="1259"/>
                        <a:pt x="372" y="1623"/>
                        <a:pt x="830" y="1623"/>
                      </a:cubicBezTo>
                      <a:cubicBezTo>
                        <a:pt x="1288" y="1623"/>
                        <a:pt x="1658" y="1259"/>
                        <a:pt x="1658" y="811"/>
                      </a:cubicBezTo>
                      <a:cubicBezTo>
                        <a:pt x="1658"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9"/>
                <p:cNvSpPr/>
                <p:nvPr/>
              </p:nvSpPr>
              <p:spPr>
                <a:xfrm>
                  <a:off x="-3263650"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9"/>
                <p:cNvSpPr/>
                <p:nvPr/>
              </p:nvSpPr>
              <p:spPr>
                <a:xfrm>
                  <a:off x="-3182550" y="1564475"/>
                  <a:ext cx="41475" cy="40575"/>
                </a:xfrm>
                <a:custGeom>
                  <a:avLst/>
                  <a:gdLst/>
                  <a:ahLst/>
                  <a:cxnLst/>
                  <a:rect l="l" t="t" r="r" b="b"/>
                  <a:pathLst>
                    <a:path w="1659" h="1623" extrusionOk="0">
                      <a:moveTo>
                        <a:pt x="829" y="0"/>
                      </a:moveTo>
                      <a:cubicBezTo>
                        <a:pt x="372" y="0"/>
                        <a:pt x="1" y="363"/>
                        <a:pt x="1" y="811"/>
                      </a:cubicBezTo>
                      <a:cubicBezTo>
                        <a:pt x="1" y="1259"/>
                        <a:pt x="371" y="1623"/>
                        <a:pt x="829" y="1623"/>
                      </a:cubicBezTo>
                      <a:cubicBezTo>
                        <a:pt x="1287" y="1623"/>
                        <a:pt x="1658" y="1259"/>
                        <a:pt x="1658" y="811"/>
                      </a:cubicBezTo>
                      <a:cubicBezTo>
                        <a:pt x="1658"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9"/>
                <p:cNvSpPr/>
                <p:nvPr/>
              </p:nvSpPr>
              <p:spPr>
                <a:xfrm>
                  <a:off x="-3101425" y="1564475"/>
                  <a:ext cx="41450" cy="40575"/>
                </a:xfrm>
                <a:custGeom>
                  <a:avLst/>
                  <a:gdLst/>
                  <a:ahLst/>
                  <a:cxnLst/>
                  <a:rect l="l" t="t" r="r" b="b"/>
                  <a:pathLst>
                    <a:path w="1658" h="1623" extrusionOk="0">
                      <a:moveTo>
                        <a:pt x="829" y="0"/>
                      </a:moveTo>
                      <a:cubicBezTo>
                        <a:pt x="371" y="0"/>
                        <a:pt x="1" y="363"/>
                        <a:pt x="1" y="811"/>
                      </a:cubicBezTo>
                      <a:cubicBezTo>
                        <a:pt x="1" y="1259"/>
                        <a:pt x="371" y="1623"/>
                        <a:pt x="829" y="1623"/>
                      </a:cubicBezTo>
                      <a:cubicBezTo>
                        <a:pt x="1287" y="1623"/>
                        <a:pt x="1657" y="1259"/>
                        <a:pt x="1657" y="811"/>
                      </a:cubicBezTo>
                      <a:cubicBezTo>
                        <a:pt x="1657"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9"/>
                <p:cNvSpPr/>
                <p:nvPr/>
              </p:nvSpPr>
              <p:spPr>
                <a:xfrm>
                  <a:off x="-3020325" y="1564475"/>
                  <a:ext cx="41475" cy="40575"/>
                </a:xfrm>
                <a:custGeom>
                  <a:avLst/>
                  <a:gdLst/>
                  <a:ahLst/>
                  <a:cxnLst/>
                  <a:rect l="l" t="t" r="r" b="b"/>
                  <a:pathLst>
                    <a:path w="1659" h="1623" extrusionOk="0">
                      <a:moveTo>
                        <a:pt x="829" y="0"/>
                      </a:moveTo>
                      <a:cubicBezTo>
                        <a:pt x="371" y="0"/>
                        <a:pt x="1" y="363"/>
                        <a:pt x="1" y="811"/>
                      </a:cubicBezTo>
                      <a:cubicBezTo>
                        <a:pt x="1" y="1259"/>
                        <a:pt x="371" y="1623"/>
                        <a:pt x="829" y="1623"/>
                      </a:cubicBezTo>
                      <a:cubicBezTo>
                        <a:pt x="1287" y="1623"/>
                        <a:pt x="1659" y="1259"/>
                        <a:pt x="1659" y="811"/>
                      </a:cubicBezTo>
                      <a:cubicBezTo>
                        <a:pt x="1659" y="363"/>
                        <a:pt x="1287" y="0"/>
                        <a:pt x="829"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9"/>
                <p:cNvSpPr/>
                <p:nvPr/>
              </p:nvSpPr>
              <p:spPr>
                <a:xfrm>
                  <a:off x="-2939225" y="1564475"/>
                  <a:ext cx="41475" cy="40575"/>
                </a:xfrm>
                <a:custGeom>
                  <a:avLst/>
                  <a:gdLst/>
                  <a:ahLst/>
                  <a:cxnLst/>
                  <a:rect l="l" t="t" r="r" b="b"/>
                  <a:pathLst>
                    <a:path w="1659" h="1623" extrusionOk="0">
                      <a:moveTo>
                        <a:pt x="830" y="0"/>
                      </a:moveTo>
                      <a:cubicBezTo>
                        <a:pt x="373" y="0"/>
                        <a:pt x="1" y="363"/>
                        <a:pt x="1" y="811"/>
                      </a:cubicBezTo>
                      <a:cubicBezTo>
                        <a:pt x="1" y="1259"/>
                        <a:pt x="373" y="1623"/>
                        <a:pt x="830" y="1623"/>
                      </a:cubicBezTo>
                      <a:cubicBezTo>
                        <a:pt x="1288" y="1623"/>
                        <a:pt x="1659" y="1259"/>
                        <a:pt x="1659" y="811"/>
                      </a:cubicBezTo>
                      <a:cubicBezTo>
                        <a:pt x="1659" y="363"/>
                        <a:pt x="1288" y="0"/>
                        <a:pt x="830"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9"/>
                <p:cNvSpPr/>
                <p:nvPr/>
              </p:nvSpPr>
              <p:spPr>
                <a:xfrm>
                  <a:off x="-2858075" y="1564475"/>
                  <a:ext cx="41425" cy="40575"/>
                </a:xfrm>
                <a:custGeom>
                  <a:avLst/>
                  <a:gdLst/>
                  <a:ahLst/>
                  <a:cxnLst/>
                  <a:rect l="l" t="t" r="r" b="b"/>
                  <a:pathLst>
                    <a:path w="1657" h="1623" extrusionOk="0">
                      <a:moveTo>
                        <a:pt x="828" y="0"/>
                      </a:moveTo>
                      <a:cubicBezTo>
                        <a:pt x="371" y="0"/>
                        <a:pt x="0" y="363"/>
                        <a:pt x="0" y="811"/>
                      </a:cubicBezTo>
                      <a:cubicBezTo>
                        <a:pt x="0" y="1259"/>
                        <a:pt x="371" y="1623"/>
                        <a:pt x="828" y="1623"/>
                      </a:cubicBezTo>
                      <a:cubicBezTo>
                        <a:pt x="1286" y="1623"/>
                        <a:pt x="1657" y="1259"/>
                        <a:pt x="1657" y="811"/>
                      </a:cubicBezTo>
                      <a:cubicBezTo>
                        <a:pt x="1657" y="363"/>
                        <a:pt x="1286" y="0"/>
                        <a:pt x="828" y="0"/>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9"/>
                <p:cNvSpPr/>
                <p:nvPr/>
              </p:nvSpPr>
              <p:spPr>
                <a:xfrm>
                  <a:off x="-4697500" y="656950"/>
                  <a:ext cx="731850" cy="698700"/>
                </a:xfrm>
                <a:custGeom>
                  <a:avLst/>
                  <a:gdLst/>
                  <a:ahLst/>
                  <a:cxnLst/>
                  <a:rect l="l" t="t" r="r" b="b"/>
                  <a:pathLst>
                    <a:path w="29274" h="27948" extrusionOk="0">
                      <a:moveTo>
                        <a:pt x="14637" y="4085"/>
                      </a:moveTo>
                      <a:cubicBezTo>
                        <a:pt x="20406" y="4085"/>
                        <a:pt x="25101" y="8682"/>
                        <a:pt x="25101" y="14331"/>
                      </a:cubicBezTo>
                      <a:lnTo>
                        <a:pt x="25101" y="23863"/>
                      </a:lnTo>
                      <a:lnTo>
                        <a:pt x="4172" y="23863"/>
                      </a:lnTo>
                      <a:lnTo>
                        <a:pt x="4172" y="14331"/>
                      </a:lnTo>
                      <a:cubicBezTo>
                        <a:pt x="4172" y="8680"/>
                        <a:pt x="8865" y="4085"/>
                        <a:pt x="14637" y="4085"/>
                      </a:cubicBezTo>
                      <a:close/>
                      <a:moveTo>
                        <a:pt x="14637" y="1"/>
                      </a:moveTo>
                      <a:cubicBezTo>
                        <a:pt x="6566" y="1"/>
                        <a:pt x="0" y="6429"/>
                        <a:pt x="0" y="14331"/>
                      </a:cubicBezTo>
                      <a:lnTo>
                        <a:pt x="0" y="25904"/>
                      </a:lnTo>
                      <a:cubicBezTo>
                        <a:pt x="0" y="27033"/>
                        <a:pt x="934" y="27947"/>
                        <a:pt x="2086" y="27947"/>
                      </a:cubicBezTo>
                      <a:lnTo>
                        <a:pt x="27186" y="27947"/>
                      </a:lnTo>
                      <a:cubicBezTo>
                        <a:pt x="28339" y="27947"/>
                        <a:pt x="29273" y="27033"/>
                        <a:pt x="29274" y="25906"/>
                      </a:cubicBezTo>
                      <a:lnTo>
                        <a:pt x="29274" y="14331"/>
                      </a:lnTo>
                      <a:cubicBezTo>
                        <a:pt x="29274" y="6429"/>
                        <a:pt x="22707" y="1"/>
                        <a:pt x="146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9"/>
                <p:cNvSpPr/>
                <p:nvPr/>
              </p:nvSpPr>
              <p:spPr>
                <a:xfrm>
                  <a:off x="-4704000" y="650450"/>
                  <a:ext cx="744825" cy="711700"/>
                </a:xfrm>
                <a:custGeom>
                  <a:avLst/>
                  <a:gdLst/>
                  <a:ahLst/>
                  <a:cxnLst/>
                  <a:rect l="l" t="t" r="r" b="b"/>
                  <a:pathLst>
                    <a:path w="29793" h="28468" extrusionOk="0">
                      <a:moveTo>
                        <a:pt x="14897" y="4605"/>
                      </a:moveTo>
                      <a:cubicBezTo>
                        <a:pt x="20522" y="4605"/>
                        <a:pt x="25101" y="9085"/>
                        <a:pt x="25101" y="14591"/>
                      </a:cubicBezTo>
                      <a:lnTo>
                        <a:pt x="25101" y="23864"/>
                      </a:lnTo>
                      <a:lnTo>
                        <a:pt x="4692" y="23864"/>
                      </a:lnTo>
                      <a:lnTo>
                        <a:pt x="4692" y="14591"/>
                      </a:lnTo>
                      <a:cubicBezTo>
                        <a:pt x="4692" y="9085"/>
                        <a:pt x="9269" y="4605"/>
                        <a:pt x="14897" y="4605"/>
                      </a:cubicBezTo>
                      <a:close/>
                      <a:moveTo>
                        <a:pt x="14897" y="4085"/>
                      </a:moveTo>
                      <a:cubicBezTo>
                        <a:pt x="8982" y="4085"/>
                        <a:pt x="4172" y="8798"/>
                        <a:pt x="4172" y="14591"/>
                      </a:cubicBezTo>
                      <a:lnTo>
                        <a:pt x="4172" y="24124"/>
                      </a:lnTo>
                      <a:cubicBezTo>
                        <a:pt x="4172" y="24267"/>
                        <a:pt x="4288" y="24384"/>
                        <a:pt x="4432" y="24384"/>
                      </a:cubicBezTo>
                      <a:lnTo>
                        <a:pt x="25361" y="24384"/>
                      </a:lnTo>
                      <a:cubicBezTo>
                        <a:pt x="25504" y="24384"/>
                        <a:pt x="25621" y="24267"/>
                        <a:pt x="25621" y="24124"/>
                      </a:cubicBezTo>
                      <a:lnTo>
                        <a:pt x="25621" y="14591"/>
                      </a:lnTo>
                      <a:cubicBezTo>
                        <a:pt x="25621" y="8798"/>
                        <a:pt x="20809" y="4085"/>
                        <a:pt x="14897" y="4085"/>
                      </a:cubicBezTo>
                      <a:close/>
                      <a:moveTo>
                        <a:pt x="14897" y="521"/>
                      </a:moveTo>
                      <a:cubicBezTo>
                        <a:pt x="22823" y="521"/>
                        <a:pt x="29272" y="6832"/>
                        <a:pt x="29272" y="14591"/>
                      </a:cubicBezTo>
                      <a:lnTo>
                        <a:pt x="29272" y="26164"/>
                      </a:lnTo>
                      <a:cubicBezTo>
                        <a:pt x="29272" y="27148"/>
                        <a:pt x="28454" y="27947"/>
                        <a:pt x="27446" y="27947"/>
                      </a:cubicBezTo>
                      <a:lnTo>
                        <a:pt x="2346" y="27947"/>
                      </a:lnTo>
                      <a:cubicBezTo>
                        <a:pt x="1339" y="27947"/>
                        <a:pt x="521" y="27148"/>
                        <a:pt x="521" y="26164"/>
                      </a:cubicBezTo>
                      <a:lnTo>
                        <a:pt x="521" y="14589"/>
                      </a:lnTo>
                      <a:cubicBezTo>
                        <a:pt x="521" y="6832"/>
                        <a:pt x="6969" y="521"/>
                        <a:pt x="14897" y="521"/>
                      </a:cubicBezTo>
                      <a:close/>
                      <a:moveTo>
                        <a:pt x="14897" y="0"/>
                      </a:moveTo>
                      <a:cubicBezTo>
                        <a:pt x="6682" y="0"/>
                        <a:pt x="0" y="6545"/>
                        <a:pt x="0" y="14591"/>
                      </a:cubicBezTo>
                      <a:lnTo>
                        <a:pt x="0" y="26164"/>
                      </a:lnTo>
                      <a:cubicBezTo>
                        <a:pt x="0" y="27435"/>
                        <a:pt x="1052" y="28467"/>
                        <a:pt x="2346" y="28467"/>
                      </a:cubicBezTo>
                      <a:lnTo>
                        <a:pt x="27446" y="28467"/>
                      </a:lnTo>
                      <a:cubicBezTo>
                        <a:pt x="28741" y="28467"/>
                        <a:pt x="29793" y="27435"/>
                        <a:pt x="29793" y="26166"/>
                      </a:cubicBezTo>
                      <a:lnTo>
                        <a:pt x="29793" y="14591"/>
                      </a:lnTo>
                      <a:cubicBezTo>
                        <a:pt x="29793" y="6545"/>
                        <a:pt x="23110" y="0"/>
                        <a:pt x="1489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9"/>
                <p:cNvSpPr/>
                <p:nvPr/>
              </p:nvSpPr>
              <p:spPr>
                <a:xfrm>
                  <a:off x="-4736275" y="1216150"/>
                  <a:ext cx="798975" cy="660900"/>
                </a:xfrm>
                <a:custGeom>
                  <a:avLst/>
                  <a:gdLst/>
                  <a:ahLst/>
                  <a:cxnLst/>
                  <a:rect l="l" t="t" r="r" b="b"/>
                  <a:pathLst>
                    <a:path w="31959" h="26436" extrusionOk="0">
                      <a:moveTo>
                        <a:pt x="0" y="0"/>
                      </a:moveTo>
                      <a:lnTo>
                        <a:pt x="0" y="26436"/>
                      </a:lnTo>
                      <a:lnTo>
                        <a:pt x="31958" y="26436"/>
                      </a:lnTo>
                      <a:lnTo>
                        <a:pt x="31958"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9"/>
                <p:cNvSpPr/>
                <p:nvPr/>
              </p:nvSpPr>
              <p:spPr>
                <a:xfrm>
                  <a:off x="-4742800" y="1209650"/>
                  <a:ext cx="812000" cy="673900"/>
                </a:xfrm>
                <a:custGeom>
                  <a:avLst/>
                  <a:gdLst/>
                  <a:ahLst/>
                  <a:cxnLst/>
                  <a:rect l="l" t="t" r="r" b="b"/>
                  <a:pathLst>
                    <a:path w="32480" h="26956" extrusionOk="0">
                      <a:moveTo>
                        <a:pt x="31960" y="521"/>
                      </a:moveTo>
                      <a:lnTo>
                        <a:pt x="31960" y="26435"/>
                      </a:lnTo>
                      <a:lnTo>
                        <a:pt x="522" y="26435"/>
                      </a:lnTo>
                      <a:lnTo>
                        <a:pt x="522" y="521"/>
                      </a:lnTo>
                      <a:close/>
                      <a:moveTo>
                        <a:pt x="260" y="0"/>
                      </a:moveTo>
                      <a:cubicBezTo>
                        <a:pt x="117" y="0"/>
                        <a:pt x="1" y="117"/>
                        <a:pt x="2" y="260"/>
                      </a:cubicBezTo>
                      <a:lnTo>
                        <a:pt x="2" y="26696"/>
                      </a:lnTo>
                      <a:cubicBezTo>
                        <a:pt x="1" y="26840"/>
                        <a:pt x="118" y="26956"/>
                        <a:pt x="262" y="26956"/>
                      </a:cubicBezTo>
                      <a:lnTo>
                        <a:pt x="32219" y="26956"/>
                      </a:lnTo>
                      <a:cubicBezTo>
                        <a:pt x="32363" y="26956"/>
                        <a:pt x="32480" y="26840"/>
                        <a:pt x="32480" y="26696"/>
                      </a:cubicBezTo>
                      <a:lnTo>
                        <a:pt x="32480" y="260"/>
                      </a:lnTo>
                      <a:cubicBezTo>
                        <a:pt x="32480" y="117"/>
                        <a:pt x="32365" y="0"/>
                        <a:pt x="32221" y="0"/>
                      </a:cubicBezTo>
                      <a:cubicBezTo>
                        <a:pt x="32221" y="0"/>
                        <a:pt x="32220" y="0"/>
                        <a:pt x="32219" y="0"/>
                      </a:cubicBezTo>
                      <a:lnTo>
                        <a:pt x="262" y="0"/>
                      </a:lnTo>
                      <a:cubicBezTo>
                        <a:pt x="262" y="0"/>
                        <a:pt x="261" y="0"/>
                        <a:pt x="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p:nvPr/>
              </p:nvSpPr>
              <p:spPr>
                <a:xfrm>
                  <a:off x="-4427675" y="1405450"/>
                  <a:ext cx="173950" cy="310225"/>
                </a:xfrm>
                <a:custGeom>
                  <a:avLst/>
                  <a:gdLst/>
                  <a:ahLst/>
                  <a:cxnLst/>
                  <a:rect l="l" t="t" r="r" b="b"/>
                  <a:pathLst>
                    <a:path w="6958" h="12409" extrusionOk="0">
                      <a:moveTo>
                        <a:pt x="3479" y="0"/>
                      </a:moveTo>
                      <a:cubicBezTo>
                        <a:pt x="1557" y="0"/>
                        <a:pt x="0" y="1525"/>
                        <a:pt x="0" y="3406"/>
                      </a:cubicBezTo>
                      <a:cubicBezTo>
                        <a:pt x="0" y="4702"/>
                        <a:pt x="739" y="5828"/>
                        <a:pt x="1826" y="6403"/>
                      </a:cubicBezTo>
                      <a:lnTo>
                        <a:pt x="1242" y="12408"/>
                      </a:lnTo>
                      <a:lnTo>
                        <a:pt x="5717" y="12408"/>
                      </a:lnTo>
                      <a:lnTo>
                        <a:pt x="5132" y="6403"/>
                      </a:lnTo>
                      <a:cubicBezTo>
                        <a:pt x="6219" y="5828"/>
                        <a:pt x="6958" y="4702"/>
                        <a:pt x="6958" y="3406"/>
                      </a:cubicBezTo>
                      <a:cubicBezTo>
                        <a:pt x="6958" y="1525"/>
                        <a:pt x="5401" y="0"/>
                        <a:pt x="347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9"/>
                <p:cNvSpPr/>
                <p:nvPr/>
              </p:nvSpPr>
              <p:spPr>
                <a:xfrm>
                  <a:off x="-4434200" y="1398925"/>
                  <a:ext cx="187000" cy="323250"/>
                </a:xfrm>
                <a:custGeom>
                  <a:avLst/>
                  <a:gdLst/>
                  <a:ahLst/>
                  <a:cxnLst/>
                  <a:rect l="l" t="t" r="r" b="b"/>
                  <a:pathLst>
                    <a:path w="7480" h="12930" extrusionOk="0">
                      <a:moveTo>
                        <a:pt x="3740" y="522"/>
                      </a:moveTo>
                      <a:cubicBezTo>
                        <a:pt x="5515" y="522"/>
                        <a:pt x="6960" y="1932"/>
                        <a:pt x="6960" y="3666"/>
                      </a:cubicBezTo>
                      <a:cubicBezTo>
                        <a:pt x="6960" y="4823"/>
                        <a:pt x="6312" y="5883"/>
                        <a:pt x="5271" y="6434"/>
                      </a:cubicBezTo>
                      <a:cubicBezTo>
                        <a:pt x="5177" y="6484"/>
                        <a:pt x="5123" y="6585"/>
                        <a:pt x="5134" y="6690"/>
                      </a:cubicBezTo>
                      <a:lnTo>
                        <a:pt x="5691" y="12409"/>
                      </a:lnTo>
                      <a:lnTo>
                        <a:pt x="1792" y="12409"/>
                      </a:lnTo>
                      <a:lnTo>
                        <a:pt x="2347" y="6690"/>
                      </a:lnTo>
                      <a:cubicBezTo>
                        <a:pt x="2357" y="6585"/>
                        <a:pt x="2303" y="6484"/>
                        <a:pt x="2209" y="6434"/>
                      </a:cubicBezTo>
                      <a:cubicBezTo>
                        <a:pt x="1168" y="5883"/>
                        <a:pt x="521" y="4823"/>
                        <a:pt x="521" y="3666"/>
                      </a:cubicBezTo>
                      <a:cubicBezTo>
                        <a:pt x="521" y="1932"/>
                        <a:pt x="1965" y="522"/>
                        <a:pt x="3740" y="522"/>
                      </a:cubicBezTo>
                      <a:close/>
                      <a:moveTo>
                        <a:pt x="3740" y="1"/>
                      </a:moveTo>
                      <a:cubicBezTo>
                        <a:pt x="1678" y="1"/>
                        <a:pt x="1" y="1645"/>
                        <a:pt x="1" y="3667"/>
                      </a:cubicBezTo>
                      <a:cubicBezTo>
                        <a:pt x="1" y="4958"/>
                        <a:pt x="691" y="6147"/>
                        <a:pt x="1812" y="6809"/>
                      </a:cubicBezTo>
                      <a:lnTo>
                        <a:pt x="1244" y="12644"/>
                      </a:lnTo>
                      <a:cubicBezTo>
                        <a:pt x="1230" y="12796"/>
                        <a:pt x="1350" y="12930"/>
                        <a:pt x="1503" y="12930"/>
                      </a:cubicBezTo>
                      <a:lnTo>
                        <a:pt x="5977" y="12930"/>
                      </a:lnTo>
                      <a:cubicBezTo>
                        <a:pt x="6130" y="12930"/>
                        <a:pt x="6250" y="12796"/>
                        <a:pt x="6236" y="12644"/>
                      </a:cubicBezTo>
                      <a:lnTo>
                        <a:pt x="5668" y="6809"/>
                      </a:lnTo>
                      <a:cubicBezTo>
                        <a:pt x="6789" y="6146"/>
                        <a:pt x="7479" y="4958"/>
                        <a:pt x="7479" y="3667"/>
                      </a:cubicBezTo>
                      <a:cubicBezTo>
                        <a:pt x="7479" y="1645"/>
                        <a:pt x="5801" y="1"/>
                        <a:pt x="37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5" name="Google Shape;285;p29"/>
            <p:cNvGrpSpPr/>
            <p:nvPr/>
          </p:nvGrpSpPr>
          <p:grpSpPr>
            <a:xfrm rot="10800000">
              <a:off x="3474186" y="4232201"/>
              <a:ext cx="183381" cy="1017092"/>
              <a:chOff x="-5634475" y="-504725"/>
              <a:chExt cx="188025" cy="1042850"/>
            </a:xfrm>
          </p:grpSpPr>
          <p:sp>
            <p:nvSpPr>
              <p:cNvPr id="286" name="Google Shape;286;p29"/>
              <p:cNvSpPr/>
              <p:nvPr/>
            </p:nvSpPr>
            <p:spPr>
              <a:xfrm>
                <a:off x="-5602700" y="-454250"/>
                <a:ext cx="156250" cy="992375"/>
              </a:xfrm>
              <a:custGeom>
                <a:avLst/>
                <a:gdLst/>
                <a:ahLst/>
                <a:cxnLst/>
                <a:rect l="l" t="t" r="r" b="b"/>
                <a:pathLst>
                  <a:path w="6250" h="39695" extrusionOk="0">
                    <a:moveTo>
                      <a:pt x="0" y="0"/>
                    </a:moveTo>
                    <a:lnTo>
                      <a:pt x="0" y="14432"/>
                    </a:lnTo>
                    <a:lnTo>
                      <a:pt x="5730" y="20160"/>
                    </a:lnTo>
                    <a:lnTo>
                      <a:pt x="5730" y="39695"/>
                    </a:lnTo>
                    <a:lnTo>
                      <a:pt x="6249" y="39695"/>
                    </a:lnTo>
                    <a:lnTo>
                      <a:pt x="6249" y="19945"/>
                    </a:lnTo>
                    <a:lnTo>
                      <a:pt x="521" y="14216"/>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9"/>
              <p:cNvSpPr/>
              <p:nvPr/>
            </p:nvSpPr>
            <p:spPr>
              <a:xfrm>
                <a:off x="-5634475" y="-504725"/>
                <a:ext cx="74225" cy="71400"/>
              </a:xfrm>
              <a:custGeom>
                <a:avLst/>
                <a:gdLst/>
                <a:ahLst/>
                <a:cxnLst/>
                <a:rect l="l" t="t" r="r" b="b"/>
                <a:pathLst>
                  <a:path w="2969" h="2856" extrusionOk="0">
                    <a:moveTo>
                      <a:pt x="1540" y="521"/>
                    </a:moveTo>
                    <a:cubicBezTo>
                      <a:pt x="2041" y="523"/>
                      <a:pt x="2447" y="928"/>
                      <a:pt x="2448" y="1428"/>
                    </a:cubicBezTo>
                    <a:cubicBezTo>
                      <a:pt x="2448" y="1795"/>
                      <a:pt x="2226" y="2126"/>
                      <a:pt x="1887" y="2266"/>
                    </a:cubicBezTo>
                    <a:cubicBezTo>
                      <a:pt x="1775" y="2313"/>
                      <a:pt x="1657" y="2335"/>
                      <a:pt x="1540" y="2335"/>
                    </a:cubicBezTo>
                    <a:cubicBezTo>
                      <a:pt x="1304" y="2335"/>
                      <a:pt x="1073" y="2243"/>
                      <a:pt x="899" y="2070"/>
                    </a:cubicBezTo>
                    <a:cubicBezTo>
                      <a:pt x="640" y="1810"/>
                      <a:pt x="561" y="1420"/>
                      <a:pt x="702" y="1081"/>
                    </a:cubicBezTo>
                    <a:cubicBezTo>
                      <a:pt x="842" y="742"/>
                      <a:pt x="1173" y="521"/>
                      <a:pt x="1540" y="521"/>
                    </a:cubicBezTo>
                    <a:close/>
                    <a:moveTo>
                      <a:pt x="1540" y="0"/>
                    </a:moveTo>
                    <a:cubicBezTo>
                      <a:pt x="1169" y="0"/>
                      <a:pt x="804" y="146"/>
                      <a:pt x="531" y="418"/>
                    </a:cubicBezTo>
                    <a:cubicBezTo>
                      <a:pt x="122" y="826"/>
                      <a:pt x="1" y="1440"/>
                      <a:pt x="221" y="1974"/>
                    </a:cubicBezTo>
                    <a:cubicBezTo>
                      <a:pt x="442" y="2508"/>
                      <a:pt x="962" y="2856"/>
                      <a:pt x="1540" y="2856"/>
                    </a:cubicBezTo>
                    <a:cubicBezTo>
                      <a:pt x="2328" y="2855"/>
                      <a:pt x="2967" y="2217"/>
                      <a:pt x="2969" y="1428"/>
                    </a:cubicBezTo>
                    <a:cubicBezTo>
                      <a:pt x="2969" y="851"/>
                      <a:pt x="2620" y="330"/>
                      <a:pt x="2087" y="110"/>
                    </a:cubicBezTo>
                    <a:cubicBezTo>
                      <a:pt x="1910" y="36"/>
                      <a:pt x="1724" y="0"/>
                      <a:pt x="154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8" name="Google Shape;288;p29"/>
            <p:cNvGrpSpPr/>
            <p:nvPr/>
          </p:nvGrpSpPr>
          <p:grpSpPr>
            <a:xfrm rot="10800000">
              <a:off x="2618037" y="4358300"/>
              <a:ext cx="72367" cy="518274"/>
              <a:chOff x="-4201325" y="-449025"/>
              <a:chExt cx="74200" cy="531400"/>
            </a:xfrm>
          </p:grpSpPr>
          <p:sp>
            <p:nvSpPr>
              <p:cNvPr id="289" name="Google Shape;289;p29"/>
              <p:cNvSpPr/>
              <p:nvPr/>
            </p:nvSpPr>
            <p:spPr>
              <a:xfrm>
                <a:off x="-4170425" y="-413325"/>
                <a:ext cx="13050" cy="495700"/>
              </a:xfrm>
              <a:custGeom>
                <a:avLst/>
                <a:gdLst/>
                <a:ahLst/>
                <a:cxnLst/>
                <a:rect l="l" t="t" r="r" b="b"/>
                <a:pathLst>
                  <a:path w="522" h="19828" extrusionOk="0">
                    <a:moveTo>
                      <a:pt x="0" y="0"/>
                    </a:moveTo>
                    <a:lnTo>
                      <a:pt x="0" y="19828"/>
                    </a:lnTo>
                    <a:lnTo>
                      <a:pt x="521" y="19828"/>
                    </a:lnTo>
                    <a:lnTo>
                      <a:pt x="521" y="0"/>
                    </a:ln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a:off x="-4194325" y="-442500"/>
                <a:ext cx="60700" cy="58400"/>
              </a:xfrm>
              <a:custGeom>
                <a:avLst/>
                <a:gdLst/>
                <a:ahLst/>
                <a:cxnLst/>
                <a:rect l="l" t="t" r="r" b="b"/>
                <a:pathLst>
                  <a:path w="2428" h="2336" extrusionOk="0">
                    <a:moveTo>
                      <a:pt x="1260" y="0"/>
                    </a:moveTo>
                    <a:cubicBezTo>
                      <a:pt x="788" y="0"/>
                      <a:pt x="363" y="285"/>
                      <a:pt x="181" y="720"/>
                    </a:cubicBezTo>
                    <a:cubicBezTo>
                      <a:pt x="1" y="1156"/>
                      <a:pt x="101" y="1659"/>
                      <a:pt x="434" y="1993"/>
                    </a:cubicBezTo>
                    <a:cubicBezTo>
                      <a:pt x="658" y="2217"/>
                      <a:pt x="957" y="2335"/>
                      <a:pt x="1260" y="2335"/>
                    </a:cubicBezTo>
                    <a:cubicBezTo>
                      <a:pt x="1411" y="2335"/>
                      <a:pt x="1563" y="2306"/>
                      <a:pt x="1707" y="2246"/>
                    </a:cubicBezTo>
                    <a:cubicBezTo>
                      <a:pt x="2143" y="2066"/>
                      <a:pt x="2428" y="1640"/>
                      <a:pt x="2428" y="1167"/>
                    </a:cubicBezTo>
                    <a:cubicBezTo>
                      <a:pt x="2428" y="523"/>
                      <a:pt x="1906" y="0"/>
                      <a:pt x="126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9"/>
              <p:cNvSpPr/>
              <p:nvPr/>
            </p:nvSpPr>
            <p:spPr>
              <a:xfrm>
                <a:off x="-4201325" y="-449025"/>
                <a:ext cx="74200" cy="71400"/>
              </a:xfrm>
              <a:custGeom>
                <a:avLst/>
                <a:gdLst/>
                <a:ahLst/>
                <a:cxnLst/>
                <a:rect l="l" t="t" r="r" b="b"/>
                <a:pathLst>
                  <a:path w="2968" h="2856" extrusionOk="0">
                    <a:moveTo>
                      <a:pt x="1540" y="521"/>
                    </a:moveTo>
                    <a:lnTo>
                      <a:pt x="1540" y="523"/>
                    </a:lnTo>
                    <a:cubicBezTo>
                      <a:pt x="2042" y="523"/>
                      <a:pt x="2447" y="928"/>
                      <a:pt x="2447" y="1428"/>
                    </a:cubicBezTo>
                    <a:cubicBezTo>
                      <a:pt x="2447" y="1795"/>
                      <a:pt x="2227" y="2126"/>
                      <a:pt x="1888" y="2266"/>
                    </a:cubicBezTo>
                    <a:cubicBezTo>
                      <a:pt x="1775" y="2313"/>
                      <a:pt x="1658" y="2335"/>
                      <a:pt x="1541" y="2335"/>
                    </a:cubicBezTo>
                    <a:cubicBezTo>
                      <a:pt x="1305" y="2335"/>
                      <a:pt x="1073" y="2243"/>
                      <a:pt x="898" y="2070"/>
                    </a:cubicBezTo>
                    <a:cubicBezTo>
                      <a:pt x="639" y="1811"/>
                      <a:pt x="562" y="1420"/>
                      <a:pt x="702" y="1081"/>
                    </a:cubicBezTo>
                    <a:cubicBezTo>
                      <a:pt x="843" y="743"/>
                      <a:pt x="1173" y="521"/>
                      <a:pt x="1540" y="521"/>
                    </a:cubicBezTo>
                    <a:close/>
                    <a:moveTo>
                      <a:pt x="1541" y="1"/>
                    </a:moveTo>
                    <a:cubicBezTo>
                      <a:pt x="1169" y="1"/>
                      <a:pt x="804" y="146"/>
                      <a:pt x="530" y="418"/>
                    </a:cubicBezTo>
                    <a:cubicBezTo>
                      <a:pt x="122" y="828"/>
                      <a:pt x="0" y="1442"/>
                      <a:pt x="222" y="1974"/>
                    </a:cubicBezTo>
                    <a:cubicBezTo>
                      <a:pt x="442" y="2508"/>
                      <a:pt x="963" y="2856"/>
                      <a:pt x="1540" y="2856"/>
                    </a:cubicBezTo>
                    <a:cubicBezTo>
                      <a:pt x="2329" y="2855"/>
                      <a:pt x="2967" y="2217"/>
                      <a:pt x="2968" y="1428"/>
                    </a:cubicBezTo>
                    <a:cubicBezTo>
                      <a:pt x="2968" y="851"/>
                      <a:pt x="2620" y="330"/>
                      <a:pt x="2088" y="110"/>
                    </a:cubicBezTo>
                    <a:cubicBezTo>
                      <a:pt x="1911" y="36"/>
                      <a:pt x="1725" y="1"/>
                      <a:pt x="154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1"/>
          <p:cNvSpPr txBox="1">
            <a:spLocks noGrp="1"/>
          </p:cNvSpPr>
          <p:nvPr>
            <p:ph type="title" idx="6"/>
          </p:nvPr>
        </p:nvSpPr>
        <p:spPr>
          <a:xfrm>
            <a:off x="3377303" y="739713"/>
            <a:ext cx="1192200" cy="79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cxnSp>
        <p:nvCxnSpPr>
          <p:cNvPr id="304" name="Google Shape;304;p31"/>
          <p:cNvCxnSpPr/>
          <p:nvPr/>
        </p:nvCxnSpPr>
        <p:spPr>
          <a:xfrm>
            <a:off x="4572000" y="465900"/>
            <a:ext cx="0" cy="4211700"/>
          </a:xfrm>
          <a:prstGeom prst="straightConnector1">
            <a:avLst/>
          </a:prstGeom>
          <a:noFill/>
          <a:ln w="19050" cap="flat" cmpd="sng">
            <a:solidFill>
              <a:schemeClr val="lt1"/>
            </a:solidFill>
            <a:prstDash val="solid"/>
            <a:round/>
            <a:headEnd type="oval" w="med" len="med"/>
            <a:tailEnd type="oval" w="med" len="med"/>
          </a:ln>
        </p:spPr>
      </p:cxnSp>
      <p:sp>
        <p:nvSpPr>
          <p:cNvPr id="305" name="Google Shape;305;p31"/>
          <p:cNvSpPr txBox="1">
            <a:spLocks noGrp="1"/>
          </p:cNvSpPr>
          <p:nvPr>
            <p:ph type="ctrTitle"/>
          </p:nvPr>
        </p:nvSpPr>
        <p:spPr>
          <a:xfrm>
            <a:off x="572003" y="614887"/>
            <a:ext cx="2729100" cy="915025"/>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solidFill>
                  <a:schemeClr val="lt2"/>
                </a:solidFill>
                <a:latin typeface="Segoe UI Black" panose="020B0A02040204020203" pitchFamily="34" charset="0"/>
                <a:ea typeface="Segoe UI Black" panose="020B0A02040204020203" pitchFamily="34" charset="0"/>
              </a:rPr>
              <a:t>Tổng quan hạ tầng khóa công khai</a:t>
            </a:r>
            <a:endParaRPr dirty="0">
              <a:solidFill>
                <a:schemeClr val="lt2"/>
              </a:solidFill>
              <a:latin typeface="Segoe UI Black" panose="020B0A02040204020203" pitchFamily="34" charset="0"/>
              <a:ea typeface="Segoe UI Black" panose="020B0A02040204020203" pitchFamily="34" charset="0"/>
            </a:endParaRPr>
          </a:p>
        </p:txBody>
      </p:sp>
      <p:sp>
        <p:nvSpPr>
          <p:cNvPr id="307" name="Google Shape;307;p31"/>
          <p:cNvSpPr txBox="1">
            <a:spLocks noGrp="1"/>
          </p:cNvSpPr>
          <p:nvPr>
            <p:ph type="ctrTitle" idx="2"/>
          </p:nvPr>
        </p:nvSpPr>
        <p:spPr>
          <a:xfrm>
            <a:off x="572003" y="3407056"/>
            <a:ext cx="2729100" cy="4581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dirty="0">
                <a:solidFill>
                  <a:schemeClr val="lt2"/>
                </a:solidFill>
                <a:latin typeface="Segoe UI Black" panose="020B0A02040204020203" pitchFamily="34" charset="0"/>
                <a:ea typeface="Segoe UI Black" panose="020B0A02040204020203" pitchFamily="34" charset="0"/>
              </a:rPr>
              <a:t>EJBCA</a:t>
            </a:r>
            <a:endParaRPr dirty="0">
              <a:solidFill>
                <a:schemeClr val="lt2"/>
              </a:solidFill>
              <a:latin typeface="Segoe UI Black" panose="020B0A02040204020203" pitchFamily="34" charset="0"/>
              <a:ea typeface="Segoe UI Black" panose="020B0A02040204020203" pitchFamily="34" charset="0"/>
            </a:endParaRPr>
          </a:p>
        </p:txBody>
      </p:sp>
      <p:sp>
        <p:nvSpPr>
          <p:cNvPr id="311" name="Google Shape;311;p31"/>
          <p:cNvSpPr txBox="1">
            <a:spLocks noGrp="1"/>
          </p:cNvSpPr>
          <p:nvPr>
            <p:ph type="title" idx="7"/>
          </p:nvPr>
        </p:nvSpPr>
        <p:spPr>
          <a:xfrm>
            <a:off x="3377303" y="3329768"/>
            <a:ext cx="1192200" cy="79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313" name="Google Shape;313;p31"/>
          <p:cNvSpPr txBox="1">
            <a:spLocks noGrp="1"/>
          </p:cNvSpPr>
          <p:nvPr>
            <p:ph type="title" idx="9"/>
          </p:nvPr>
        </p:nvSpPr>
        <p:spPr>
          <a:xfrm>
            <a:off x="4574503" y="739713"/>
            <a:ext cx="1192200" cy="790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02</a:t>
            </a:r>
            <a:endParaRPr dirty="0"/>
          </a:p>
        </p:txBody>
      </p:sp>
      <p:sp>
        <p:nvSpPr>
          <p:cNvPr id="314" name="Google Shape;314;p31"/>
          <p:cNvSpPr txBox="1">
            <a:spLocks noGrp="1"/>
          </p:cNvSpPr>
          <p:nvPr>
            <p:ph type="title" idx="13"/>
          </p:nvPr>
        </p:nvSpPr>
        <p:spPr>
          <a:xfrm>
            <a:off x="4569503" y="3329768"/>
            <a:ext cx="1192200" cy="790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04</a:t>
            </a:r>
            <a:endParaRPr dirty="0"/>
          </a:p>
        </p:txBody>
      </p:sp>
      <p:sp>
        <p:nvSpPr>
          <p:cNvPr id="316" name="Google Shape;316;p31"/>
          <p:cNvSpPr txBox="1">
            <a:spLocks noGrp="1"/>
          </p:cNvSpPr>
          <p:nvPr>
            <p:ph type="ctrTitle" idx="15"/>
          </p:nvPr>
        </p:nvSpPr>
        <p:spPr>
          <a:xfrm>
            <a:off x="5842903" y="614887"/>
            <a:ext cx="2729100" cy="68937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2"/>
                </a:solidFill>
                <a:latin typeface="Segoe UI Black" panose="020B0A02040204020203" pitchFamily="34" charset="0"/>
                <a:ea typeface="Segoe UI Black" panose="020B0A02040204020203" pitchFamily="34" charset="0"/>
              </a:rPr>
              <a:t>Chứng thư số</a:t>
            </a:r>
            <a:endParaRPr dirty="0">
              <a:solidFill>
                <a:schemeClr val="lt2"/>
              </a:solidFill>
              <a:latin typeface="Segoe UI Black" panose="020B0A02040204020203" pitchFamily="34" charset="0"/>
              <a:ea typeface="Segoe UI Black" panose="020B0A02040204020203" pitchFamily="34" charset="0"/>
            </a:endParaRPr>
          </a:p>
        </p:txBody>
      </p:sp>
      <p:sp>
        <p:nvSpPr>
          <p:cNvPr id="318" name="Google Shape;318;p31"/>
          <p:cNvSpPr txBox="1">
            <a:spLocks noGrp="1"/>
          </p:cNvSpPr>
          <p:nvPr>
            <p:ph type="ctrTitle" idx="17"/>
          </p:nvPr>
        </p:nvSpPr>
        <p:spPr>
          <a:xfrm>
            <a:off x="5842903" y="3610723"/>
            <a:ext cx="2729100" cy="4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lt2"/>
                </a:solidFill>
                <a:latin typeface="Segoe UI Black" panose="020B0A02040204020203" pitchFamily="34" charset="0"/>
                <a:ea typeface="Segoe UI Black" panose="020B0A02040204020203" pitchFamily="34" charset="0"/>
              </a:rPr>
              <a:t>Ứng dụng cấp phát chứng thư số EJBCA</a:t>
            </a:r>
            <a:endParaRPr dirty="0">
              <a:solidFill>
                <a:schemeClr val="lt2"/>
              </a:solidFill>
              <a:latin typeface="Segoe UI Black" panose="020B0A02040204020203" pitchFamily="34" charset="0"/>
              <a:ea typeface="Segoe UI Black" panose="020B0A02040204020203" pitchFamily="34" charset="0"/>
            </a:endParaRPr>
          </a:p>
        </p:txBody>
      </p:sp>
      <p:cxnSp>
        <p:nvCxnSpPr>
          <p:cNvPr id="322" name="Google Shape;322;p31"/>
          <p:cNvCxnSpPr/>
          <p:nvPr/>
        </p:nvCxnSpPr>
        <p:spPr>
          <a:xfrm>
            <a:off x="899753" y="2686540"/>
            <a:ext cx="7339500" cy="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34"/>
          <p:cNvSpPr txBox="1">
            <a:spLocks noGrp="1"/>
          </p:cNvSpPr>
          <p:nvPr>
            <p:ph type="title"/>
          </p:nvPr>
        </p:nvSpPr>
        <p:spPr>
          <a:xfrm>
            <a:off x="269549" y="1563270"/>
            <a:ext cx="4559100" cy="167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Segoe UI Black" panose="020B0A02040204020203" pitchFamily="34" charset="0"/>
                <a:ea typeface="Segoe UI Black" panose="020B0A02040204020203" pitchFamily="34" charset="0"/>
              </a:rPr>
              <a:t>Tổng quan hạ tầng khóa công khai</a:t>
            </a:r>
            <a:endParaRPr dirty="0">
              <a:latin typeface="Segoe UI Black" panose="020B0A02040204020203" pitchFamily="34" charset="0"/>
              <a:ea typeface="Segoe UI Black" panose="020B0A02040204020203" pitchFamily="34" charset="0"/>
            </a:endParaRPr>
          </a:p>
        </p:txBody>
      </p:sp>
      <p:sp>
        <p:nvSpPr>
          <p:cNvPr id="530" name="Google Shape;530;p34"/>
          <p:cNvSpPr/>
          <p:nvPr/>
        </p:nvSpPr>
        <p:spPr>
          <a:xfrm>
            <a:off x="3902050" y="1314599"/>
            <a:ext cx="4279065" cy="3330851"/>
          </a:xfrm>
          <a:custGeom>
            <a:avLst/>
            <a:gdLst/>
            <a:ahLst/>
            <a:cxnLst/>
            <a:rect l="l" t="t" r="r" b="b"/>
            <a:pathLst>
              <a:path w="209681" h="163217" extrusionOk="0">
                <a:moveTo>
                  <a:pt x="126215" y="0"/>
                </a:moveTo>
                <a:cubicBezTo>
                  <a:pt x="125383" y="0"/>
                  <a:pt x="124543" y="14"/>
                  <a:pt x="123697" y="42"/>
                </a:cubicBezTo>
                <a:cubicBezTo>
                  <a:pt x="87871" y="1241"/>
                  <a:pt x="57324" y="25234"/>
                  <a:pt x="32056" y="44028"/>
                </a:cubicBezTo>
                <a:cubicBezTo>
                  <a:pt x="6790" y="62820"/>
                  <a:pt x="0" y="92011"/>
                  <a:pt x="14709" y="114804"/>
                </a:cubicBezTo>
                <a:cubicBezTo>
                  <a:pt x="29416" y="137597"/>
                  <a:pt x="52798" y="127999"/>
                  <a:pt x="82590" y="142793"/>
                </a:cubicBezTo>
                <a:cubicBezTo>
                  <a:pt x="107746" y="155286"/>
                  <a:pt x="115695" y="163217"/>
                  <a:pt x="137537" y="163217"/>
                </a:cubicBezTo>
                <a:cubicBezTo>
                  <a:pt x="141563" y="163217"/>
                  <a:pt x="146062" y="162947"/>
                  <a:pt x="151227" y="162387"/>
                </a:cubicBezTo>
                <a:cubicBezTo>
                  <a:pt x="184414" y="158788"/>
                  <a:pt x="209680" y="122000"/>
                  <a:pt x="205910" y="82814"/>
                </a:cubicBezTo>
                <a:cubicBezTo>
                  <a:pt x="202138" y="43628"/>
                  <a:pt x="182150" y="23634"/>
                  <a:pt x="182150" y="23634"/>
                </a:cubicBezTo>
                <a:cubicBezTo>
                  <a:pt x="182150" y="23634"/>
                  <a:pt x="160581" y="0"/>
                  <a:pt x="126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 name="Google Shape;531;p34"/>
          <p:cNvGrpSpPr/>
          <p:nvPr/>
        </p:nvGrpSpPr>
        <p:grpSpPr>
          <a:xfrm>
            <a:off x="6025569" y="1547598"/>
            <a:ext cx="1524512" cy="3199926"/>
            <a:chOff x="5431588" y="1307171"/>
            <a:chExt cx="1423580" cy="2988072"/>
          </a:xfrm>
        </p:grpSpPr>
        <p:sp>
          <p:nvSpPr>
            <p:cNvPr id="532" name="Google Shape;532;p34"/>
            <p:cNvSpPr/>
            <p:nvPr/>
          </p:nvSpPr>
          <p:spPr>
            <a:xfrm>
              <a:off x="5536047" y="1312545"/>
              <a:ext cx="1313785" cy="2977344"/>
            </a:xfrm>
            <a:custGeom>
              <a:avLst/>
              <a:gdLst/>
              <a:ahLst/>
              <a:cxnLst/>
              <a:rect l="l" t="t" r="r" b="b"/>
              <a:pathLst>
                <a:path w="68947" h="156250" extrusionOk="0">
                  <a:moveTo>
                    <a:pt x="145" y="0"/>
                  </a:moveTo>
                  <a:cubicBezTo>
                    <a:pt x="65" y="0"/>
                    <a:pt x="0" y="64"/>
                    <a:pt x="0" y="145"/>
                  </a:cubicBezTo>
                  <a:lnTo>
                    <a:pt x="0" y="156105"/>
                  </a:lnTo>
                  <a:cubicBezTo>
                    <a:pt x="0" y="156185"/>
                    <a:pt x="65" y="156249"/>
                    <a:pt x="145" y="156249"/>
                  </a:cubicBezTo>
                  <a:lnTo>
                    <a:pt x="63378" y="156249"/>
                  </a:lnTo>
                  <a:cubicBezTo>
                    <a:pt x="66452" y="156249"/>
                    <a:pt x="68946" y="153757"/>
                    <a:pt x="68946" y="150682"/>
                  </a:cubicBezTo>
                  <a:lnTo>
                    <a:pt x="68946" y="5305"/>
                  </a:lnTo>
                  <a:cubicBezTo>
                    <a:pt x="68946" y="2375"/>
                    <a:pt x="66570" y="0"/>
                    <a:pt x="636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4"/>
            <p:cNvSpPr/>
            <p:nvPr/>
          </p:nvSpPr>
          <p:spPr>
            <a:xfrm>
              <a:off x="5530674" y="1307171"/>
              <a:ext cx="1324494" cy="2988072"/>
            </a:xfrm>
            <a:custGeom>
              <a:avLst/>
              <a:gdLst/>
              <a:ahLst/>
              <a:cxnLst/>
              <a:rect l="l" t="t" r="r" b="b"/>
              <a:pathLst>
                <a:path w="69509" h="156813" extrusionOk="0">
                  <a:moveTo>
                    <a:pt x="64778" y="564"/>
                  </a:moveTo>
                  <a:cubicBezTo>
                    <a:pt x="67077" y="564"/>
                    <a:pt x="68947" y="2433"/>
                    <a:pt x="68947" y="4732"/>
                  </a:cubicBezTo>
                  <a:lnTo>
                    <a:pt x="68947" y="152083"/>
                  </a:lnTo>
                  <a:cubicBezTo>
                    <a:pt x="68947" y="154380"/>
                    <a:pt x="67077" y="156250"/>
                    <a:pt x="64778" y="156250"/>
                  </a:cubicBezTo>
                  <a:lnTo>
                    <a:pt x="4731" y="156250"/>
                  </a:lnTo>
                  <a:cubicBezTo>
                    <a:pt x="2432" y="156250"/>
                    <a:pt x="562" y="154380"/>
                    <a:pt x="562" y="152083"/>
                  </a:cubicBezTo>
                  <a:lnTo>
                    <a:pt x="562" y="4732"/>
                  </a:lnTo>
                  <a:cubicBezTo>
                    <a:pt x="562" y="2433"/>
                    <a:pt x="2432" y="564"/>
                    <a:pt x="4731" y="564"/>
                  </a:cubicBezTo>
                  <a:close/>
                  <a:moveTo>
                    <a:pt x="4731" y="1"/>
                  </a:moveTo>
                  <a:cubicBezTo>
                    <a:pt x="2123" y="1"/>
                    <a:pt x="1" y="2123"/>
                    <a:pt x="1" y="4732"/>
                  </a:cubicBezTo>
                  <a:lnTo>
                    <a:pt x="1" y="152083"/>
                  </a:lnTo>
                  <a:cubicBezTo>
                    <a:pt x="1" y="154691"/>
                    <a:pt x="2123" y="156813"/>
                    <a:pt x="4731" y="156813"/>
                  </a:cubicBezTo>
                  <a:lnTo>
                    <a:pt x="64778" y="156813"/>
                  </a:lnTo>
                  <a:cubicBezTo>
                    <a:pt x="67386" y="156813"/>
                    <a:pt x="69508" y="154691"/>
                    <a:pt x="69508" y="152083"/>
                  </a:cubicBezTo>
                  <a:lnTo>
                    <a:pt x="69508" y="4732"/>
                  </a:lnTo>
                  <a:cubicBezTo>
                    <a:pt x="69508" y="2123"/>
                    <a:pt x="67386"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4"/>
            <p:cNvSpPr/>
            <p:nvPr/>
          </p:nvSpPr>
          <p:spPr>
            <a:xfrm>
              <a:off x="6788418" y="1565043"/>
              <a:ext cx="35004" cy="268733"/>
            </a:xfrm>
            <a:custGeom>
              <a:avLst/>
              <a:gdLst/>
              <a:ahLst/>
              <a:cxnLst/>
              <a:rect l="l" t="t" r="r" b="b"/>
              <a:pathLst>
                <a:path w="1837" h="14103" extrusionOk="0">
                  <a:moveTo>
                    <a:pt x="919" y="1"/>
                  </a:moveTo>
                  <a:cubicBezTo>
                    <a:pt x="416" y="1"/>
                    <a:pt x="8" y="403"/>
                    <a:pt x="0" y="906"/>
                  </a:cubicBezTo>
                  <a:lnTo>
                    <a:pt x="0" y="13185"/>
                  </a:lnTo>
                  <a:cubicBezTo>
                    <a:pt x="0" y="13691"/>
                    <a:pt x="412" y="14103"/>
                    <a:pt x="919" y="14103"/>
                  </a:cubicBezTo>
                  <a:cubicBezTo>
                    <a:pt x="1425" y="14103"/>
                    <a:pt x="1837" y="13691"/>
                    <a:pt x="1837" y="13184"/>
                  </a:cubicBezTo>
                  <a:lnTo>
                    <a:pt x="1837" y="906"/>
                  </a:lnTo>
                  <a:cubicBezTo>
                    <a:pt x="1829" y="403"/>
                    <a:pt x="1421" y="1"/>
                    <a:pt x="9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4"/>
            <p:cNvSpPr/>
            <p:nvPr/>
          </p:nvSpPr>
          <p:spPr>
            <a:xfrm>
              <a:off x="6788418" y="1885033"/>
              <a:ext cx="35004" cy="165512"/>
            </a:xfrm>
            <a:custGeom>
              <a:avLst/>
              <a:gdLst/>
              <a:ahLst/>
              <a:cxnLst/>
              <a:rect l="l" t="t" r="r" b="b"/>
              <a:pathLst>
                <a:path w="1837" h="8686" extrusionOk="0">
                  <a:moveTo>
                    <a:pt x="919" y="0"/>
                  </a:moveTo>
                  <a:cubicBezTo>
                    <a:pt x="416" y="0"/>
                    <a:pt x="8" y="403"/>
                    <a:pt x="0" y="906"/>
                  </a:cubicBezTo>
                  <a:lnTo>
                    <a:pt x="0" y="7767"/>
                  </a:lnTo>
                  <a:cubicBezTo>
                    <a:pt x="0" y="8274"/>
                    <a:pt x="412" y="8686"/>
                    <a:pt x="919" y="8686"/>
                  </a:cubicBezTo>
                  <a:cubicBezTo>
                    <a:pt x="1425" y="8684"/>
                    <a:pt x="1837" y="8274"/>
                    <a:pt x="1837" y="7767"/>
                  </a:cubicBezTo>
                  <a:lnTo>
                    <a:pt x="1837" y="906"/>
                  </a:lnTo>
                  <a:cubicBezTo>
                    <a:pt x="1829" y="403"/>
                    <a:pt x="1421" y="0"/>
                    <a:pt x="9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4"/>
            <p:cNvSpPr/>
            <p:nvPr/>
          </p:nvSpPr>
          <p:spPr>
            <a:xfrm>
              <a:off x="5436923" y="1312545"/>
              <a:ext cx="1313766" cy="2977344"/>
            </a:xfrm>
            <a:custGeom>
              <a:avLst/>
              <a:gdLst/>
              <a:ahLst/>
              <a:cxnLst/>
              <a:rect l="l" t="t" r="r" b="b"/>
              <a:pathLst>
                <a:path w="68946" h="156250" extrusionOk="0">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4"/>
            <p:cNvSpPr/>
            <p:nvPr/>
          </p:nvSpPr>
          <p:spPr>
            <a:xfrm>
              <a:off x="5431588" y="1307171"/>
              <a:ext cx="1324475" cy="2988072"/>
            </a:xfrm>
            <a:custGeom>
              <a:avLst/>
              <a:gdLst/>
              <a:ahLst/>
              <a:cxnLst/>
              <a:rect l="l" t="t" r="r" b="b"/>
              <a:pathLst>
                <a:path w="69508" h="156813" extrusionOk="0">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4"/>
            <p:cNvSpPr/>
            <p:nvPr/>
          </p:nvSpPr>
          <p:spPr>
            <a:xfrm>
              <a:off x="5524405" y="1510774"/>
              <a:ext cx="1138841" cy="2553675"/>
            </a:xfrm>
            <a:custGeom>
              <a:avLst/>
              <a:gdLst/>
              <a:ahLst/>
              <a:cxnLst/>
              <a:rect l="l" t="t" r="r" b="b"/>
              <a:pathLst>
                <a:path w="59766" h="134016" extrusionOk="0">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4"/>
            <p:cNvSpPr/>
            <p:nvPr/>
          </p:nvSpPr>
          <p:spPr>
            <a:xfrm>
              <a:off x="5908897" y="1413079"/>
              <a:ext cx="334834" cy="32146"/>
            </a:xfrm>
            <a:custGeom>
              <a:avLst/>
              <a:gdLst/>
              <a:ahLst/>
              <a:cxnLst/>
              <a:rect l="l" t="t" r="r" b="b"/>
              <a:pathLst>
                <a:path w="17572" h="1687" extrusionOk="0">
                  <a:moveTo>
                    <a:pt x="831" y="1"/>
                  </a:moveTo>
                  <a:cubicBezTo>
                    <a:pt x="371" y="8"/>
                    <a:pt x="0" y="383"/>
                    <a:pt x="0" y="844"/>
                  </a:cubicBezTo>
                  <a:cubicBezTo>
                    <a:pt x="0" y="1305"/>
                    <a:pt x="371" y="1680"/>
                    <a:pt x="831" y="1687"/>
                  </a:cubicBezTo>
                  <a:lnTo>
                    <a:pt x="16742" y="1687"/>
                  </a:lnTo>
                  <a:cubicBezTo>
                    <a:pt x="17203" y="1680"/>
                    <a:pt x="17572" y="1305"/>
                    <a:pt x="17572" y="844"/>
                  </a:cubicBezTo>
                  <a:cubicBezTo>
                    <a:pt x="17572" y="383"/>
                    <a:pt x="17203" y="8"/>
                    <a:pt x="167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4"/>
            <p:cNvSpPr/>
            <p:nvPr/>
          </p:nvSpPr>
          <p:spPr>
            <a:xfrm>
              <a:off x="5994701" y="4116888"/>
              <a:ext cx="58308" cy="75839"/>
            </a:xfrm>
            <a:custGeom>
              <a:avLst/>
              <a:gdLst/>
              <a:ahLst/>
              <a:cxnLst/>
              <a:rect l="l" t="t" r="r" b="b"/>
              <a:pathLst>
                <a:path w="3060" h="3980" extrusionOk="0">
                  <a:moveTo>
                    <a:pt x="1531" y="1"/>
                  </a:moveTo>
                  <a:cubicBezTo>
                    <a:pt x="685" y="1"/>
                    <a:pt x="1" y="892"/>
                    <a:pt x="1" y="1990"/>
                  </a:cubicBezTo>
                  <a:cubicBezTo>
                    <a:pt x="1" y="3088"/>
                    <a:pt x="685" y="3979"/>
                    <a:pt x="1529" y="3979"/>
                  </a:cubicBezTo>
                  <a:cubicBezTo>
                    <a:pt x="2374" y="3979"/>
                    <a:pt x="3059" y="3088"/>
                    <a:pt x="3059" y="1990"/>
                  </a:cubicBezTo>
                  <a:cubicBezTo>
                    <a:pt x="3059" y="892"/>
                    <a:pt x="2375" y="1"/>
                    <a:pt x="1531"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4"/>
            <p:cNvSpPr/>
            <p:nvPr/>
          </p:nvSpPr>
          <p:spPr>
            <a:xfrm>
              <a:off x="5896301" y="1685680"/>
              <a:ext cx="395010" cy="460597"/>
            </a:xfrm>
            <a:custGeom>
              <a:avLst/>
              <a:gdLst/>
              <a:ahLst/>
              <a:cxnLst/>
              <a:rect l="l" t="t" r="r" b="b"/>
              <a:pathLst>
                <a:path w="20730" h="24172" extrusionOk="0">
                  <a:moveTo>
                    <a:pt x="10366" y="1"/>
                  </a:moveTo>
                  <a:cubicBezTo>
                    <a:pt x="7617" y="1"/>
                    <a:pt x="4980" y="1274"/>
                    <a:pt x="3036" y="3541"/>
                  </a:cubicBezTo>
                  <a:cubicBezTo>
                    <a:pt x="1093" y="5807"/>
                    <a:pt x="0" y="8881"/>
                    <a:pt x="0" y="12086"/>
                  </a:cubicBezTo>
                  <a:cubicBezTo>
                    <a:pt x="0" y="15291"/>
                    <a:pt x="1093" y="18366"/>
                    <a:pt x="3036" y="20632"/>
                  </a:cubicBezTo>
                  <a:cubicBezTo>
                    <a:pt x="4980" y="22899"/>
                    <a:pt x="7617" y="24172"/>
                    <a:pt x="10366" y="24172"/>
                  </a:cubicBezTo>
                  <a:cubicBezTo>
                    <a:pt x="13113" y="24172"/>
                    <a:pt x="15750" y="22899"/>
                    <a:pt x="17694" y="20632"/>
                  </a:cubicBezTo>
                  <a:cubicBezTo>
                    <a:pt x="19639" y="18366"/>
                    <a:pt x="20730" y="15291"/>
                    <a:pt x="20730" y="12086"/>
                  </a:cubicBezTo>
                  <a:cubicBezTo>
                    <a:pt x="20730" y="8881"/>
                    <a:pt x="19639" y="5807"/>
                    <a:pt x="17694" y="3541"/>
                  </a:cubicBezTo>
                  <a:cubicBezTo>
                    <a:pt x="15750" y="1274"/>
                    <a:pt x="13113" y="1"/>
                    <a:pt x="103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4"/>
            <p:cNvSpPr/>
            <p:nvPr/>
          </p:nvSpPr>
          <p:spPr>
            <a:xfrm>
              <a:off x="6018806" y="1738157"/>
              <a:ext cx="150001" cy="174906"/>
            </a:xfrm>
            <a:custGeom>
              <a:avLst/>
              <a:gdLst/>
              <a:ahLst/>
              <a:cxnLst/>
              <a:rect l="l" t="t" r="r" b="b"/>
              <a:pathLst>
                <a:path w="7872" h="9179" extrusionOk="0">
                  <a:moveTo>
                    <a:pt x="3937" y="1"/>
                  </a:moveTo>
                  <a:cubicBezTo>
                    <a:pt x="1762" y="1"/>
                    <a:pt x="0" y="2055"/>
                    <a:pt x="0" y="4590"/>
                  </a:cubicBezTo>
                  <a:cubicBezTo>
                    <a:pt x="0" y="7125"/>
                    <a:pt x="1762" y="9179"/>
                    <a:pt x="3937" y="9179"/>
                  </a:cubicBezTo>
                  <a:cubicBezTo>
                    <a:pt x="6110" y="9179"/>
                    <a:pt x="7872" y="7125"/>
                    <a:pt x="7872" y="4590"/>
                  </a:cubicBezTo>
                  <a:cubicBezTo>
                    <a:pt x="7872" y="2055"/>
                    <a:pt x="6110" y="1"/>
                    <a:pt x="393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4"/>
            <p:cNvSpPr/>
            <p:nvPr/>
          </p:nvSpPr>
          <p:spPr>
            <a:xfrm>
              <a:off x="6013432" y="1732803"/>
              <a:ext cx="160748" cy="185634"/>
            </a:xfrm>
            <a:custGeom>
              <a:avLst/>
              <a:gdLst/>
              <a:ahLst/>
              <a:cxnLst/>
              <a:rect l="l" t="t" r="r" b="b"/>
              <a:pathLst>
                <a:path w="8436" h="9742" extrusionOk="0">
                  <a:moveTo>
                    <a:pt x="4219" y="562"/>
                  </a:moveTo>
                  <a:cubicBezTo>
                    <a:pt x="6234" y="562"/>
                    <a:pt x="7874" y="2494"/>
                    <a:pt x="7874" y="4871"/>
                  </a:cubicBezTo>
                  <a:cubicBezTo>
                    <a:pt x="7874" y="7247"/>
                    <a:pt x="6234" y="9180"/>
                    <a:pt x="4219" y="9180"/>
                  </a:cubicBezTo>
                  <a:cubicBezTo>
                    <a:pt x="2203" y="9180"/>
                    <a:pt x="562" y="7247"/>
                    <a:pt x="562" y="4871"/>
                  </a:cubicBezTo>
                  <a:cubicBezTo>
                    <a:pt x="562" y="2494"/>
                    <a:pt x="2203" y="562"/>
                    <a:pt x="4219" y="562"/>
                  </a:cubicBezTo>
                  <a:close/>
                  <a:moveTo>
                    <a:pt x="4219" y="0"/>
                  </a:moveTo>
                  <a:cubicBezTo>
                    <a:pt x="1892" y="0"/>
                    <a:pt x="1" y="2185"/>
                    <a:pt x="1" y="4871"/>
                  </a:cubicBezTo>
                  <a:cubicBezTo>
                    <a:pt x="1" y="7556"/>
                    <a:pt x="1892" y="9741"/>
                    <a:pt x="4219" y="9741"/>
                  </a:cubicBezTo>
                  <a:cubicBezTo>
                    <a:pt x="6544" y="9741"/>
                    <a:pt x="8435" y="7556"/>
                    <a:pt x="8435" y="4871"/>
                  </a:cubicBezTo>
                  <a:cubicBezTo>
                    <a:pt x="8435" y="2185"/>
                    <a:pt x="6544" y="0"/>
                    <a:pt x="42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4"/>
            <p:cNvSpPr/>
            <p:nvPr/>
          </p:nvSpPr>
          <p:spPr>
            <a:xfrm>
              <a:off x="5957544" y="1936386"/>
              <a:ext cx="272525" cy="209891"/>
            </a:xfrm>
            <a:custGeom>
              <a:avLst/>
              <a:gdLst/>
              <a:ahLst/>
              <a:cxnLst/>
              <a:rect l="l" t="t" r="r" b="b"/>
              <a:pathLst>
                <a:path w="14302" h="11015" extrusionOk="0">
                  <a:moveTo>
                    <a:pt x="7152" y="1"/>
                  </a:moveTo>
                  <a:cubicBezTo>
                    <a:pt x="3202" y="1"/>
                    <a:pt x="1" y="3014"/>
                    <a:pt x="1" y="6731"/>
                  </a:cubicBezTo>
                  <a:cubicBezTo>
                    <a:pt x="4" y="7077"/>
                    <a:pt x="34" y="7421"/>
                    <a:pt x="93" y="7763"/>
                  </a:cubicBezTo>
                  <a:cubicBezTo>
                    <a:pt x="1945" y="9775"/>
                    <a:pt x="4421" y="11015"/>
                    <a:pt x="7152" y="11015"/>
                  </a:cubicBezTo>
                  <a:cubicBezTo>
                    <a:pt x="9882" y="11015"/>
                    <a:pt x="12358" y="9775"/>
                    <a:pt x="14209" y="7763"/>
                  </a:cubicBezTo>
                  <a:cubicBezTo>
                    <a:pt x="14268" y="7421"/>
                    <a:pt x="14298" y="7077"/>
                    <a:pt x="14301" y="6731"/>
                  </a:cubicBezTo>
                  <a:cubicBezTo>
                    <a:pt x="14301" y="3014"/>
                    <a:pt x="11100" y="1"/>
                    <a:pt x="71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4"/>
            <p:cNvSpPr/>
            <p:nvPr/>
          </p:nvSpPr>
          <p:spPr>
            <a:xfrm>
              <a:off x="5952190" y="1931032"/>
              <a:ext cx="283234" cy="220619"/>
            </a:xfrm>
            <a:custGeom>
              <a:avLst/>
              <a:gdLst/>
              <a:ahLst/>
              <a:cxnLst/>
              <a:rect l="l" t="t" r="r" b="b"/>
              <a:pathLst>
                <a:path w="14864" h="11578" extrusionOk="0">
                  <a:moveTo>
                    <a:pt x="7433" y="562"/>
                  </a:moveTo>
                  <a:cubicBezTo>
                    <a:pt x="11220" y="562"/>
                    <a:pt x="14302" y="3455"/>
                    <a:pt x="14302" y="7012"/>
                  </a:cubicBezTo>
                  <a:cubicBezTo>
                    <a:pt x="14299" y="7314"/>
                    <a:pt x="14274" y="7616"/>
                    <a:pt x="14226" y="7915"/>
                  </a:cubicBezTo>
                  <a:cubicBezTo>
                    <a:pt x="12358" y="9913"/>
                    <a:pt x="9949" y="11014"/>
                    <a:pt x="7433" y="11014"/>
                  </a:cubicBezTo>
                  <a:cubicBezTo>
                    <a:pt x="4917" y="11014"/>
                    <a:pt x="2506" y="9915"/>
                    <a:pt x="638" y="7915"/>
                  </a:cubicBezTo>
                  <a:cubicBezTo>
                    <a:pt x="590" y="7616"/>
                    <a:pt x="565" y="7314"/>
                    <a:pt x="563" y="7012"/>
                  </a:cubicBezTo>
                  <a:cubicBezTo>
                    <a:pt x="563" y="3455"/>
                    <a:pt x="3644" y="562"/>
                    <a:pt x="7433" y="562"/>
                  </a:cubicBezTo>
                  <a:close/>
                  <a:moveTo>
                    <a:pt x="7433" y="0"/>
                  </a:moveTo>
                  <a:cubicBezTo>
                    <a:pt x="3334" y="0"/>
                    <a:pt x="0" y="3146"/>
                    <a:pt x="0" y="7012"/>
                  </a:cubicBezTo>
                  <a:cubicBezTo>
                    <a:pt x="0" y="7345"/>
                    <a:pt x="31" y="7688"/>
                    <a:pt x="97" y="8089"/>
                  </a:cubicBezTo>
                  <a:cubicBezTo>
                    <a:pt x="105" y="8143"/>
                    <a:pt x="130" y="8194"/>
                    <a:pt x="167" y="8235"/>
                  </a:cubicBezTo>
                  <a:cubicBezTo>
                    <a:pt x="2152" y="10390"/>
                    <a:pt x="4732" y="11577"/>
                    <a:pt x="7433" y="11577"/>
                  </a:cubicBezTo>
                  <a:cubicBezTo>
                    <a:pt x="10134" y="11577"/>
                    <a:pt x="12714" y="10390"/>
                    <a:pt x="14697" y="8235"/>
                  </a:cubicBezTo>
                  <a:cubicBezTo>
                    <a:pt x="14734" y="8194"/>
                    <a:pt x="14759" y="8143"/>
                    <a:pt x="14767" y="8089"/>
                  </a:cubicBezTo>
                  <a:cubicBezTo>
                    <a:pt x="14833" y="7688"/>
                    <a:pt x="14864" y="7345"/>
                    <a:pt x="14864" y="7012"/>
                  </a:cubicBezTo>
                  <a:cubicBezTo>
                    <a:pt x="14864" y="3146"/>
                    <a:pt x="11530" y="0"/>
                    <a:pt x="743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4"/>
            <p:cNvSpPr/>
            <p:nvPr/>
          </p:nvSpPr>
          <p:spPr>
            <a:xfrm>
              <a:off x="5807695" y="2262875"/>
              <a:ext cx="572222" cy="655835"/>
            </a:xfrm>
            <a:custGeom>
              <a:avLst/>
              <a:gdLst/>
              <a:ahLst/>
              <a:cxnLst/>
              <a:rect l="l" t="t" r="r" b="b"/>
              <a:pathLst>
                <a:path w="30030" h="34418" extrusionOk="0">
                  <a:moveTo>
                    <a:pt x="15016" y="5228"/>
                  </a:moveTo>
                  <a:cubicBezTo>
                    <a:pt x="20632" y="5228"/>
                    <a:pt x="25203" y="10176"/>
                    <a:pt x="25203" y="16261"/>
                  </a:cubicBezTo>
                  <a:lnTo>
                    <a:pt x="25203" y="29190"/>
                  </a:lnTo>
                  <a:lnTo>
                    <a:pt x="4827" y="29190"/>
                  </a:lnTo>
                  <a:lnTo>
                    <a:pt x="4827" y="16261"/>
                  </a:lnTo>
                  <a:cubicBezTo>
                    <a:pt x="4827" y="10176"/>
                    <a:pt x="9398" y="5228"/>
                    <a:pt x="15016" y="5228"/>
                  </a:cubicBezTo>
                  <a:close/>
                  <a:moveTo>
                    <a:pt x="15016" y="1"/>
                  </a:moveTo>
                  <a:cubicBezTo>
                    <a:pt x="6736" y="1"/>
                    <a:pt x="1" y="7294"/>
                    <a:pt x="1" y="16261"/>
                  </a:cubicBezTo>
                  <a:lnTo>
                    <a:pt x="1" y="31804"/>
                  </a:lnTo>
                  <a:cubicBezTo>
                    <a:pt x="1" y="33248"/>
                    <a:pt x="1082" y="34417"/>
                    <a:pt x="2415" y="34417"/>
                  </a:cubicBezTo>
                  <a:lnTo>
                    <a:pt x="27617" y="34417"/>
                  </a:lnTo>
                  <a:cubicBezTo>
                    <a:pt x="28950" y="34417"/>
                    <a:pt x="30029" y="33248"/>
                    <a:pt x="30029" y="31804"/>
                  </a:cubicBezTo>
                  <a:lnTo>
                    <a:pt x="30029" y="16261"/>
                  </a:lnTo>
                  <a:cubicBezTo>
                    <a:pt x="30029" y="7294"/>
                    <a:pt x="23294" y="1"/>
                    <a:pt x="1501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4"/>
            <p:cNvSpPr/>
            <p:nvPr/>
          </p:nvSpPr>
          <p:spPr>
            <a:xfrm>
              <a:off x="5760458" y="2716555"/>
              <a:ext cx="666715" cy="630778"/>
            </a:xfrm>
            <a:custGeom>
              <a:avLst/>
              <a:gdLst/>
              <a:ahLst/>
              <a:cxnLst/>
              <a:rect l="l" t="t" r="r" b="b"/>
              <a:pathLst>
                <a:path w="34989" h="33103" extrusionOk="0">
                  <a:moveTo>
                    <a:pt x="1" y="1"/>
                  </a:moveTo>
                  <a:lnTo>
                    <a:pt x="1" y="33102"/>
                  </a:lnTo>
                  <a:lnTo>
                    <a:pt x="34989" y="33102"/>
                  </a:lnTo>
                  <a:lnTo>
                    <a:pt x="349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4"/>
            <p:cNvSpPr/>
            <p:nvPr/>
          </p:nvSpPr>
          <p:spPr>
            <a:xfrm>
              <a:off x="6003181" y="2875188"/>
              <a:ext cx="187806" cy="275745"/>
            </a:xfrm>
            <a:custGeom>
              <a:avLst/>
              <a:gdLst/>
              <a:ahLst/>
              <a:cxnLst/>
              <a:rect l="l" t="t" r="r" b="b"/>
              <a:pathLst>
                <a:path w="9856" h="14471" extrusionOk="0">
                  <a:moveTo>
                    <a:pt x="4927" y="1"/>
                  </a:moveTo>
                  <a:cubicBezTo>
                    <a:pt x="2633" y="1"/>
                    <a:pt x="772" y="2016"/>
                    <a:pt x="772" y="4502"/>
                  </a:cubicBezTo>
                  <a:cubicBezTo>
                    <a:pt x="772" y="6052"/>
                    <a:pt x="1496" y="7417"/>
                    <a:pt x="2595" y="8227"/>
                  </a:cubicBezTo>
                  <a:lnTo>
                    <a:pt x="1" y="14470"/>
                  </a:lnTo>
                  <a:lnTo>
                    <a:pt x="9856" y="14470"/>
                  </a:lnTo>
                  <a:lnTo>
                    <a:pt x="7261" y="8227"/>
                  </a:lnTo>
                  <a:cubicBezTo>
                    <a:pt x="8361" y="7417"/>
                    <a:pt x="9084" y="6050"/>
                    <a:pt x="9084" y="4502"/>
                  </a:cubicBezTo>
                  <a:cubicBezTo>
                    <a:pt x="9084" y="2016"/>
                    <a:pt x="7223" y="1"/>
                    <a:pt x="492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4"/>
            <p:cNvSpPr/>
            <p:nvPr/>
          </p:nvSpPr>
          <p:spPr>
            <a:xfrm>
              <a:off x="5996759" y="2869853"/>
              <a:ext cx="200611" cy="286435"/>
            </a:xfrm>
            <a:custGeom>
              <a:avLst/>
              <a:gdLst/>
              <a:ahLst/>
              <a:cxnLst/>
              <a:rect l="l" t="t" r="r" b="b"/>
              <a:pathLst>
                <a:path w="10528" h="15032" extrusionOk="0">
                  <a:moveTo>
                    <a:pt x="5264" y="562"/>
                  </a:moveTo>
                  <a:cubicBezTo>
                    <a:pt x="7401" y="562"/>
                    <a:pt x="9139" y="2455"/>
                    <a:pt x="9139" y="4782"/>
                  </a:cubicBezTo>
                  <a:cubicBezTo>
                    <a:pt x="9139" y="6185"/>
                    <a:pt x="8501" y="7493"/>
                    <a:pt x="7430" y="8280"/>
                  </a:cubicBezTo>
                  <a:cubicBezTo>
                    <a:pt x="7327" y="8356"/>
                    <a:pt x="7287" y="8495"/>
                    <a:pt x="7337" y="8614"/>
                  </a:cubicBezTo>
                  <a:lnTo>
                    <a:pt x="9771" y="14469"/>
                  </a:lnTo>
                  <a:lnTo>
                    <a:pt x="759" y="14469"/>
                  </a:lnTo>
                  <a:lnTo>
                    <a:pt x="3192" y="8614"/>
                  </a:lnTo>
                  <a:cubicBezTo>
                    <a:pt x="3241" y="8495"/>
                    <a:pt x="3204" y="8356"/>
                    <a:pt x="3099" y="8280"/>
                  </a:cubicBezTo>
                  <a:cubicBezTo>
                    <a:pt x="2028" y="7493"/>
                    <a:pt x="1391" y="6185"/>
                    <a:pt x="1391" y="4782"/>
                  </a:cubicBezTo>
                  <a:cubicBezTo>
                    <a:pt x="1391" y="2455"/>
                    <a:pt x="3129" y="562"/>
                    <a:pt x="5264" y="562"/>
                  </a:cubicBezTo>
                  <a:close/>
                  <a:moveTo>
                    <a:pt x="5264" y="1"/>
                  </a:moveTo>
                  <a:cubicBezTo>
                    <a:pt x="2819" y="1"/>
                    <a:pt x="828" y="2146"/>
                    <a:pt x="828" y="4782"/>
                  </a:cubicBezTo>
                  <a:cubicBezTo>
                    <a:pt x="828" y="6285"/>
                    <a:pt x="1483" y="7696"/>
                    <a:pt x="2591" y="8598"/>
                  </a:cubicBezTo>
                  <a:lnTo>
                    <a:pt x="78" y="14642"/>
                  </a:lnTo>
                  <a:cubicBezTo>
                    <a:pt x="1" y="14827"/>
                    <a:pt x="136" y="15030"/>
                    <a:pt x="338" y="15032"/>
                  </a:cubicBezTo>
                  <a:lnTo>
                    <a:pt x="10193" y="15032"/>
                  </a:lnTo>
                  <a:cubicBezTo>
                    <a:pt x="10392" y="15032"/>
                    <a:pt x="10528" y="14827"/>
                    <a:pt x="10452" y="14642"/>
                  </a:cubicBezTo>
                  <a:lnTo>
                    <a:pt x="7939" y="8598"/>
                  </a:lnTo>
                  <a:cubicBezTo>
                    <a:pt x="9046" y="7696"/>
                    <a:pt x="9701" y="6285"/>
                    <a:pt x="9701" y="4782"/>
                  </a:cubicBezTo>
                  <a:cubicBezTo>
                    <a:pt x="9701" y="2146"/>
                    <a:pt x="7712" y="1"/>
                    <a:pt x="526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4"/>
            <p:cNvSpPr/>
            <p:nvPr/>
          </p:nvSpPr>
          <p:spPr>
            <a:xfrm>
              <a:off x="5887574" y="2853485"/>
              <a:ext cx="775672" cy="1061878"/>
            </a:xfrm>
            <a:custGeom>
              <a:avLst/>
              <a:gdLst/>
              <a:ahLst/>
              <a:cxnLst/>
              <a:rect l="l" t="t" r="r" b="b"/>
              <a:pathLst>
                <a:path w="40707" h="55727" extrusionOk="0">
                  <a:moveTo>
                    <a:pt x="40706" y="1"/>
                  </a:moveTo>
                  <a:lnTo>
                    <a:pt x="100" y="55240"/>
                  </a:lnTo>
                  <a:cubicBezTo>
                    <a:pt x="1" y="55375"/>
                    <a:pt x="30" y="55568"/>
                    <a:pt x="165" y="55667"/>
                  </a:cubicBezTo>
                  <a:cubicBezTo>
                    <a:pt x="220" y="55707"/>
                    <a:pt x="283" y="55727"/>
                    <a:pt x="346" y="55727"/>
                  </a:cubicBezTo>
                  <a:cubicBezTo>
                    <a:pt x="441" y="55727"/>
                    <a:pt x="534" y="55683"/>
                    <a:pt x="594" y="55601"/>
                  </a:cubicBezTo>
                  <a:lnTo>
                    <a:pt x="40706" y="1035"/>
                  </a:lnTo>
                  <a:lnTo>
                    <a:pt x="407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4"/>
            <p:cNvSpPr/>
            <p:nvPr/>
          </p:nvSpPr>
          <p:spPr>
            <a:xfrm>
              <a:off x="6507643" y="1676190"/>
              <a:ext cx="155603" cy="218351"/>
            </a:xfrm>
            <a:custGeom>
              <a:avLst/>
              <a:gdLst/>
              <a:ahLst/>
              <a:cxnLst/>
              <a:rect l="l" t="t" r="r" b="b"/>
              <a:pathLst>
                <a:path w="8166" h="11459" extrusionOk="0">
                  <a:moveTo>
                    <a:pt x="8165" y="0"/>
                  </a:moveTo>
                  <a:lnTo>
                    <a:pt x="95" y="10977"/>
                  </a:lnTo>
                  <a:cubicBezTo>
                    <a:pt x="1" y="11112"/>
                    <a:pt x="31" y="11300"/>
                    <a:pt x="165" y="11398"/>
                  </a:cubicBezTo>
                  <a:cubicBezTo>
                    <a:pt x="220" y="11438"/>
                    <a:pt x="284" y="11458"/>
                    <a:pt x="347" y="11458"/>
                  </a:cubicBezTo>
                  <a:cubicBezTo>
                    <a:pt x="439" y="11458"/>
                    <a:pt x="529" y="11417"/>
                    <a:pt x="590" y="11338"/>
                  </a:cubicBezTo>
                  <a:lnTo>
                    <a:pt x="8165" y="1034"/>
                  </a:lnTo>
                  <a:lnTo>
                    <a:pt x="81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4"/>
            <p:cNvSpPr/>
            <p:nvPr/>
          </p:nvSpPr>
          <p:spPr>
            <a:xfrm>
              <a:off x="5524405" y="1952545"/>
              <a:ext cx="945204" cy="1292558"/>
            </a:xfrm>
            <a:custGeom>
              <a:avLst/>
              <a:gdLst/>
              <a:ahLst/>
              <a:cxnLst/>
              <a:rect l="l" t="t" r="r" b="b"/>
              <a:pathLst>
                <a:path w="49604" h="67833" extrusionOk="0">
                  <a:moveTo>
                    <a:pt x="49258" y="0"/>
                  </a:moveTo>
                  <a:cubicBezTo>
                    <a:pt x="49164" y="0"/>
                    <a:pt x="49071" y="44"/>
                    <a:pt x="49010" y="125"/>
                  </a:cubicBezTo>
                  <a:lnTo>
                    <a:pt x="0" y="66799"/>
                  </a:lnTo>
                  <a:lnTo>
                    <a:pt x="0" y="67833"/>
                  </a:lnTo>
                  <a:lnTo>
                    <a:pt x="49505" y="489"/>
                  </a:lnTo>
                  <a:cubicBezTo>
                    <a:pt x="49604" y="352"/>
                    <a:pt x="49575" y="160"/>
                    <a:pt x="49439" y="60"/>
                  </a:cubicBezTo>
                  <a:cubicBezTo>
                    <a:pt x="49384" y="20"/>
                    <a:pt x="49321" y="0"/>
                    <a:pt x="49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4"/>
            <p:cNvSpPr/>
            <p:nvPr/>
          </p:nvSpPr>
          <p:spPr>
            <a:xfrm>
              <a:off x="5795367" y="3956807"/>
              <a:ext cx="66388" cy="83975"/>
            </a:xfrm>
            <a:custGeom>
              <a:avLst/>
              <a:gdLst/>
              <a:ahLst/>
              <a:cxnLst/>
              <a:rect l="l" t="t" r="r" b="b"/>
              <a:pathLst>
                <a:path w="3484" h="4407" extrusionOk="0">
                  <a:moveTo>
                    <a:pt x="3136" y="0"/>
                  </a:moveTo>
                  <a:cubicBezTo>
                    <a:pt x="3042" y="0"/>
                    <a:pt x="2949" y="44"/>
                    <a:pt x="2890" y="125"/>
                  </a:cubicBezTo>
                  <a:lnTo>
                    <a:pt x="100" y="3920"/>
                  </a:lnTo>
                  <a:cubicBezTo>
                    <a:pt x="0" y="4057"/>
                    <a:pt x="30" y="4248"/>
                    <a:pt x="165" y="4349"/>
                  </a:cubicBezTo>
                  <a:cubicBezTo>
                    <a:pt x="218" y="4387"/>
                    <a:pt x="282" y="4407"/>
                    <a:pt x="347" y="4407"/>
                  </a:cubicBezTo>
                  <a:cubicBezTo>
                    <a:pt x="444" y="4407"/>
                    <a:pt x="536" y="4360"/>
                    <a:pt x="594" y="4283"/>
                  </a:cubicBezTo>
                  <a:lnTo>
                    <a:pt x="3383" y="488"/>
                  </a:lnTo>
                  <a:cubicBezTo>
                    <a:pt x="3483" y="351"/>
                    <a:pt x="3454" y="160"/>
                    <a:pt x="3317" y="59"/>
                  </a:cubicBezTo>
                  <a:cubicBezTo>
                    <a:pt x="3263" y="20"/>
                    <a:pt x="3199" y="0"/>
                    <a:pt x="3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4"/>
            <p:cNvSpPr/>
            <p:nvPr/>
          </p:nvSpPr>
          <p:spPr>
            <a:xfrm>
              <a:off x="6033802" y="3081344"/>
              <a:ext cx="629444" cy="862906"/>
            </a:xfrm>
            <a:custGeom>
              <a:avLst/>
              <a:gdLst/>
              <a:ahLst/>
              <a:cxnLst/>
              <a:rect l="l" t="t" r="r" b="b"/>
              <a:pathLst>
                <a:path w="33033" h="45285" extrusionOk="0">
                  <a:moveTo>
                    <a:pt x="33032" y="1"/>
                  </a:moveTo>
                  <a:lnTo>
                    <a:pt x="102" y="44797"/>
                  </a:lnTo>
                  <a:cubicBezTo>
                    <a:pt x="1" y="44934"/>
                    <a:pt x="32" y="45125"/>
                    <a:pt x="167" y="45224"/>
                  </a:cubicBezTo>
                  <a:cubicBezTo>
                    <a:pt x="222" y="45265"/>
                    <a:pt x="286" y="45284"/>
                    <a:pt x="349" y="45284"/>
                  </a:cubicBezTo>
                  <a:cubicBezTo>
                    <a:pt x="443" y="45284"/>
                    <a:pt x="535" y="45241"/>
                    <a:pt x="595" y="45159"/>
                  </a:cubicBezTo>
                  <a:lnTo>
                    <a:pt x="33032" y="1036"/>
                  </a:lnTo>
                  <a:lnTo>
                    <a:pt x="330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 name="Google Shape;555;p34"/>
          <p:cNvGrpSpPr/>
          <p:nvPr/>
        </p:nvGrpSpPr>
        <p:grpSpPr>
          <a:xfrm>
            <a:off x="4330173" y="1963985"/>
            <a:ext cx="1891146" cy="2887347"/>
            <a:chOff x="3605604" y="1716301"/>
            <a:chExt cx="1765941" cy="2696187"/>
          </a:xfrm>
        </p:grpSpPr>
        <p:sp>
          <p:nvSpPr>
            <p:cNvPr id="556" name="Google Shape;556;p34"/>
            <p:cNvSpPr/>
            <p:nvPr/>
          </p:nvSpPr>
          <p:spPr>
            <a:xfrm>
              <a:off x="3611854" y="1721637"/>
              <a:ext cx="862372" cy="1070872"/>
            </a:xfrm>
            <a:custGeom>
              <a:avLst/>
              <a:gdLst/>
              <a:ahLst/>
              <a:cxnLst/>
              <a:rect l="l" t="t" r="r" b="b"/>
              <a:pathLst>
                <a:path w="45257" h="56199" extrusionOk="0">
                  <a:moveTo>
                    <a:pt x="37476" y="1"/>
                  </a:moveTo>
                  <a:cubicBezTo>
                    <a:pt x="34727" y="1"/>
                    <a:pt x="33541" y="1233"/>
                    <a:pt x="34009" y="2053"/>
                  </a:cubicBezTo>
                  <a:cubicBezTo>
                    <a:pt x="34538" y="2979"/>
                    <a:pt x="35994" y="4038"/>
                    <a:pt x="35994" y="4038"/>
                  </a:cubicBezTo>
                  <a:cubicBezTo>
                    <a:pt x="35994" y="4038"/>
                    <a:pt x="34170" y="3024"/>
                    <a:pt x="32260" y="3024"/>
                  </a:cubicBezTo>
                  <a:cubicBezTo>
                    <a:pt x="31497" y="3024"/>
                    <a:pt x="30719" y="3186"/>
                    <a:pt x="30039" y="3640"/>
                  </a:cubicBezTo>
                  <a:cubicBezTo>
                    <a:pt x="27657" y="5228"/>
                    <a:pt x="31098" y="4566"/>
                    <a:pt x="30436" y="6154"/>
                  </a:cubicBezTo>
                  <a:cubicBezTo>
                    <a:pt x="29774" y="7743"/>
                    <a:pt x="26069" y="7081"/>
                    <a:pt x="25143" y="11316"/>
                  </a:cubicBezTo>
                  <a:cubicBezTo>
                    <a:pt x="24217" y="15550"/>
                    <a:pt x="26864" y="19785"/>
                    <a:pt x="24481" y="21637"/>
                  </a:cubicBezTo>
                  <a:cubicBezTo>
                    <a:pt x="22099" y="23490"/>
                    <a:pt x="14954" y="20975"/>
                    <a:pt x="12837" y="25607"/>
                  </a:cubicBezTo>
                  <a:cubicBezTo>
                    <a:pt x="10719" y="30239"/>
                    <a:pt x="13712" y="32291"/>
                    <a:pt x="8684" y="35202"/>
                  </a:cubicBezTo>
                  <a:cubicBezTo>
                    <a:pt x="3657" y="38112"/>
                    <a:pt x="1" y="40958"/>
                    <a:pt x="1456" y="48103"/>
                  </a:cubicBezTo>
                  <a:cubicBezTo>
                    <a:pt x="2544" y="53444"/>
                    <a:pt x="5480" y="56198"/>
                    <a:pt x="10818" y="56198"/>
                  </a:cubicBezTo>
                  <a:cubicBezTo>
                    <a:pt x="12621" y="56198"/>
                    <a:pt x="14698" y="55884"/>
                    <a:pt x="17070" y="55249"/>
                  </a:cubicBezTo>
                  <a:cubicBezTo>
                    <a:pt x="26466" y="52736"/>
                    <a:pt x="25805" y="47045"/>
                    <a:pt x="28848" y="41223"/>
                  </a:cubicBezTo>
                  <a:cubicBezTo>
                    <a:pt x="31891" y="35399"/>
                    <a:pt x="36655" y="36591"/>
                    <a:pt x="38112" y="33283"/>
                  </a:cubicBezTo>
                  <a:cubicBezTo>
                    <a:pt x="39567" y="29974"/>
                    <a:pt x="37714" y="26004"/>
                    <a:pt x="37846" y="22962"/>
                  </a:cubicBezTo>
                  <a:cubicBezTo>
                    <a:pt x="37979" y="19918"/>
                    <a:pt x="41023" y="19256"/>
                    <a:pt x="42213" y="15683"/>
                  </a:cubicBezTo>
                  <a:cubicBezTo>
                    <a:pt x="43404" y="12111"/>
                    <a:pt x="44471" y="8399"/>
                    <a:pt x="44471" y="8399"/>
                  </a:cubicBezTo>
                  <a:cubicBezTo>
                    <a:pt x="44471" y="8399"/>
                    <a:pt x="45257" y="6949"/>
                    <a:pt x="45257" y="4435"/>
                  </a:cubicBezTo>
                  <a:cubicBezTo>
                    <a:pt x="45257" y="1921"/>
                    <a:pt x="42213" y="465"/>
                    <a:pt x="38640" y="68"/>
                  </a:cubicBezTo>
                  <a:cubicBezTo>
                    <a:pt x="38225" y="22"/>
                    <a:pt x="37837" y="1"/>
                    <a:pt x="3747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4"/>
            <p:cNvSpPr/>
            <p:nvPr/>
          </p:nvSpPr>
          <p:spPr>
            <a:xfrm>
              <a:off x="3605604" y="1716301"/>
              <a:ext cx="873958" cy="1081600"/>
            </a:xfrm>
            <a:custGeom>
              <a:avLst/>
              <a:gdLst/>
              <a:ahLst/>
              <a:cxnLst/>
              <a:rect l="l" t="t" r="r" b="b"/>
              <a:pathLst>
                <a:path w="45865" h="56762" extrusionOk="0">
                  <a:moveTo>
                    <a:pt x="37811" y="562"/>
                  </a:moveTo>
                  <a:cubicBezTo>
                    <a:pt x="38161" y="562"/>
                    <a:pt x="38537" y="582"/>
                    <a:pt x="38937" y="627"/>
                  </a:cubicBezTo>
                  <a:cubicBezTo>
                    <a:pt x="42014" y="968"/>
                    <a:pt x="45303" y="2222"/>
                    <a:pt x="45303" y="4715"/>
                  </a:cubicBezTo>
                  <a:cubicBezTo>
                    <a:pt x="45303" y="7117"/>
                    <a:pt x="44558" y="8530"/>
                    <a:pt x="44551" y="8545"/>
                  </a:cubicBezTo>
                  <a:cubicBezTo>
                    <a:pt x="44540" y="8562"/>
                    <a:pt x="44533" y="8581"/>
                    <a:pt x="44527" y="8600"/>
                  </a:cubicBezTo>
                  <a:cubicBezTo>
                    <a:pt x="44516" y="8638"/>
                    <a:pt x="43449" y="12347"/>
                    <a:pt x="42274" y="15874"/>
                  </a:cubicBezTo>
                  <a:cubicBezTo>
                    <a:pt x="41733" y="17498"/>
                    <a:pt x="40810" y="18483"/>
                    <a:pt x="39917" y="19435"/>
                  </a:cubicBezTo>
                  <a:cubicBezTo>
                    <a:pt x="38914" y="20504"/>
                    <a:pt x="37967" y="21515"/>
                    <a:pt x="37893" y="23229"/>
                  </a:cubicBezTo>
                  <a:cubicBezTo>
                    <a:pt x="37845" y="24365"/>
                    <a:pt x="38059" y="25596"/>
                    <a:pt x="38285" y="26899"/>
                  </a:cubicBezTo>
                  <a:cubicBezTo>
                    <a:pt x="38673" y="29122"/>
                    <a:pt x="39074" y="31421"/>
                    <a:pt x="38182" y="33449"/>
                  </a:cubicBezTo>
                  <a:cubicBezTo>
                    <a:pt x="37589" y="34794"/>
                    <a:pt x="36424" y="35337"/>
                    <a:pt x="34948" y="36022"/>
                  </a:cubicBezTo>
                  <a:cubicBezTo>
                    <a:pt x="33049" y="36906"/>
                    <a:pt x="30688" y="38003"/>
                    <a:pt x="28926" y="41372"/>
                  </a:cubicBezTo>
                  <a:cubicBezTo>
                    <a:pt x="28171" y="42819"/>
                    <a:pt x="27644" y="44246"/>
                    <a:pt x="27135" y="45628"/>
                  </a:cubicBezTo>
                  <a:cubicBezTo>
                    <a:pt x="25599" y="49797"/>
                    <a:pt x="24272" y="53398"/>
                    <a:pt x="17326" y="55258"/>
                  </a:cubicBezTo>
                  <a:cubicBezTo>
                    <a:pt x="14977" y="55886"/>
                    <a:pt x="12922" y="56201"/>
                    <a:pt x="11140" y="56201"/>
                  </a:cubicBezTo>
                  <a:cubicBezTo>
                    <a:pt x="9077" y="56201"/>
                    <a:pt x="7379" y="55779"/>
                    <a:pt x="6015" y="54935"/>
                  </a:cubicBezTo>
                  <a:cubicBezTo>
                    <a:pt x="4005" y="53691"/>
                    <a:pt x="2712" y="51530"/>
                    <a:pt x="2058" y="48329"/>
                  </a:cubicBezTo>
                  <a:cubicBezTo>
                    <a:pt x="625" y="41289"/>
                    <a:pt x="4256" y="38561"/>
                    <a:pt x="9152" y="35726"/>
                  </a:cubicBezTo>
                  <a:cubicBezTo>
                    <a:pt x="12377" y="33859"/>
                    <a:pt x="12441" y="32288"/>
                    <a:pt x="12523" y="30301"/>
                  </a:cubicBezTo>
                  <a:cubicBezTo>
                    <a:pt x="12571" y="29100"/>
                    <a:pt x="12626" y="27740"/>
                    <a:pt x="13420" y="26005"/>
                  </a:cubicBezTo>
                  <a:cubicBezTo>
                    <a:pt x="14654" y="23303"/>
                    <a:pt x="17779" y="23170"/>
                    <a:pt x="20537" y="23052"/>
                  </a:cubicBezTo>
                  <a:cubicBezTo>
                    <a:pt x="22318" y="22976"/>
                    <a:pt x="23998" y="22903"/>
                    <a:pt x="24982" y="22139"/>
                  </a:cubicBezTo>
                  <a:cubicBezTo>
                    <a:pt x="26461" y="20988"/>
                    <a:pt x="26181" y="19076"/>
                    <a:pt x="25858" y="16862"/>
                  </a:cubicBezTo>
                  <a:cubicBezTo>
                    <a:pt x="25621" y="15258"/>
                    <a:pt x="25354" y="13439"/>
                    <a:pt x="25745" y="11656"/>
                  </a:cubicBezTo>
                  <a:cubicBezTo>
                    <a:pt x="26299" y="9122"/>
                    <a:pt x="27905" y="8438"/>
                    <a:pt x="29195" y="7890"/>
                  </a:cubicBezTo>
                  <a:cubicBezTo>
                    <a:pt x="30021" y="7537"/>
                    <a:pt x="30736" y="7234"/>
                    <a:pt x="31023" y="6542"/>
                  </a:cubicBezTo>
                  <a:cubicBezTo>
                    <a:pt x="31429" y="5570"/>
                    <a:pt x="30609" y="5189"/>
                    <a:pt x="30169" y="4985"/>
                  </a:cubicBezTo>
                  <a:cubicBezTo>
                    <a:pt x="30032" y="4921"/>
                    <a:pt x="29825" y="4824"/>
                    <a:pt x="29797" y="4794"/>
                  </a:cubicBezTo>
                  <a:cubicBezTo>
                    <a:pt x="29800" y="4776"/>
                    <a:pt x="29846" y="4606"/>
                    <a:pt x="30523" y="4155"/>
                  </a:cubicBezTo>
                  <a:cubicBezTo>
                    <a:pt x="31147" y="3738"/>
                    <a:pt x="31871" y="3588"/>
                    <a:pt x="32585" y="3588"/>
                  </a:cubicBezTo>
                  <a:cubicBezTo>
                    <a:pt x="34395" y="3588"/>
                    <a:pt x="36160" y="4550"/>
                    <a:pt x="36185" y="4562"/>
                  </a:cubicBezTo>
                  <a:cubicBezTo>
                    <a:pt x="36228" y="4586"/>
                    <a:pt x="36276" y="4598"/>
                    <a:pt x="36322" y="4598"/>
                  </a:cubicBezTo>
                  <a:cubicBezTo>
                    <a:pt x="36415" y="4598"/>
                    <a:pt x="36505" y="4552"/>
                    <a:pt x="36558" y="4468"/>
                  </a:cubicBezTo>
                  <a:cubicBezTo>
                    <a:pt x="36638" y="4343"/>
                    <a:pt x="36606" y="4177"/>
                    <a:pt x="36487" y="4089"/>
                  </a:cubicBezTo>
                  <a:cubicBezTo>
                    <a:pt x="36472" y="4080"/>
                    <a:pt x="35074" y="3057"/>
                    <a:pt x="34581" y="2193"/>
                  </a:cubicBezTo>
                  <a:cubicBezTo>
                    <a:pt x="34455" y="1974"/>
                    <a:pt x="34543" y="1756"/>
                    <a:pt x="34637" y="1611"/>
                  </a:cubicBezTo>
                  <a:cubicBezTo>
                    <a:pt x="35008" y="1048"/>
                    <a:pt x="36104" y="562"/>
                    <a:pt x="37811" y="562"/>
                  </a:cubicBezTo>
                  <a:close/>
                  <a:moveTo>
                    <a:pt x="37814" y="0"/>
                  </a:moveTo>
                  <a:cubicBezTo>
                    <a:pt x="35780" y="0"/>
                    <a:pt x="34592" y="659"/>
                    <a:pt x="34168" y="1304"/>
                  </a:cubicBezTo>
                  <a:cubicBezTo>
                    <a:pt x="33916" y="1689"/>
                    <a:pt x="33888" y="2114"/>
                    <a:pt x="34092" y="2473"/>
                  </a:cubicBezTo>
                  <a:cubicBezTo>
                    <a:pt x="34268" y="2782"/>
                    <a:pt x="34537" y="3100"/>
                    <a:pt x="34823" y="3392"/>
                  </a:cubicBezTo>
                  <a:cubicBezTo>
                    <a:pt x="34176" y="3190"/>
                    <a:pt x="33397" y="3021"/>
                    <a:pt x="32598" y="3021"/>
                  </a:cubicBezTo>
                  <a:cubicBezTo>
                    <a:pt x="31784" y="3021"/>
                    <a:pt x="30949" y="3196"/>
                    <a:pt x="30211" y="3688"/>
                  </a:cubicBezTo>
                  <a:cubicBezTo>
                    <a:pt x="29492" y="4167"/>
                    <a:pt x="29209" y="4498"/>
                    <a:pt x="29235" y="4830"/>
                  </a:cubicBezTo>
                  <a:cubicBezTo>
                    <a:pt x="29262" y="5183"/>
                    <a:pt x="29603" y="5342"/>
                    <a:pt x="29931" y="5495"/>
                  </a:cubicBezTo>
                  <a:cubicBezTo>
                    <a:pt x="30491" y="5753"/>
                    <a:pt x="30685" y="5893"/>
                    <a:pt x="30504" y="6326"/>
                  </a:cubicBezTo>
                  <a:cubicBezTo>
                    <a:pt x="30304" y="6806"/>
                    <a:pt x="29717" y="7056"/>
                    <a:pt x="28974" y="7374"/>
                  </a:cubicBezTo>
                  <a:cubicBezTo>
                    <a:pt x="27638" y="7941"/>
                    <a:pt x="25811" y="8720"/>
                    <a:pt x="25195" y="11536"/>
                  </a:cubicBezTo>
                  <a:cubicBezTo>
                    <a:pt x="24784" y="13419"/>
                    <a:pt x="25058" y="15292"/>
                    <a:pt x="25300" y="16944"/>
                  </a:cubicBezTo>
                  <a:cubicBezTo>
                    <a:pt x="25611" y="19069"/>
                    <a:pt x="25858" y="20746"/>
                    <a:pt x="24635" y="21696"/>
                  </a:cubicBezTo>
                  <a:cubicBezTo>
                    <a:pt x="23794" y="22351"/>
                    <a:pt x="22200" y="22418"/>
                    <a:pt x="20512" y="22491"/>
                  </a:cubicBezTo>
                  <a:cubicBezTo>
                    <a:pt x="17594" y="22616"/>
                    <a:pt x="14286" y="22757"/>
                    <a:pt x="12908" y="25771"/>
                  </a:cubicBezTo>
                  <a:cubicBezTo>
                    <a:pt x="12069" y="27605"/>
                    <a:pt x="12011" y="29026"/>
                    <a:pt x="11960" y="30279"/>
                  </a:cubicBezTo>
                  <a:cubicBezTo>
                    <a:pt x="11883" y="32165"/>
                    <a:pt x="11827" y="33527"/>
                    <a:pt x="8871" y="35240"/>
                  </a:cubicBezTo>
                  <a:cubicBezTo>
                    <a:pt x="3950" y="38087"/>
                    <a:pt x="1" y="41047"/>
                    <a:pt x="1507" y="48439"/>
                  </a:cubicBezTo>
                  <a:cubicBezTo>
                    <a:pt x="2193" y="51803"/>
                    <a:pt x="3569" y="54082"/>
                    <a:pt x="5719" y="55412"/>
                  </a:cubicBezTo>
                  <a:cubicBezTo>
                    <a:pt x="7173" y="56312"/>
                    <a:pt x="8969" y="56761"/>
                    <a:pt x="11142" y="56761"/>
                  </a:cubicBezTo>
                  <a:cubicBezTo>
                    <a:pt x="12975" y="56761"/>
                    <a:pt x="15078" y="56441"/>
                    <a:pt x="17471" y="55800"/>
                  </a:cubicBezTo>
                  <a:cubicBezTo>
                    <a:pt x="24698" y="53866"/>
                    <a:pt x="26138" y="49959"/>
                    <a:pt x="27662" y="45821"/>
                  </a:cubicBezTo>
                  <a:cubicBezTo>
                    <a:pt x="28165" y="44458"/>
                    <a:pt x="28684" y="43048"/>
                    <a:pt x="29423" y="41633"/>
                  </a:cubicBezTo>
                  <a:cubicBezTo>
                    <a:pt x="31098" y="38433"/>
                    <a:pt x="33269" y="37422"/>
                    <a:pt x="35184" y="36533"/>
                  </a:cubicBezTo>
                  <a:cubicBezTo>
                    <a:pt x="36706" y="35825"/>
                    <a:pt x="38020" y="35214"/>
                    <a:pt x="38696" y="33675"/>
                  </a:cubicBezTo>
                  <a:cubicBezTo>
                    <a:pt x="39657" y="31492"/>
                    <a:pt x="39240" y="29108"/>
                    <a:pt x="38839" y="26803"/>
                  </a:cubicBezTo>
                  <a:cubicBezTo>
                    <a:pt x="38618" y="25531"/>
                    <a:pt x="38409" y="24328"/>
                    <a:pt x="38454" y="23253"/>
                  </a:cubicBezTo>
                  <a:cubicBezTo>
                    <a:pt x="38520" y="21747"/>
                    <a:pt x="39359" y="20854"/>
                    <a:pt x="40327" y="19820"/>
                  </a:cubicBezTo>
                  <a:cubicBezTo>
                    <a:pt x="41217" y="18869"/>
                    <a:pt x="42227" y="17793"/>
                    <a:pt x="42806" y="16051"/>
                  </a:cubicBezTo>
                  <a:cubicBezTo>
                    <a:pt x="43932" y="12675"/>
                    <a:pt x="44960" y="9130"/>
                    <a:pt x="45060" y="8784"/>
                  </a:cubicBezTo>
                  <a:cubicBezTo>
                    <a:pt x="45175" y="8558"/>
                    <a:pt x="45865" y="7111"/>
                    <a:pt x="45865" y="4715"/>
                  </a:cubicBezTo>
                  <a:cubicBezTo>
                    <a:pt x="45865" y="2320"/>
                    <a:pt x="43234" y="539"/>
                    <a:pt x="38998" y="68"/>
                  </a:cubicBezTo>
                  <a:cubicBezTo>
                    <a:pt x="38576" y="21"/>
                    <a:pt x="38181" y="0"/>
                    <a:pt x="3781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4"/>
            <p:cNvSpPr/>
            <p:nvPr/>
          </p:nvSpPr>
          <p:spPr>
            <a:xfrm>
              <a:off x="3675879" y="1804945"/>
              <a:ext cx="751834" cy="809971"/>
            </a:xfrm>
            <a:custGeom>
              <a:avLst/>
              <a:gdLst/>
              <a:ahLst/>
              <a:cxnLst/>
              <a:rect l="l" t="t" r="r" b="b"/>
              <a:pathLst>
                <a:path w="39456" h="42507" extrusionOk="0">
                  <a:moveTo>
                    <a:pt x="36226" y="0"/>
                  </a:moveTo>
                  <a:cubicBezTo>
                    <a:pt x="35872" y="0"/>
                    <a:pt x="35644" y="89"/>
                    <a:pt x="35530" y="269"/>
                  </a:cubicBezTo>
                  <a:cubicBezTo>
                    <a:pt x="35258" y="700"/>
                    <a:pt x="35854" y="1411"/>
                    <a:pt x="35924" y="1491"/>
                  </a:cubicBezTo>
                  <a:cubicBezTo>
                    <a:pt x="35951" y="1522"/>
                    <a:pt x="35990" y="1539"/>
                    <a:pt x="36029" y="1539"/>
                  </a:cubicBezTo>
                  <a:cubicBezTo>
                    <a:pt x="36061" y="1539"/>
                    <a:pt x="36095" y="1527"/>
                    <a:pt x="36121" y="1504"/>
                  </a:cubicBezTo>
                  <a:cubicBezTo>
                    <a:pt x="36181" y="1454"/>
                    <a:pt x="36187" y="1365"/>
                    <a:pt x="36136" y="1307"/>
                  </a:cubicBezTo>
                  <a:cubicBezTo>
                    <a:pt x="35961" y="1104"/>
                    <a:pt x="35641" y="620"/>
                    <a:pt x="35768" y="419"/>
                  </a:cubicBezTo>
                  <a:cubicBezTo>
                    <a:pt x="35803" y="364"/>
                    <a:pt x="35909" y="281"/>
                    <a:pt x="36224" y="281"/>
                  </a:cubicBezTo>
                  <a:cubicBezTo>
                    <a:pt x="36486" y="281"/>
                    <a:pt x="36892" y="338"/>
                    <a:pt x="37521" y="514"/>
                  </a:cubicBezTo>
                  <a:cubicBezTo>
                    <a:pt x="38426" y="767"/>
                    <a:pt x="38917" y="1221"/>
                    <a:pt x="38983" y="1861"/>
                  </a:cubicBezTo>
                  <a:cubicBezTo>
                    <a:pt x="39161" y="3622"/>
                    <a:pt x="36257" y="6288"/>
                    <a:pt x="34984" y="6942"/>
                  </a:cubicBezTo>
                  <a:cubicBezTo>
                    <a:pt x="33616" y="7645"/>
                    <a:pt x="32046" y="8003"/>
                    <a:pt x="30529" y="8348"/>
                  </a:cubicBezTo>
                  <a:cubicBezTo>
                    <a:pt x="28040" y="8914"/>
                    <a:pt x="25464" y="9501"/>
                    <a:pt x="23691" y="11628"/>
                  </a:cubicBezTo>
                  <a:cubicBezTo>
                    <a:pt x="22232" y="13380"/>
                    <a:pt x="22683" y="15200"/>
                    <a:pt x="23080" y="16807"/>
                  </a:cubicBezTo>
                  <a:cubicBezTo>
                    <a:pt x="23395" y="18079"/>
                    <a:pt x="23692" y="19281"/>
                    <a:pt x="23043" y="20308"/>
                  </a:cubicBezTo>
                  <a:cubicBezTo>
                    <a:pt x="22346" y="21410"/>
                    <a:pt x="20602" y="21689"/>
                    <a:pt x="18755" y="21985"/>
                  </a:cubicBezTo>
                  <a:cubicBezTo>
                    <a:pt x="16645" y="22323"/>
                    <a:pt x="14463" y="22672"/>
                    <a:pt x="13363" y="24253"/>
                  </a:cubicBezTo>
                  <a:cubicBezTo>
                    <a:pt x="12532" y="25446"/>
                    <a:pt x="12932" y="27145"/>
                    <a:pt x="13355" y="28942"/>
                  </a:cubicBezTo>
                  <a:cubicBezTo>
                    <a:pt x="13998" y="31678"/>
                    <a:pt x="14727" y="34779"/>
                    <a:pt x="11241" y="36825"/>
                  </a:cubicBezTo>
                  <a:cubicBezTo>
                    <a:pt x="9299" y="37964"/>
                    <a:pt x="7241" y="38794"/>
                    <a:pt x="5426" y="39526"/>
                  </a:cubicBezTo>
                  <a:cubicBezTo>
                    <a:pt x="3227" y="40413"/>
                    <a:pt x="1327" y="41178"/>
                    <a:pt x="97" y="42262"/>
                  </a:cubicBezTo>
                  <a:cubicBezTo>
                    <a:pt x="1" y="42346"/>
                    <a:pt x="61" y="42507"/>
                    <a:pt x="191" y="42507"/>
                  </a:cubicBezTo>
                  <a:cubicBezTo>
                    <a:pt x="226" y="42507"/>
                    <a:pt x="258" y="42494"/>
                    <a:pt x="284" y="42472"/>
                  </a:cubicBezTo>
                  <a:cubicBezTo>
                    <a:pt x="1475" y="41420"/>
                    <a:pt x="3355" y="40662"/>
                    <a:pt x="5530" y="39785"/>
                  </a:cubicBezTo>
                  <a:cubicBezTo>
                    <a:pt x="7356" y="39050"/>
                    <a:pt x="9423" y="38218"/>
                    <a:pt x="11383" y="37067"/>
                  </a:cubicBezTo>
                  <a:cubicBezTo>
                    <a:pt x="15046" y="34916"/>
                    <a:pt x="14292" y="31708"/>
                    <a:pt x="13627" y="28878"/>
                  </a:cubicBezTo>
                  <a:cubicBezTo>
                    <a:pt x="13219" y="27142"/>
                    <a:pt x="12834" y="25503"/>
                    <a:pt x="13592" y="24412"/>
                  </a:cubicBezTo>
                  <a:cubicBezTo>
                    <a:pt x="14623" y="22930"/>
                    <a:pt x="16746" y="22590"/>
                    <a:pt x="18798" y="22262"/>
                  </a:cubicBezTo>
                  <a:cubicBezTo>
                    <a:pt x="20710" y="21956"/>
                    <a:pt x="22515" y="21667"/>
                    <a:pt x="23279" y="20456"/>
                  </a:cubicBezTo>
                  <a:cubicBezTo>
                    <a:pt x="23993" y="19328"/>
                    <a:pt x="23681" y="18070"/>
                    <a:pt x="23351" y="16739"/>
                  </a:cubicBezTo>
                  <a:cubicBezTo>
                    <a:pt x="22951" y="15121"/>
                    <a:pt x="22537" y="13450"/>
                    <a:pt x="23907" y="11808"/>
                  </a:cubicBezTo>
                  <a:cubicBezTo>
                    <a:pt x="25619" y="9751"/>
                    <a:pt x="28034" y="9203"/>
                    <a:pt x="30591" y="8621"/>
                  </a:cubicBezTo>
                  <a:cubicBezTo>
                    <a:pt x="32126" y="8273"/>
                    <a:pt x="33713" y="7912"/>
                    <a:pt x="35112" y="7192"/>
                  </a:cubicBezTo>
                  <a:cubicBezTo>
                    <a:pt x="36474" y="6492"/>
                    <a:pt x="39455" y="3741"/>
                    <a:pt x="39261" y="1832"/>
                  </a:cubicBezTo>
                  <a:cubicBezTo>
                    <a:pt x="39184" y="1065"/>
                    <a:pt x="38624" y="531"/>
                    <a:pt x="37597" y="244"/>
                  </a:cubicBezTo>
                  <a:cubicBezTo>
                    <a:pt x="37017" y="81"/>
                    <a:pt x="36564" y="0"/>
                    <a:pt x="362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4"/>
            <p:cNvSpPr/>
            <p:nvPr/>
          </p:nvSpPr>
          <p:spPr>
            <a:xfrm>
              <a:off x="3755434" y="2044505"/>
              <a:ext cx="476127" cy="739029"/>
            </a:xfrm>
            <a:custGeom>
              <a:avLst/>
              <a:gdLst/>
              <a:ahLst/>
              <a:cxnLst/>
              <a:rect l="l" t="t" r="r" b="b"/>
              <a:pathLst>
                <a:path w="24987" h="38784" extrusionOk="0">
                  <a:moveTo>
                    <a:pt x="22347" y="0"/>
                  </a:moveTo>
                  <a:cubicBezTo>
                    <a:pt x="22292" y="0"/>
                    <a:pt x="22239" y="33"/>
                    <a:pt x="22217" y="88"/>
                  </a:cubicBezTo>
                  <a:cubicBezTo>
                    <a:pt x="21838" y="1113"/>
                    <a:pt x="21734" y="2007"/>
                    <a:pt x="21908" y="2745"/>
                  </a:cubicBezTo>
                  <a:cubicBezTo>
                    <a:pt x="22037" y="3298"/>
                    <a:pt x="22322" y="3974"/>
                    <a:pt x="22624" y="4689"/>
                  </a:cubicBezTo>
                  <a:cubicBezTo>
                    <a:pt x="23525" y="6829"/>
                    <a:pt x="24647" y="9489"/>
                    <a:pt x="22717" y="11143"/>
                  </a:cubicBezTo>
                  <a:cubicBezTo>
                    <a:pt x="21595" y="12105"/>
                    <a:pt x="20143" y="12629"/>
                    <a:pt x="18740" y="13136"/>
                  </a:cubicBezTo>
                  <a:cubicBezTo>
                    <a:pt x="16872" y="13812"/>
                    <a:pt x="15105" y="14449"/>
                    <a:pt x="14647" y="16053"/>
                  </a:cubicBezTo>
                  <a:cubicBezTo>
                    <a:pt x="14369" y="17028"/>
                    <a:pt x="14388" y="18575"/>
                    <a:pt x="14410" y="20366"/>
                  </a:cubicBezTo>
                  <a:cubicBezTo>
                    <a:pt x="14449" y="23472"/>
                    <a:pt x="14496" y="27340"/>
                    <a:pt x="12886" y="29513"/>
                  </a:cubicBezTo>
                  <a:cubicBezTo>
                    <a:pt x="11443" y="31460"/>
                    <a:pt x="9206" y="32204"/>
                    <a:pt x="7042" y="32925"/>
                  </a:cubicBezTo>
                  <a:cubicBezTo>
                    <a:pt x="5410" y="33467"/>
                    <a:pt x="3869" y="33979"/>
                    <a:pt x="2714" y="34969"/>
                  </a:cubicBezTo>
                  <a:cubicBezTo>
                    <a:pt x="0" y="37296"/>
                    <a:pt x="360" y="38630"/>
                    <a:pt x="378" y="38684"/>
                  </a:cubicBezTo>
                  <a:cubicBezTo>
                    <a:pt x="395" y="38744"/>
                    <a:pt x="449" y="38783"/>
                    <a:pt x="512" y="38783"/>
                  </a:cubicBezTo>
                  <a:cubicBezTo>
                    <a:pt x="524" y="38783"/>
                    <a:pt x="537" y="38782"/>
                    <a:pt x="550" y="38778"/>
                  </a:cubicBezTo>
                  <a:cubicBezTo>
                    <a:pt x="624" y="38756"/>
                    <a:pt x="667" y="38678"/>
                    <a:pt x="646" y="38604"/>
                  </a:cubicBezTo>
                  <a:cubicBezTo>
                    <a:pt x="643" y="38592"/>
                    <a:pt x="347" y="37367"/>
                    <a:pt x="2897" y="35182"/>
                  </a:cubicBezTo>
                  <a:cubicBezTo>
                    <a:pt x="4009" y="34229"/>
                    <a:pt x="5525" y="33724"/>
                    <a:pt x="7129" y="33190"/>
                  </a:cubicBezTo>
                  <a:cubicBezTo>
                    <a:pt x="9336" y="32457"/>
                    <a:pt x="11615" y="31698"/>
                    <a:pt x="13110" y="29681"/>
                  </a:cubicBezTo>
                  <a:cubicBezTo>
                    <a:pt x="14777" y="27431"/>
                    <a:pt x="14729" y="23510"/>
                    <a:pt x="14690" y="20362"/>
                  </a:cubicBezTo>
                  <a:cubicBezTo>
                    <a:pt x="14668" y="18592"/>
                    <a:pt x="14649" y="17065"/>
                    <a:pt x="14917" y="16131"/>
                  </a:cubicBezTo>
                  <a:cubicBezTo>
                    <a:pt x="15336" y="14665"/>
                    <a:pt x="16958" y="14079"/>
                    <a:pt x="18835" y="13400"/>
                  </a:cubicBezTo>
                  <a:cubicBezTo>
                    <a:pt x="20262" y="12884"/>
                    <a:pt x="21740" y="12352"/>
                    <a:pt x="22901" y="11357"/>
                  </a:cubicBezTo>
                  <a:cubicBezTo>
                    <a:pt x="24986" y="9569"/>
                    <a:pt x="23820" y="6802"/>
                    <a:pt x="22883" y="4581"/>
                  </a:cubicBezTo>
                  <a:cubicBezTo>
                    <a:pt x="22586" y="3877"/>
                    <a:pt x="22306" y="3210"/>
                    <a:pt x="22180" y="2681"/>
                  </a:cubicBezTo>
                  <a:cubicBezTo>
                    <a:pt x="22020" y="1998"/>
                    <a:pt x="22121" y="1158"/>
                    <a:pt x="22481" y="185"/>
                  </a:cubicBezTo>
                  <a:cubicBezTo>
                    <a:pt x="22506" y="114"/>
                    <a:pt x="22468" y="35"/>
                    <a:pt x="22396" y="9"/>
                  </a:cubicBezTo>
                  <a:cubicBezTo>
                    <a:pt x="22380" y="3"/>
                    <a:pt x="22364" y="0"/>
                    <a:pt x="22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4"/>
            <p:cNvSpPr/>
            <p:nvPr/>
          </p:nvSpPr>
          <p:spPr>
            <a:xfrm>
              <a:off x="4191431" y="1996448"/>
              <a:ext cx="18617" cy="24695"/>
            </a:xfrm>
            <a:custGeom>
              <a:avLst/>
              <a:gdLst/>
              <a:ahLst/>
              <a:cxnLst/>
              <a:rect l="l" t="t" r="r" b="b"/>
              <a:pathLst>
                <a:path w="977" h="1296" extrusionOk="0">
                  <a:moveTo>
                    <a:pt x="818" y="1"/>
                  </a:moveTo>
                  <a:cubicBezTo>
                    <a:pt x="775" y="1"/>
                    <a:pt x="734" y="20"/>
                    <a:pt x="707" y="56"/>
                  </a:cubicBezTo>
                  <a:cubicBezTo>
                    <a:pt x="694" y="73"/>
                    <a:pt x="402" y="471"/>
                    <a:pt x="53" y="1086"/>
                  </a:cubicBezTo>
                  <a:cubicBezTo>
                    <a:pt x="1" y="1179"/>
                    <a:pt x="68" y="1296"/>
                    <a:pt x="176" y="1296"/>
                  </a:cubicBezTo>
                  <a:cubicBezTo>
                    <a:pt x="227" y="1296"/>
                    <a:pt x="274" y="1268"/>
                    <a:pt x="298" y="1224"/>
                  </a:cubicBezTo>
                  <a:cubicBezTo>
                    <a:pt x="491" y="878"/>
                    <a:pt x="702" y="544"/>
                    <a:pt x="933" y="224"/>
                  </a:cubicBezTo>
                  <a:cubicBezTo>
                    <a:pt x="977" y="161"/>
                    <a:pt x="963" y="73"/>
                    <a:pt x="902" y="28"/>
                  </a:cubicBezTo>
                  <a:cubicBezTo>
                    <a:pt x="877" y="10"/>
                    <a:pt x="847" y="1"/>
                    <a:pt x="8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4"/>
            <p:cNvSpPr/>
            <p:nvPr/>
          </p:nvSpPr>
          <p:spPr>
            <a:xfrm>
              <a:off x="4388670" y="2630732"/>
              <a:ext cx="395296" cy="343219"/>
            </a:xfrm>
            <a:custGeom>
              <a:avLst/>
              <a:gdLst/>
              <a:ahLst/>
              <a:cxnLst/>
              <a:rect l="l" t="t" r="r" b="b"/>
              <a:pathLst>
                <a:path w="20745" h="18012" extrusionOk="0">
                  <a:moveTo>
                    <a:pt x="5074" y="0"/>
                  </a:moveTo>
                  <a:cubicBezTo>
                    <a:pt x="3271" y="0"/>
                    <a:pt x="0" y="5987"/>
                    <a:pt x="609" y="6838"/>
                  </a:cubicBezTo>
                  <a:cubicBezTo>
                    <a:pt x="1258" y="7749"/>
                    <a:pt x="2817" y="10735"/>
                    <a:pt x="4895" y="11256"/>
                  </a:cubicBezTo>
                  <a:cubicBezTo>
                    <a:pt x="6975" y="11777"/>
                    <a:pt x="17496" y="18012"/>
                    <a:pt x="17496" y="18012"/>
                  </a:cubicBezTo>
                  <a:lnTo>
                    <a:pt x="20744" y="17102"/>
                  </a:lnTo>
                  <a:cubicBezTo>
                    <a:pt x="20744" y="17102"/>
                    <a:pt x="14378" y="12685"/>
                    <a:pt x="11910" y="10606"/>
                  </a:cubicBezTo>
                  <a:cubicBezTo>
                    <a:pt x="9443" y="8527"/>
                    <a:pt x="6065" y="5150"/>
                    <a:pt x="6065" y="5150"/>
                  </a:cubicBezTo>
                  <a:lnTo>
                    <a:pt x="5416" y="84"/>
                  </a:lnTo>
                  <a:cubicBezTo>
                    <a:pt x="5310" y="27"/>
                    <a:pt x="5195" y="0"/>
                    <a:pt x="5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4"/>
            <p:cNvSpPr/>
            <p:nvPr/>
          </p:nvSpPr>
          <p:spPr>
            <a:xfrm>
              <a:off x="4384249" y="2625301"/>
              <a:ext cx="406500" cy="353985"/>
            </a:xfrm>
            <a:custGeom>
              <a:avLst/>
              <a:gdLst/>
              <a:ahLst/>
              <a:cxnLst/>
              <a:rect l="l" t="t" r="r" b="b"/>
              <a:pathLst>
                <a:path w="21333" h="18577" extrusionOk="0">
                  <a:moveTo>
                    <a:pt x="5320" y="567"/>
                  </a:moveTo>
                  <a:cubicBezTo>
                    <a:pt x="5344" y="567"/>
                    <a:pt x="5367" y="570"/>
                    <a:pt x="5390" y="574"/>
                  </a:cubicBezTo>
                  <a:lnTo>
                    <a:pt x="6018" y="5471"/>
                  </a:lnTo>
                  <a:cubicBezTo>
                    <a:pt x="6026" y="5532"/>
                    <a:pt x="6053" y="5591"/>
                    <a:pt x="6098" y="5634"/>
                  </a:cubicBezTo>
                  <a:cubicBezTo>
                    <a:pt x="6132" y="5668"/>
                    <a:pt x="9513" y="9044"/>
                    <a:pt x="11961" y="11107"/>
                  </a:cubicBezTo>
                  <a:cubicBezTo>
                    <a:pt x="14012" y="12833"/>
                    <a:pt x="18786" y="16198"/>
                    <a:pt x="20327" y="17276"/>
                  </a:cubicBezTo>
                  <a:lnTo>
                    <a:pt x="17768" y="17993"/>
                  </a:lnTo>
                  <a:cubicBezTo>
                    <a:pt x="16608" y="17308"/>
                    <a:pt x="7203" y="11770"/>
                    <a:pt x="5196" y="11268"/>
                  </a:cubicBezTo>
                  <a:cubicBezTo>
                    <a:pt x="3571" y="10861"/>
                    <a:pt x="2207" y="8726"/>
                    <a:pt x="1475" y="7577"/>
                  </a:cubicBezTo>
                  <a:cubicBezTo>
                    <a:pt x="1315" y="7328"/>
                    <a:pt x="1179" y="7115"/>
                    <a:pt x="1070" y="6962"/>
                  </a:cubicBezTo>
                  <a:cubicBezTo>
                    <a:pt x="806" y="6558"/>
                    <a:pt x="2134" y="3419"/>
                    <a:pt x="3858" y="1542"/>
                  </a:cubicBezTo>
                  <a:cubicBezTo>
                    <a:pt x="4440" y="908"/>
                    <a:pt x="4952" y="568"/>
                    <a:pt x="5305" y="568"/>
                  </a:cubicBezTo>
                  <a:cubicBezTo>
                    <a:pt x="5310" y="567"/>
                    <a:pt x="5315" y="567"/>
                    <a:pt x="5320" y="567"/>
                  </a:cubicBezTo>
                  <a:close/>
                  <a:moveTo>
                    <a:pt x="5302" y="1"/>
                  </a:moveTo>
                  <a:cubicBezTo>
                    <a:pt x="4746" y="1"/>
                    <a:pt x="4084" y="433"/>
                    <a:pt x="3326" y="1293"/>
                  </a:cubicBezTo>
                  <a:cubicBezTo>
                    <a:pt x="1870" y="2945"/>
                    <a:pt x="1" y="6431"/>
                    <a:pt x="612" y="7288"/>
                  </a:cubicBezTo>
                  <a:cubicBezTo>
                    <a:pt x="718" y="7436"/>
                    <a:pt x="848" y="7640"/>
                    <a:pt x="1001" y="7880"/>
                  </a:cubicBezTo>
                  <a:cubicBezTo>
                    <a:pt x="1831" y="9178"/>
                    <a:pt x="3218" y="11353"/>
                    <a:pt x="5060" y="11814"/>
                  </a:cubicBezTo>
                  <a:cubicBezTo>
                    <a:pt x="7076" y="12317"/>
                    <a:pt x="17480" y="18476"/>
                    <a:pt x="17585" y="18537"/>
                  </a:cubicBezTo>
                  <a:cubicBezTo>
                    <a:pt x="17629" y="18564"/>
                    <a:pt x="17679" y="18577"/>
                    <a:pt x="17728" y="18577"/>
                  </a:cubicBezTo>
                  <a:cubicBezTo>
                    <a:pt x="17754" y="18577"/>
                    <a:pt x="17781" y="18574"/>
                    <a:pt x="17805" y="18567"/>
                  </a:cubicBezTo>
                  <a:lnTo>
                    <a:pt x="21052" y="17656"/>
                  </a:lnTo>
                  <a:cubicBezTo>
                    <a:pt x="21281" y="17592"/>
                    <a:pt x="21332" y="17292"/>
                    <a:pt x="21137" y="17156"/>
                  </a:cubicBezTo>
                  <a:cubicBezTo>
                    <a:pt x="21074" y="17112"/>
                    <a:pt x="14754" y="12722"/>
                    <a:pt x="12325" y="10676"/>
                  </a:cubicBezTo>
                  <a:cubicBezTo>
                    <a:pt x="10084" y="8790"/>
                    <a:pt x="7054" y="5792"/>
                    <a:pt x="6564" y="5305"/>
                  </a:cubicBezTo>
                  <a:lnTo>
                    <a:pt x="5926" y="333"/>
                  </a:lnTo>
                  <a:cubicBezTo>
                    <a:pt x="5915" y="244"/>
                    <a:pt x="5861" y="164"/>
                    <a:pt x="5781" y="121"/>
                  </a:cubicBezTo>
                  <a:cubicBezTo>
                    <a:pt x="5631" y="41"/>
                    <a:pt x="5471" y="1"/>
                    <a:pt x="5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4"/>
            <p:cNvSpPr/>
            <p:nvPr/>
          </p:nvSpPr>
          <p:spPr>
            <a:xfrm>
              <a:off x="4508811" y="4188573"/>
              <a:ext cx="245352" cy="128126"/>
            </a:xfrm>
            <a:custGeom>
              <a:avLst/>
              <a:gdLst/>
              <a:ahLst/>
              <a:cxnLst/>
              <a:rect l="l" t="t" r="r" b="b"/>
              <a:pathLst>
                <a:path w="12876" h="6724" extrusionOk="0">
                  <a:moveTo>
                    <a:pt x="1681" y="0"/>
                  </a:moveTo>
                  <a:cubicBezTo>
                    <a:pt x="1681" y="0"/>
                    <a:pt x="0" y="3882"/>
                    <a:pt x="1061" y="4534"/>
                  </a:cubicBezTo>
                  <a:cubicBezTo>
                    <a:pt x="1589" y="4860"/>
                    <a:pt x="2199" y="4921"/>
                    <a:pt x="2749" y="4921"/>
                  </a:cubicBezTo>
                  <a:cubicBezTo>
                    <a:pt x="3080" y="4921"/>
                    <a:pt x="3389" y="4899"/>
                    <a:pt x="3645" y="4899"/>
                  </a:cubicBezTo>
                  <a:cubicBezTo>
                    <a:pt x="3815" y="4899"/>
                    <a:pt x="3961" y="4909"/>
                    <a:pt x="4075" y="4941"/>
                  </a:cubicBezTo>
                  <a:cubicBezTo>
                    <a:pt x="4646" y="5105"/>
                    <a:pt x="5543" y="6163"/>
                    <a:pt x="8639" y="6572"/>
                  </a:cubicBezTo>
                  <a:cubicBezTo>
                    <a:pt x="9448" y="6678"/>
                    <a:pt x="10090" y="6723"/>
                    <a:pt x="10602" y="6723"/>
                  </a:cubicBezTo>
                  <a:cubicBezTo>
                    <a:pt x="12048" y="6723"/>
                    <a:pt x="12450" y="6362"/>
                    <a:pt x="12631" y="6002"/>
                  </a:cubicBezTo>
                  <a:cubicBezTo>
                    <a:pt x="12876" y="5512"/>
                    <a:pt x="11328" y="5105"/>
                    <a:pt x="10024" y="4208"/>
                  </a:cubicBezTo>
                  <a:cubicBezTo>
                    <a:pt x="8721" y="3312"/>
                    <a:pt x="5543" y="623"/>
                    <a:pt x="5543" y="623"/>
                  </a:cubicBezTo>
                  <a:cubicBezTo>
                    <a:pt x="4966" y="952"/>
                    <a:pt x="4433" y="1076"/>
                    <a:pt x="3960" y="1076"/>
                  </a:cubicBezTo>
                  <a:cubicBezTo>
                    <a:pt x="2562" y="1076"/>
                    <a:pt x="1681" y="0"/>
                    <a:pt x="16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4"/>
            <p:cNvSpPr/>
            <p:nvPr/>
          </p:nvSpPr>
          <p:spPr>
            <a:xfrm>
              <a:off x="4503228" y="4183200"/>
              <a:ext cx="256366" cy="138854"/>
            </a:xfrm>
            <a:custGeom>
              <a:avLst/>
              <a:gdLst/>
              <a:ahLst/>
              <a:cxnLst/>
              <a:rect l="l" t="t" r="r" b="b"/>
              <a:pathLst>
                <a:path w="13454" h="7287" extrusionOk="0">
                  <a:moveTo>
                    <a:pt x="2076" y="772"/>
                  </a:moveTo>
                  <a:cubicBezTo>
                    <a:pt x="2481" y="1121"/>
                    <a:pt x="3252" y="1636"/>
                    <a:pt x="4264" y="1636"/>
                  </a:cubicBezTo>
                  <a:cubicBezTo>
                    <a:pt x="4729" y="1636"/>
                    <a:pt x="5245" y="1527"/>
                    <a:pt x="5801" y="1243"/>
                  </a:cubicBezTo>
                  <a:cubicBezTo>
                    <a:pt x="6448" y="1787"/>
                    <a:pt x="9002" y="3928"/>
                    <a:pt x="10158" y="4722"/>
                  </a:cubicBezTo>
                  <a:cubicBezTo>
                    <a:pt x="10672" y="5074"/>
                    <a:pt x="11206" y="5346"/>
                    <a:pt x="11677" y="5585"/>
                  </a:cubicBezTo>
                  <a:cubicBezTo>
                    <a:pt x="12075" y="5786"/>
                    <a:pt x="12617" y="6063"/>
                    <a:pt x="12673" y="6157"/>
                  </a:cubicBezTo>
                  <a:cubicBezTo>
                    <a:pt x="12586" y="6331"/>
                    <a:pt x="12390" y="6724"/>
                    <a:pt x="10903" y="6724"/>
                  </a:cubicBezTo>
                  <a:cubicBezTo>
                    <a:pt x="10413" y="6724"/>
                    <a:pt x="9782" y="6681"/>
                    <a:pt x="8968" y="6574"/>
                  </a:cubicBezTo>
                  <a:cubicBezTo>
                    <a:pt x="6737" y="6281"/>
                    <a:pt x="5687" y="5645"/>
                    <a:pt x="5060" y="5266"/>
                  </a:cubicBezTo>
                  <a:cubicBezTo>
                    <a:pt x="4821" y="5121"/>
                    <a:pt x="4631" y="5006"/>
                    <a:pt x="4446" y="4953"/>
                  </a:cubicBezTo>
                  <a:cubicBezTo>
                    <a:pt x="4301" y="4913"/>
                    <a:pt x="4129" y="4899"/>
                    <a:pt x="3937" y="4899"/>
                  </a:cubicBezTo>
                  <a:cubicBezTo>
                    <a:pt x="3813" y="4899"/>
                    <a:pt x="3679" y="4905"/>
                    <a:pt x="3537" y="4910"/>
                  </a:cubicBezTo>
                  <a:cubicBezTo>
                    <a:pt x="3379" y="4916"/>
                    <a:pt x="3212" y="4922"/>
                    <a:pt x="3040" y="4922"/>
                  </a:cubicBezTo>
                  <a:cubicBezTo>
                    <a:pt x="2526" y="4922"/>
                    <a:pt x="1969" y="4865"/>
                    <a:pt x="1501" y="4577"/>
                  </a:cubicBezTo>
                  <a:cubicBezTo>
                    <a:pt x="967" y="4249"/>
                    <a:pt x="1492" y="2241"/>
                    <a:pt x="2076" y="772"/>
                  </a:cubicBezTo>
                  <a:close/>
                  <a:moveTo>
                    <a:pt x="1977" y="0"/>
                  </a:moveTo>
                  <a:cubicBezTo>
                    <a:pt x="1963" y="0"/>
                    <a:pt x="1949" y="1"/>
                    <a:pt x="1936" y="3"/>
                  </a:cubicBezTo>
                  <a:cubicBezTo>
                    <a:pt x="1838" y="17"/>
                    <a:pt x="1756" y="81"/>
                    <a:pt x="1717" y="170"/>
                  </a:cubicBezTo>
                  <a:cubicBezTo>
                    <a:pt x="1419" y="855"/>
                    <a:pt x="0" y="4313"/>
                    <a:pt x="1206" y="5056"/>
                  </a:cubicBezTo>
                  <a:cubicBezTo>
                    <a:pt x="1796" y="5419"/>
                    <a:pt x="2469" y="5484"/>
                    <a:pt x="3052" y="5484"/>
                  </a:cubicBezTo>
                  <a:cubicBezTo>
                    <a:pt x="3231" y="5484"/>
                    <a:pt x="3401" y="5478"/>
                    <a:pt x="3557" y="5473"/>
                  </a:cubicBezTo>
                  <a:cubicBezTo>
                    <a:pt x="3690" y="5467"/>
                    <a:pt x="3820" y="5463"/>
                    <a:pt x="3937" y="5463"/>
                  </a:cubicBezTo>
                  <a:cubicBezTo>
                    <a:pt x="4082" y="5463"/>
                    <a:pt x="4207" y="5470"/>
                    <a:pt x="4291" y="5495"/>
                  </a:cubicBezTo>
                  <a:cubicBezTo>
                    <a:pt x="4405" y="5527"/>
                    <a:pt x="4565" y="5623"/>
                    <a:pt x="4769" y="5747"/>
                  </a:cubicBezTo>
                  <a:cubicBezTo>
                    <a:pt x="5435" y="6149"/>
                    <a:pt x="6547" y="6822"/>
                    <a:pt x="8895" y="7132"/>
                  </a:cubicBezTo>
                  <a:cubicBezTo>
                    <a:pt x="9712" y="7240"/>
                    <a:pt x="10370" y="7287"/>
                    <a:pt x="10902" y="7287"/>
                  </a:cubicBezTo>
                  <a:cubicBezTo>
                    <a:pt x="12472" y="7287"/>
                    <a:pt x="12941" y="6877"/>
                    <a:pt x="13177" y="6409"/>
                  </a:cubicBezTo>
                  <a:cubicBezTo>
                    <a:pt x="13453" y="5856"/>
                    <a:pt x="12782" y="5516"/>
                    <a:pt x="11932" y="5085"/>
                  </a:cubicBezTo>
                  <a:cubicBezTo>
                    <a:pt x="11477" y="4853"/>
                    <a:pt x="10959" y="4590"/>
                    <a:pt x="10476" y="4259"/>
                  </a:cubicBezTo>
                  <a:cubicBezTo>
                    <a:pt x="9200" y="3381"/>
                    <a:pt x="6049" y="717"/>
                    <a:pt x="6018" y="690"/>
                  </a:cubicBezTo>
                  <a:cubicBezTo>
                    <a:pt x="5966" y="647"/>
                    <a:pt x="5901" y="624"/>
                    <a:pt x="5836" y="624"/>
                  </a:cubicBezTo>
                  <a:cubicBezTo>
                    <a:pt x="5788" y="624"/>
                    <a:pt x="5740" y="636"/>
                    <a:pt x="5697" y="661"/>
                  </a:cubicBezTo>
                  <a:cubicBezTo>
                    <a:pt x="5168" y="964"/>
                    <a:pt x="4681" y="1077"/>
                    <a:pt x="4250" y="1077"/>
                  </a:cubicBezTo>
                  <a:cubicBezTo>
                    <a:pt x="3017" y="1077"/>
                    <a:pt x="2236" y="154"/>
                    <a:pt x="2192" y="103"/>
                  </a:cubicBezTo>
                  <a:cubicBezTo>
                    <a:pt x="2139" y="38"/>
                    <a:pt x="2059" y="0"/>
                    <a:pt x="197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4"/>
            <p:cNvSpPr/>
            <p:nvPr/>
          </p:nvSpPr>
          <p:spPr>
            <a:xfrm>
              <a:off x="4521483" y="4255837"/>
              <a:ext cx="228431" cy="60843"/>
            </a:xfrm>
            <a:custGeom>
              <a:avLst/>
              <a:gdLst/>
              <a:ahLst/>
              <a:cxnLst/>
              <a:rect l="l" t="t" r="r" b="b"/>
              <a:pathLst>
                <a:path w="11988" h="3193" extrusionOk="0">
                  <a:moveTo>
                    <a:pt x="1" y="1"/>
                  </a:moveTo>
                  <a:lnTo>
                    <a:pt x="1" y="1"/>
                  </a:lnTo>
                  <a:cubicBezTo>
                    <a:pt x="11" y="457"/>
                    <a:pt x="117" y="834"/>
                    <a:pt x="396" y="1003"/>
                  </a:cubicBezTo>
                  <a:cubicBezTo>
                    <a:pt x="926" y="1329"/>
                    <a:pt x="1538" y="1390"/>
                    <a:pt x="2089" y="1390"/>
                  </a:cubicBezTo>
                  <a:cubicBezTo>
                    <a:pt x="2417" y="1390"/>
                    <a:pt x="2723" y="1369"/>
                    <a:pt x="2977" y="1369"/>
                  </a:cubicBezTo>
                  <a:cubicBezTo>
                    <a:pt x="3148" y="1369"/>
                    <a:pt x="3296" y="1378"/>
                    <a:pt x="3410" y="1411"/>
                  </a:cubicBezTo>
                  <a:cubicBezTo>
                    <a:pt x="3981" y="1573"/>
                    <a:pt x="4878" y="2633"/>
                    <a:pt x="7974" y="3040"/>
                  </a:cubicBezTo>
                  <a:cubicBezTo>
                    <a:pt x="8784" y="3147"/>
                    <a:pt x="9427" y="3192"/>
                    <a:pt x="9940" y="3192"/>
                  </a:cubicBezTo>
                  <a:cubicBezTo>
                    <a:pt x="11384" y="3192"/>
                    <a:pt x="11786" y="2832"/>
                    <a:pt x="11967" y="2472"/>
                  </a:cubicBezTo>
                  <a:cubicBezTo>
                    <a:pt x="11977" y="2447"/>
                    <a:pt x="11985" y="2422"/>
                    <a:pt x="11988" y="2396"/>
                  </a:cubicBezTo>
                  <a:lnTo>
                    <a:pt x="11988" y="2396"/>
                  </a:lnTo>
                  <a:cubicBezTo>
                    <a:pt x="11557" y="2454"/>
                    <a:pt x="11130" y="2480"/>
                    <a:pt x="10710" y="2480"/>
                  </a:cubicBezTo>
                  <a:cubicBezTo>
                    <a:pt x="9291" y="2480"/>
                    <a:pt x="7936" y="2190"/>
                    <a:pt x="6676" y="1893"/>
                  </a:cubicBezTo>
                  <a:cubicBezTo>
                    <a:pt x="4670" y="1421"/>
                    <a:pt x="4081" y="360"/>
                    <a:pt x="2195" y="360"/>
                  </a:cubicBezTo>
                  <a:cubicBezTo>
                    <a:pt x="1242" y="360"/>
                    <a:pt x="501" y="179"/>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4"/>
            <p:cNvSpPr/>
            <p:nvPr/>
          </p:nvSpPr>
          <p:spPr>
            <a:xfrm>
              <a:off x="4516052" y="4250483"/>
              <a:ext cx="239426" cy="71571"/>
            </a:xfrm>
            <a:custGeom>
              <a:avLst/>
              <a:gdLst/>
              <a:ahLst/>
              <a:cxnLst/>
              <a:rect l="l" t="t" r="r" b="b"/>
              <a:pathLst>
                <a:path w="12565" h="3756" extrusionOk="0">
                  <a:moveTo>
                    <a:pt x="612" y="679"/>
                  </a:moveTo>
                  <a:cubicBezTo>
                    <a:pt x="1196" y="841"/>
                    <a:pt x="1821" y="922"/>
                    <a:pt x="2480" y="922"/>
                  </a:cubicBezTo>
                  <a:cubicBezTo>
                    <a:pt x="3481" y="922"/>
                    <a:pt x="4092" y="1242"/>
                    <a:pt x="4801" y="1612"/>
                  </a:cubicBezTo>
                  <a:cubicBezTo>
                    <a:pt x="5359" y="1904"/>
                    <a:pt x="5994" y="2235"/>
                    <a:pt x="6895" y="2446"/>
                  </a:cubicBezTo>
                  <a:cubicBezTo>
                    <a:pt x="8194" y="2753"/>
                    <a:pt x="9561" y="3041"/>
                    <a:pt x="10990" y="3041"/>
                  </a:cubicBezTo>
                  <a:cubicBezTo>
                    <a:pt x="11164" y="3041"/>
                    <a:pt x="11338" y="3037"/>
                    <a:pt x="11514" y="3028"/>
                  </a:cubicBezTo>
                  <a:lnTo>
                    <a:pt x="11514" y="3028"/>
                  </a:lnTo>
                  <a:cubicBezTo>
                    <a:pt x="11258" y="3122"/>
                    <a:pt x="10860" y="3193"/>
                    <a:pt x="10231" y="3193"/>
                  </a:cubicBezTo>
                  <a:cubicBezTo>
                    <a:pt x="9740" y="3193"/>
                    <a:pt x="9109" y="3150"/>
                    <a:pt x="8295" y="3043"/>
                  </a:cubicBezTo>
                  <a:cubicBezTo>
                    <a:pt x="6064" y="2750"/>
                    <a:pt x="5014" y="2114"/>
                    <a:pt x="4387" y="1735"/>
                  </a:cubicBezTo>
                  <a:cubicBezTo>
                    <a:pt x="4148" y="1590"/>
                    <a:pt x="3958" y="1475"/>
                    <a:pt x="3773" y="1422"/>
                  </a:cubicBezTo>
                  <a:cubicBezTo>
                    <a:pt x="3628" y="1382"/>
                    <a:pt x="3456" y="1368"/>
                    <a:pt x="3264" y="1368"/>
                  </a:cubicBezTo>
                  <a:cubicBezTo>
                    <a:pt x="3140" y="1368"/>
                    <a:pt x="3006" y="1374"/>
                    <a:pt x="2864" y="1379"/>
                  </a:cubicBezTo>
                  <a:cubicBezTo>
                    <a:pt x="2706" y="1385"/>
                    <a:pt x="2538" y="1391"/>
                    <a:pt x="2366" y="1391"/>
                  </a:cubicBezTo>
                  <a:cubicBezTo>
                    <a:pt x="1852" y="1391"/>
                    <a:pt x="1296" y="1334"/>
                    <a:pt x="828" y="1046"/>
                  </a:cubicBezTo>
                  <a:cubicBezTo>
                    <a:pt x="716" y="976"/>
                    <a:pt x="650" y="838"/>
                    <a:pt x="612" y="679"/>
                  </a:cubicBezTo>
                  <a:close/>
                  <a:moveTo>
                    <a:pt x="286" y="0"/>
                  </a:moveTo>
                  <a:cubicBezTo>
                    <a:pt x="134" y="0"/>
                    <a:pt x="0" y="124"/>
                    <a:pt x="4" y="288"/>
                  </a:cubicBezTo>
                  <a:cubicBezTo>
                    <a:pt x="19" y="900"/>
                    <a:pt x="197" y="1316"/>
                    <a:pt x="533" y="1525"/>
                  </a:cubicBezTo>
                  <a:cubicBezTo>
                    <a:pt x="1123" y="1888"/>
                    <a:pt x="1796" y="1953"/>
                    <a:pt x="2379" y="1953"/>
                  </a:cubicBezTo>
                  <a:cubicBezTo>
                    <a:pt x="2558" y="1953"/>
                    <a:pt x="2728" y="1947"/>
                    <a:pt x="2884" y="1942"/>
                  </a:cubicBezTo>
                  <a:cubicBezTo>
                    <a:pt x="3017" y="1936"/>
                    <a:pt x="3147" y="1932"/>
                    <a:pt x="3264" y="1932"/>
                  </a:cubicBezTo>
                  <a:cubicBezTo>
                    <a:pt x="3409" y="1932"/>
                    <a:pt x="3534" y="1939"/>
                    <a:pt x="3618" y="1964"/>
                  </a:cubicBezTo>
                  <a:cubicBezTo>
                    <a:pt x="3732" y="1996"/>
                    <a:pt x="3892" y="2092"/>
                    <a:pt x="4096" y="2216"/>
                  </a:cubicBezTo>
                  <a:cubicBezTo>
                    <a:pt x="4762" y="2618"/>
                    <a:pt x="5874" y="3291"/>
                    <a:pt x="8222" y="3601"/>
                  </a:cubicBezTo>
                  <a:cubicBezTo>
                    <a:pt x="9039" y="3709"/>
                    <a:pt x="9697" y="3756"/>
                    <a:pt x="10229" y="3756"/>
                  </a:cubicBezTo>
                  <a:cubicBezTo>
                    <a:pt x="11799" y="3756"/>
                    <a:pt x="12268" y="3346"/>
                    <a:pt x="12504" y="2879"/>
                  </a:cubicBezTo>
                  <a:cubicBezTo>
                    <a:pt x="12529" y="2827"/>
                    <a:pt x="12545" y="2772"/>
                    <a:pt x="12553" y="2715"/>
                  </a:cubicBezTo>
                  <a:cubicBezTo>
                    <a:pt x="12564" y="2627"/>
                    <a:pt x="12535" y="2540"/>
                    <a:pt x="12472" y="2478"/>
                  </a:cubicBezTo>
                  <a:cubicBezTo>
                    <a:pt x="12418" y="2425"/>
                    <a:pt x="12346" y="2396"/>
                    <a:pt x="12270" y="2396"/>
                  </a:cubicBezTo>
                  <a:cubicBezTo>
                    <a:pt x="12259" y="2396"/>
                    <a:pt x="12248" y="2397"/>
                    <a:pt x="12236" y="2398"/>
                  </a:cubicBezTo>
                  <a:cubicBezTo>
                    <a:pt x="11822" y="2454"/>
                    <a:pt x="11410" y="2479"/>
                    <a:pt x="11003" y="2479"/>
                  </a:cubicBezTo>
                  <a:cubicBezTo>
                    <a:pt x="9627" y="2479"/>
                    <a:pt x="8293" y="2199"/>
                    <a:pt x="7025" y="1899"/>
                  </a:cubicBezTo>
                  <a:cubicBezTo>
                    <a:pt x="6192" y="1704"/>
                    <a:pt x="5618" y="1403"/>
                    <a:pt x="5062" y="1115"/>
                  </a:cubicBezTo>
                  <a:cubicBezTo>
                    <a:pt x="4321" y="727"/>
                    <a:pt x="3620" y="361"/>
                    <a:pt x="2482" y="361"/>
                  </a:cubicBezTo>
                  <a:cubicBezTo>
                    <a:pt x="1540" y="361"/>
                    <a:pt x="819" y="174"/>
                    <a:pt x="380" y="16"/>
                  </a:cubicBezTo>
                  <a:cubicBezTo>
                    <a:pt x="349" y="5"/>
                    <a:pt x="317" y="0"/>
                    <a:pt x="28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4"/>
            <p:cNvSpPr/>
            <p:nvPr/>
          </p:nvSpPr>
          <p:spPr>
            <a:xfrm>
              <a:off x="3818982" y="2130728"/>
              <a:ext cx="867593" cy="2102071"/>
            </a:xfrm>
            <a:custGeom>
              <a:avLst/>
              <a:gdLst/>
              <a:ahLst/>
              <a:cxnLst/>
              <a:rect l="l" t="t" r="r" b="b"/>
              <a:pathLst>
                <a:path w="45531" h="110316" extrusionOk="0">
                  <a:moveTo>
                    <a:pt x="25090" y="1"/>
                  </a:moveTo>
                  <a:cubicBezTo>
                    <a:pt x="25090" y="1"/>
                    <a:pt x="25704" y="4124"/>
                    <a:pt x="24915" y="5791"/>
                  </a:cubicBezTo>
                  <a:cubicBezTo>
                    <a:pt x="24125" y="7458"/>
                    <a:pt x="21670" y="7631"/>
                    <a:pt x="19564" y="7984"/>
                  </a:cubicBezTo>
                  <a:cubicBezTo>
                    <a:pt x="17458" y="8336"/>
                    <a:pt x="12634" y="10176"/>
                    <a:pt x="13160" y="14913"/>
                  </a:cubicBezTo>
                  <a:cubicBezTo>
                    <a:pt x="13687" y="19650"/>
                    <a:pt x="19739" y="29915"/>
                    <a:pt x="19739" y="32810"/>
                  </a:cubicBezTo>
                  <a:cubicBezTo>
                    <a:pt x="19739" y="35705"/>
                    <a:pt x="17897" y="37196"/>
                    <a:pt x="15879" y="42811"/>
                  </a:cubicBezTo>
                  <a:cubicBezTo>
                    <a:pt x="13862" y="48426"/>
                    <a:pt x="14124" y="58864"/>
                    <a:pt x="14738" y="65620"/>
                  </a:cubicBezTo>
                  <a:cubicBezTo>
                    <a:pt x="15352" y="72374"/>
                    <a:pt x="17371" y="78778"/>
                    <a:pt x="17371" y="78778"/>
                  </a:cubicBezTo>
                  <a:cubicBezTo>
                    <a:pt x="17371" y="78778"/>
                    <a:pt x="12282" y="86936"/>
                    <a:pt x="10090" y="90445"/>
                  </a:cubicBezTo>
                  <a:cubicBezTo>
                    <a:pt x="7897" y="93956"/>
                    <a:pt x="1" y="109219"/>
                    <a:pt x="1" y="109219"/>
                  </a:cubicBezTo>
                  <a:cubicBezTo>
                    <a:pt x="1" y="109219"/>
                    <a:pt x="1" y="109745"/>
                    <a:pt x="1229" y="110097"/>
                  </a:cubicBezTo>
                  <a:cubicBezTo>
                    <a:pt x="1841" y="110272"/>
                    <a:pt x="2498" y="110316"/>
                    <a:pt x="3002" y="110316"/>
                  </a:cubicBezTo>
                  <a:cubicBezTo>
                    <a:pt x="3509" y="110316"/>
                    <a:pt x="3861" y="110272"/>
                    <a:pt x="3861" y="110272"/>
                  </a:cubicBezTo>
                  <a:cubicBezTo>
                    <a:pt x="3861" y="110272"/>
                    <a:pt x="18950" y="92112"/>
                    <a:pt x="21756" y="89042"/>
                  </a:cubicBezTo>
                  <a:cubicBezTo>
                    <a:pt x="24564" y="85972"/>
                    <a:pt x="27196" y="80621"/>
                    <a:pt x="27546" y="78164"/>
                  </a:cubicBezTo>
                  <a:cubicBezTo>
                    <a:pt x="27898" y="75706"/>
                    <a:pt x="27459" y="60707"/>
                    <a:pt x="27459" y="60706"/>
                  </a:cubicBezTo>
                  <a:lnTo>
                    <a:pt x="27459" y="60706"/>
                  </a:lnTo>
                  <a:cubicBezTo>
                    <a:pt x="27459" y="60706"/>
                    <a:pt x="30618" y="68251"/>
                    <a:pt x="33074" y="72111"/>
                  </a:cubicBezTo>
                  <a:cubicBezTo>
                    <a:pt x="35532" y="75972"/>
                    <a:pt x="37191" y="79392"/>
                    <a:pt x="37191" y="79392"/>
                  </a:cubicBezTo>
                  <a:cubicBezTo>
                    <a:pt x="37191" y="79392"/>
                    <a:pt x="36583" y="84568"/>
                    <a:pt x="37197" y="88955"/>
                  </a:cubicBezTo>
                  <a:cubicBezTo>
                    <a:pt x="37811" y="93340"/>
                    <a:pt x="37293" y="107423"/>
                    <a:pt x="37907" y="108564"/>
                  </a:cubicBezTo>
                  <a:cubicBezTo>
                    <a:pt x="38185" y="109079"/>
                    <a:pt x="38821" y="109264"/>
                    <a:pt x="39484" y="109264"/>
                  </a:cubicBezTo>
                  <a:cubicBezTo>
                    <a:pt x="40288" y="109264"/>
                    <a:pt x="41132" y="108991"/>
                    <a:pt x="41421" y="108702"/>
                  </a:cubicBezTo>
                  <a:cubicBezTo>
                    <a:pt x="41947" y="108176"/>
                    <a:pt x="42198" y="104746"/>
                    <a:pt x="42198" y="104746"/>
                  </a:cubicBezTo>
                  <a:cubicBezTo>
                    <a:pt x="42198" y="104746"/>
                    <a:pt x="43250" y="94043"/>
                    <a:pt x="43864" y="89042"/>
                  </a:cubicBezTo>
                  <a:cubicBezTo>
                    <a:pt x="44479" y="84043"/>
                    <a:pt x="45531" y="79743"/>
                    <a:pt x="45181" y="78603"/>
                  </a:cubicBezTo>
                  <a:cubicBezTo>
                    <a:pt x="44829" y="77462"/>
                    <a:pt x="42636" y="65270"/>
                    <a:pt x="40969" y="59479"/>
                  </a:cubicBezTo>
                  <a:cubicBezTo>
                    <a:pt x="39302" y="53689"/>
                    <a:pt x="34215" y="42900"/>
                    <a:pt x="33074" y="40092"/>
                  </a:cubicBezTo>
                  <a:cubicBezTo>
                    <a:pt x="31934" y="37285"/>
                    <a:pt x="31320" y="34741"/>
                    <a:pt x="31495" y="33863"/>
                  </a:cubicBezTo>
                  <a:cubicBezTo>
                    <a:pt x="31670" y="32987"/>
                    <a:pt x="35091" y="27723"/>
                    <a:pt x="35969" y="26319"/>
                  </a:cubicBezTo>
                  <a:cubicBezTo>
                    <a:pt x="36846" y="24915"/>
                    <a:pt x="37197" y="22372"/>
                    <a:pt x="36144" y="20091"/>
                  </a:cubicBezTo>
                  <a:cubicBezTo>
                    <a:pt x="35091" y="17810"/>
                    <a:pt x="36144" y="14740"/>
                    <a:pt x="35969" y="12898"/>
                  </a:cubicBezTo>
                  <a:cubicBezTo>
                    <a:pt x="35793" y="11054"/>
                    <a:pt x="33074" y="10265"/>
                    <a:pt x="31670" y="9564"/>
                  </a:cubicBezTo>
                  <a:cubicBezTo>
                    <a:pt x="30267" y="8862"/>
                    <a:pt x="29740" y="7281"/>
                    <a:pt x="29740" y="5967"/>
                  </a:cubicBezTo>
                  <a:cubicBezTo>
                    <a:pt x="29740" y="4652"/>
                    <a:pt x="30529" y="2808"/>
                    <a:pt x="30529" y="2808"/>
                  </a:cubicBezTo>
                  <a:cubicBezTo>
                    <a:pt x="30529" y="2808"/>
                    <a:pt x="26231" y="1"/>
                    <a:pt x="250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4"/>
            <p:cNvSpPr/>
            <p:nvPr/>
          </p:nvSpPr>
          <p:spPr>
            <a:xfrm>
              <a:off x="3813647" y="2125393"/>
              <a:ext cx="875825" cy="2112780"/>
            </a:xfrm>
            <a:custGeom>
              <a:avLst/>
              <a:gdLst/>
              <a:ahLst/>
              <a:cxnLst/>
              <a:rect l="l" t="t" r="r" b="b"/>
              <a:pathLst>
                <a:path w="45963" h="110878" extrusionOk="0">
                  <a:moveTo>
                    <a:pt x="25697" y="619"/>
                  </a:moveTo>
                  <a:lnTo>
                    <a:pt x="25697" y="619"/>
                  </a:lnTo>
                  <a:cubicBezTo>
                    <a:pt x="26709" y="908"/>
                    <a:pt x="28945" y="2219"/>
                    <a:pt x="30460" y="3196"/>
                  </a:cubicBezTo>
                  <a:cubicBezTo>
                    <a:pt x="30248" y="3736"/>
                    <a:pt x="29737" y="5146"/>
                    <a:pt x="29737" y="6246"/>
                  </a:cubicBezTo>
                  <a:cubicBezTo>
                    <a:pt x="29737" y="7602"/>
                    <a:pt x="30285" y="9325"/>
                    <a:pt x="31823" y="10093"/>
                  </a:cubicBezTo>
                  <a:cubicBezTo>
                    <a:pt x="32084" y="10224"/>
                    <a:pt x="32390" y="10359"/>
                    <a:pt x="32718" y="10502"/>
                  </a:cubicBezTo>
                  <a:cubicBezTo>
                    <a:pt x="34110" y="11108"/>
                    <a:pt x="35839" y="11864"/>
                    <a:pt x="35968" y="13203"/>
                  </a:cubicBezTo>
                  <a:cubicBezTo>
                    <a:pt x="36026" y="13820"/>
                    <a:pt x="35937" y="14611"/>
                    <a:pt x="35842" y="15450"/>
                  </a:cubicBezTo>
                  <a:cubicBezTo>
                    <a:pt x="35658" y="17084"/>
                    <a:pt x="35451" y="18936"/>
                    <a:pt x="36167" y="20488"/>
                  </a:cubicBezTo>
                  <a:cubicBezTo>
                    <a:pt x="37209" y="22742"/>
                    <a:pt x="36815" y="25159"/>
                    <a:pt x="36008" y="26448"/>
                  </a:cubicBezTo>
                  <a:cubicBezTo>
                    <a:pt x="35864" y="26680"/>
                    <a:pt x="35651" y="27016"/>
                    <a:pt x="35394" y="27418"/>
                  </a:cubicBezTo>
                  <a:cubicBezTo>
                    <a:pt x="33584" y="30265"/>
                    <a:pt x="31642" y="33363"/>
                    <a:pt x="31497" y="34086"/>
                  </a:cubicBezTo>
                  <a:cubicBezTo>
                    <a:pt x="31303" y="35059"/>
                    <a:pt x="31958" y="37687"/>
                    <a:pt x="33092" y="40476"/>
                  </a:cubicBezTo>
                  <a:cubicBezTo>
                    <a:pt x="33383" y="41192"/>
                    <a:pt x="33923" y="42408"/>
                    <a:pt x="34605" y="43947"/>
                  </a:cubicBezTo>
                  <a:cubicBezTo>
                    <a:pt x="36649" y="48560"/>
                    <a:pt x="39738" y="55531"/>
                    <a:pt x="40977" y="59835"/>
                  </a:cubicBezTo>
                  <a:cubicBezTo>
                    <a:pt x="42093" y="63707"/>
                    <a:pt x="43435" y="70406"/>
                    <a:pt x="44322" y="74838"/>
                  </a:cubicBezTo>
                  <a:cubicBezTo>
                    <a:pt x="44756" y="77007"/>
                    <a:pt x="45070" y="78576"/>
                    <a:pt x="45189" y="78964"/>
                  </a:cubicBezTo>
                  <a:cubicBezTo>
                    <a:pt x="45386" y="79602"/>
                    <a:pt x="45054" y="81609"/>
                    <a:pt x="44669" y="83932"/>
                  </a:cubicBezTo>
                  <a:cubicBezTo>
                    <a:pt x="44403" y="85533"/>
                    <a:pt x="44101" y="87349"/>
                    <a:pt x="43864" y="89287"/>
                  </a:cubicBezTo>
                  <a:cubicBezTo>
                    <a:pt x="43257" y="94233"/>
                    <a:pt x="42207" y="104890"/>
                    <a:pt x="42197" y="105004"/>
                  </a:cubicBezTo>
                  <a:cubicBezTo>
                    <a:pt x="42076" y="106639"/>
                    <a:pt x="41784" y="108498"/>
                    <a:pt x="41501" y="108783"/>
                  </a:cubicBezTo>
                  <a:cubicBezTo>
                    <a:pt x="41278" y="109004"/>
                    <a:pt x="40505" y="109262"/>
                    <a:pt x="39761" y="109262"/>
                  </a:cubicBezTo>
                  <a:cubicBezTo>
                    <a:pt x="39623" y="109262"/>
                    <a:pt x="39486" y="109253"/>
                    <a:pt x="39354" y="109233"/>
                  </a:cubicBezTo>
                  <a:cubicBezTo>
                    <a:pt x="39038" y="109187"/>
                    <a:pt x="38621" y="109058"/>
                    <a:pt x="38434" y="108710"/>
                  </a:cubicBezTo>
                  <a:cubicBezTo>
                    <a:pt x="38157" y="108196"/>
                    <a:pt x="38132" y="103924"/>
                    <a:pt x="38112" y="100156"/>
                  </a:cubicBezTo>
                  <a:cubicBezTo>
                    <a:pt x="38088" y="96047"/>
                    <a:pt x="38062" y="91389"/>
                    <a:pt x="37754" y="89195"/>
                  </a:cubicBezTo>
                  <a:cubicBezTo>
                    <a:pt x="37152" y="84896"/>
                    <a:pt x="37743" y="79755"/>
                    <a:pt x="37748" y="79704"/>
                  </a:cubicBezTo>
                  <a:cubicBezTo>
                    <a:pt x="37756" y="79651"/>
                    <a:pt x="37747" y="79597"/>
                    <a:pt x="37722" y="79548"/>
                  </a:cubicBezTo>
                  <a:cubicBezTo>
                    <a:pt x="37706" y="79514"/>
                    <a:pt x="36027" y="76068"/>
                    <a:pt x="33590" y="72239"/>
                  </a:cubicBezTo>
                  <a:cubicBezTo>
                    <a:pt x="31175" y="68445"/>
                    <a:pt x="28029" y="60952"/>
                    <a:pt x="27999" y="60878"/>
                  </a:cubicBezTo>
                  <a:cubicBezTo>
                    <a:pt x="27953" y="60772"/>
                    <a:pt x="27850" y="60705"/>
                    <a:pt x="27739" y="60705"/>
                  </a:cubicBezTo>
                  <a:cubicBezTo>
                    <a:pt x="27720" y="60705"/>
                    <a:pt x="27699" y="60707"/>
                    <a:pt x="27679" y="60712"/>
                  </a:cubicBezTo>
                  <a:cubicBezTo>
                    <a:pt x="27546" y="60741"/>
                    <a:pt x="27453" y="60859"/>
                    <a:pt x="27458" y="60995"/>
                  </a:cubicBezTo>
                  <a:cubicBezTo>
                    <a:pt x="27463" y="61145"/>
                    <a:pt x="27892" y="75999"/>
                    <a:pt x="27549" y="78404"/>
                  </a:cubicBezTo>
                  <a:cubicBezTo>
                    <a:pt x="27205" y="80805"/>
                    <a:pt x="24579" y="86127"/>
                    <a:pt x="21829" y="89133"/>
                  </a:cubicBezTo>
                  <a:cubicBezTo>
                    <a:pt x="19152" y="92063"/>
                    <a:pt x="5143" y="108907"/>
                    <a:pt x="3998" y="110283"/>
                  </a:cubicBezTo>
                  <a:cubicBezTo>
                    <a:pt x="3861" y="110296"/>
                    <a:pt x="3604" y="110314"/>
                    <a:pt x="3282" y="110314"/>
                  </a:cubicBezTo>
                  <a:cubicBezTo>
                    <a:pt x="2798" y="110314"/>
                    <a:pt x="2169" y="110272"/>
                    <a:pt x="1586" y="110107"/>
                  </a:cubicBezTo>
                  <a:cubicBezTo>
                    <a:pt x="835" y="109891"/>
                    <a:pt x="632" y="109628"/>
                    <a:pt x="580" y="109534"/>
                  </a:cubicBezTo>
                  <a:cubicBezTo>
                    <a:pt x="1249" y="108243"/>
                    <a:pt x="8535" y="94192"/>
                    <a:pt x="10606" y="90874"/>
                  </a:cubicBezTo>
                  <a:cubicBezTo>
                    <a:pt x="12799" y="87365"/>
                    <a:pt x="17887" y="79207"/>
                    <a:pt x="17887" y="79207"/>
                  </a:cubicBezTo>
                  <a:cubicBezTo>
                    <a:pt x="17931" y="79137"/>
                    <a:pt x="17943" y="79050"/>
                    <a:pt x="17918" y="78973"/>
                  </a:cubicBezTo>
                  <a:cubicBezTo>
                    <a:pt x="17897" y="78909"/>
                    <a:pt x="15902" y="72521"/>
                    <a:pt x="15297" y="65873"/>
                  </a:cubicBezTo>
                  <a:cubicBezTo>
                    <a:pt x="14611" y="58327"/>
                    <a:pt x="14546" y="48404"/>
                    <a:pt x="16423" y="43186"/>
                  </a:cubicBezTo>
                  <a:cubicBezTo>
                    <a:pt x="17279" y="40801"/>
                    <a:pt x="18106" y="39163"/>
                    <a:pt x="18769" y="37845"/>
                  </a:cubicBezTo>
                  <a:cubicBezTo>
                    <a:pt x="19658" y="36086"/>
                    <a:pt x="20299" y="34814"/>
                    <a:pt x="20299" y="33089"/>
                  </a:cubicBezTo>
                  <a:cubicBezTo>
                    <a:pt x="20299" y="31656"/>
                    <a:pt x="18968" y="28694"/>
                    <a:pt x="17428" y="25264"/>
                  </a:cubicBezTo>
                  <a:cubicBezTo>
                    <a:pt x="15816" y="21676"/>
                    <a:pt x="13990" y="17610"/>
                    <a:pt x="13717" y="15163"/>
                  </a:cubicBezTo>
                  <a:cubicBezTo>
                    <a:pt x="13235" y="10819"/>
                    <a:pt x="17543" y="8931"/>
                    <a:pt x="19888" y="8540"/>
                  </a:cubicBezTo>
                  <a:cubicBezTo>
                    <a:pt x="20132" y="8499"/>
                    <a:pt x="20380" y="8461"/>
                    <a:pt x="20629" y="8423"/>
                  </a:cubicBezTo>
                  <a:cubicBezTo>
                    <a:pt x="22624" y="8116"/>
                    <a:pt x="24686" y="7798"/>
                    <a:pt x="25448" y="6190"/>
                  </a:cubicBezTo>
                  <a:cubicBezTo>
                    <a:pt x="26129" y="4754"/>
                    <a:pt x="25830" y="1697"/>
                    <a:pt x="25697" y="619"/>
                  </a:cubicBezTo>
                  <a:close/>
                  <a:moveTo>
                    <a:pt x="25368" y="1"/>
                  </a:moveTo>
                  <a:cubicBezTo>
                    <a:pt x="25197" y="1"/>
                    <a:pt x="25067" y="153"/>
                    <a:pt x="25092" y="323"/>
                  </a:cubicBezTo>
                  <a:cubicBezTo>
                    <a:pt x="25099" y="362"/>
                    <a:pt x="25685" y="4379"/>
                    <a:pt x="24942" y="5951"/>
                  </a:cubicBezTo>
                  <a:cubicBezTo>
                    <a:pt x="24307" y="7289"/>
                    <a:pt x="22395" y="7585"/>
                    <a:pt x="20546" y="7869"/>
                  </a:cubicBezTo>
                  <a:cubicBezTo>
                    <a:pt x="20294" y="7907"/>
                    <a:pt x="20044" y="7946"/>
                    <a:pt x="19798" y="7987"/>
                  </a:cubicBezTo>
                  <a:cubicBezTo>
                    <a:pt x="17270" y="8409"/>
                    <a:pt x="12632" y="10464"/>
                    <a:pt x="13160" y="15225"/>
                  </a:cubicBezTo>
                  <a:cubicBezTo>
                    <a:pt x="13442" y="17762"/>
                    <a:pt x="15288" y="21870"/>
                    <a:pt x="16916" y="25496"/>
                  </a:cubicBezTo>
                  <a:cubicBezTo>
                    <a:pt x="18367" y="28726"/>
                    <a:pt x="19738" y="31778"/>
                    <a:pt x="19738" y="33090"/>
                  </a:cubicBezTo>
                  <a:cubicBezTo>
                    <a:pt x="19738" y="34681"/>
                    <a:pt x="19154" y="35839"/>
                    <a:pt x="18269" y="37594"/>
                  </a:cubicBezTo>
                  <a:cubicBezTo>
                    <a:pt x="17598" y="38924"/>
                    <a:pt x="16763" y="40581"/>
                    <a:pt x="15895" y="42996"/>
                  </a:cubicBezTo>
                  <a:cubicBezTo>
                    <a:pt x="13496" y="49673"/>
                    <a:pt x="14403" y="62234"/>
                    <a:pt x="14738" y="65926"/>
                  </a:cubicBezTo>
                  <a:cubicBezTo>
                    <a:pt x="15303" y="72120"/>
                    <a:pt x="17062" y="78089"/>
                    <a:pt x="17345" y="79018"/>
                  </a:cubicBezTo>
                  <a:cubicBezTo>
                    <a:pt x="16735" y="79996"/>
                    <a:pt x="12176" y="87305"/>
                    <a:pt x="10131" y="90577"/>
                  </a:cubicBezTo>
                  <a:cubicBezTo>
                    <a:pt x="7956" y="94055"/>
                    <a:pt x="110" y="109217"/>
                    <a:pt x="31" y="109370"/>
                  </a:cubicBezTo>
                  <a:cubicBezTo>
                    <a:pt x="11" y="109410"/>
                    <a:pt x="1" y="109455"/>
                    <a:pt x="1" y="109499"/>
                  </a:cubicBezTo>
                  <a:cubicBezTo>
                    <a:pt x="1" y="109623"/>
                    <a:pt x="69" y="110257"/>
                    <a:pt x="1431" y="110646"/>
                  </a:cubicBezTo>
                  <a:cubicBezTo>
                    <a:pt x="2079" y="110832"/>
                    <a:pt x="2763" y="110877"/>
                    <a:pt x="3286" y="110877"/>
                  </a:cubicBezTo>
                  <a:cubicBezTo>
                    <a:pt x="3311" y="110877"/>
                    <a:pt x="3336" y="110877"/>
                    <a:pt x="3361" y="110877"/>
                  </a:cubicBezTo>
                  <a:cubicBezTo>
                    <a:pt x="3633" y="110877"/>
                    <a:pt x="3905" y="110863"/>
                    <a:pt x="4176" y="110833"/>
                  </a:cubicBezTo>
                  <a:cubicBezTo>
                    <a:pt x="4248" y="110824"/>
                    <a:pt x="4312" y="110788"/>
                    <a:pt x="4358" y="110734"/>
                  </a:cubicBezTo>
                  <a:cubicBezTo>
                    <a:pt x="4509" y="110552"/>
                    <a:pt x="19474" y="92544"/>
                    <a:pt x="22245" y="89513"/>
                  </a:cubicBezTo>
                  <a:cubicBezTo>
                    <a:pt x="25105" y="86385"/>
                    <a:pt x="27745" y="81016"/>
                    <a:pt x="28107" y="78486"/>
                  </a:cubicBezTo>
                  <a:cubicBezTo>
                    <a:pt x="28395" y="76466"/>
                    <a:pt x="28162" y="66301"/>
                    <a:pt x="28061" y="62446"/>
                  </a:cubicBezTo>
                  <a:lnTo>
                    <a:pt x="28061" y="62446"/>
                  </a:lnTo>
                  <a:cubicBezTo>
                    <a:pt x="29092" y="64804"/>
                    <a:pt x="31305" y="69694"/>
                    <a:pt x="33118" y="72544"/>
                  </a:cubicBezTo>
                  <a:cubicBezTo>
                    <a:pt x="35342" y="76039"/>
                    <a:pt x="36929" y="79211"/>
                    <a:pt x="37183" y="79724"/>
                  </a:cubicBezTo>
                  <a:cubicBezTo>
                    <a:pt x="37110" y="80411"/>
                    <a:pt x="36630" y="85207"/>
                    <a:pt x="37199" y="89276"/>
                  </a:cubicBezTo>
                  <a:cubicBezTo>
                    <a:pt x="37500" y="91433"/>
                    <a:pt x="37527" y="96071"/>
                    <a:pt x="37550" y="100162"/>
                  </a:cubicBezTo>
                  <a:cubicBezTo>
                    <a:pt x="37579" y="105234"/>
                    <a:pt x="37614" y="108373"/>
                    <a:pt x="37939" y="108978"/>
                  </a:cubicBezTo>
                  <a:cubicBezTo>
                    <a:pt x="38176" y="109418"/>
                    <a:pt x="38638" y="109700"/>
                    <a:pt x="39274" y="109793"/>
                  </a:cubicBezTo>
                  <a:cubicBezTo>
                    <a:pt x="39434" y="109816"/>
                    <a:pt x="39599" y="109827"/>
                    <a:pt x="39765" y="109827"/>
                  </a:cubicBezTo>
                  <a:cubicBezTo>
                    <a:pt x="40643" y="109827"/>
                    <a:pt x="41554" y="109527"/>
                    <a:pt x="41899" y="109182"/>
                  </a:cubicBezTo>
                  <a:cubicBezTo>
                    <a:pt x="42469" y="108610"/>
                    <a:pt x="42713" y="105638"/>
                    <a:pt x="42755" y="105055"/>
                  </a:cubicBezTo>
                  <a:cubicBezTo>
                    <a:pt x="42765" y="104947"/>
                    <a:pt x="43816" y="94297"/>
                    <a:pt x="44422" y="89357"/>
                  </a:cubicBezTo>
                  <a:cubicBezTo>
                    <a:pt x="44659" y="87431"/>
                    <a:pt x="44958" y="85622"/>
                    <a:pt x="45223" y="84027"/>
                  </a:cubicBezTo>
                  <a:cubicBezTo>
                    <a:pt x="45652" y="81436"/>
                    <a:pt x="45962" y="79564"/>
                    <a:pt x="45728" y="78803"/>
                  </a:cubicBezTo>
                  <a:cubicBezTo>
                    <a:pt x="45615" y="78439"/>
                    <a:pt x="45289" y="76803"/>
                    <a:pt x="44873" y="74729"/>
                  </a:cubicBezTo>
                  <a:cubicBezTo>
                    <a:pt x="43983" y="70288"/>
                    <a:pt x="42640" y="63576"/>
                    <a:pt x="41519" y="59682"/>
                  </a:cubicBezTo>
                  <a:cubicBezTo>
                    <a:pt x="40270" y="55342"/>
                    <a:pt x="37169" y="48350"/>
                    <a:pt x="35119" y="43722"/>
                  </a:cubicBezTo>
                  <a:cubicBezTo>
                    <a:pt x="34439" y="42187"/>
                    <a:pt x="33901" y="40975"/>
                    <a:pt x="33614" y="40267"/>
                  </a:cubicBezTo>
                  <a:cubicBezTo>
                    <a:pt x="32405" y="37290"/>
                    <a:pt x="31906" y="34919"/>
                    <a:pt x="32050" y="34199"/>
                  </a:cubicBezTo>
                  <a:cubicBezTo>
                    <a:pt x="32186" y="33517"/>
                    <a:pt x="34767" y="29457"/>
                    <a:pt x="35870" y="27723"/>
                  </a:cubicBezTo>
                  <a:cubicBezTo>
                    <a:pt x="36128" y="27318"/>
                    <a:pt x="36342" y="26981"/>
                    <a:pt x="36487" y="26749"/>
                  </a:cubicBezTo>
                  <a:cubicBezTo>
                    <a:pt x="37371" y="25334"/>
                    <a:pt x="37808" y="22699"/>
                    <a:pt x="36679" y="20253"/>
                  </a:cubicBezTo>
                  <a:cubicBezTo>
                    <a:pt x="36029" y="18844"/>
                    <a:pt x="36227" y="17075"/>
                    <a:pt x="36402" y="15516"/>
                  </a:cubicBezTo>
                  <a:cubicBezTo>
                    <a:pt x="36500" y="14646"/>
                    <a:pt x="36592" y="13827"/>
                    <a:pt x="36528" y="13152"/>
                  </a:cubicBezTo>
                  <a:cubicBezTo>
                    <a:pt x="36370" y="11483"/>
                    <a:pt x="34390" y="10618"/>
                    <a:pt x="32944" y="9988"/>
                  </a:cubicBezTo>
                  <a:cubicBezTo>
                    <a:pt x="32626" y="9850"/>
                    <a:pt x="32329" y="9720"/>
                    <a:pt x="32075" y="9593"/>
                  </a:cubicBezTo>
                  <a:cubicBezTo>
                    <a:pt x="30767" y="8938"/>
                    <a:pt x="30301" y="7436"/>
                    <a:pt x="30301" y="6247"/>
                  </a:cubicBezTo>
                  <a:cubicBezTo>
                    <a:pt x="30301" y="5006"/>
                    <a:pt x="31060" y="3218"/>
                    <a:pt x="31067" y="3199"/>
                  </a:cubicBezTo>
                  <a:cubicBezTo>
                    <a:pt x="31121" y="3074"/>
                    <a:pt x="31077" y="2928"/>
                    <a:pt x="30964" y="2853"/>
                  </a:cubicBezTo>
                  <a:cubicBezTo>
                    <a:pt x="30516" y="2562"/>
                    <a:pt x="26561" y="1"/>
                    <a:pt x="25370" y="1"/>
                  </a:cubicBezTo>
                  <a:cubicBezTo>
                    <a:pt x="25370" y="1"/>
                    <a:pt x="25369" y="1"/>
                    <a:pt x="253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4"/>
            <p:cNvSpPr/>
            <p:nvPr/>
          </p:nvSpPr>
          <p:spPr>
            <a:xfrm>
              <a:off x="4471959" y="2414229"/>
              <a:ext cx="34032" cy="79383"/>
            </a:xfrm>
            <a:custGeom>
              <a:avLst/>
              <a:gdLst/>
              <a:ahLst/>
              <a:cxnLst/>
              <a:rect l="l" t="t" r="r" b="b"/>
              <a:pathLst>
                <a:path w="1786" h="4166" extrusionOk="0">
                  <a:moveTo>
                    <a:pt x="303" y="0"/>
                  </a:moveTo>
                  <a:cubicBezTo>
                    <a:pt x="289" y="0"/>
                    <a:pt x="274" y="1"/>
                    <a:pt x="260" y="3"/>
                  </a:cubicBezTo>
                  <a:cubicBezTo>
                    <a:pt x="107" y="28"/>
                    <a:pt x="1" y="172"/>
                    <a:pt x="27" y="327"/>
                  </a:cubicBezTo>
                  <a:cubicBezTo>
                    <a:pt x="181" y="1341"/>
                    <a:pt x="1150" y="3878"/>
                    <a:pt x="1191" y="3985"/>
                  </a:cubicBezTo>
                  <a:cubicBezTo>
                    <a:pt x="1231" y="4094"/>
                    <a:pt x="1336" y="4166"/>
                    <a:pt x="1453" y="4166"/>
                  </a:cubicBezTo>
                  <a:cubicBezTo>
                    <a:pt x="1650" y="4166"/>
                    <a:pt x="1786" y="3969"/>
                    <a:pt x="1716" y="3785"/>
                  </a:cubicBezTo>
                  <a:cubicBezTo>
                    <a:pt x="1705" y="3759"/>
                    <a:pt x="728" y="1196"/>
                    <a:pt x="581" y="241"/>
                  </a:cubicBezTo>
                  <a:cubicBezTo>
                    <a:pt x="561" y="101"/>
                    <a:pt x="440" y="0"/>
                    <a:pt x="3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4"/>
            <p:cNvSpPr/>
            <p:nvPr/>
          </p:nvSpPr>
          <p:spPr>
            <a:xfrm>
              <a:off x="4276817" y="2645537"/>
              <a:ext cx="102554" cy="34871"/>
            </a:xfrm>
            <a:custGeom>
              <a:avLst/>
              <a:gdLst/>
              <a:ahLst/>
              <a:cxnLst/>
              <a:rect l="l" t="t" r="r" b="b"/>
              <a:pathLst>
                <a:path w="5382" h="1830" extrusionOk="0">
                  <a:moveTo>
                    <a:pt x="5061" y="1"/>
                  </a:moveTo>
                  <a:cubicBezTo>
                    <a:pt x="5020" y="1"/>
                    <a:pt x="4979" y="9"/>
                    <a:pt x="4940" y="28"/>
                  </a:cubicBezTo>
                  <a:cubicBezTo>
                    <a:pt x="2779" y="1110"/>
                    <a:pt x="1374" y="1265"/>
                    <a:pt x="744" y="1265"/>
                  </a:cubicBezTo>
                  <a:cubicBezTo>
                    <a:pt x="497" y="1265"/>
                    <a:pt x="369" y="1241"/>
                    <a:pt x="362" y="1240"/>
                  </a:cubicBezTo>
                  <a:cubicBezTo>
                    <a:pt x="344" y="1236"/>
                    <a:pt x="326" y="1235"/>
                    <a:pt x="308" y="1235"/>
                  </a:cubicBezTo>
                  <a:cubicBezTo>
                    <a:pt x="178" y="1235"/>
                    <a:pt x="62" y="1325"/>
                    <a:pt x="32" y="1456"/>
                  </a:cubicBezTo>
                  <a:cubicBezTo>
                    <a:pt x="0" y="1604"/>
                    <a:pt x="94" y="1753"/>
                    <a:pt x="241" y="1790"/>
                  </a:cubicBezTo>
                  <a:cubicBezTo>
                    <a:pt x="263" y="1794"/>
                    <a:pt x="433" y="1829"/>
                    <a:pt x="753" y="1829"/>
                  </a:cubicBezTo>
                  <a:cubicBezTo>
                    <a:pt x="1475" y="1829"/>
                    <a:pt x="2955" y="1648"/>
                    <a:pt x="5192" y="531"/>
                  </a:cubicBezTo>
                  <a:cubicBezTo>
                    <a:pt x="5328" y="460"/>
                    <a:pt x="5382" y="293"/>
                    <a:pt x="5313" y="156"/>
                  </a:cubicBezTo>
                  <a:cubicBezTo>
                    <a:pt x="5264" y="58"/>
                    <a:pt x="5164" y="1"/>
                    <a:pt x="506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4"/>
            <p:cNvSpPr/>
            <p:nvPr/>
          </p:nvSpPr>
          <p:spPr>
            <a:xfrm>
              <a:off x="3818982" y="2883248"/>
              <a:ext cx="867593" cy="1349551"/>
            </a:xfrm>
            <a:custGeom>
              <a:avLst/>
              <a:gdLst/>
              <a:ahLst/>
              <a:cxnLst/>
              <a:rect l="l" t="t" r="r" b="b"/>
              <a:pathLst>
                <a:path w="45531" h="70824" extrusionOk="0">
                  <a:moveTo>
                    <a:pt x="17240" y="1"/>
                  </a:moveTo>
                  <a:cubicBezTo>
                    <a:pt x="16809" y="931"/>
                    <a:pt x="16350" y="2009"/>
                    <a:pt x="15879" y="3319"/>
                  </a:cubicBezTo>
                  <a:cubicBezTo>
                    <a:pt x="13862" y="8934"/>
                    <a:pt x="14124" y="19372"/>
                    <a:pt x="14738" y="26128"/>
                  </a:cubicBezTo>
                  <a:cubicBezTo>
                    <a:pt x="15352" y="32882"/>
                    <a:pt x="17371" y="39286"/>
                    <a:pt x="17371" y="39286"/>
                  </a:cubicBezTo>
                  <a:cubicBezTo>
                    <a:pt x="17371" y="39286"/>
                    <a:pt x="12282" y="47444"/>
                    <a:pt x="10090" y="50953"/>
                  </a:cubicBezTo>
                  <a:cubicBezTo>
                    <a:pt x="7897" y="54462"/>
                    <a:pt x="1" y="69727"/>
                    <a:pt x="1" y="69727"/>
                  </a:cubicBezTo>
                  <a:cubicBezTo>
                    <a:pt x="1" y="69727"/>
                    <a:pt x="1" y="70253"/>
                    <a:pt x="1229" y="70605"/>
                  </a:cubicBezTo>
                  <a:cubicBezTo>
                    <a:pt x="1843" y="70780"/>
                    <a:pt x="2501" y="70823"/>
                    <a:pt x="3006" y="70823"/>
                  </a:cubicBezTo>
                  <a:cubicBezTo>
                    <a:pt x="3510" y="70823"/>
                    <a:pt x="3861" y="70780"/>
                    <a:pt x="3861" y="70780"/>
                  </a:cubicBezTo>
                  <a:cubicBezTo>
                    <a:pt x="3861" y="70780"/>
                    <a:pt x="18950" y="52620"/>
                    <a:pt x="21756" y="49550"/>
                  </a:cubicBezTo>
                  <a:cubicBezTo>
                    <a:pt x="24564" y="46479"/>
                    <a:pt x="27196" y="41129"/>
                    <a:pt x="27546" y="38672"/>
                  </a:cubicBezTo>
                  <a:cubicBezTo>
                    <a:pt x="27898" y="36214"/>
                    <a:pt x="27459" y="21215"/>
                    <a:pt x="27459" y="21214"/>
                  </a:cubicBezTo>
                  <a:lnTo>
                    <a:pt x="27459" y="21214"/>
                  </a:lnTo>
                  <a:cubicBezTo>
                    <a:pt x="27459" y="21214"/>
                    <a:pt x="30618" y="28759"/>
                    <a:pt x="33074" y="32619"/>
                  </a:cubicBezTo>
                  <a:cubicBezTo>
                    <a:pt x="35532" y="36478"/>
                    <a:pt x="37191" y="39900"/>
                    <a:pt x="37191" y="39900"/>
                  </a:cubicBezTo>
                  <a:cubicBezTo>
                    <a:pt x="37191" y="39900"/>
                    <a:pt x="36583" y="45076"/>
                    <a:pt x="37197" y="49463"/>
                  </a:cubicBezTo>
                  <a:cubicBezTo>
                    <a:pt x="37811" y="53848"/>
                    <a:pt x="37293" y="67931"/>
                    <a:pt x="37907" y="69072"/>
                  </a:cubicBezTo>
                  <a:cubicBezTo>
                    <a:pt x="38185" y="69587"/>
                    <a:pt x="38821" y="69772"/>
                    <a:pt x="39484" y="69772"/>
                  </a:cubicBezTo>
                  <a:cubicBezTo>
                    <a:pt x="40288" y="69772"/>
                    <a:pt x="41132" y="69499"/>
                    <a:pt x="41421" y="69210"/>
                  </a:cubicBezTo>
                  <a:cubicBezTo>
                    <a:pt x="41947" y="68684"/>
                    <a:pt x="42198" y="65254"/>
                    <a:pt x="42198" y="65254"/>
                  </a:cubicBezTo>
                  <a:cubicBezTo>
                    <a:pt x="42198" y="65254"/>
                    <a:pt x="43250" y="54551"/>
                    <a:pt x="43864" y="49550"/>
                  </a:cubicBezTo>
                  <a:cubicBezTo>
                    <a:pt x="44479" y="44551"/>
                    <a:pt x="45531" y="40251"/>
                    <a:pt x="45181" y="39111"/>
                  </a:cubicBezTo>
                  <a:cubicBezTo>
                    <a:pt x="44829" y="37970"/>
                    <a:pt x="42636" y="25776"/>
                    <a:pt x="40969" y="19986"/>
                  </a:cubicBezTo>
                  <a:cubicBezTo>
                    <a:pt x="39376" y="14453"/>
                    <a:pt x="34661" y="4357"/>
                    <a:pt x="33251" y="1023"/>
                  </a:cubicBezTo>
                  <a:cubicBezTo>
                    <a:pt x="30986" y="1871"/>
                    <a:pt x="28774" y="2193"/>
                    <a:pt x="26723" y="2193"/>
                  </a:cubicBezTo>
                  <a:cubicBezTo>
                    <a:pt x="22649" y="2193"/>
                    <a:pt x="19208" y="926"/>
                    <a:pt x="172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4"/>
            <p:cNvSpPr/>
            <p:nvPr/>
          </p:nvSpPr>
          <p:spPr>
            <a:xfrm>
              <a:off x="3813647" y="2877894"/>
              <a:ext cx="875844" cy="1360260"/>
            </a:xfrm>
            <a:custGeom>
              <a:avLst/>
              <a:gdLst/>
              <a:ahLst/>
              <a:cxnLst/>
              <a:rect l="l" t="t" r="r" b="b"/>
              <a:pathLst>
                <a:path w="45964" h="71386" extrusionOk="0">
                  <a:moveTo>
                    <a:pt x="17657" y="654"/>
                  </a:moveTo>
                  <a:cubicBezTo>
                    <a:pt x="19756" y="1609"/>
                    <a:pt x="23090" y="2759"/>
                    <a:pt x="26989" y="2759"/>
                  </a:cubicBezTo>
                  <a:cubicBezTo>
                    <a:pt x="28999" y="2759"/>
                    <a:pt x="31158" y="2453"/>
                    <a:pt x="33376" y="1659"/>
                  </a:cubicBezTo>
                  <a:cubicBezTo>
                    <a:pt x="33681" y="2372"/>
                    <a:pt x="34108" y="3334"/>
                    <a:pt x="34607" y="4460"/>
                  </a:cubicBezTo>
                  <a:cubicBezTo>
                    <a:pt x="36650" y="9072"/>
                    <a:pt x="39739" y="16040"/>
                    <a:pt x="40979" y="20344"/>
                  </a:cubicBezTo>
                  <a:cubicBezTo>
                    <a:pt x="42093" y="24216"/>
                    <a:pt x="43435" y="30915"/>
                    <a:pt x="44322" y="35347"/>
                  </a:cubicBezTo>
                  <a:cubicBezTo>
                    <a:pt x="44756" y="37516"/>
                    <a:pt x="45071" y="39085"/>
                    <a:pt x="45191" y="39473"/>
                  </a:cubicBezTo>
                  <a:cubicBezTo>
                    <a:pt x="45386" y="40111"/>
                    <a:pt x="45054" y="42118"/>
                    <a:pt x="44669" y="44441"/>
                  </a:cubicBezTo>
                  <a:cubicBezTo>
                    <a:pt x="44403" y="46042"/>
                    <a:pt x="44101" y="47858"/>
                    <a:pt x="43864" y="49796"/>
                  </a:cubicBezTo>
                  <a:cubicBezTo>
                    <a:pt x="43257" y="54742"/>
                    <a:pt x="42207" y="65399"/>
                    <a:pt x="42197" y="65513"/>
                  </a:cubicBezTo>
                  <a:cubicBezTo>
                    <a:pt x="42077" y="67148"/>
                    <a:pt x="41784" y="69007"/>
                    <a:pt x="41501" y="69292"/>
                  </a:cubicBezTo>
                  <a:cubicBezTo>
                    <a:pt x="41278" y="69513"/>
                    <a:pt x="40505" y="69771"/>
                    <a:pt x="39761" y="69771"/>
                  </a:cubicBezTo>
                  <a:cubicBezTo>
                    <a:pt x="39623" y="69771"/>
                    <a:pt x="39486" y="69762"/>
                    <a:pt x="39354" y="69742"/>
                  </a:cubicBezTo>
                  <a:cubicBezTo>
                    <a:pt x="39038" y="69696"/>
                    <a:pt x="38622" y="69567"/>
                    <a:pt x="38434" y="69219"/>
                  </a:cubicBezTo>
                  <a:cubicBezTo>
                    <a:pt x="38157" y="68705"/>
                    <a:pt x="38133" y="64433"/>
                    <a:pt x="38112" y="60665"/>
                  </a:cubicBezTo>
                  <a:cubicBezTo>
                    <a:pt x="38088" y="56556"/>
                    <a:pt x="38062" y="51898"/>
                    <a:pt x="37754" y="49704"/>
                  </a:cubicBezTo>
                  <a:cubicBezTo>
                    <a:pt x="37153" y="45405"/>
                    <a:pt x="37743" y="40264"/>
                    <a:pt x="37750" y="40213"/>
                  </a:cubicBezTo>
                  <a:cubicBezTo>
                    <a:pt x="37756" y="40160"/>
                    <a:pt x="37747" y="40106"/>
                    <a:pt x="37724" y="40057"/>
                  </a:cubicBezTo>
                  <a:cubicBezTo>
                    <a:pt x="37706" y="40023"/>
                    <a:pt x="36027" y="36577"/>
                    <a:pt x="33590" y="32748"/>
                  </a:cubicBezTo>
                  <a:cubicBezTo>
                    <a:pt x="31175" y="28954"/>
                    <a:pt x="28029" y="21461"/>
                    <a:pt x="27999" y="21387"/>
                  </a:cubicBezTo>
                  <a:cubicBezTo>
                    <a:pt x="27953" y="21281"/>
                    <a:pt x="27850" y="21214"/>
                    <a:pt x="27739" y="21214"/>
                  </a:cubicBezTo>
                  <a:cubicBezTo>
                    <a:pt x="27720" y="21214"/>
                    <a:pt x="27699" y="21216"/>
                    <a:pt x="27679" y="21221"/>
                  </a:cubicBezTo>
                  <a:cubicBezTo>
                    <a:pt x="27546" y="21250"/>
                    <a:pt x="27453" y="21368"/>
                    <a:pt x="27458" y="21504"/>
                  </a:cubicBezTo>
                  <a:cubicBezTo>
                    <a:pt x="27462" y="21654"/>
                    <a:pt x="27892" y="36508"/>
                    <a:pt x="27549" y="38913"/>
                  </a:cubicBezTo>
                  <a:cubicBezTo>
                    <a:pt x="27205" y="41314"/>
                    <a:pt x="24579" y="46636"/>
                    <a:pt x="21829" y="49642"/>
                  </a:cubicBezTo>
                  <a:cubicBezTo>
                    <a:pt x="19152" y="52572"/>
                    <a:pt x="5143" y="69416"/>
                    <a:pt x="3998" y="70792"/>
                  </a:cubicBezTo>
                  <a:cubicBezTo>
                    <a:pt x="3861" y="70805"/>
                    <a:pt x="3604" y="70823"/>
                    <a:pt x="3282" y="70823"/>
                  </a:cubicBezTo>
                  <a:cubicBezTo>
                    <a:pt x="2798" y="70823"/>
                    <a:pt x="2169" y="70781"/>
                    <a:pt x="1586" y="70616"/>
                  </a:cubicBezTo>
                  <a:cubicBezTo>
                    <a:pt x="835" y="70400"/>
                    <a:pt x="632" y="70137"/>
                    <a:pt x="580" y="70043"/>
                  </a:cubicBezTo>
                  <a:cubicBezTo>
                    <a:pt x="1249" y="68752"/>
                    <a:pt x="8535" y="54701"/>
                    <a:pt x="10606" y="51383"/>
                  </a:cubicBezTo>
                  <a:cubicBezTo>
                    <a:pt x="12800" y="47873"/>
                    <a:pt x="17889" y="39716"/>
                    <a:pt x="17889" y="39716"/>
                  </a:cubicBezTo>
                  <a:cubicBezTo>
                    <a:pt x="17932" y="39646"/>
                    <a:pt x="17943" y="39559"/>
                    <a:pt x="17918" y="39482"/>
                  </a:cubicBezTo>
                  <a:cubicBezTo>
                    <a:pt x="17897" y="39418"/>
                    <a:pt x="15902" y="33030"/>
                    <a:pt x="15298" y="26382"/>
                  </a:cubicBezTo>
                  <a:cubicBezTo>
                    <a:pt x="14613" y="18836"/>
                    <a:pt x="14547" y="8913"/>
                    <a:pt x="16423" y="3693"/>
                  </a:cubicBezTo>
                  <a:cubicBezTo>
                    <a:pt x="16796" y="2655"/>
                    <a:pt x="17202" y="1657"/>
                    <a:pt x="17657" y="654"/>
                  </a:cubicBezTo>
                  <a:close/>
                  <a:moveTo>
                    <a:pt x="17519" y="1"/>
                  </a:moveTo>
                  <a:cubicBezTo>
                    <a:pt x="17486" y="1"/>
                    <a:pt x="17454" y="6"/>
                    <a:pt x="17423" y="18"/>
                  </a:cubicBezTo>
                  <a:cubicBezTo>
                    <a:pt x="17353" y="44"/>
                    <a:pt x="17296" y="97"/>
                    <a:pt x="17264" y="164"/>
                  </a:cubicBezTo>
                  <a:cubicBezTo>
                    <a:pt x="16754" y="1269"/>
                    <a:pt x="16306" y="2363"/>
                    <a:pt x="15895" y="3505"/>
                  </a:cubicBezTo>
                  <a:cubicBezTo>
                    <a:pt x="13496" y="10182"/>
                    <a:pt x="14403" y="22743"/>
                    <a:pt x="14738" y="26435"/>
                  </a:cubicBezTo>
                  <a:cubicBezTo>
                    <a:pt x="15303" y="32629"/>
                    <a:pt x="17062" y="38598"/>
                    <a:pt x="17345" y="39527"/>
                  </a:cubicBezTo>
                  <a:cubicBezTo>
                    <a:pt x="16735" y="40505"/>
                    <a:pt x="12176" y="47814"/>
                    <a:pt x="10131" y="51086"/>
                  </a:cubicBezTo>
                  <a:cubicBezTo>
                    <a:pt x="7956" y="54564"/>
                    <a:pt x="110" y="69726"/>
                    <a:pt x="31" y="69879"/>
                  </a:cubicBezTo>
                  <a:cubicBezTo>
                    <a:pt x="11" y="69919"/>
                    <a:pt x="1" y="69964"/>
                    <a:pt x="1" y="70008"/>
                  </a:cubicBezTo>
                  <a:cubicBezTo>
                    <a:pt x="1" y="70132"/>
                    <a:pt x="69" y="70766"/>
                    <a:pt x="1433" y="71155"/>
                  </a:cubicBezTo>
                  <a:cubicBezTo>
                    <a:pt x="2079" y="71341"/>
                    <a:pt x="2763" y="71386"/>
                    <a:pt x="3286" y="71386"/>
                  </a:cubicBezTo>
                  <a:cubicBezTo>
                    <a:pt x="3300" y="71386"/>
                    <a:pt x="3313" y="71386"/>
                    <a:pt x="3327" y="71386"/>
                  </a:cubicBezTo>
                  <a:cubicBezTo>
                    <a:pt x="3611" y="71386"/>
                    <a:pt x="3895" y="71371"/>
                    <a:pt x="4178" y="71341"/>
                  </a:cubicBezTo>
                  <a:cubicBezTo>
                    <a:pt x="4249" y="71332"/>
                    <a:pt x="4315" y="71295"/>
                    <a:pt x="4360" y="71242"/>
                  </a:cubicBezTo>
                  <a:cubicBezTo>
                    <a:pt x="4510" y="71059"/>
                    <a:pt x="19477" y="53052"/>
                    <a:pt x="22248" y="50021"/>
                  </a:cubicBezTo>
                  <a:cubicBezTo>
                    <a:pt x="25108" y="46893"/>
                    <a:pt x="27746" y="41524"/>
                    <a:pt x="28108" y="38994"/>
                  </a:cubicBezTo>
                  <a:cubicBezTo>
                    <a:pt x="28397" y="36972"/>
                    <a:pt x="28163" y="26808"/>
                    <a:pt x="28063" y="22953"/>
                  </a:cubicBezTo>
                  <a:lnTo>
                    <a:pt x="28063" y="22953"/>
                  </a:lnTo>
                  <a:cubicBezTo>
                    <a:pt x="29094" y="25312"/>
                    <a:pt x="31306" y="30202"/>
                    <a:pt x="33119" y="33052"/>
                  </a:cubicBezTo>
                  <a:cubicBezTo>
                    <a:pt x="35343" y="36546"/>
                    <a:pt x="36932" y="39718"/>
                    <a:pt x="37185" y="40232"/>
                  </a:cubicBezTo>
                  <a:cubicBezTo>
                    <a:pt x="37111" y="40919"/>
                    <a:pt x="36631" y="45714"/>
                    <a:pt x="37201" y="49783"/>
                  </a:cubicBezTo>
                  <a:cubicBezTo>
                    <a:pt x="37503" y="51940"/>
                    <a:pt x="37530" y="56578"/>
                    <a:pt x="37553" y="60669"/>
                  </a:cubicBezTo>
                  <a:cubicBezTo>
                    <a:pt x="37581" y="65742"/>
                    <a:pt x="37616" y="68880"/>
                    <a:pt x="37941" y="69486"/>
                  </a:cubicBezTo>
                  <a:cubicBezTo>
                    <a:pt x="38179" y="69926"/>
                    <a:pt x="38640" y="70207"/>
                    <a:pt x="39275" y="70301"/>
                  </a:cubicBezTo>
                  <a:cubicBezTo>
                    <a:pt x="39435" y="70324"/>
                    <a:pt x="39600" y="70335"/>
                    <a:pt x="39767" y="70335"/>
                  </a:cubicBezTo>
                  <a:cubicBezTo>
                    <a:pt x="40646" y="70335"/>
                    <a:pt x="41556" y="70034"/>
                    <a:pt x="41901" y="69690"/>
                  </a:cubicBezTo>
                  <a:cubicBezTo>
                    <a:pt x="42471" y="69118"/>
                    <a:pt x="42714" y="66146"/>
                    <a:pt x="42757" y="65562"/>
                  </a:cubicBezTo>
                  <a:cubicBezTo>
                    <a:pt x="42768" y="65454"/>
                    <a:pt x="43817" y="54805"/>
                    <a:pt x="44424" y="49865"/>
                  </a:cubicBezTo>
                  <a:cubicBezTo>
                    <a:pt x="44660" y="47938"/>
                    <a:pt x="44960" y="46130"/>
                    <a:pt x="45224" y="44534"/>
                  </a:cubicBezTo>
                  <a:cubicBezTo>
                    <a:pt x="45653" y="41944"/>
                    <a:pt x="45964" y="40071"/>
                    <a:pt x="45729" y="39310"/>
                  </a:cubicBezTo>
                  <a:cubicBezTo>
                    <a:pt x="45618" y="38947"/>
                    <a:pt x="45290" y="37311"/>
                    <a:pt x="44874" y="35237"/>
                  </a:cubicBezTo>
                  <a:cubicBezTo>
                    <a:pt x="43985" y="30796"/>
                    <a:pt x="42642" y="24084"/>
                    <a:pt x="41520" y="20190"/>
                  </a:cubicBezTo>
                  <a:cubicBezTo>
                    <a:pt x="40270" y="15849"/>
                    <a:pt x="37171" y="8859"/>
                    <a:pt x="35120" y="4234"/>
                  </a:cubicBezTo>
                  <a:cubicBezTo>
                    <a:pt x="34563" y="2977"/>
                    <a:pt x="34096" y="1924"/>
                    <a:pt x="33789" y="1195"/>
                  </a:cubicBezTo>
                  <a:cubicBezTo>
                    <a:pt x="33744" y="1088"/>
                    <a:pt x="33640" y="1023"/>
                    <a:pt x="33531" y="1023"/>
                  </a:cubicBezTo>
                  <a:cubicBezTo>
                    <a:pt x="33498" y="1023"/>
                    <a:pt x="33464" y="1029"/>
                    <a:pt x="33431" y="1042"/>
                  </a:cubicBezTo>
                  <a:cubicBezTo>
                    <a:pt x="31195" y="1879"/>
                    <a:pt x="29014" y="2198"/>
                    <a:pt x="26988" y="2198"/>
                  </a:cubicBezTo>
                  <a:cubicBezTo>
                    <a:pt x="23030" y="2198"/>
                    <a:pt x="19665" y="980"/>
                    <a:pt x="17639" y="28"/>
                  </a:cubicBezTo>
                  <a:cubicBezTo>
                    <a:pt x="17601" y="10"/>
                    <a:pt x="17560" y="1"/>
                    <a:pt x="175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4"/>
            <p:cNvSpPr/>
            <p:nvPr/>
          </p:nvSpPr>
          <p:spPr>
            <a:xfrm>
              <a:off x="5055175" y="2964518"/>
              <a:ext cx="217551" cy="233233"/>
            </a:xfrm>
            <a:custGeom>
              <a:avLst/>
              <a:gdLst/>
              <a:ahLst/>
              <a:cxnLst/>
              <a:rect l="l" t="t" r="r" b="b"/>
              <a:pathLst>
                <a:path w="11417" h="12240" extrusionOk="0">
                  <a:moveTo>
                    <a:pt x="4" y="0"/>
                  </a:moveTo>
                  <a:lnTo>
                    <a:pt x="4" y="9002"/>
                  </a:lnTo>
                  <a:lnTo>
                    <a:pt x="968" y="9002"/>
                  </a:lnTo>
                  <a:lnTo>
                    <a:pt x="968" y="10150"/>
                  </a:lnTo>
                  <a:lnTo>
                    <a:pt x="1" y="10150"/>
                  </a:lnTo>
                  <a:lnTo>
                    <a:pt x="1" y="12240"/>
                  </a:lnTo>
                  <a:lnTo>
                    <a:pt x="3704" y="12240"/>
                  </a:lnTo>
                  <a:lnTo>
                    <a:pt x="3704" y="11538"/>
                  </a:lnTo>
                  <a:lnTo>
                    <a:pt x="7713" y="11538"/>
                  </a:lnTo>
                  <a:lnTo>
                    <a:pt x="7713" y="12240"/>
                  </a:lnTo>
                  <a:lnTo>
                    <a:pt x="11416" y="12240"/>
                  </a:lnTo>
                  <a:lnTo>
                    <a:pt x="11416" y="10150"/>
                  </a:lnTo>
                  <a:lnTo>
                    <a:pt x="10451" y="10150"/>
                  </a:lnTo>
                  <a:lnTo>
                    <a:pt x="10451" y="9002"/>
                  </a:lnTo>
                  <a:lnTo>
                    <a:pt x="11415" y="9002"/>
                  </a:lnTo>
                  <a:lnTo>
                    <a:pt x="1141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4"/>
            <p:cNvSpPr/>
            <p:nvPr/>
          </p:nvSpPr>
          <p:spPr>
            <a:xfrm>
              <a:off x="5049840" y="2959183"/>
              <a:ext cx="228241" cy="243904"/>
            </a:xfrm>
            <a:custGeom>
              <a:avLst/>
              <a:gdLst/>
              <a:ahLst/>
              <a:cxnLst/>
              <a:rect l="l" t="t" r="r" b="b"/>
              <a:pathLst>
                <a:path w="11978" h="12800" extrusionOk="0">
                  <a:moveTo>
                    <a:pt x="11415" y="562"/>
                  </a:moveTo>
                  <a:lnTo>
                    <a:pt x="11415" y="9000"/>
                  </a:lnTo>
                  <a:lnTo>
                    <a:pt x="10732" y="9000"/>
                  </a:lnTo>
                  <a:cubicBezTo>
                    <a:pt x="10576" y="9000"/>
                    <a:pt x="10451" y="9126"/>
                    <a:pt x="10451" y="9282"/>
                  </a:cubicBezTo>
                  <a:lnTo>
                    <a:pt x="10451" y="10430"/>
                  </a:lnTo>
                  <a:cubicBezTo>
                    <a:pt x="10451" y="10584"/>
                    <a:pt x="10576" y="10711"/>
                    <a:pt x="10732" y="10711"/>
                  </a:cubicBezTo>
                  <a:lnTo>
                    <a:pt x="11416" y="10711"/>
                  </a:lnTo>
                  <a:lnTo>
                    <a:pt x="11416" y="12238"/>
                  </a:lnTo>
                  <a:lnTo>
                    <a:pt x="8276" y="12238"/>
                  </a:lnTo>
                  <a:lnTo>
                    <a:pt x="8275" y="11817"/>
                  </a:lnTo>
                  <a:cubicBezTo>
                    <a:pt x="8275" y="11662"/>
                    <a:pt x="8149" y="11537"/>
                    <a:pt x="7993" y="11537"/>
                  </a:cubicBezTo>
                  <a:lnTo>
                    <a:pt x="3984" y="11537"/>
                  </a:lnTo>
                  <a:cubicBezTo>
                    <a:pt x="3829" y="11537"/>
                    <a:pt x="3702" y="11662"/>
                    <a:pt x="3704" y="11817"/>
                  </a:cubicBezTo>
                  <a:lnTo>
                    <a:pt x="3704" y="12238"/>
                  </a:lnTo>
                  <a:lnTo>
                    <a:pt x="562" y="12238"/>
                  </a:lnTo>
                  <a:lnTo>
                    <a:pt x="562" y="10711"/>
                  </a:lnTo>
                  <a:lnTo>
                    <a:pt x="1248" y="10711"/>
                  </a:lnTo>
                  <a:cubicBezTo>
                    <a:pt x="1402" y="10711"/>
                    <a:pt x="1528" y="10584"/>
                    <a:pt x="1528" y="10430"/>
                  </a:cubicBezTo>
                  <a:lnTo>
                    <a:pt x="1528" y="9282"/>
                  </a:lnTo>
                  <a:cubicBezTo>
                    <a:pt x="1528" y="9126"/>
                    <a:pt x="1402" y="9000"/>
                    <a:pt x="1248" y="9000"/>
                  </a:cubicBezTo>
                  <a:lnTo>
                    <a:pt x="564" y="9000"/>
                  </a:lnTo>
                  <a:lnTo>
                    <a:pt x="564" y="562"/>
                  </a:lnTo>
                  <a:close/>
                  <a:moveTo>
                    <a:pt x="284" y="0"/>
                  </a:moveTo>
                  <a:cubicBezTo>
                    <a:pt x="128" y="0"/>
                    <a:pt x="2" y="126"/>
                    <a:pt x="2" y="280"/>
                  </a:cubicBezTo>
                  <a:lnTo>
                    <a:pt x="2" y="9282"/>
                  </a:lnTo>
                  <a:cubicBezTo>
                    <a:pt x="2" y="9436"/>
                    <a:pt x="128" y="9563"/>
                    <a:pt x="284" y="9563"/>
                  </a:cubicBezTo>
                  <a:lnTo>
                    <a:pt x="966" y="9563"/>
                  </a:lnTo>
                  <a:lnTo>
                    <a:pt x="966" y="10148"/>
                  </a:lnTo>
                  <a:lnTo>
                    <a:pt x="281" y="10148"/>
                  </a:lnTo>
                  <a:cubicBezTo>
                    <a:pt x="126" y="10148"/>
                    <a:pt x="1" y="10275"/>
                    <a:pt x="1" y="10430"/>
                  </a:cubicBezTo>
                  <a:lnTo>
                    <a:pt x="1" y="12520"/>
                  </a:lnTo>
                  <a:cubicBezTo>
                    <a:pt x="1" y="12674"/>
                    <a:pt x="126" y="12800"/>
                    <a:pt x="281" y="12800"/>
                  </a:cubicBezTo>
                  <a:lnTo>
                    <a:pt x="3984" y="12800"/>
                  </a:lnTo>
                  <a:cubicBezTo>
                    <a:pt x="4138" y="12800"/>
                    <a:pt x="4265" y="12674"/>
                    <a:pt x="4265" y="12520"/>
                  </a:cubicBezTo>
                  <a:lnTo>
                    <a:pt x="4265" y="12098"/>
                  </a:lnTo>
                  <a:lnTo>
                    <a:pt x="7713" y="12098"/>
                  </a:lnTo>
                  <a:lnTo>
                    <a:pt x="7713" y="12520"/>
                  </a:lnTo>
                  <a:cubicBezTo>
                    <a:pt x="7713" y="12674"/>
                    <a:pt x="7838" y="12800"/>
                    <a:pt x="7993" y="12800"/>
                  </a:cubicBezTo>
                  <a:lnTo>
                    <a:pt x="11696" y="12800"/>
                  </a:lnTo>
                  <a:cubicBezTo>
                    <a:pt x="11852" y="12800"/>
                    <a:pt x="11978" y="12674"/>
                    <a:pt x="11978" y="12520"/>
                  </a:cubicBezTo>
                  <a:lnTo>
                    <a:pt x="11978" y="10430"/>
                  </a:lnTo>
                  <a:cubicBezTo>
                    <a:pt x="11978" y="10275"/>
                    <a:pt x="11852" y="10148"/>
                    <a:pt x="11696" y="10148"/>
                  </a:cubicBezTo>
                  <a:lnTo>
                    <a:pt x="11012" y="10148"/>
                  </a:lnTo>
                  <a:lnTo>
                    <a:pt x="11012" y="9563"/>
                  </a:lnTo>
                  <a:lnTo>
                    <a:pt x="11696" y="9563"/>
                  </a:lnTo>
                  <a:cubicBezTo>
                    <a:pt x="11851" y="9563"/>
                    <a:pt x="11976" y="9436"/>
                    <a:pt x="11976" y="9282"/>
                  </a:cubicBezTo>
                  <a:lnTo>
                    <a:pt x="11976" y="280"/>
                  </a:lnTo>
                  <a:cubicBezTo>
                    <a:pt x="11976" y="126"/>
                    <a:pt x="11851" y="0"/>
                    <a:pt x="116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4"/>
            <p:cNvSpPr/>
            <p:nvPr/>
          </p:nvSpPr>
          <p:spPr>
            <a:xfrm>
              <a:off x="4085943" y="2913203"/>
              <a:ext cx="1280229" cy="76601"/>
            </a:xfrm>
            <a:custGeom>
              <a:avLst/>
              <a:gdLst/>
              <a:ahLst/>
              <a:cxnLst/>
              <a:rect l="l" t="t" r="r" b="b"/>
              <a:pathLst>
                <a:path w="67186" h="4020" extrusionOk="0">
                  <a:moveTo>
                    <a:pt x="1" y="1"/>
                  </a:moveTo>
                  <a:lnTo>
                    <a:pt x="1" y="4019"/>
                  </a:lnTo>
                  <a:lnTo>
                    <a:pt x="67154" y="4019"/>
                  </a:lnTo>
                  <a:cubicBezTo>
                    <a:pt x="67171" y="4019"/>
                    <a:pt x="67186" y="4006"/>
                    <a:pt x="67186" y="3987"/>
                  </a:cubicBezTo>
                  <a:lnTo>
                    <a:pt x="67186" y="35"/>
                  </a:lnTo>
                  <a:cubicBezTo>
                    <a:pt x="67186" y="16"/>
                    <a:pt x="67171" y="1"/>
                    <a:pt x="67154"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4"/>
            <p:cNvSpPr/>
            <p:nvPr/>
          </p:nvSpPr>
          <p:spPr>
            <a:xfrm>
              <a:off x="4080588" y="2907868"/>
              <a:ext cx="1290957" cy="87291"/>
            </a:xfrm>
            <a:custGeom>
              <a:avLst/>
              <a:gdLst/>
              <a:ahLst/>
              <a:cxnLst/>
              <a:rect l="l" t="t" r="r" b="b"/>
              <a:pathLst>
                <a:path w="67749" h="4581" extrusionOk="0">
                  <a:moveTo>
                    <a:pt x="66465" y="562"/>
                  </a:moveTo>
                  <a:cubicBezTo>
                    <a:pt x="66863" y="562"/>
                    <a:pt x="67185" y="886"/>
                    <a:pt x="67185" y="1284"/>
                  </a:cubicBezTo>
                  <a:lnTo>
                    <a:pt x="67185" y="3297"/>
                  </a:lnTo>
                  <a:cubicBezTo>
                    <a:pt x="67185" y="3695"/>
                    <a:pt x="66863" y="4018"/>
                    <a:pt x="66465" y="4019"/>
                  </a:cubicBezTo>
                  <a:lnTo>
                    <a:pt x="563" y="4019"/>
                  </a:lnTo>
                  <a:lnTo>
                    <a:pt x="563" y="562"/>
                  </a:lnTo>
                  <a:close/>
                  <a:moveTo>
                    <a:pt x="282" y="1"/>
                  </a:moveTo>
                  <a:cubicBezTo>
                    <a:pt x="127" y="1"/>
                    <a:pt x="0" y="126"/>
                    <a:pt x="0" y="282"/>
                  </a:cubicBezTo>
                  <a:lnTo>
                    <a:pt x="0" y="4299"/>
                  </a:lnTo>
                  <a:cubicBezTo>
                    <a:pt x="0" y="4455"/>
                    <a:pt x="127" y="4581"/>
                    <a:pt x="282" y="4581"/>
                  </a:cubicBezTo>
                  <a:lnTo>
                    <a:pt x="66465" y="4581"/>
                  </a:lnTo>
                  <a:cubicBezTo>
                    <a:pt x="67174" y="4581"/>
                    <a:pt x="67747" y="4006"/>
                    <a:pt x="67748" y="3297"/>
                  </a:cubicBezTo>
                  <a:lnTo>
                    <a:pt x="67748" y="1284"/>
                  </a:lnTo>
                  <a:cubicBezTo>
                    <a:pt x="67747" y="576"/>
                    <a:pt x="67174" y="1"/>
                    <a:pt x="6646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4"/>
            <p:cNvSpPr/>
            <p:nvPr/>
          </p:nvSpPr>
          <p:spPr>
            <a:xfrm>
              <a:off x="4903783" y="2901732"/>
              <a:ext cx="98000" cy="99562"/>
            </a:xfrm>
            <a:custGeom>
              <a:avLst/>
              <a:gdLst/>
              <a:ahLst/>
              <a:cxnLst/>
              <a:rect l="l" t="t" r="r" b="b"/>
              <a:pathLst>
                <a:path w="5143" h="5225" extrusionOk="0">
                  <a:moveTo>
                    <a:pt x="18" y="1"/>
                  </a:moveTo>
                  <a:cubicBezTo>
                    <a:pt x="7" y="1"/>
                    <a:pt x="0" y="9"/>
                    <a:pt x="0" y="18"/>
                  </a:cubicBezTo>
                  <a:lnTo>
                    <a:pt x="0" y="5206"/>
                  </a:lnTo>
                  <a:cubicBezTo>
                    <a:pt x="0" y="5216"/>
                    <a:pt x="7" y="5225"/>
                    <a:pt x="18" y="5225"/>
                  </a:cubicBezTo>
                  <a:lnTo>
                    <a:pt x="5125" y="5225"/>
                  </a:lnTo>
                  <a:cubicBezTo>
                    <a:pt x="5135" y="5225"/>
                    <a:pt x="5143" y="5216"/>
                    <a:pt x="5143" y="5206"/>
                  </a:cubicBezTo>
                  <a:lnTo>
                    <a:pt x="5143" y="18"/>
                  </a:lnTo>
                  <a:cubicBezTo>
                    <a:pt x="5143" y="9"/>
                    <a:pt x="5135" y="1"/>
                    <a:pt x="5125"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4"/>
            <p:cNvSpPr/>
            <p:nvPr/>
          </p:nvSpPr>
          <p:spPr>
            <a:xfrm>
              <a:off x="4898391" y="2896396"/>
              <a:ext cx="108766" cy="110271"/>
            </a:xfrm>
            <a:custGeom>
              <a:avLst/>
              <a:gdLst/>
              <a:ahLst/>
              <a:cxnLst/>
              <a:rect l="l" t="t" r="r" b="b"/>
              <a:pathLst>
                <a:path w="5708" h="5787" extrusionOk="0">
                  <a:moveTo>
                    <a:pt x="4871" y="562"/>
                  </a:moveTo>
                  <a:cubicBezTo>
                    <a:pt x="5022" y="562"/>
                    <a:pt x="5144" y="685"/>
                    <a:pt x="5144" y="836"/>
                  </a:cubicBezTo>
                  <a:lnTo>
                    <a:pt x="5144" y="4949"/>
                  </a:lnTo>
                  <a:cubicBezTo>
                    <a:pt x="5144" y="5101"/>
                    <a:pt x="5022" y="5223"/>
                    <a:pt x="4871" y="5223"/>
                  </a:cubicBezTo>
                  <a:lnTo>
                    <a:pt x="837" y="5223"/>
                  </a:lnTo>
                  <a:cubicBezTo>
                    <a:pt x="686" y="5223"/>
                    <a:pt x="563" y="5101"/>
                    <a:pt x="563" y="4949"/>
                  </a:cubicBezTo>
                  <a:lnTo>
                    <a:pt x="563" y="835"/>
                  </a:lnTo>
                  <a:cubicBezTo>
                    <a:pt x="563" y="685"/>
                    <a:pt x="686" y="562"/>
                    <a:pt x="837" y="562"/>
                  </a:cubicBezTo>
                  <a:close/>
                  <a:moveTo>
                    <a:pt x="837" y="1"/>
                  </a:moveTo>
                  <a:cubicBezTo>
                    <a:pt x="375" y="1"/>
                    <a:pt x="2" y="374"/>
                    <a:pt x="0" y="836"/>
                  </a:cubicBezTo>
                  <a:lnTo>
                    <a:pt x="0" y="4951"/>
                  </a:lnTo>
                  <a:cubicBezTo>
                    <a:pt x="2" y="5411"/>
                    <a:pt x="375" y="5785"/>
                    <a:pt x="837" y="5786"/>
                  </a:cubicBezTo>
                  <a:lnTo>
                    <a:pt x="4871" y="5786"/>
                  </a:lnTo>
                  <a:cubicBezTo>
                    <a:pt x="5332" y="5785"/>
                    <a:pt x="5707" y="5411"/>
                    <a:pt x="5707" y="4951"/>
                  </a:cubicBezTo>
                  <a:lnTo>
                    <a:pt x="5707" y="836"/>
                  </a:lnTo>
                  <a:cubicBezTo>
                    <a:pt x="5707" y="374"/>
                    <a:pt x="5332" y="1"/>
                    <a:pt x="48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4"/>
            <p:cNvSpPr/>
            <p:nvPr/>
          </p:nvSpPr>
          <p:spPr>
            <a:xfrm>
              <a:off x="3729919" y="2752436"/>
              <a:ext cx="398154" cy="398154"/>
            </a:xfrm>
            <a:custGeom>
              <a:avLst/>
              <a:gdLst/>
              <a:ahLst/>
              <a:cxnLst/>
              <a:rect l="l" t="t" r="r" b="b"/>
              <a:pathLst>
                <a:path w="20895" h="20895" extrusionOk="0">
                  <a:moveTo>
                    <a:pt x="10447" y="1"/>
                  </a:moveTo>
                  <a:cubicBezTo>
                    <a:pt x="7676" y="1"/>
                    <a:pt x="5019" y="1100"/>
                    <a:pt x="3060" y="3061"/>
                  </a:cubicBezTo>
                  <a:cubicBezTo>
                    <a:pt x="1100" y="5019"/>
                    <a:pt x="0" y="7677"/>
                    <a:pt x="0" y="10448"/>
                  </a:cubicBezTo>
                  <a:cubicBezTo>
                    <a:pt x="0" y="13219"/>
                    <a:pt x="1100" y="15876"/>
                    <a:pt x="3060" y="17835"/>
                  </a:cubicBezTo>
                  <a:cubicBezTo>
                    <a:pt x="5019" y="19795"/>
                    <a:pt x="7676" y="20895"/>
                    <a:pt x="10447" y="20895"/>
                  </a:cubicBezTo>
                  <a:cubicBezTo>
                    <a:pt x="13218" y="20895"/>
                    <a:pt x="15876" y="19795"/>
                    <a:pt x="17834" y="17835"/>
                  </a:cubicBezTo>
                  <a:cubicBezTo>
                    <a:pt x="19794" y="15876"/>
                    <a:pt x="20894" y="13219"/>
                    <a:pt x="20894" y="10448"/>
                  </a:cubicBezTo>
                  <a:cubicBezTo>
                    <a:pt x="20894" y="7677"/>
                    <a:pt x="19794" y="5019"/>
                    <a:pt x="17834" y="3061"/>
                  </a:cubicBezTo>
                  <a:cubicBezTo>
                    <a:pt x="15876" y="1100"/>
                    <a:pt x="13218" y="1"/>
                    <a:pt x="10447"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4"/>
            <p:cNvSpPr/>
            <p:nvPr/>
          </p:nvSpPr>
          <p:spPr>
            <a:xfrm>
              <a:off x="3724546" y="2747101"/>
              <a:ext cx="408882" cy="408882"/>
            </a:xfrm>
            <a:custGeom>
              <a:avLst/>
              <a:gdLst/>
              <a:ahLst/>
              <a:cxnLst/>
              <a:rect l="l" t="t" r="r" b="b"/>
              <a:pathLst>
                <a:path w="21458" h="21458" extrusionOk="0">
                  <a:moveTo>
                    <a:pt x="10729" y="561"/>
                  </a:moveTo>
                  <a:cubicBezTo>
                    <a:pt x="16335" y="561"/>
                    <a:pt x="20896" y="5123"/>
                    <a:pt x="20896" y="10729"/>
                  </a:cubicBezTo>
                  <a:cubicBezTo>
                    <a:pt x="20896" y="16334"/>
                    <a:pt x="16335" y="20895"/>
                    <a:pt x="10729" y="20895"/>
                  </a:cubicBezTo>
                  <a:cubicBezTo>
                    <a:pt x="5123" y="20895"/>
                    <a:pt x="562" y="16334"/>
                    <a:pt x="562" y="10729"/>
                  </a:cubicBezTo>
                  <a:cubicBezTo>
                    <a:pt x="562" y="5123"/>
                    <a:pt x="5123" y="562"/>
                    <a:pt x="10729" y="562"/>
                  </a:cubicBezTo>
                  <a:lnTo>
                    <a:pt x="10729" y="561"/>
                  </a:lnTo>
                  <a:close/>
                  <a:moveTo>
                    <a:pt x="10729" y="1"/>
                  </a:moveTo>
                  <a:cubicBezTo>
                    <a:pt x="4814" y="1"/>
                    <a:pt x="1" y="4814"/>
                    <a:pt x="1" y="10729"/>
                  </a:cubicBezTo>
                  <a:cubicBezTo>
                    <a:pt x="1" y="16645"/>
                    <a:pt x="4814" y="21458"/>
                    <a:pt x="10729" y="21458"/>
                  </a:cubicBezTo>
                  <a:cubicBezTo>
                    <a:pt x="16645" y="21458"/>
                    <a:pt x="21458" y="16643"/>
                    <a:pt x="21458" y="10728"/>
                  </a:cubicBezTo>
                  <a:cubicBezTo>
                    <a:pt x="21458" y="4812"/>
                    <a:pt x="16645" y="1"/>
                    <a:pt x="1072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4"/>
            <p:cNvSpPr/>
            <p:nvPr/>
          </p:nvSpPr>
          <p:spPr>
            <a:xfrm>
              <a:off x="3848575" y="2819814"/>
              <a:ext cx="160824" cy="263416"/>
            </a:xfrm>
            <a:custGeom>
              <a:avLst/>
              <a:gdLst/>
              <a:ahLst/>
              <a:cxnLst/>
              <a:rect l="l" t="t" r="r" b="b"/>
              <a:pathLst>
                <a:path w="8440" h="13824" extrusionOk="0">
                  <a:moveTo>
                    <a:pt x="4220" y="0"/>
                  </a:moveTo>
                  <a:cubicBezTo>
                    <a:pt x="1890" y="0"/>
                    <a:pt x="1" y="1664"/>
                    <a:pt x="1" y="3716"/>
                  </a:cubicBezTo>
                  <a:cubicBezTo>
                    <a:pt x="1" y="5077"/>
                    <a:pt x="834" y="6264"/>
                    <a:pt x="2072" y="6912"/>
                  </a:cubicBezTo>
                  <a:cubicBezTo>
                    <a:pt x="834" y="7559"/>
                    <a:pt x="1" y="8745"/>
                    <a:pt x="1" y="10106"/>
                  </a:cubicBezTo>
                  <a:cubicBezTo>
                    <a:pt x="1" y="12159"/>
                    <a:pt x="1890" y="13823"/>
                    <a:pt x="4220" y="13823"/>
                  </a:cubicBezTo>
                  <a:cubicBezTo>
                    <a:pt x="6551" y="13823"/>
                    <a:pt x="8439" y="12159"/>
                    <a:pt x="8439" y="10107"/>
                  </a:cubicBezTo>
                  <a:cubicBezTo>
                    <a:pt x="8439" y="8746"/>
                    <a:pt x="7607" y="7559"/>
                    <a:pt x="6368" y="6912"/>
                  </a:cubicBezTo>
                  <a:cubicBezTo>
                    <a:pt x="7607" y="6266"/>
                    <a:pt x="8439" y="5077"/>
                    <a:pt x="8439" y="3716"/>
                  </a:cubicBezTo>
                  <a:cubicBezTo>
                    <a:pt x="8439" y="1664"/>
                    <a:pt x="6551" y="0"/>
                    <a:pt x="42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4"/>
            <p:cNvSpPr/>
            <p:nvPr/>
          </p:nvSpPr>
          <p:spPr>
            <a:xfrm>
              <a:off x="3843220" y="2814441"/>
              <a:ext cx="171533" cy="274144"/>
            </a:xfrm>
            <a:custGeom>
              <a:avLst/>
              <a:gdLst/>
              <a:ahLst/>
              <a:cxnLst/>
              <a:rect l="l" t="t" r="r" b="b"/>
              <a:pathLst>
                <a:path w="9002" h="14387" extrusionOk="0">
                  <a:moveTo>
                    <a:pt x="4501" y="564"/>
                  </a:moveTo>
                  <a:cubicBezTo>
                    <a:pt x="6673" y="564"/>
                    <a:pt x="8439" y="2104"/>
                    <a:pt x="8439" y="3998"/>
                  </a:cubicBezTo>
                  <a:cubicBezTo>
                    <a:pt x="8439" y="5215"/>
                    <a:pt x="7721" y="6316"/>
                    <a:pt x="6518" y="6944"/>
                  </a:cubicBezTo>
                  <a:cubicBezTo>
                    <a:pt x="6317" y="7049"/>
                    <a:pt x="6317" y="7338"/>
                    <a:pt x="6518" y="7443"/>
                  </a:cubicBezTo>
                  <a:cubicBezTo>
                    <a:pt x="7721" y="8072"/>
                    <a:pt x="8439" y="9173"/>
                    <a:pt x="8439" y="10389"/>
                  </a:cubicBezTo>
                  <a:cubicBezTo>
                    <a:pt x="8439" y="12282"/>
                    <a:pt x="6673" y="13824"/>
                    <a:pt x="4501" y="13824"/>
                  </a:cubicBezTo>
                  <a:cubicBezTo>
                    <a:pt x="2330" y="13824"/>
                    <a:pt x="563" y="12282"/>
                    <a:pt x="563" y="10389"/>
                  </a:cubicBezTo>
                  <a:cubicBezTo>
                    <a:pt x="563" y="9173"/>
                    <a:pt x="1281" y="8072"/>
                    <a:pt x="2484" y="7443"/>
                  </a:cubicBezTo>
                  <a:cubicBezTo>
                    <a:pt x="2685" y="7338"/>
                    <a:pt x="2685" y="7049"/>
                    <a:pt x="2484" y="6944"/>
                  </a:cubicBezTo>
                  <a:cubicBezTo>
                    <a:pt x="1281" y="6316"/>
                    <a:pt x="563" y="5215"/>
                    <a:pt x="563" y="3998"/>
                  </a:cubicBezTo>
                  <a:cubicBezTo>
                    <a:pt x="563" y="2104"/>
                    <a:pt x="2330" y="564"/>
                    <a:pt x="4501" y="564"/>
                  </a:cubicBezTo>
                  <a:close/>
                  <a:moveTo>
                    <a:pt x="4501" y="1"/>
                  </a:moveTo>
                  <a:cubicBezTo>
                    <a:pt x="2020" y="1"/>
                    <a:pt x="0" y="1795"/>
                    <a:pt x="0" y="3998"/>
                  </a:cubicBezTo>
                  <a:cubicBezTo>
                    <a:pt x="0" y="5257"/>
                    <a:pt x="681" y="6444"/>
                    <a:pt x="1803" y="7194"/>
                  </a:cubicBezTo>
                  <a:cubicBezTo>
                    <a:pt x="681" y="7943"/>
                    <a:pt x="0" y="9131"/>
                    <a:pt x="0" y="10389"/>
                  </a:cubicBezTo>
                  <a:cubicBezTo>
                    <a:pt x="0" y="12593"/>
                    <a:pt x="2020" y="14387"/>
                    <a:pt x="4501" y="14387"/>
                  </a:cubicBezTo>
                  <a:cubicBezTo>
                    <a:pt x="6982" y="14387"/>
                    <a:pt x="9002" y="12593"/>
                    <a:pt x="9002" y="10389"/>
                  </a:cubicBezTo>
                  <a:cubicBezTo>
                    <a:pt x="9002" y="9131"/>
                    <a:pt x="8322" y="7943"/>
                    <a:pt x="7199" y="7194"/>
                  </a:cubicBezTo>
                  <a:cubicBezTo>
                    <a:pt x="8322" y="6444"/>
                    <a:pt x="9002" y="5257"/>
                    <a:pt x="9002" y="3998"/>
                  </a:cubicBezTo>
                  <a:cubicBezTo>
                    <a:pt x="9002" y="1795"/>
                    <a:pt x="6982" y="1"/>
                    <a:pt x="45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4"/>
            <p:cNvSpPr/>
            <p:nvPr/>
          </p:nvSpPr>
          <p:spPr>
            <a:xfrm>
              <a:off x="4744636" y="2935878"/>
              <a:ext cx="144913" cy="81841"/>
            </a:xfrm>
            <a:custGeom>
              <a:avLst/>
              <a:gdLst/>
              <a:ahLst/>
              <a:cxnLst/>
              <a:rect l="l" t="t" r="r" b="b"/>
              <a:pathLst>
                <a:path w="7605" h="4295" extrusionOk="0">
                  <a:moveTo>
                    <a:pt x="6557" y="1"/>
                  </a:moveTo>
                  <a:cubicBezTo>
                    <a:pt x="6528" y="1"/>
                    <a:pt x="6495" y="5"/>
                    <a:pt x="6459" y="13"/>
                  </a:cubicBezTo>
                  <a:cubicBezTo>
                    <a:pt x="5806" y="157"/>
                    <a:pt x="5444" y="883"/>
                    <a:pt x="5444" y="883"/>
                  </a:cubicBezTo>
                  <a:cubicBezTo>
                    <a:pt x="5444" y="883"/>
                    <a:pt x="5396" y="168"/>
                    <a:pt x="5069" y="168"/>
                  </a:cubicBezTo>
                  <a:cubicBezTo>
                    <a:pt x="4992" y="168"/>
                    <a:pt x="4900" y="207"/>
                    <a:pt x="4791" y="303"/>
                  </a:cubicBezTo>
                  <a:cubicBezTo>
                    <a:pt x="4210" y="811"/>
                    <a:pt x="3774" y="1464"/>
                    <a:pt x="3774" y="1464"/>
                  </a:cubicBezTo>
                  <a:cubicBezTo>
                    <a:pt x="3774" y="1464"/>
                    <a:pt x="3717" y="387"/>
                    <a:pt x="3454" y="387"/>
                  </a:cubicBezTo>
                  <a:cubicBezTo>
                    <a:pt x="3419" y="387"/>
                    <a:pt x="3381" y="405"/>
                    <a:pt x="3339" y="447"/>
                  </a:cubicBezTo>
                  <a:cubicBezTo>
                    <a:pt x="2976" y="811"/>
                    <a:pt x="1598" y="2771"/>
                    <a:pt x="1598" y="2771"/>
                  </a:cubicBezTo>
                  <a:lnTo>
                    <a:pt x="1" y="2917"/>
                  </a:lnTo>
                  <a:cubicBezTo>
                    <a:pt x="1" y="2917"/>
                    <a:pt x="3266" y="4295"/>
                    <a:pt x="4283" y="4295"/>
                  </a:cubicBezTo>
                  <a:cubicBezTo>
                    <a:pt x="5300" y="4295"/>
                    <a:pt x="6460" y="3278"/>
                    <a:pt x="7041" y="2044"/>
                  </a:cubicBezTo>
                  <a:cubicBezTo>
                    <a:pt x="7523" y="1021"/>
                    <a:pt x="7605" y="447"/>
                    <a:pt x="7411" y="447"/>
                  </a:cubicBezTo>
                  <a:cubicBezTo>
                    <a:pt x="7371" y="447"/>
                    <a:pt x="7320" y="471"/>
                    <a:pt x="7258" y="520"/>
                  </a:cubicBezTo>
                  <a:lnTo>
                    <a:pt x="6532" y="1101"/>
                  </a:lnTo>
                  <a:cubicBezTo>
                    <a:pt x="6532" y="1101"/>
                    <a:pt x="7049" y="1"/>
                    <a:pt x="65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4"/>
            <p:cNvSpPr/>
            <p:nvPr/>
          </p:nvSpPr>
          <p:spPr>
            <a:xfrm>
              <a:off x="4738977" y="2930543"/>
              <a:ext cx="158976" cy="92550"/>
            </a:xfrm>
            <a:custGeom>
              <a:avLst/>
              <a:gdLst/>
              <a:ahLst/>
              <a:cxnLst/>
              <a:rect l="l" t="t" r="r" b="b"/>
              <a:pathLst>
                <a:path w="8343" h="4857" extrusionOk="0">
                  <a:moveTo>
                    <a:pt x="6787" y="580"/>
                  </a:moveTo>
                  <a:cubicBezTo>
                    <a:pt x="6776" y="730"/>
                    <a:pt x="6689" y="1021"/>
                    <a:pt x="6575" y="1261"/>
                  </a:cubicBezTo>
                  <a:cubicBezTo>
                    <a:pt x="6520" y="1381"/>
                    <a:pt x="6553" y="1521"/>
                    <a:pt x="6655" y="1602"/>
                  </a:cubicBezTo>
                  <a:cubicBezTo>
                    <a:pt x="6707" y="1642"/>
                    <a:pt x="6769" y="1662"/>
                    <a:pt x="6830" y="1662"/>
                  </a:cubicBezTo>
                  <a:cubicBezTo>
                    <a:pt x="6892" y="1662"/>
                    <a:pt x="6954" y="1642"/>
                    <a:pt x="7005" y="1601"/>
                  </a:cubicBezTo>
                  <a:lnTo>
                    <a:pt x="7465" y="1235"/>
                  </a:lnTo>
                  <a:lnTo>
                    <a:pt x="7465" y="1235"/>
                  </a:lnTo>
                  <a:cubicBezTo>
                    <a:pt x="7404" y="1451"/>
                    <a:pt x="7290" y="1766"/>
                    <a:pt x="7083" y="2205"/>
                  </a:cubicBezTo>
                  <a:cubicBezTo>
                    <a:pt x="6523" y="3396"/>
                    <a:pt x="5446" y="4293"/>
                    <a:pt x="4580" y="4293"/>
                  </a:cubicBezTo>
                  <a:cubicBezTo>
                    <a:pt x="4017" y="4293"/>
                    <a:pt x="2583" y="3793"/>
                    <a:pt x="1485" y="3370"/>
                  </a:cubicBezTo>
                  <a:lnTo>
                    <a:pt x="1920" y="3331"/>
                  </a:lnTo>
                  <a:cubicBezTo>
                    <a:pt x="2001" y="3323"/>
                    <a:pt x="2077" y="3280"/>
                    <a:pt x="2124" y="3213"/>
                  </a:cubicBezTo>
                  <a:cubicBezTo>
                    <a:pt x="2456" y="2740"/>
                    <a:pt x="3299" y="1562"/>
                    <a:pt x="3698" y="1082"/>
                  </a:cubicBezTo>
                  <a:cubicBezTo>
                    <a:pt x="3749" y="1305"/>
                    <a:pt x="3779" y="1531"/>
                    <a:pt x="3791" y="1758"/>
                  </a:cubicBezTo>
                  <a:cubicBezTo>
                    <a:pt x="3800" y="1925"/>
                    <a:pt x="3936" y="2026"/>
                    <a:pt x="4074" y="2026"/>
                  </a:cubicBezTo>
                  <a:cubicBezTo>
                    <a:pt x="4161" y="2026"/>
                    <a:pt x="4248" y="1986"/>
                    <a:pt x="4306" y="1900"/>
                  </a:cubicBezTo>
                  <a:cubicBezTo>
                    <a:pt x="4310" y="1894"/>
                    <a:pt x="4726" y="1273"/>
                    <a:pt x="5273" y="794"/>
                  </a:cubicBezTo>
                  <a:cubicBezTo>
                    <a:pt x="5309" y="764"/>
                    <a:pt x="5335" y="746"/>
                    <a:pt x="5344" y="736"/>
                  </a:cubicBezTo>
                  <a:cubicBezTo>
                    <a:pt x="5394" y="808"/>
                    <a:pt x="5449" y="1010"/>
                    <a:pt x="5461" y="1182"/>
                  </a:cubicBezTo>
                  <a:cubicBezTo>
                    <a:pt x="5470" y="1309"/>
                    <a:pt x="5562" y="1414"/>
                    <a:pt x="5685" y="1439"/>
                  </a:cubicBezTo>
                  <a:cubicBezTo>
                    <a:pt x="5704" y="1443"/>
                    <a:pt x="5722" y="1445"/>
                    <a:pt x="5741" y="1445"/>
                  </a:cubicBezTo>
                  <a:cubicBezTo>
                    <a:pt x="5845" y="1445"/>
                    <a:pt x="5943" y="1386"/>
                    <a:pt x="5992" y="1289"/>
                  </a:cubicBezTo>
                  <a:cubicBezTo>
                    <a:pt x="5995" y="1283"/>
                    <a:pt x="6283" y="732"/>
                    <a:pt x="6787" y="580"/>
                  </a:cubicBezTo>
                  <a:close/>
                  <a:moveTo>
                    <a:pt x="6854" y="1"/>
                  </a:moveTo>
                  <a:cubicBezTo>
                    <a:pt x="6807" y="1"/>
                    <a:pt x="6755" y="6"/>
                    <a:pt x="6698" y="19"/>
                  </a:cubicBezTo>
                  <a:cubicBezTo>
                    <a:pt x="6345" y="97"/>
                    <a:pt x="6066" y="309"/>
                    <a:pt x="5866" y="519"/>
                  </a:cubicBezTo>
                  <a:cubicBezTo>
                    <a:pt x="5796" y="383"/>
                    <a:pt x="5697" y="265"/>
                    <a:pt x="5556" y="205"/>
                  </a:cubicBezTo>
                  <a:cubicBezTo>
                    <a:pt x="5504" y="183"/>
                    <a:pt x="5440" y="166"/>
                    <a:pt x="5367" y="166"/>
                  </a:cubicBezTo>
                  <a:cubicBezTo>
                    <a:pt x="5240" y="166"/>
                    <a:pt x="5083" y="216"/>
                    <a:pt x="4904" y="373"/>
                  </a:cubicBezTo>
                  <a:cubicBezTo>
                    <a:pt x="4675" y="574"/>
                    <a:pt x="4462" y="794"/>
                    <a:pt x="4266" y="1029"/>
                  </a:cubicBezTo>
                  <a:cubicBezTo>
                    <a:pt x="4150" y="512"/>
                    <a:pt x="3959" y="440"/>
                    <a:pt x="3887" y="411"/>
                  </a:cubicBezTo>
                  <a:cubicBezTo>
                    <a:pt x="3858" y="400"/>
                    <a:pt x="3810" y="386"/>
                    <a:pt x="3751" y="386"/>
                  </a:cubicBezTo>
                  <a:cubicBezTo>
                    <a:pt x="3664" y="386"/>
                    <a:pt x="3551" y="416"/>
                    <a:pt x="3438" y="529"/>
                  </a:cubicBezTo>
                  <a:cubicBezTo>
                    <a:pt x="3105" y="862"/>
                    <a:pt x="2052" y="2340"/>
                    <a:pt x="1740" y="2782"/>
                  </a:cubicBezTo>
                  <a:lnTo>
                    <a:pt x="273" y="2917"/>
                  </a:lnTo>
                  <a:cubicBezTo>
                    <a:pt x="143" y="2927"/>
                    <a:pt x="40" y="3024"/>
                    <a:pt x="19" y="3153"/>
                  </a:cubicBezTo>
                  <a:cubicBezTo>
                    <a:pt x="0" y="3280"/>
                    <a:pt x="69" y="3405"/>
                    <a:pt x="189" y="3455"/>
                  </a:cubicBezTo>
                  <a:cubicBezTo>
                    <a:pt x="528" y="3598"/>
                    <a:pt x="3537" y="4856"/>
                    <a:pt x="4580" y="4856"/>
                  </a:cubicBezTo>
                  <a:cubicBezTo>
                    <a:pt x="5668" y="4856"/>
                    <a:pt x="6934" y="3841"/>
                    <a:pt x="7592" y="2445"/>
                  </a:cubicBezTo>
                  <a:cubicBezTo>
                    <a:pt x="8343" y="848"/>
                    <a:pt x="8042" y="612"/>
                    <a:pt x="7930" y="523"/>
                  </a:cubicBezTo>
                  <a:cubicBezTo>
                    <a:pt x="7890" y="492"/>
                    <a:pt x="7814" y="446"/>
                    <a:pt x="7708" y="446"/>
                  </a:cubicBezTo>
                  <a:cubicBezTo>
                    <a:pt x="7618" y="446"/>
                    <a:pt x="7508" y="479"/>
                    <a:pt x="7380" y="582"/>
                  </a:cubicBezTo>
                  <a:lnTo>
                    <a:pt x="7348" y="608"/>
                  </a:lnTo>
                  <a:cubicBezTo>
                    <a:pt x="7355" y="442"/>
                    <a:pt x="7325" y="287"/>
                    <a:pt x="7234" y="173"/>
                  </a:cubicBezTo>
                  <a:cubicBezTo>
                    <a:pt x="7177" y="102"/>
                    <a:pt x="7061" y="1"/>
                    <a:pt x="685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4"/>
            <p:cNvSpPr/>
            <p:nvPr/>
          </p:nvSpPr>
          <p:spPr>
            <a:xfrm>
              <a:off x="4791664" y="2963756"/>
              <a:ext cx="24924" cy="38758"/>
            </a:xfrm>
            <a:custGeom>
              <a:avLst/>
              <a:gdLst/>
              <a:ahLst/>
              <a:cxnLst/>
              <a:rect l="l" t="t" r="r" b="b"/>
              <a:pathLst>
                <a:path w="1308" h="2034" extrusionOk="0">
                  <a:moveTo>
                    <a:pt x="1307" y="1"/>
                  </a:moveTo>
                  <a:lnTo>
                    <a:pt x="1" y="2034"/>
                  </a:lnTo>
                  <a:cubicBezTo>
                    <a:pt x="1089" y="1744"/>
                    <a:pt x="1307" y="1"/>
                    <a:pt x="13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4"/>
            <p:cNvSpPr/>
            <p:nvPr/>
          </p:nvSpPr>
          <p:spPr>
            <a:xfrm>
              <a:off x="4785966" y="2958306"/>
              <a:ext cx="36338" cy="49562"/>
            </a:xfrm>
            <a:custGeom>
              <a:avLst/>
              <a:gdLst/>
              <a:ahLst/>
              <a:cxnLst/>
              <a:rect l="l" t="t" r="r" b="b"/>
              <a:pathLst>
                <a:path w="1907" h="2601" extrusionOk="0">
                  <a:moveTo>
                    <a:pt x="1606" y="0"/>
                  </a:moveTo>
                  <a:cubicBezTo>
                    <a:pt x="1464" y="0"/>
                    <a:pt x="1341" y="108"/>
                    <a:pt x="1326" y="253"/>
                  </a:cubicBezTo>
                  <a:cubicBezTo>
                    <a:pt x="1325" y="268"/>
                    <a:pt x="1108" y="1812"/>
                    <a:pt x="227" y="2047"/>
                  </a:cubicBezTo>
                  <a:cubicBezTo>
                    <a:pt x="90" y="2084"/>
                    <a:pt x="1" y="2216"/>
                    <a:pt x="20" y="2356"/>
                  </a:cubicBezTo>
                  <a:cubicBezTo>
                    <a:pt x="38" y="2496"/>
                    <a:pt x="157" y="2600"/>
                    <a:pt x="297" y="2600"/>
                  </a:cubicBezTo>
                  <a:cubicBezTo>
                    <a:pt x="298" y="2600"/>
                    <a:pt x="299" y="2600"/>
                    <a:pt x="300" y="2600"/>
                  </a:cubicBezTo>
                  <a:cubicBezTo>
                    <a:pt x="323" y="2600"/>
                    <a:pt x="348" y="2597"/>
                    <a:pt x="371" y="2591"/>
                  </a:cubicBezTo>
                  <a:cubicBezTo>
                    <a:pt x="1628" y="2256"/>
                    <a:pt x="1873" y="401"/>
                    <a:pt x="1884" y="322"/>
                  </a:cubicBezTo>
                  <a:cubicBezTo>
                    <a:pt x="1907" y="166"/>
                    <a:pt x="1796" y="23"/>
                    <a:pt x="1640" y="3"/>
                  </a:cubicBezTo>
                  <a:cubicBezTo>
                    <a:pt x="1628" y="1"/>
                    <a:pt x="1617" y="0"/>
                    <a:pt x="160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4"/>
            <p:cNvSpPr/>
            <p:nvPr/>
          </p:nvSpPr>
          <p:spPr>
            <a:xfrm>
              <a:off x="4820704" y="2952704"/>
              <a:ext cx="27668" cy="60881"/>
            </a:xfrm>
            <a:custGeom>
              <a:avLst/>
              <a:gdLst/>
              <a:ahLst/>
              <a:cxnLst/>
              <a:rect l="l" t="t" r="r" b="b"/>
              <a:pathLst>
                <a:path w="1452" h="3195" extrusionOk="0">
                  <a:moveTo>
                    <a:pt x="1452" y="0"/>
                  </a:moveTo>
                  <a:lnTo>
                    <a:pt x="1" y="3194"/>
                  </a:lnTo>
                  <a:cubicBezTo>
                    <a:pt x="871" y="2758"/>
                    <a:pt x="1452" y="1"/>
                    <a:pt x="14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4"/>
            <p:cNvSpPr/>
            <p:nvPr/>
          </p:nvSpPr>
          <p:spPr>
            <a:xfrm>
              <a:off x="4814930" y="2947464"/>
              <a:ext cx="39234" cy="71475"/>
            </a:xfrm>
            <a:custGeom>
              <a:avLst/>
              <a:gdLst/>
              <a:ahLst/>
              <a:cxnLst/>
              <a:rect l="l" t="t" r="r" b="b"/>
              <a:pathLst>
                <a:path w="2059" h="3751" extrusionOk="0">
                  <a:moveTo>
                    <a:pt x="1752" y="1"/>
                  </a:moveTo>
                  <a:cubicBezTo>
                    <a:pt x="1625" y="1"/>
                    <a:pt x="1511" y="88"/>
                    <a:pt x="1481" y="217"/>
                  </a:cubicBezTo>
                  <a:cubicBezTo>
                    <a:pt x="1266" y="1232"/>
                    <a:pt x="724" y="2944"/>
                    <a:pt x="178" y="3219"/>
                  </a:cubicBezTo>
                  <a:cubicBezTo>
                    <a:pt x="62" y="3275"/>
                    <a:pt x="0" y="3407"/>
                    <a:pt x="30" y="3534"/>
                  </a:cubicBezTo>
                  <a:cubicBezTo>
                    <a:pt x="60" y="3661"/>
                    <a:pt x="174" y="3751"/>
                    <a:pt x="304" y="3751"/>
                  </a:cubicBezTo>
                  <a:cubicBezTo>
                    <a:pt x="347" y="3751"/>
                    <a:pt x="390" y="3741"/>
                    <a:pt x="429" y="3720"/>
                  </a:cubicBezTo>
                  <a:cubicBezTo>
                    <a:pt x="1393" y="3238"/>
                    <a:pt x="1968" y="630"/>
                    <a:pt x="2031" y="334"/>
                  </a:cubicBezTo>
                  <a:cubicBezTo>
                    <a:pt x="2058" y="184"/>
                    <a:pt x="1961" y="38"/>
                    <a:pt x="1812" y="7"/>
                  </a:cubicBezTo>
                  <a:cubicBezTo>
                    <a:pt x="1792" y="3"/>
                    <a:pt x="1772" y="1"/>
                    <a:pt x="17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4"/>
            <p:cNvSpPr/>
            <p:nvPr/>
          </p:nvSpPr>
          <p:spPr>
            <a:xfrm>
              <a:off x="4846961" y="2956877"/>
              <a:ext cx="22180" cy="55317"/>
            </a:xfrm>
            <a:custGeom>
              <a:avLst/>
              <a:gdLst/>
              <a:ahLst/>
              <a:cxnLst/>
              <a:rect l="l" t="t" r="r" b="b"/>
              <a:pathLst>
                <a:path w="1164" h="2903" extrusionOk="0">
                  <a:moveTo>
                    <a:pt x="1163" y="0"/>
                  </a:moveTo>
                  <a:lnTo>
                    <a:pt x="1" y="2903"/>
                  </a:lnTo>
                  <a:cubicBezTo>
                    <a:pt x="510" y="2176"/>
                    <a:pt x="1163" y="1"/>
                    <a:pt x="1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4"/>
            <p:cNvSpPr/>
            <p:nvPr/>
          </p:nvSpPr>
          <p:spPr>
            <a:xfrm>
              <a:off x="4840883" y="2951504"/>
              <a:ext cx="34223" cy="66026"/>
            </a:xfrm>
            <a:custGeom>
              <a:avLst/>
              <a:gdLst/>
              <a:ahLst/>
              <a:cxnLst/>
              <a:rect l="l" t="t" r="r" b="b"/>
              <a:pathLst>
                <a:path w="1796" h="3465" extrusionOk="0">
                  <a:moveTo>
                    <a:pt x="1481" y="0"/>
                  </a:moveTo>
                  <a:cubicBezTo>
                    <a:pt x="1360" y="0"/>
                    <a:pt x="1248" y="79"/>
                    <a:pt x="1213" y="201"/>
                  </a:cubicBezTo>
                  <a:cubicBezTo>
                    <a:pt x="1207" y="222"/>
                    <a:pt x="566" y="2343"/>
                    <a:pt x="90" y="3023"/>
                  </a:cubicBezTo>
                  <a:cubicBezTo>
                    <a:pt x="1" y="3150"/>
                    <a:pt x="31" y="3325"/>
                    <a:pt x="160" y="3414"/>
                  </a:cubicBezTo>
                  <a:cubicBezTo>
                    <a:pt x="206" y="3447"/>
                    <a:pt x="263" y="3465"/>
                    <a:pt x="320" y="3465"/>
                  </a:cubicBezTo>
                  <a:cubicBezTo>
                    <a:pt x="412" y="3465"/>
                    <a:pt x="498" y="3421"/>
                    <a:pt x="550" y="3345"/>
                  </a:cubicBezTo>
                  <a:cubicBezTo>
                    <a:pt x="1078" y="2591"/>
                    <a:pt x="1723" y="453"/>
                    <a:pt x="1751" y="362"/>
                  </a:cubicBezTo>
                  <a:cubicBezTo>
                    <a:pt x="1796" y="214"/>
                    <a:pt x="1711" y="56"/>
                    <a:pt x="1563" y="12"/>
                  </a:cubicBezTo>
                  <a:cubicBezTo>
                    <a:pt x="1535" y="4"/>
                    <a:pt x="1508" y="0"/>
                    <a:pt x="14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4"/>
            <p:cNvSpPr/>
            <p:nvPr/>
          </p:nvSpPr>
          <p:spPr>
            <a:xfrm>
              <a:off x="4270967" y="2130728"/>
              <a:ext cx="148038" cy="292799"/>
            </a:xfrm>
            <a:custGeom>
              <a:avLst/>
              <a:gdLst/>
              <a:ahLst/>
              <a:cxnLst/>
              <a:rect l="l" t="t" r="r" b="b"/>
              <a:pathLst>
                <a:path w="7769" h="15366" extrusionOk="0">
                  <a:moveTo>
                    <a:pt x="1370" y="1"/>
                  </a:moveTo>
                  <a:cubicBezTo>
                    <a:pt x="1370" y="1"/>
                    <a:pt x="1984" y="4124"/>
                    <a:pt x="1195" y="5791"/>
                  </a:cubicBezTo>
                  <a:cubicBezTo>
                    <a:pt x="945" y="6320"/>
                    <a:pt x="523" y="6698"/>
                    <a:pt x="1" y="6979"/>
                  </a:cubicBezTo>
                  <a:cubicBezTo>
                    <a:pt x="576" y="8931"/>
                    <a:pt x="2912" y="13287"/>
                    <a:pt x="4185" y="14855"/>
                  </a:cubicBezTo>
                  <a:cubicBezTo>
                    <a:pt x="4473" y="15209"/>
                    <a:pt x="4733" y="15365"/>
                    <a:pt x="4975" y="15365"/>
                  </a:cubicBezTo>
                  <a:cubicBezTo>
                    <a:pt x="6081" y="15365"/>
                    <a:pt x="6780" y="12079"/>
                    <a:pt x="7769" y="9450"/>
                  </a:cubicBezTo>
                  <a:cubicBezTo>
                    <a:pt x="6509" y="8706"/>
                    <a:pt x="6020" y="7220"/>
                    <a:pt x="6020" y="5966"/>
                  </a:cubicBezTo>
                  <a:cubicBezTo>
                    <a:pt x="6020" y="4650"/>
                    <a:pt x="6809" y="2808"/>
                    <a:pt x="6809" y="2808"/>
                  </a:cubicBezTo>
                  <a:cubicBezTo>
                    <a:pt x="6809" y="2808"/>
                    <a:pt x="2511" y="1"/>
                    <a:pt x="13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4"/>
            <p:cNvSpPr/>
            <p:nvPr/>
          </p:nvSpPr>
          <p:spPr>
            <a:xfrm>
              <a:off x="4265117" y="2125393"/>
              <a:ext cx="159833" cy="303489"/>
            </a:xfrm>
            <a:custGeom>
              <a:avLst/>
              <a:gdLst/>
              <a:ahLst/>
              <a:cxnLst/>
              <a:rect l="l" t="t" r="r" b="b"/>
              <a:pathLst>
                <a:path w="8388" h="15927" extrusionOk="0">
                  <a:moveTo>
                    <a:pt x="2006" y="618"/>
                  </a:moveTo>
                  <a:lnTo>
                    <a:pt x="2006" y="618"/>
                  </a:lnTo>
                  <a:cubicBezTo>
                    <a:pt x="3018" y="908"/>
                    <a:pt x="5254" y="2218"/>
                    <a:pt x="6769" y="3196"/>
                  </a:cubicBezTo>
                  <a:cubicBezTo>
                    <a:pt x="6556" y="3734"/>
                    <a:pt x="6046" y="5146"/>
                    <a:pt x="6046" y="6244"/>
                  </a:cubicBezTo>
                  <a:cubicBezTo>
                    <a:pt x="6046" y="7445"/>
                    <a:pt x="6495" y="8988"/>
                    <a:pt x="7734" y="9844"/>
                  </a:cubicBezTo>
                  <a:cubicBezTo>
                    <a:pt x="7510" y="10455"/>
                    <a:pt x="7301" y="11092"/>
                    <a:pt x="7097" y="11712"/>
                  </a:cubicBezTo>
                  <a:cubicBezTo>
                    <a:pt x="6556" y="13369"/>
                    <a:pt x="5941" y="15246"/>
                    <a:pt x="5332" y="15358"/>
                  </a:cubicBezTo>
                  <a:cubicBezTo>
                    <a:pt x="5317" y="15361"/>
                    <a:pt x="5302" y="15362"/>
                    <a:pt x="5286" y="15362"/>
                  </a:cubicBezTo>
                  <a:cubicBezTo>
                    <a:pt x="5082" y="15362"/>
                    <a:pt x="4864" y="15148"/>
                    <a:pt x="4711" y="14957"/>
                  </a:cubicBezTo>
                  <a:cubicBezTo>
                    <a:pt x="3487" y="13453"/>
                    <a:pt x="1289" y="9346"/>
                    <a:pt x="643" y="7392"/>
                  </a:cubicBezTo>
                  <a:cubicBezTo>
                    <a:pt x="1160" y="7073"/>
                    <a:pt x="1526" y="6679"/>
                    <a:pt x="1756" y="6189"/>
                  </a:cubicBezTo>
                  <a:cubicBezTo>
                    <a:pt x="2437" y="4752"/>
                    <a:pt x="2140" y="1695"/>
                    <a:pt x="2006" y="618"/>
                  </a:cubicBezTo>
                  <a:close/>
                  <a:moveTo>
                    <a:pt x="1675" y="1"/>
                  </a:moveTo>
                  <a:cubicBezTo>
                    <a:pt x="1504" y="1"/>
                    <a:pt x="1374" y="153"/>
                    <a:pt x="1400" y="323"/>
                  </a:cubicBezTo>
                  <a:cubicBezTo>
                    <a:pt x="1406" y="362"/>
                    <a:pt x="1992" y="4380"/>
                    <a:pt x="1249" y="5951"/>
                  </a:cubicBezTo>
                  <a:cubicBezTo>
                    <a:pt x="1040" y="6389"/>
                    <a:pt x="690" y="6736"/>
                    <a:pt x="174" y="7014"/>
                  </a:cubicBezTo>
                  <a:cubicBezTo>
                    <a:pt x="57" y="7077"/>
                    <a:pt x="0" y="7213"/>
                    <a:pt x="38" y="7341"/>
                  </a:cubicBezTo>
                  <a:cubicBezTo>
                    <a:pt x="611" y="9282"/>
                    <a:pt x="2946" y="13680"/>
                    <a:pt x="4274" y="15313"/>
                  </a:cubicBezTo>
                  <a:cubicBezTo>
                    <a:pt x="4606" y="15721"/>
                    <a:pt x="4944" y="15927"/>
                    <a:pt x="5281" y="15927"/>
                  </a:cubicBezTo>
                  <a:cubicBezTo>
                    <a:pt x="5332" y="15927"/>
                    <a:pt x="5383" y="15923"/>
                    <a:pt x="5434" y="15914"/>
                  </a:cubicBezTo>
                  <a:cubicBezTo>
                    <a:pt x="6371" y="15740"/>
                    <a:pt x="6928" y="14041"/>
                    <a:pt x="7632" y="11890"/>
                  </a:cubicBezTo>
                  <a:cubicBezTo>
                    <a:pt x="7857" y="11205"/>
                    <a:pt x="8089" y="10494"/>
                    <a:pt x="8340" y="9831"/>
                  </a:cubicBezTo>
                  <a:cubicBezTo>
                    <a:pt x="8388" y="9702"/>
                    <a:pt x="8337" y="9559"/>
                    <a:pt x="8219" y="9489"/>
                  </a:cubicBezTo>
                  <a:cubicBezTo>
                    <a:pt x="7031" y="8788"/>
                    <a:pt x="6608" y="7354"/>
                    <a:pt x="6608" y="6247"/>
                  </a:cubicBezTo>
                  <a:cubicBezTo>
                    <a:pt x="6608" y="5006"/>
                    <a:pt x="7367" y="3218"/>
                    <a:pt x="7374" y="3199"/>
                  </a:cubicBezTo>
                  <a:cubicBezTo>
                    <a:pt x="7430" y="3074"/>
                    <a:pt x="7384" y="2928"/>
                    <a:pt x="7271" y="2853"/>
                  </a:cubicBezTo>
                  <a:cubicBezTo>
                    <a:pt x="6823" y="2560"/>
                    <a:pt x="2868" y="1"/>
                    <a:pt x="1677" y="1"/>
                  </a:cubicBezTo>
                  <a:cubicBezTo>
                    <a:pt x="1677" y="1"/>
                    <a:pt x="1676" y="1"/>
                    <a:pt x="167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4"/>
            <p:cNvSpPr/>
            <p:nvPr/>
          </p:nvSpPr>
          <p:spPr>
            <a:xfrm>
              <a:off x="3892630" y="2293668"/>
              <a:ext cx="561932" cy="719231"/>
            </a:xfrm>
            <a:custGeom>
              <a:avLst/>
              <a:gdLst/>
              <a:ahLst/>
              <a:cxnLst/>
              <a:rect l="l" t="t" r="r" b="b"/>
              <a:pathLst>
                <a:path w="29490" h="37745" extrusionOk="0">
                  <a:moveTo>
                    <a:pt x="14359" y="1"/>
                  </a:moveTo>
                  <a:cubicBezTo>
                    <a:pt x="14359" y="1"/>
                    <a:pt x="11024" y="371"/>
                    <a:pt x="9291" y="3708"/>
                  </a:cubicBezTo>
                  <a:cubicBezTo>
                    <a:pt x="7560" y="7046"/>
                    <a:pt x="0" y="22197"/>
                    <a:pt x="645" y="23103"/>
                  </a:cubicBezTo>
                  <a:cubicBezTo>
                    <a:pt x="4320" y="28273"/>
                    <a:pt x="17690" y="31992"/>
                    <a:pt x="19051" y="33351"/>
                  </a:cubicBezTo>
                  <a:cubicBezTo>
                    <a:pt x="20410" y="34710"/>
                    <a:pt x="22146" y="36337"/>
                    <a:pt x="23505" y="37203"/>
                  </a:cubicBezTo>
                  <a:cubicBezTo>
                    <a:pt x="24148" y="37612"/>
                    <a:pt x="25097" y="37745"/>
                    <a:pt x="25970" y="37745"/>
                  </a:cubicBezTo>
                  <a:cubicBezTo>
                    <a:pt x="26941" y="37745"/>
                    <a:pt x="27819" y="37581"/>
                    <a:pt x="28079" y="37451"/>
                  </a:cubicBezTo>
                  <a:cubicBezTo>
                    <a:pt x="28572" y="37203"/>
                    <a:pt x="28944" y="36090"/>
                    <a:pt x="28079" y="36090"/>
                  </a:cubicBezTo>
                  <a:cubicBezTo>
                    <a:pt x="27214" y="36090"/>
                    <a:pt x="26771" y="35466"/>
                    <a:pt x="26647" y="34971"/>
                  </a:cubicBezTo>
                  <a:cubicBezTo>
                    <a:pt x="26621" y="34869"/>
                    <a:pt x="26665" y="34830"/>
                    <a:pt x="26757" y="34830"/>
                  </a:cubicBezTo>
                  <a:cubicBezTo>
                    <a:pt x="27035" y="34830"/>
                    <a:pt x="27753" y="35181"/>
                    <a:pt x="28332" y="35181"/>
                  </a:cubicBezTo>
                  <a:cubicBezTo>
                    <a:pt x="28484" y="35181"/>
                    <a:pt x="28626" y="35156"/>
                    <a:pt x="28748" y="35095"/>
                  </a:cubicBezTo>
                  <a:cubicBezTo>
                    <a:pt x="29489" y="34725"/>
                    <a:pt x="27088" y="33372"/>
                    <a:pt x="26348" y="32753"/>
                  </a:cubicBezTo>
                  <a:cubicBezTo>
                    <a:pt x="25607" y="32136"/>
                    <a:pt x="24988" y="31270"/>
                    <a:pt x="23999" y="31270"/>
                  </a:cubicBezTo>
                  <a:cubicBezTo>
                    <a:pt x="23011" y="31270"/>
                    <a:pt x="21154" y="31248"/>
                    <a:pt x="21154" y="31248"/>
                  </a:cubicBezTo>
                  <a:cubicBezTo>
                    <a:pt x="21154" y="31248"/>
                    <a:pt x="16599" y="27949"/>
                    <a:pt x="13849" y="25493"/>
                  </a:cubicBezTo>
                  <a:cubicBezTo>
                    <a:pt x="10143" y="22185"/>
                    <a:pt x="6876" y="20401"/>
                    <a:pt x="6876" y="20401"/>
                  </a:cubicBezTo>
                  <a:lnTo>
                    <a:pt x="15225" y="6675"/>
                  </a:lnTo>
                  <a:lnTo>
                    <a:pt x="143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4"/>
            <p:cNvSpPr/>
            <p:nvPr/>
          </p:nvSpPr>
          <p:spPr>
            <a:xfrm>
              <a:off x="3890801" y="2288332"/>
              <a:ext cx="558273" cy="729845"/>
            </a:xfrm>
            <a:custGeom>
              <a:avLst/>
              <a:gdLst/>
              <a:ahLst/>
              <a:cxnLst/>
              <a:rect l="l" t="t" r="r" b="b"/>
              <a:pathLst>
                <a:path w="29298" h="38302" extrusionOk="0">
                  <a:moveTo>
                    <a:pt x="14455" y="0"/>
                  </a:moveTo>
                  <a:cubicBezTo>
                    <a:pt x="14444" y="0"/>
                    <a:pt x="14434" y="1"/>
                    <a:pt x="14423" y="2"/>
                  </a:cubicBezTo>
                  <a:cubicBezTo>
                    <a:pt x="14281" y="18"/>
                    <a:pt x="10917" y="428"/>
                    <a:pt x="9137" y="3860"/>
                  </a:cubicBezTo>
                  <a:cubicBezTo>
                    <a:pt x="8325" y="5426"/>
                    <a:pt x="5981" y="10083"/>
                    <a:pt x="3919" y="14477"/>
                  </a:cubicBezTo>
                  <a:cubicBezTo>
                    <a:pt x="0" y="22828"/>
                    <a:pt x="333" y="23295"/>
                    <a:pt x="511" y="23546"/>
                  </a:cubicBezTo>
                  <a:cubicBezTo>
                    <a:pt x="3062" y="27132"/>
                    <a:pt x="10112" y="30001"/>
                    <a:pt x="14776" y="31900"/>
                  </a:cubicBezTo>
                  <a:cubicBezTo>
                    <a:pt x="16803" y="32724"/>
                    <a:pt x="18553" y="33437"/>
                    <a:pt x="18947" y="33831"/>
                  </a:cubicBezTo>
                  <a:cubicBezTo>
                    <a:pt x="20817" y="35699"/>
                    <a:pt x="22331" y="37007"/>
                    <a:pt x="23451" y="37721"/>
                  </a:cubicBezTo>
                  <a:cubicBezTo>
                    <a:pt x="24142" y="38160"/>
                    <a:pt x="25135" y="38301"/>
                    <a:pt x="26050" y="38301"/>
                  </a:cubicBezTo>
                  <a:cubicBezTo>
                    <a:pt x="27090" y="38301"/>
                    <a:pt x="28026" y="38119"/>
                    <a:pt x="28299" y="37982"/>
                  </a:cubicBezTo>
                  <a:cubicBezTo>
                    <a:pt x="28745" y="37760"/>
                    <a:pt x="29061" y="37107"/>
                    <a:pt x="28951" y="36638"/>
                  </a:cubicBezTo>
                  <a:cubicBezTo>
                    <a:pt x="28870" y="36296"/>
                    <a:pt x="28580" y="36090"/>
                    <a:pt x="28173" y="36090"/>
                  </a:cubicBezTo>
                  <a:cubicBezTo>
                    <a:pt x="27631" y="36090"/>
                    <a:pt x="27288" y="35785"/>
                    <a:pt x="27116" y="35451"/>
                  </a:cubicBezTo>
                  <a:lnTo>
                    <a:pt x="27116" y="35451"/>
                  </a:lnTo>
                  <a:cubicBezTo>
                    <a:pt x="27176" y="35469"/>
                    <a:pt x="27237" y="35489"/>
                    <a:pt x="27292" y="35505"/>
                  </a:cubicBezTo>
                  <a:cubicBezTo>
                    <a:pt x="27625" y="35610"/>
                    <a:pt x="28041" y="35740"/>
                    <a:pt x="28429" y="35740"/>
                  </a:cubicBezTo>
                  <a:cubicBezTo>
                    <a:pt x="28620" y="35740"/>
                    <a:pt x="28805" y="35708"/>
                    <a:pt x="28970" y="35626"/>
                  </a:cubicBezTo>
                  <a:cubicBezTo>
                    <a:pt x="29209" y="35507"/>
                    <a:pt x="29257" y="35319"/>
                    <a:pt x="29263" y="35216"/>
                  </a:cubicBezTo>
                  <a:cubicBezTo>
                    <a:pt x="29298" y="34728"/>
                    <a:pt x="28590" y="34203"/>
                    <a:pt x="27422" y="33395"/>
                  </a:cubicBezTo>
                  <a:cubicBezTo>
                    <a:pt x="27104" y="33175"/>
                    <a:pt x="26804" y="32968"/>
                    <a:pt x="26623" y="32817"/>
                  </a:cubicBezTo>
                  <a:cubicBezTo>
                    <a:pt x="26457" y="32679"/>
                    <a:pt x="26298" y="32527"/>
                    <a:pt x="26137" y="32377"/>
                  </a:cubicBezTo>
                  <a:cubicBezTo>
                    <a:pt x="25564" y="31831"/>
                    <a:pt x="24969" y="31268"/>
                    <a:pt x="24095" y="31268"/>
                  </a:cubicBezTo>
                  <a:cubicBezTo>
                    <a:pt x="23239" y="31268"/>
                    <a:pt x="21725" y="31254"/>
                    <a:pt x="21343" y="31249"/>
                  </a:cubicBezTo>
                  <a:cubicBezTo>
                    <a:pt x="20750" y="30816"/>
                    <a:pt x="16653" y="27813"/>
                    <a:pt x="14133" y="25564"/>
                  </a:cubicBezTo>
                  <a:cubicBezTo>
                    <a:pt x="11035" y="22799"/>
                    <a:pt x="8208" y="21074"/>
                    <a:pt x="7363" y="20581"/>
                  </a:cubicBezTo>
                  <a:lnTo>
                    <a:pt x="15562" y="7100"/>
                  </a:lnTo>
                  <a:cubicBezTo>
                    <a:pt x="15641" y="6968"/>
                    <a:pt x="15597" y="6797"/>
                    <a:pt x="15466" y="6717"/>
                  </a:cubicBezTo>
                  <a:cubicBezTo>
                    <a:pt x="15420" y="6689"/>
                    <a:pt x="15370" y="6676"/>
                    <a:pt x="15320" y="6676"/>
                  </a:cubicBezTo>
                  <a:cubicBezTo>
                    <a:pt x="15226" y="6676"/>
                    <a:pt x="15134" y="6723"/>
                    <a:pt x="15081" y="6809"/>
                  </a:cubicBezTo>
                  <a:lnTo>
                    <a:pt x="6732" y="20537"/>
                  </a:lnTo>
                  <a:cubicBezTo>
                    <a:pt x="6649" y="20674"/>
                    <a:pt x="6697" y="20852"/>
                    <a:pt x="6837" y="20929"/>
                  </a:cubicBezTo>
                  <a:cubicBezTo>
                    <a:pt x="6871" y="20947"/>
                    <a:pt x="10122" y="22738"/>
                    <a:pt x="13758" y="25983"/>
                  </a:cubicBezTo>
                  <a:cubicBezTo>
                    <a:pt x="16488" y="28420"/>
                    <a:pt x="21040" y="31723"/>
                    <a:pt x="21085" y="31757"/>
                  </a:cubicBezTo>
                  <a:cubicBezTo>
                    <a:pt x="21132" y="31791"/>
                    <a:pt x="21189" y="31810"/>
                    <a:pt x="21247" y="31811"/>
                  </a:cubicBezTo>
                  <a:cubicBezTo>
                    <a:pt x="21247" y="31811"/>
                    <a:pt x="23107" y="31831"/>
                    <a:pt x="24097" y="31831"/>
                  </a:cubicBezTo>
                  <a:cubicBezTo>
                    <a:pt x="24746" y="31831"/>
                    <a:pt x="25234" y="32295"/>
                    <a:pt x="25752" y="32785"/>
                  </a:cubicBezTo>
                  <a:cubicBezTo>
                    <a:pt x="25921" y="32944"/>
                    <a:pt x="26089" y="33103"/>
                    <a:pt x="26264" y="33249"/>
                  </a:cubicBezTo>
                  <a:cubicBezTo>
                    <a:pt x="26465" y="33417"/>
                    <a:pt x="26775" y="33631"/>
                    <a:pt x="27103" y="33859"/>
                  </a:cubicBezTo>
                  <a:cubicBezTo>
                    <a:pt x="27577" y="34185"/>
                    <a:pt x="28534" y="34846"/>
                    <a:pt x="28685" y="35138"/>
                  </a:cubicBezTo>
                  <a:cubicBezTo>
                    <a:pt x="28611" y="35168"/>
                    <a:pt x="28523" y="35180"/>
                    <a:pt x="28426" y="35180"/>
                  </a:cubicBezTo>
                  <a:cubicBezTo>
                    <a:pt x="28130" y="35180"/>
                    <a:pt x="27756" y="35062"/>
                    <a:pt x="27460" y="34970"/>
                  </a:cubicBezTo>
                  <a:cubicBezTo>
                    <a:pt x="27210" y="34891"/>
                    <a:pt x="27010" y="34828"/>
                    <a:pt x="26848" y="34828"/>
                  </a:cubicBezTo>
                  <a:cubicBezTo>
                    <a:pt x="26737" y="34828"/>
                    <a:pt x="26644" y="34858"/>
                    <a:pt x="26566" y="34932"/>
                  </a:cubicBezTo>
                  <a:cubicBezTo>
                    <a:pt x="26508" y="34987"/>
                    <a:pt x="26417" y="35110"/>
                    <a:pt x="26470" y="35320"/>
                  </a:cubicBezTo>
                  <a:cubicBezTo>
                    <a:pt x="26624" y="35934"/>
                    <a:pt x="27163" y="36652"/>
                    <a:pt x="28175" y="36652"/>
                  </a:cubicBezTo>
                  <a:cubicBezTo>
                    <a:pt x="28377" y="36652"/>
                    <a:pt x="28395" y="36727"/>
                    <a:pt x="28405" y="36767"/>
                  </a:cubicBezTo>
                  <a:cubicBezTo>
                    <a:pt x="28455" y="36981"/>
                    <a:pt x="28259" y="37374"/>
                    <a:pt x="28048" y="37479"/>
                  </a:cubicBezTo>
                  <a:cubicBezTo>
                    <a:pt x="27823" y="37591"/>
                    <a:pt x="26986" y="37744"/>
                    <a:pt x="26061" y="37744"/>
                  </a:cubicBezTo>
                  <a:cubicBezTo>
                    <a:pt x="25238" y="37744"/>
                    <a:pt x="24345" y="37623"/>
                    <a:pt x="23753" y="37245"/>
                  </a:cubicBezTo>
                  <a:cubicBezTo>
                    <a:pt x="22668" y="36555"/>
                    <a:pt x="21184" y="35272"/>
                    <a:pt x="19345" y="33433"/>
                  </a:cubicBezTo>
                  <a:cubicBezTo>
                    <a:pt x="18871" y="32959"/>
                    <a:pt x="17242" y="32297"/>
                    <a:pt x="14989" y="31379"/>
                  </a:cubicBezTo>
                  <a:cubicBezTo>
                    <a:pt x="10383" y="29505"/>
                    <a:pt x="3425" y="26674"/>
                    <a:pt x="986" y="23253"/>
                  </a:cubicBezTo>
                  <a:cubicBezTo>
                    <a:pt x="713" y="22192"/>
                    <a:pt x="6557" y="10057"/>
                    <a:pt x="9636" y="4118"/>
                  </a:cubicBezTo>
                  <a:cubicBezTo>
                    <a:pt x="11274" y="962"/>
                    <a:pt x="14454" y="564"/>
                    <a:pt x="14486" y="561"/>
                  </a:cubicBezTo>
                  <a:cubicBezTo>
                    <a:pt x="14640" y="543"/>
                    <a:pt x="14751" y="403"/>
                    <a:pt x="14734" y="250"/>
                  </a:cubicBezTo>
                  <a:cubicBezTo>
                    <a:pt x="14719" y="106"/>
                    <a:pt x="14596" y="0"/>
                    <a:pt x="14455"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4"/>
            <p:cNvSpPr/>
            <p:nvPr/>
          </p:nvSpPr>
          <p:spPr>
            <a:xfrm>
              <a:off x="3898308" y="2547004"/>
              <a:ext cx="556254" cy="465895"/>
            </a:xfrm>
            <a:custGeom>
              <a:avLst/>
              <a:gdLst/>
              <a:ahLst/>
              <a:cxnLst/>
              <a:rect l="l" t="t" r="r" b="b"/>
              <a:pathLst>
                <a:path w="29192" h="24450" extrusionOk="0">
                  <a:moveTo>
                    <a:pt x="4262" y="1"/>
                  </a:moveTo>
                  <a:cubicBezTo>
                    <a:pt x="2037" y="4688"/>
                    <a:pt x="0" y="9319"/>
                    <a:pt x="347" y="9808"/>
                  </a:cubicBezTo>
                  <a:cubicBezTo>
                    <a:pt x="4022" y="14978"/>
                    <a:pt x="17392" y="18697"/>
                    <a:pt x="18753" y="20056"/>
                  </a:cubicBezTo>
                  <a:cubicBezTo>
                    <a:pt x="20112" y="21415"/>
                    <a:pt x="21848" y="23042"/>
                    <a:pt x="23207" y="23908"/>
                  </a:cubicBezTo>
                  <a:cubicBezTo>
                    <a:pt x="23850" y="24317"/>
                    <a:pt x="24799" y="24450"/>
                    <a:pt x="25672" y="24450"/>
                  </a:cubicBezTo>
                  <a:cubicBezTo>
                    <a:pt x="26643" y="24450"/>
                    <a:pt x="27521" y="24286"/>
                    <a:pt x="27781" y="24156"/>
                  </a:cubicBezTo>
                  <a:cubicBezTo>
                    <a:pt x="28274" y="23908"/>
                    <a:pt x="28646" y="22795"/>
                    <a:pt x="27781" y="22795"/>
                  </a:cubicBezTo>
                  <a:cubicBezTo>
                    <a:pt x="26916" y="22795"/>
                    <a:pt x="26473" y="22171"/>
                    <a:pt x="26349" y="21676"/>
                  </a:cubicBezTo>
                  <a:cubicBezTo>
                    <a:pt x="26323" y="21574"/>
                    <a:pt x="26367" y="21535"/>
                    <a:pt x="26459" y="21535"/>
                  </a:cubicBezTo>
                  <a:cubicBezTo>
                    <a:pt x="26737" y="21535"/>
                    <a:pt x="27455" y="21886"/>
                    <a:pt x="28034" y="21886"/>
                  </a:cubicBezTo>
                  <a:cubicBezTo>
                    <a:pt x="28186" y="21886"/>
                    <a:pt x="28328" y="21861"/>
                    <a:pt x="28450" y="21800"/>
                  </a:cubicBezTo>
                  <a:cubicBezTo>
                    <a:pt x="29191" y="21429"/>
                    <a:pt x="26792" y="20077"/>
                    <a:pt x="26050" y="19458"/>
                  </a:cubicBezTo>
                  <a:cubicBezTo>
                    <a:pt x="25309" y="18840"/>
                    <a:pt x="24690" y="17975"/>
                    <a:pt x="23701" y="17975"/>
                  </a:cubicBezTo>
                  <a:cubicBezTo>
                    <a:pt x="22713" y="17975"/>
                    <a:pt x="20856" y="17953"/>
                    <a:pt x="20856" y="17953"/>
                  </a:cubicBezTo>
                  <a:cubicBezTo>
                    <a:pt x="20856" y="17953"/>
                    <a:pt x="16301" y="14654"/>
                    <a:pt x="13551" y="12198"/>
                  </a:cubicBezTo>
                  <a:cubicBezTo>
                    <a:pt x="9845" y="8890"/>
                    <a:pt x="6578" y="7106"/>
                    <a:pt x="6578" y="7106"/>
                  </a:cubicBezTo>
                  <a:lnTo>
                    <a:pt x="9919" y="1614"/>
                  </a:lnTo>
                  <a:cubicBezTo>
                    <a:pt x="7727" y="240"/>
                    <a:pt x="5424" y="15"/>
                    <a:pt x="42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4"/>
            <p:cNvSpPr/>
            <p:nvPr/>
          </p:nvSpPr>
          <p:spPr>
            <a:xfrm>
              <a:off x="3890286" y="2541669"/>
              <a:ext cx="558788" cy="476508"/>
            </a:xfrm>
            <a:custGeom>
              <a:avLst/>
              <a:gdLst/>
              <a:ahLst/>
              <a:cxnLst/>
              <a:rect l="l" t="t" r="r" b="b"/>
              <a:pathLst>
                <a:path w="29325" h="25007" extrusionOk="0">
                  <a:moveTo>
                    <a:pt x="4859" y="567"/>
                  </a:moveTo>
                  <a:cubicBezTo>
                    <a:pt x="6001" y="600"/>
                    <a:pt x="8006" y="845"/>
                    <a:pt x="9955" y="1989"/>
                  </a:cubicBezTo>
                  <a:lnTo>
                    <a:pt x="6761" y="7242"/>
                  </a:lnTo>
                  <a:cubicBezTo>
                    <a:pt x="6676" y="7379"/>
                    <a:pt x="6724" y="7557"/>
                    <a:pt x="6866" y="7634"/>
                  </a:cubicBezTo>
                  <a:cubicBezTo>
                    <a:pt x="6898" y="7652"/>
                    <a:pt x="10146" y="9440"/>
                    <a:pt x="13786" y="12688"/>
                  </a:cubicBezTo>
                  <a:cubicBezTo>
                    <a:pt x="16517" y="15125"/>
                    <a:pt x="21067" y="18428"/>
                    <a:pt x="21112" y="18462"/>
                  </a:cubicBezTo>
                  <a:cubicBezTo>
                    <a:pt x="21160" y="18496"/>
                    <a:pt x="21217" y="18515"/>
                    <a:pt x="21276" y="18516"/>
                  </a:cubicBezTo>
                  <a:cubicBezTo>
                    <a:pt x="21276" y="18516"/>
                    <a:pt x="23134" y="18536"/>
                    <a:pt x="24124" y="18536"/>
                  </a:cubicBezTo>
                  <a:cubicBezTo>
                    <a:pt x="24773" y="18536"/>
                    <a:pt x="25261" y="18999"/>
                    <a:pt x="25781" y="19489"/>
                  </a:cubicBezTo>
                  <a:cubicBezTo>
                    <a:pt x="25948" y="19649"/>
                    <a:pt x="26118" y="19808"/>
                    <a:pt x="26293" y="19954"/>
                  </a:cubicBezTo>
                  <a:cubicBezTo>
                    <a:pt x="26492" y="20122"/>
                    <a:pt x="26803" y="20336"/>
                    <a:pt x="27131" y="20564"/>
                  </a:cubicBezTo>
                  <a:cubicBezTo>
                    <a:pt x="27605" y="20890"/>
                    <a:pt x="28561" y="21551"/>
                    <a:pt x="28712" y="21843"/>
                  </a:cubicBezTo>
                  <a:cubicBezTo>
                    <a:pt x="28638" y="21873"/>
                    <a:pt x="28550" y="21885"/>
                    <a:pt x="28453" y="21885"/>
                  </a:cubicBezTo>
                  <a:cubicBezTo>
                    <a:pt x="28158" y="21885"/>
                    <a:pt x="27783" y="21767"/>
                    <a:pt x="27489" y="21675"/>
                  </a:cubicBezTo>
                  <a:cubicBezTo>
                    <a:pt x="27238" y="21596"/>
                    <a:pt x="27037" y="21533"/>
                    <a:pt x="26876" y="21533"/>
                  </a:cubicBezTo>
                  <a:cubicBezTo>
                    <a:pt x="26765" y="21533"/>
                    <a:pt x="26672" y="21563"/>
                    <a:pt x="26593" y="21637"/>
                  </a:cubicBezTo>
                  <a:cubicBezTo>
                    <a:pt x="26536" y="21692"/>
                    <a:pt x="26446" y="21815"/>
                    <a:pt x="26498" y="22025"/>
                  </a:cubicBezTo>
                  <a:cubicBezTo>
                    <a:pt x="26653" y="22639"/>
                    <a:pt x="27191" y="23357"/>
                    <a:pt x="28202" y="23357"/>
                  </a:cubicBezTo>
                  <a:cubicBezTo>
                    <a:pt x="28406" y="23357"/>
                    <a:pt x="28423" y="23432"/>
                    <a:pt x="28432" y="23472"/>
                  </a:cubicBezTo>
                  <a:cubicBezTo>
                    <a:pt x="28483" y="23686"/>
                    <a:pt x="28286" y="24079"/>
                    <a:pt x="28076" y="24184"/>
                  </a:cubicBezTo>
                  <a:cubicBezTo>
                    <a:pt x="27851" y="24296"/>
                    <a:pt x="27014" y="24449"/>
                    <a:pt x="26089" y="24449"/>
                  </a:cubicBezTo>
                  <a:cubicBezTo>
                    <a:pt x="25266" y="24449"/>
                    <a:pt x="24373" y="24328"/>
                    <a:pt x="23780" y="23950"/>
                  </a:cubicBezTo>
                  <a:cubicBezTo>
                    <a:pt x="22696" y="23260"/>
                    <a:pt x="21213" y="21977"/>
                    <a:pt x="19374" y="20138"/>
                  </a:cubicBezTo>
                  <a:cubicBezTo>
                    <a:pt x="18900" y="19664"/>
                    <a:pt x="17271" y="19002"/>
                    <a:pt x="15016" y="18084"/>
                  </a:cubicBezTo>
                  <a:cubicBezTo>
                    <a:pt x="10411" y="16210"/>
                    <a:pt x="3452" y="13379"/>
                    <a:pt x="1013" y="9958"/>
                  </a:cubicBezTo>
                  <a:cubicBezTo>
                    <a:pt x="964" y="9762"/>
                    <a:pt x="1096" y="8511"/>
                    <a:pt x="4859" y="567"/>
                  </a:cubicBezTo>
                  <a:close/>
                  <a:moveTo>
                    <a:pt x="4686" y="1"/>
                  </a:moveTo>
                  <a:cubicBezTo>
                    <a:pt x="4562" y="13"/>
                    <a:pt x="4476" y="62"/>
                    <a:pt x="4429" y="161"/>
                  </a:cubicBezTo>
                  <a:cubicBezTo>
                    <a:pt x="1" y="9494"/>
                    <a:pt x="350" y="9987"/>
                    <a:pt x="538" y="10251"/>
                  </a:cubicBezTo>
                  <a:cubicBezTo>
                    <a:pt x="3089" y="13837"/>
                    <a:pt x="10139" y="16706"/>
                    <a:pt x="14803" y="18605"/>
                  </a:cubicBezTo>
                  <a:cubicBezTo>
                    <a:pt x="16830" y="19429"/>
                    <a:pt x="18580" y="20142"/>
                    <a:pt x="18974" y="20536"/>
                  </a:cubicBezTo>
                  <a:cubicBezTo>
                    <a:pt x="20844" y="22404"/>
                    <a:pt x="22358" y="23712"/>
                    <a:pt x="23478" y="24426"/>
                  </a:cubicBezTo>
                  <a:cubicBezTo>
                    <a:pt x="24169" y="24865"/>
                    <a:pt x="25162" y="25006"/>
                    <a:pt x="26077" y="25006"/>
                  </a:cubicBezTo>
                  <a:cubicBezTo>
                    <a:pt x="27117" y="25006"/>
                    <a:pt x="28053" y="24824"/>
                    <a:pt x="28326" y="24687"/>
                  </a:cubicBezTo>
                  <a:cubicBezTo>
                    <a:pt x="28772" y="24465"/>
                    <a:pt x="29088" y="23812"/>
                    <a:pt x="28978" y="23343"/>
                  </a:cubicBezTo>
                  <a:cubicBezTo>
                    <a:pt x="28897" y="23001"/>
                    <a:pt x="28606" y="22795"/>
                    <a:pt x="28200" y="22795"/>
                  </a:cubicBezTo>
                  <a:cubicBezTo>
                    <a:pt x="27658" y="22795"/>
                    <a:pt x="27315" y="22490"/>
                    <a:pt x="27143" y="22156"/>
                  </a:cubicBezTo>
                  <a:lnTo>
                    <a:pt x="27143" y="22156"/>
                  </a:lnTo>
                  <a:cubicBezTo>
                    <a:pt x="27203" y="22174"/>
                    <a:pt x="27264" y="22194"/>
                    <a:pt x="27318" y="22210"/>
                  </a:cubicBezTo>
                  <a:cubicBezTo>
                    <a:pt x="27652" y="22315"/>
                    <a:pt x="28068" y="22445"/>
                    <a:pt x="28455" y="22445"/>
                  </a:cubicBezTo>
                  <a:cubicBezTo>
                    <a:pt x="28647" y="22445"/>
                    <a:pt x="28831" y="22413"/>
                    <a:pt x="28995" y="22331"/>
                  </a:cubicBezTo>
                  <a:cubicBezTo>
                    <a:pt x="29236" y="22212"/>
                    <a:pt x="29282" y="22024"/>
                    <a:pt x="29290" y="21921"/>
                  </a:cubicBezTo>
                  <a:cubicBezTo>
                    <a:pt x="29325" y="21433"/>
                    <a:pt x="28617" y="20908"/>
                    <a:pt x="27449" y="20100"/>
                  </a:cubicBezTo>
                  <a:cubicBezTo>
                    <a:pt x="27131" y="19881"/>
                    <a:pt x="26831" y="19673"/>
                    <a:pt x="26650" y="19522"/>
                  </a:cubicBezTo>
                  <a:cubicBezTo>
                    <a:pt x="26484" y="19384"/>
                    <a:pt x="26323" y="19232"/>
                    <a:pt x="26164" y="19080"/>
                  </a:cubicBezTo>
                  <a:cubicBezTo>
                    <a:pt x="25590" y="18536"/>
                    <a:pt x="24995" y="17973"/>
                    <a:pt x="24122" y="17973"/>
                  </a:cubicBezTo>
                  <a:cubicBezTo>
                    <a:pt x="23266" y="17973"/>
                    <a:pt x="21752" y="17957"/>
                    <a:pt x="21369" y="17954"/>
                  </a:cubicBezTo>
                  <a:cubicBezTo>
                    <a:pt x="20777" y="17521"/>
                    <a:pt x="16680" y="14518"/>
                    <a:pt x="14160" y="12268"/>
                  </a:cubicBezTo>
                  <a:cubicBezTo>
                    <a:pt x="11062" y="9504"/>
                    <a:pt x="8235" y="7779"/>
                    <a:pt x="7390" y="7286"/>
                  </a:cubicBezTo>
                  <a:lnTo>
                    <a:pt x="10581" y="2040"/>
                  </a:lnTo>
                  <a:cubicBezTo>
                    <a:pt x="10659" y="1909"/>
                    <a:pt x="10619" y="1736"/>
                    <a:pt x="10489" y="1655"/>
                  </a:cubicBezTo>
                  <a:cubicBezTo>
                    <a:pt x="8246" y="250"/>
                    <a:pt x="5889" y="15"/>
                    <a:pt x="468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4"/>
            <p:cNvSpPr/>
            <p:nvPr/>
          </p:nvSpPr>
          <p:spPr>
            <a:xfrm>
              <a:off x="4220147" y="1881641"/>
              <a:ext cx="299278" cy="334987"/>
            </a:xfrm>
            <a:custGeom>
              <a:avLst/>
              <a:gdLst/>
              <a:ahLst/>
              <a:cxnLst/>
              <a:rect l="l" t="t" r="r" b="b"/>
              <a:pathLst>
                <a:path w="15706" h="17580" extrusionOk="0">
                  <a:moveTo>
                    <a:pt x="12548" y="1"/>
                  </a:moveTo>
                  <a:lnTo>
                    <a:pt x="12532" y="12"/>
                  </a:lnTo>
                  <a:cubicBezTo>
                    <a:pt x="11458" y="1872"/>
                    <a:pt x="8354" y="2973"/>
                    <a:pt x="6979" y="3396"/>
                  </a:cubicBezTo>
                  <a:cubicBezTo>
                    <a:pt x="5468" y="3861"/>
                    <a:pt x="7676" y="4907"/>
                    <a:pt x="7444" y="6303"/>
                  </a:cubicBezTo>
                  <a:cubicBezTo>
                    <a:pt x="7211" y="7698"/>
                    <a:pt x="4189" y="8512"/>
                    <a:pt x="4189" y="8512"/>
                  </a:cubicBezTo>
                  <a:cubicBezTo>
                    <a:pt x="4189" y="8512"/>
                    <a:pt x="3324" y="6653"/>
                    <a:pt x="2096" y="6653"/>
                  </a:cubicBezTo>
                  <a:cubicBezTo>
                    <a:pt x="868" y="6653"/>
                    <a:pt x="0" y="9462"/>
                    <a:pt x="702" y="10955"/>
                  </a:cubicBezTo>
                  <a:cubicBezTo>
                    <a:pt x="1184" y="11981"/>
                    <a:pt x="2041" y="12142"/>
                    <a:pt x="2530" y="12142"/>
                  </a:cubicBezTo>
                  <a:cubicBezTo>
                    <a:pt x="2751" y="12142"/>
                    <a:pt x="2897" y="12109"/>
                    <a:pt x="2897" y="12109"/>
                  </a:cubicBezTo>
                  <a:lnTo>
                    <a:pt x="2897" y="12109"/>
                  </a:lnTo>
                  <a:cubicBezTo>
                    <a:pt x="2897" y="12109"/>
                    <a:pt x="2809" y="14740"/>
                    <a:pt x="4476" y="15529"/>
                  </a:cubicBezTo>
                  <a:cubicBezTo>
                    <a:pt x="6143" y="16319"/>
                    <a:pt x="8951" y="17372"/>
                    <a:pt x="10003" y="17547"/>
                  </a:cubicBezTo>
                  <a:cubicBezTo>
                    <a:pt x="10130" y="17568"/>
                    <a:pt x="10258" y="17579"/>
                    <a:pt x="10384" y="17579"/>
                  </a:cubicBezTo>
                  <a:cubicBezTo>
                    <a:pt x="11302" y="17579"/>
                    <a:pt x="12162" y="17005"/>
                    <a:pt x="12548" y="15618"/>
                  </a:cubicBezTo>
                  <a:cubicBezTo>
                    <a:pt x="12985" y="14038"/>
                    <a:pt x="13249" y="10792"/>
                    <a:pt x="13249" y="10792"/>
                  </a:cubicBezTo>
                  <a:cubicBezTo>
                    <a:pt x="13249" y="10792"/>
                    <a:pt x="14829" y="9740"/>
                    <a:pt x="15266" y="9126"/>
                  </a:cubicBezTo>
                  <a:cubicBezTo>
                    <a:pt x="15705" y="8512"/>
                    <a:pt x="14126" y="7897"/>
                    <a:pt x="13688" y="7020"/>
                  </a:cubicBezTo>
                  <a:cubicBezTo>
                    <a:pt x="13249" y="6142"/>
                    <a:pt x="13249" y="5441"/>
                    <a:pt x="13424" y="4211"/>
                  </a:cubicBezTo>
                  <a:cubicBezTo>
                    <a:pt x="13601" y="2983"/>
                    <a:pt x="12548" y="1"/>
                    <a:pt x="125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4"/>
            <p:cNvSpPr/>
            <p:nvPr/>
          </p:nvSpPr>
          <p:spPr>
            <a:xfrm>
              <a:off x="4218337" y="1876439"/>
              <a:ext cx="304842" cy="345581"/>
            </a:xfrm>
            <a:custGeom>
              <a:avLst/>
              <a:gdLst/>
              <a:ahLst/>
              <a:cxnLst/>
              <a:rect l="l" t="t" r="r" b="b"/>
              <a:pathLst>
                <a:path w="15998" h="18136" extrusionOk="0">
                  <a:moveTo>
                    <a:pt x="12552" y="892"/>
                  </a:moveTo>
                  <a:cubicBezTo>
                    <a:pt x="12880" y="1920"/>
                    <a:pt x="13354" y="3654"/>
                    <a:pt x="13242" y="4446"/>
                  </a:cubicBezTo>
                  <a:cubicBezTo>
                    <a:pt x="13061" y="5706"/>
                    <a:pt x="13058" y="6473"/>
                    <a:pt x="13532" y="7419"/>
                  </a:cubicBezTo>
                  <a:cubicBezTo>
                    <a:pt x="13741" y="7839"/>
                    <a:pt x="14156" y="8186"/>
                    <a:pt x="14523" y="8492"/>
                  </a:cubicBezTo>
                  <a:cubicBezTo>
                    <a:pt x="14927" y="8830"/>
                    <a:pt x="15228" y="9100"/>
                    <a:pt x="15134" y="9234"/>
                  </a:cubicBezTo>
                  <a:cubicBezTo>
                    <a:pt x="14798" y="9704"/>
                    <a:pt x="13615" y="10545"/>
                    <a:pt x="13188" y="10831"/>
                  </a:cubicBezTo>
                  <a:cubicBezTo>
                    <a:pt x="13117" y="10879"/>
                    <a:pt x="13071" y="10957"/>
                    <a:pt x="13064" y="11043"/>
                  </a:cubicBezTo>
                  <a:cubicBezTo>
                    <a:pt x="13061" y="11075"/>
                    <a:pt x="12797" y="14281"/>
                    <a:pt x="12371" y="15815"/>
                  </a:cubicBezTo>
                  <a:cubicBezTo>
                    <a:pt x="12056" y="16949"/>
                    <a:pt x="11379" y="17572"/>
                    <a:pt x="10487" y="17572"/>
                  </a:cubicBezTo>
                  <a:cubicBezTo>
                    <a:pt x="10376" y="17572"/>
                    <a:pt x="10262" y="17563"/>
                    <a:pt x="10144" y="17543"/>
                  </a:cubicBezTo>
                  <a:cubicBezTo>
                    <a:pt x="9112" y="17371"/>
                    <a:pt x="6284" y="16302"/>
                    <a:pt x="4691" y="15548"/>
                  </a:cubicBezTo>
                  <a:cubicBezTo>
                    <a:pt x="3214" y="14848"/>
                    <a:pt x="3273" y="12414"/>
                    <a:pt x="3273" y="12390"/>
                  </a:cubicBezTo>
                  <a:cubicBezTo>
                    <a:pt x="3278" y="12231"/>
                    <a:pt x="3149" y="12100"/>
                    <a:pt x="2990" y="12100"/>
                  </a:cubicBezTo>
                  <a:cubicBezTo>
                    <a:pt x="2972" y="12100"/>
                    <a:pt x="2951" y="12102"/>
                    <a:pt x="2931" y="12106"/>
                  </a:cubicBezTo>
                  <a:cubicBezTo>
                    <a:pt x="2915" y="12109"/>
                    <a:pt x="2796" y="12134"/>
                    <a:pt x="2621" y="12134"/>
                  </a:cubicBezTo>
                  <a:cubicBezTo>
                    <a:pt x="2205" y="12134"/>
                    <a:pt x="1469" y="11996"/>
                    <a:pt x="1051" y="11107"/>
                  </a:cubicBezTo>
                  <a:cubicBezTo>
                    <a:pt x="606" y="10162"/>
                    <a:pt x="871" y="8636"/>
                    <a:pt x="1399" y="7805"/>
                  </a:cubicBezTo>
                  <a:cubicBezTo>
                    <a:pt x="1541" y="7582"/>
                    <a:pt x="1832" y="7207"/>
                    <a:pt x="2191" y="7207"/>
                  </a:cubicBezTo>
                  <a:cubicBezTo>
                    <a:pt x="3049" y="7207"/>
                    <a:pt x="3809" y="8432"/>
                    <a:pt x="4029" y="8905"/>
                  </a:cubicBezTo>
                  <a:cubicBezTo>
                    <a:pt x="4076" y="9005"/>
                    <a:pt x="4176" y="9067"/>
                    <a:pt x="4283" y="9067"/>
                  </a:cubicBezTo>
                  <a:cubicBezTo>
                    <a:pt x="4307" y="9067"/>
                    <a:pt x="4332" y="9063"/>
                    <a:pt x="4357" y="9056"/>
                  </a:cubicBezTo>
                  <a:cubicBezTo>
                    <a:pt x="4685" y="8969"/>
                    <a:pt x="7561" y="8152"/>
                    <a:pt x="7817" y="6622"/>
                  </a:cubicBezTo>
                  <a:cubicBezTo>
                    <a:pt x="7939" y="5887"/>
                    <a:pt x="7512" y="5270"/>
                    <a:pt x="7169" y="4774"/>
                  </a:cubicBezTo>
                  <a:cubicBezTo>
                    <a:pt x="7009" y="4544"/>
                    <a:pt x="6790" y="4227"/>
                    <a:pt x="6826" y="4121"/>
                  </a:cubicBezTo>
                  <a:cubicBezTo>
                    <a:pt x="6829" y="4112"/>
                    <a:pt x="6866" y="4029"/>
                    <a:pt x="7157" y="3939"/>
                  </a:cubicBezTo>
                  <a:cubicBezTo>
                    <a:pt x="8687" y="3469"/>
                    <a:pt x="11296" y="2476"/>
                    <a:pt x="12552" y="892"/>
                  </a:cubicBezTo>
                  <a:close/>
                  <a:moveTo>
                    <a:pt x="12638" y="0"/>
                  </a:moveTo>
                  <a:cubicBezTo>
                    <a:pt x="12571" y="0"/>
                    <a:pt x="12505" y="22"/>
                    <a:pt x="12451" y="65"/>
                  </a:cubicBezTo>
                  <a:cubicBezTo>
                    <a:pt x="12424" y="87"/>
                    <a:pt x="12400" y="115"/>
                    <a:pt x="12383" y="145"/>
                  </a:cubicBezTo>
                  <a:cubicBezTo>
                    <a:pt x="11409" y="1834"/>
                    <a:pt x="8587" y="2910"/>
                    <a:pt x="6992" y="3400"/>
                  </a:cubicBezTo>
                  <a:cubicBezTo>
                    <a:pt x="6606" y="3519"/>
                    <a:pt x="6378" y="3694"/>
                    <a:pt x="6295" y="3937"/>
                  </a:cubicBezTo>
                  <a:cubicBezTo>
                    <a:pt x="6166" y="4312"/>
                    <a:pt x="6428" y="4693"/>
                    <a:pt x="6707" y="5094"/>
                  </a:cubicBezTo>
                  <a:cubicBezTo>
                    <a:pt x="7007" y="5527"/>
                    <a:pt x="7348" y="6018"/>
                    <a:pt x="7262" y="6529"/>
                  </a:cubicBezTo>
                  <a:cubicBezTo>
                    <a:pt x="7111" y="7445"/>
                    <a:pt x="5331" y="8173"/>
                    <a:pt x="4429" y="8450"/>
                  </a:cubicBezTo>
                  <a:cubicBezTo>
                    <a:pt x="4143" y="7926"/>
                    <a:pt x="3323" y="6643"/>
                    <a:pt x="2191" y="6643"/>
                  </a:cubicBezTo>
                  <a:cubicBezTo>
                    <a:pt x="1720" y="6643"/>
                    <a:pt x="1283" y="6940"/>
                    <a:pt x="925" y="7503"/>
                  </a:cubicBezTo>
                  <a:cubicBezTo>
                    <a:pt x="320" y="8455"/>
                    <a:pt x="1" y="10197"/>
                    <a:pt x="542" y="11346"/>
                  </a:cubicBezTo>
                  <a:cubicBezTo>
                    <a:pt x="1046" y="12417"/>
                    <a:pt x="1973" y="12699"/>
                    <a:pt x="2623" y="12699"/>
                  </a:cubicBezTo>
                  <a:cubicBezTo>
                    <a:pt x="2655" y="12699"/>
                    <a:pt x="2686" y="12698"/>
                    <a:pt x="2716" y="12697"/>
                  </a:cubicBezTo>
                  <a:cubicBezTo>
                    <a:pt x="2751" y="13465"/>
                    <a:pt x="2989" y="15363"/>
                    <a:pt x="4450" y="16055"/>
                  </a:cubicBezTo>
                  <a:cubicBezTo>
                    <a:pt x="6085" y="16830"/>
                    <a:pt x="8948" y="17912"/>
                    <a:pt x="10051" y="18097"/>
                  </a:cubicBezTo>
                  <a:cubicBezTo>
                    <a:pt x="10198" y="18122"/>
                    <a:pt x="10348" y="18134"/>
                    <a:pt x="10497" y="18135"/>
                  </a:cubicBezTo>
                  <a:cubicBezTo>
                    <a:pt x="11642" y="18135"/>
                    <a:pt x="12527" y="17351"/>
                    <a:pt x="12914" y="15964"/>
                  </a:cubicBezTo>
                  <a:cubicBezTo>
                    <a:pt x="13309" y="14542"/>
                    <a:pt x="13558" y="11860"/>
                    <a:pt x="13614" y="11221"/>
                  </a:cubicBezTo>
                  <a:cubicBezTo>
                    <a:pt x="13992" y="10963"/>
                    <a:pt x="15195" y="10115"/>
                    <a:pt x="15592" y="9560"/>
                  </a:cubicBezTo>
                  <a:cubicBezTo>
                    <a:pt x="15997" y="8991"/>
                    <a:pt x="15406" y="8496"/>
                    <a:pt x="14884" y="8059"/>
                  </a:cubicBezTo>
                  <a:cubicBezTo>
                    <a:pt x="14560" y="7787"/>
                    <a:pt x="14193" y="7481"/>
                    <a:pt x="14035" y="7166"/>
                  </a:cubicBezTo>
                  <a:cubicBezTo>
                    <a:pt x="13626" y="6349"/>
                    <a:pt x="13631" y="5690"/>
                    <a:pt x="13798" y="4523"/>
                  </a:cubicBezTo>
                  <a:cubicBezTo>
                    <a:pt x="13981" y="3243"/>
                    <a:pt x="12952" y="304"/>
                    <a:pt x="12908" y="180"/>
                  </a:cubicBezTo>
                  <a:cubicBezTo>
                    <a:pt x="12877" y="94"/>
                    <a:pt x="12800" y="34"/>
                    <a:pt x="12713" y="10"/>
                  </a:cubicBezTo>
                  <a:cubicBezTo>
                    <a:pt x="12688" y="3"/>
                    <a:pt x="12663" y="0"/>
                    <a:pt x="1263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4"/>
            <p:cNvSpPr/>
            <p:nvPr/>
          </p:nvSpPr>
          <p:spPr>
            <a:xfrm>
              <a:off x="4435088" y="1999535"/>
              <a:ext cx="13319" cy="33251"/>
            </a:xfrm>
            <a:custGeom>
              <a:avLst/>
              <a:gdLst/>
              <a:ahLst/>
              <a:cxnLst/>
              <a:rect l="l" t="t" r="r" b="b"/>
              <a:pathLst>
                <a:path w="699" h="1745" extrusionOk="0">
                  <a:moveTo>
                    <a:pt x="350" y="0"/>
                  </a:moveTo>
                  <a:cubicBezTo>
                    <a:pt x="158" y="0"/>
                    <a:pt x="0" y="391"/>
                    <a:pt x="0" y="872"/>
                  </a:cubicBezTo>
                  <a:cubicBezTo>
                    <a:pt x="0" y="1354"/>
                    <a:pt x="156" y="1745"/>
                    <a:pt x="350" y="1745"/>
                  </a:cubicBezTo>
                  <a:cubicBezTo>
                    <a:pt x="543" y="1745"/>
                    <a:pt x="699" y="1354"/>
                    <a:pt x="699" y="872"/>
                  </a:cubicBezTo>
                  <a:cubicBezTo>
                    <a:pt x="699" y="391"/>
                    <a:pt x="543" y="0"/>
                    <a:pt x="35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4"/>
            <p:cNvSpPr/>
            <p:nvPr/>
          </p:nvSpPr>
          <p:spPr>
            <a:xfrm>
              <a:off x="4412507" y="1966951"/>
              <a:ext cx="43998" cy="26868"/>
            </a:xfrm>
            <a:custGeom>
              <a:avLst/>
              <a:gdLst/>
              <a:ahLst/>
              <a:cxnLst/>
              <a:rect l="l" t="t" r="r" b="b"/>
              <a:pathLst>
                <a:path w="2309" h="1410" extrusionOk="0">
                  <a:moveTo>
                    <a:pt x="1783" y="0"/>
                  </a:moveTo>
                  <a:cubicBezTo>
                    <a:pt x="1021" y="0"/>
                    <a:pt x="257" y="835"/>
                    <a:pt x="163" y="942"/>
                  </a:cubicBezTo>
                  <a:cubicBezTo>
                    <a:pt x="1" y="1124"/>
                    <a:pt x="129" y="1410"/>
                    <a:pt x="371" y="1410"/>
                  </a:cubicBezTo>
                  <a:cubicBezTo>
                    <a:pt x="452" y="1410"/>
                    <a:pt x="529" y="1376"/>
                    <a:pt x="581" y="1317"/>
                  </a:cubicBezTo>
                  <a:cubicBezTo>
                    <a:pt x="771" y="1103"/>
                    <a:pt x="1359" y="562"/>
                    <a:pt x="1781" y="562"/>
                  </a:cubicBezTo>
                  <a:cubicBezTo>
                    <a:pt x="1826" y="562"/>
                    <a:pt x="1869" y="568"/>
                    <a:pt x="1910" y="581"/>
                  </a:cubicBezTo>
                  <a:cubicBezTo>
                    <a:pt x="1938" y="590"/>
                    <a:pt x="1966" y="594"/>
                    <a:pt x="1994" y="594"/>
                  </a:cubicBezTo>
                  <a:cubicBezTo>
                    <a:pt x="2111" y="594"/>
                    <a:pt x="2221" y="520"/>
                    <a:pt x="2260" y="402"/>
                  </a:cubicBezTo>
                  <a:cubicBezTo>
                    <a:pt x="2308" y="258"/>
                    <a:pt x="2232" y="100"/>
                    <a:pt x="2088" y="49"/>
                  </a:cubicBezTo>
                  <a:cubicBezTo>
                    <a:pt x="1987" y="15"/>
                    <a:pt x="1885" y="0"/>
                    <a:pt x="178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4"/>
            <p:cNvSpPr/>
            <p:nvPr/>
          </p:nvSpPr>
          <p:spPr>
            <a:xfrm>
              <a:off x="4398121" y="2109368"/>
              <a:ext cx="58537" cy="23800"/>
            </a:xfrm>
            <a:custGeom>
              <a:avLst/>
              <a:gdLst/>
              <a:ahLst/>
              <a:cxnLst/>
              <a:rect l="l" t="t" r="r" b="b"/>
              <a:pathLst>
                <a:path w="3072" h="1249" extrusionOk="0">
                  <a:moveTo>
                    <a:pt x="312" y="1"/>
                  </a:moveTo>
                  <a:cubicBezTo>
                    <a:pt x="236" y="1"/>
                    <a:pt x="159" y="32"/>
                    <a:pt x="104" y="93"/>
                  </a:cubicBezTo>
                  <a:cubicBezTo>
                    <a:pt x="0" y="209"/>
                    <a:pt x="11" y="387"/>
                    <a:pt x="126" y="490"/>
                  </a:cubicBezTo>
                  <a:cubicBezTo>
                    <a:pt x="805" y="1103"/>
                    <a:pt x="1519" y="1249"/>
                    <a:pt x="2045" y="1249"/>
                  </a:cubicBezTo>
                  <a:cubicBezTo>
                    <a:pt x="2506" y="1249"/>
                    <a:pt x="2823" y="1138"/>
                    <a:pt x="2850" y="1128"/>
                  </a:cubicBezTo>
                  <a:cubicBezTo>
                    <a:pt x="2996" y="1074"/>
                    <a:pt x="3072" y="913"/>
                    <a:pt x="3019" y="767"/>
                  </a:cubicBezTo>
                  <a:cubicBezTo>
                    <a:pt x="2978" y="653"/>
                    <a:pt x="2870" y="581"/>
                    <a:pt x="2754" y="581"/>
                  </a:cubicBezTo>
                  <a:cubicBezTo>
                    <a:pt x="2723" y="581"/>
                    <a:pt x="2691" y="587"/>
                    <a:pt x="2659" y="598"/>
                  </a:cubicBezTo>
                  <a:cubicBezTo>
                    <a:pt x="2639" y="605"/>
                    <a:pt x="2400" y="687"/>
                    <a:pt x="2049" y="687"/>
                  </a:cubicBezTo>
                  <a:cubicBezTo>
                    <a:pt x="1631" y="687"/>
                    <a:pt x="1054" y="571"/>
                    <a:pt x="501" y="73"/>
                  </a:cubicBezTo>
                  <a:cubicBezTo>
                    <a:pt x="447" y="25"/>
                    <a:pt x="379" y="1"/>
                    <a:pt x="31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4"/>
            <p:cNvSpPr/>
            <p:nvPr/>
          </p:nvSpPr>
          <p:spPr>
            <a:xfrm>
              <a:off x="3779024" y="4211877"/>
              <a:ext cx="221324" cy="195276"/>
            </a:xfrm>
            <a:custGeom>
              <a:avLst/>
              <a:gdLst/>
              <a:ahLst/>
              <a:cxnLst/>
              <a:rect l="l" t="t" r="r" b="b"/>
              <a:pathLst>
                <a:path w="11615" h="10248" extrusionOk="0">
                  <a:moveTo>
                    <a:pt x="2098" y="1"/>
                  </a:moveTo>
                  <a:cubicBezTo>
                    <a:pt x="2098" y="1"/>
                    <a:pt x="0" y="4207"/>
                    <a:pt x="82" y="4777"/>
                  </a:cubicBezTo>
                  <a:cubicBezTo>
                    <a:pt x="164" y="5347"/>
                    <a:pt x="4319" y="8363"/>
                    <a:pt x="6275" y="9422"/>
                  </a:cubicBezTo>
                  <a:cubicBezTo>
                    <a:pt x="7237" y="9943"/>
                    <a:pt x="8573" y="10247"/>
                    <a:pt x="9654" y="10247"/>
                  </a:cubicBezTo>
                  <a:cubicBezTo>
                    <a:pt x="10771" y="10247"/>
                    <a:pt x="11615" y="9923"/>
                    <a:pt x="11490" y="9177"/>
                  </a:cubicBezTo>
                  <a:cubicBezTo>
                    <a:pt x="11245" y="7712"/>
                    <a:pt x="7905" y="6733"/>
                    <a:pt x="7090" y="4534"/>
                  </a:cubicBezTo>
                  <a:cubicBezTo>
                    <a:pt x="6275" y="2333"/>
                    <a:pt x="5958" y="1054"/>
                    <a:pt x="5958" y="1054"/>
                  </a:cubicBezTo>
                  <a:cubicBezTo>
                    <a:pt x="5958" y="1054"/>
                    <a:pt x="5901" y="1057"/>
                    <a:pt x="5796" y="1057"/>
                  </a:cubicBezTo>
                  <a:cubicBezTo>
                    <a:pt x="5283" y="1057"/>
                    <a:pt x="3637" y="975"/>
                    <a:pt x="20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4"/>
            <p:cNvSpPr/>
            <p:nvPr/>
          </p:nvSpPr>
          <p:spPr>
            <a:xfrm>
              <a:off x="3773650" y="4206542"/>
              <a:ext cx="230889" cy="205946"/>
            </a:xfrm>
            <a:custGeom>
              <a:avLst/>
              <a:gdLst/>
              <a:ahLst/>
              <a:cxnLst/>
              <a:rect l="l" t="t" r="r" b="b"/>
              <a:pathLst>
                <a:path w="12117" h="10808" extrusionOk="0">
                  <a:moveTo>
                    <a:pt x="2496" y="679"/>
                  </a:moveTo>
                  <a:cubicBezTo>
                    <a:pt x="3971" y="1516"/>
                    <a:pt x="5463" y="1614"/>
                    <a:pt x="6024" y="1618"/>
                  </a:cubicBezTo>
                  <a:cubicBezTo>
                    <a:pt x="6148" y="2072"/>
                    <a:pt x="6481" y="3214"/>
                    <a:pt x="7108" y="4910"/>
                  </a:cubicBezTo>
                  <a:cubicBezTo>
                    <a:pt x="7569" y="6152"/>
                    <a:pt x="8744" y="7004"/>
                    <a:pt x="9781" y="7754"/>
                  </a:cubicBezTo>
                  <a:cubicBezTo>
                    <a:pt x="10613" y="8356"/>
                    <a:pt x="11399" y="8926"/>
                    <a:pt x="11495" y="9504"/>
                  </a:cubicBezTo>
                  <a:cubicBezTo>
                    <a:pt x="11527" y="9698"/>
                    <a:pt x="11467" y="9838"/>
                    <a:pt x="11300" y="9956"/>
                  </a:cubicBezTo>
                  <a:cubicBezTo>
                    <a:pt x="11019" y="10157"/>
                    <a:pt x="10528" y="10251"/>
                    <a:pt x="9947" y="10251"/>
                  </a:cubicBezTo>
                  <a:cubicBezTo>
                    <a:pt x="8926" y="10251"/>
                    <a:pt x="7625" y="9962"/>
                    <a:pt x="6691" y="9456"/>
                  </a:cubicBezTo>
                  <a:cubicBezTo>
                    <a:pt x="4541" y="8292"/>
                    <a:pt x="831" y="5499"/>
                    <a:pt x="643" y="5024"/>
                  </a:cubicBezTo>
                  <a:cubicBezTo>
                    <a:pt x="627" y="4679"/>
                    <a:pt x="1551" y="2595"/>
                    <a:pt x="2496" y="679"/>
                  </a:cubicBezTo>
                  <a:close/>
                  <a:moveTo>
                    <a:pt x="2381" y="0"/>
                  </a:moveTo>
                  <a:cubicBezTo>
                    <a:pt x="2278" y="0"/>
                    <a:pt x="2178" y="56"/>
                    <a:pt x="2129" y="155"/>
                  </a:cubicBezTo>
                  <a:cubicBezTo>
                    <a:pt x="1486" y="1445"/>
                    <a:pt x="1" y="4504"/>
                    <a:pt x="85" y="5096"/>
                  </a:cubicBezTo>
                  <a:cubicBezTo>
                    <a:pt x="198" y="5887"/>
                    <a:pt x="4757" y="9047"/>
                    <a:pt x="6422" y="9950"/>
                  </a:cubicBezTo>
                  <a:cubicBezTo>
                    <a:pt x="7372" y="10464"/>
                    <a:pt x="8776" y="10808"/>
                    <a:pt x="9945" y="10808"/>
                  </a:cubicBezTo>
                  <a:cubicBezTo>
                    <a:pt x="10634" y="10808"/>
                    <a:pt x="11241" y="10688"/>
                    <a:pt x="11626" y="10415"/>
                  </a:cubicBezTo>
                  <a:cubicBezTo>
                    <a:pt x="11966" y="10172"/>
                    <a:pt x="12116" y="9816"/>
                    <a:pt x="12049" y="9412"/>
                  </a:cubicBezTo>
                  <a:cubicBezTo>
                    <a:pt x="11915" y="8606"/>
                    <a:pt x="11078" y="8000"/>
                    <a:pt x="10111" y="7300"/>
                  </a:cubicBezTo>
                  <a:cubicBezTo>
                    <a:pt x="9138" y="6596"/>
                    <a:pt x="8035" y="5797"/>
                    <a:pt x="7634" y="4716"/>
                  </a:cubicBezTo>
                  <a:cubicBezTo>
                    <a:pt x="6837" y="2559"/>
                    <a:pt x="6516" y="1278"/>
                    <a:pt x="6513" y="1267"/>
                  </a:cubicBezTo>
                  <a:cubicBezTo>
                    <a:pt x="6482" y="1140"/>
                    <a:pt x="6369" y="1053"/>
                    <a:pt x="6241" y="1053"/>
                  </a:cubicBezTo>
                  <a:cubicBezTo>
                    <a:pt x="6235" y="1053"/>
                    <a:pt x="6229" y="1053"/>
                    <a:pt x="6223" y="1054"/>
                  </a:cubicBezTo>
                  <a:cubicBezTo>
                    <a:pt x="6220" y="1054"/>
                    <a:pt x="6175" y="1056"/>
                    <a:pt x="6095" y="1056"/>
                  </a:cubicBezTo>
                  <a:cubicBezTo>
                    <a:pt x="5636" y="1056"/>
                    <a:pt x="4021" y="986"/>
                    <a:pt x="2530" y="43"/>
                  </a:cubicBezTo>
                  <a:cubicBezTo>
                    <a:pt x="2483" y="14"/>
                    <a:pt x="2432" y="0"/>
                    <a:pt x="23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4"/>
            <p:cNvSpPr/>
            <p:nvPr/>
          </p:nvSpPr>
          <p:spPr>
            <a:xfrm>
              <a:off x="3780186" y="4284687"/>
              <a:ext cx="219742" cy="122466"/>
            </a:xfrm>
            <a:custGeom>
              <a:avLst/>
              <a:gdLst/>
              <a:ahLst/>
              <a:cxnLst/>
              <a:rect l="l" t="t" r="r" b="b"/>
              <a:pathLst>
                <a:path w="11532" h="6427" extrusionOk="0">
                  <a:moveTo>
                    <a:pt x="291" y="1"/>
                  </a:moveTo>
                  <a:cubicBezTo>
                    <a:pt x="113" y="460"/>
                    <a:pt x="1" y="818"/>
                    <a:pt x="21" y="958"/>
                  </a:cubicBezTo>
                  <a:cubicBezTo>
                    <a:pt x="103" y="1528"/>
                    <a:pt x="4258" y="4542"/>
                    <a:pt x="6214" y="5603"/>
                  </a:cubicBezTo>
                  <a:cubicBezTo>
                    <a:pt x="7175" y="6123"/>
                    <a:pt x="8509" y="6427"/>
                    <a:pt x="9589" y="6427"/>
                  </a:cubicBezTo>
                  <a:cubicBezTo>
                    <a:pt x="10694" y="6427"/>
                    <a:pt x="11532" y="6109"/>
                    <a:pt x="11429" y="5380"/>
                  </a:cubicBezTo>
                  <a:lnTo>
                    <a:pt x="11429" y="5380"/>
                  </a:lnTo>
                  <a:cubicBezTo>
                    <a:pt x="11107" y="5424"/>
                    <a:pt x="10751" y="5453"/>
                    <a:pt x="10364" y="5453"/>
                  </a:cubicBezTo>
                  <a:cubicBezTo>
                    <a:pt x="9408" y="5453"/>
                    <a:pt x="8269" y="5279"/>
                    <a:pt x="7027" y="4741"/>
                  </a:cubicBezTo>
                  <a:cubicBezTo>
                    <a:pt x="4010" y="3433"/>
                    <a:pt x="1084" y="758"/>
                    <a:pt x="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4"/>
            <p:cNvSpPr/>
            <p:nvPr/>
          </p:nvSpPr>
          <p:spPr>
            <a:xfrm>
              <a:off x="3774908" y="4279313"/>
              <a:ext cx="229441" cy="133156"/>
            </a:xfrm>
            <a:custGeom>
              <a:avLst/>
              <a:gdLst/>
              <a:ahLst/>
              <a:cxnLst/>
              <a:rect l="l" t="t" r="r" b="b"/>
              <a:pathLst>
                <a:path w="12041" h="6988" extrusionOk="0">
                  <a:moveTo>
                    <a:pt x="686" y="777"/>
                  </a:moveTo>
                  <a:cubicBezTo>
                    <a:pt x="1796" y="1801"/>
                    <a:pt x="4455" y="4094"/>
                    <a:pt x="7192" y="5281"/>
                  </a:cubicBezTo>
                  <a:cubicBezTo>
                    <a:pt x="8325" y="5772"/>
                    <a:pt x="9478" y="6017"/>
                    <a:pt x="10633" y="6017"/>
                  </a:cubicBezTo>
                  <a:cubicBezTo>
                    <a:pt x="10883" y="6017"/>
                    <a:pt x="11132" y="6005"/>
                    <a:pt x="11381" y="5982"/>
                  </a:cubicBezTo>
                  <a:lnTo>
                    <a:pt x="11381" y="5982"/>
                  </a:lnTo>
                  <a:cubicBezTo>
                    <a:pt x="11340" y="6047"/>
                    <a:pt x="11286" y="6101"/>
                    <a:pt x="11222" y="6143"/>
                  </a:cubicBezTo>
                  <a:cubicBezTo>
                    <a:pt x="10941" y="6338"/>
                    <a:pt x="10455" y="6429"/>
                    <a:pt x="9880" y="6429"/>
                  </a:cubicBezTo>
                  <a:cubicBezTo>
                    <a:pt x="8858" y="6429"/>
                    <a:pt x="7555" y="6141"/>
                    <a:pt x="6625" y="5637"/>
                  </a:cubicBezTo>
                  <a:cubicBezTo>
                    <a:pt x="4475" y="4473"/>
                    <a:pt x="765" y="1680"/>
                    <a:pt x="577" y="1205"/>
                  </a:cubicBezTo>
                  <a:cubicBezTo>
                    <a:pt x="577" y="1193"/>
                    <a:pt x="577" y="1101"/>
                    <a:pt x="686" y="777"/>
                  </a:cubicBezTo>
                  <a:close/>
                  <a:moveTo>
                    <a:pt x="568" y="1"/>
                  </a:moveTo>
                  <a:cubicBezTo>
                    <a:pt x="457" y="1"/>
                    <a:pt x="349" y="65"/>
                    <a:pt x="305" y="181"/>
                  </a:cubicBezTo>
                  <a:cubicBezTo>
                    <a:pt x="21" y="914"/>
                    <a:pt x="0" y="1142"/>
                    <a:pt x="19" y="1279"/>
                  </a:cubicBezTo>
                  <a:cubicBezTo>
                    <a:pt x="132" y="2069"/>
                    <a:pt x="4691" y="5228"/>
                    <a:pt x="6356" y="6131"/>
                  </a:cubicBezTo>
                  <a:cubicBezTo>
                    <a:pt x="7302" y="6643"/>
                    <a:pt x="8709" y="6987"/>
                    <a:pt x="9879" y="6987"/>
                  </a:cubicBezTo>
                  <a:cubicBezTo>
                    <a:pt x="10558" y="6987"/>
                    <a:pt x="11159" y="6871"/>
                    <a:pt x="11543" y="6604"/>
                  </a:cubicBezTo>
                  <a:cubicBezTo>
                    <a:pt x="11884" y="6367"/>
                    <a:pt x="12040" y="6019"/>
                    <a:pt x="11985" y="5624"/>
                  </a:cubicBezTo>
                  <a:cubicBezTo>
                    <a:pt x="11965" y="5482"/>
                    <a:pt x="11844" y="5381"/>
                    <a:pt x="11706" y="5381"/>
                  </a:cubicBezTo>
                  <a:cubicBezTo>
                    <a:pt x="11693" y="5381"/>
                    <a:pt x="11681" y="5381"/>
                    <a:pt x="11668" y="5383"/>
                  </a:cubicBezTo>
                  <a:cubicBezTo>
                    <a:pt x="11323" y="5431"/>
                    <a:pt x="10976" y="5455"/>
                    <a:pt x="10630" y="5455"/>
                  </a:cubicBezTo>
                  <a:cubicBezTo>
                    <a:pt x="9553" y="5455"/>
                    <a:pt x="8476" y="5223"/>
                    <a:pt x="7417" y="4763"/>
                  </a:cubicBezTo>
                  <a:cubicBezTo>
                    <a:pt x="4458" y="3483"/>
                    <a:pt x="1574" y="855"/>
                    <a:pt x="760" y="79"/>
                  </a:cubicBezTo>
                  <a:cubicBezTo>
                    <a:pt x="705" y="26"/>
                    <a:pt x="636" y="1"/>
                    <a:pt x="5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34"/>
          <p:cNvSpPr txBox="1">
            <a:spLocks noGrp="1"/>
          </p:cNvSpPr>
          <p:nvPr>
            <p:ph type="title" idx="2"/>
          </p:nvPr>
        </p:nvSpPr>
        <p:spPr>
          <a:xfrm>
            <a:off x="876325" y="388388"/>
            <a:ext cx="860326"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01</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CDBDFD34-42E5-CE3B-B650-42C6C367FC5F}"/>
              </a:ext>
            </a:extLst>
          </p:cNvPr>
          <p:cNvSpPr txBox="1">
            <a:spLocks/>
          </p:cNvSpPr>
          <p:nvPr/>
        </p:nvSpPr>
        <p:spPr>
          <a:xfrm>
            <a:off x="783398" y="460917"/>
            <a:ext cx="4619630" cy="792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1F1C51"/>
              </a:buClr>
              <a:buSzPts val="4800"/>
              <a:buFont typeface="Viga"/>
              <a:buNone/>
              <a:tabLst/>
              <a:defRPr/>
            </a:pPr>
            <a:r>
              <a:rPr kumimoji="0" lang="en-US" sz="3200" b="1" i="0" u="none" strike="noStrike" kern="0" cap="none" spc="0" normalizeH="0" baseline="0" noProof="0" dirty="0">
                <a:ln>
                  <a:noFill/>
                </a:ln>
                <a:solidFill>
                  <a:srgbClr val="1F1C51"/>
                </a:solidFill>
                <a:effectLst/>
                <a:uLnTx/>
                <a:uFillTx/>
                <a:latin typeface="Segeo UI Black"/>
                <a:sym typeface="Viga"/>
              </a:rPr>
              <a:t>1.1. </a:t>
            </a:r>
            <a:r>
              <a:rPr kumimoji="0" lang="en-US" sz="3200" b="1" i="0" u="none" strike="noStrike" kern="0" cap="none" spc="0" normalizeH="0" baseline="0" noProof="0" dirty="0" err="1">
                <a:ln>
                  <a:noFill/>
                </a:ln>
                <a:solidFill>
                  <a:srgbClr val="1F1C51"/>
                </a:solidFill>
                <a:effectLst/>
                <a:uLnTx/>
                <a:uFillTx/>
                <a:latin typeface="Segeo UI Black"/>
                <a:sym typeface="Viga"/>
              </a:rPr>
              <a:t>Lịch</a:t>
            </a:r>
            <a:r>
              <a:rPr kumimoji="0" lang="en-US" sz="3200" b="1" i="0" u="none" strike="noStrike" kern="0" cap="none" spc="0" normalizeH="0" baseline="0" noProof="0" dirty="0">
                <a:ln>
                  <a:noFill/>
                </a:ln>
                <a:solidFill>
                  <a:srgbClr val="1F1C51"/>
                </a:solidFill>
                <a:effectLst/>
                <a:uLnTx/>
                <a:uFillTx/>
                <a:latin typeface="Segeo UI Black"/>
                <a:sym typeface="Viga"/>
              </a:rPr>
              <a:t> </a:t>
            </a:r>
            <a:r>
              <a:rPr kumimoji="0" lang="en-US" sz="3200" b="1" i="0" u="none" strike="noStrike" kern="0" cap="none" spc="0" normalizeH="0" baseline="0" noProof="0" dirty="0" err="1">
                <a:ln>
                  <a:noFill/>
                </a:ln>
                <a:solidFill>
                  <a:srgbClr val="1F1C51"/>
                </a:solidFill>
                <a:effectLst/>
                <a:uLnTx/>
                <a:uFillTx/>
                <a:latin typeface="Segeo UI Black"/>
                <a:sym typeface="Viga"/>
              </a:rPr>
              <a:t>sử</a:t>
            </a:r>
            <a:r>
              <a:rPr kumimoji="0" lang="en-US" sz="3200" b="1" i="0" u="none" strike="noStrike" kern="0" cap="none" spc="0" normalizeH="0" baseline="0" noProof="0" dirty="0">
                <a:ln>
                  <a:noFill/>
                </a:ln>
                <a:solidFill>
                  <a:srgbClr val="1F1C51"/>
                </a:solidFill>
                <a:effectLst/>
                <a:uLnTx/>
                <a:uFillTx/>
                <a:latin typeface="Segeo UI Black"/>
                <a:sym typeface="Viga"/>
              </a:rPr>
              <a:t> </a:t>
            </a:r>
            <a:r>
              <a:rPr kumimoji="0" lang="en-US" sz="3200" b="1" i="0" u="none" strike="noStrike" kern="0" cap="none" spc="0" normalizeH="0" baseline="0" noProof="0" dirty="0" err="1">
                <a:ln>
                  <a:noFill/>
                </a:ln>
                <a:solidFill>
                  <a:srgbClr val="1F1C51"/>
                </a:solidFill>
                <a:effectLst/>
                <a:uLnTx/>
                <a:uFillTx/>
                <a:latin typeface="Segeo UI Black"/>
                <a:sym typeface="Viga"/>
              </a:rPr>
              <a:t>phát</a:t>
            </a:r>
            <a:r>
              <a:rPr kumimoji="0" lang="en-US" sz="3200" b="1" i="0" u="none" strike="noStrike" kern="0" cap="none" spc="0" normalizeH="0" baseline="0" noProof="0" dirty="0">
                <a:ln>
                  <a:noFill/>
                </a:ln>
                <a:solidFill>
                  <a:srgbClr val="1F1C51"/>
                </a:solidFill>
                <a:effectLst/>
                <a:uLnTx/>
                <a:uFillTx/>
                <a:latin typeface="Segeo UI Black"/>
                <a:sym typeface="Viga"/>
              </a:rPr>
              <a:t> </a:t>
            </a:r>
            <a:r>
              <a:rPr kumimoji="0" lang="en-US" sz="3200" b="1" i="0" u="none" strike="noStrike" kern="0" cap="none" spc="0" normalizeH="0" baseline="0" noProof="0" dirty="0" err="1">
                <a:ln>
                  <a:noFill/>
                </a:ln>
                <a:solidFill>
                  <a:srgbClr val="1F1C51"/>
                </a:solidFill>
                <a:effectLst/>
                <a:uLnTx/>
                <a:uFillTx/>
                <a:latin typeface="Segeo UI Black"/>
                <a:sym typeface="Viga"/>
              </a:rPr>
              <a:t>triển</a:t>
            </a:r>
            <a:endParaRPr kumimoji="0" lang="en-US" sz="3200" b="0" i="0" u="none" strike="noStrike" kern="0" cap="none" spc="0" normalizeH="0" baseline="0" noProof="0" dirty="0">
              <a:ln>
                <a:noFill/>
              </a:ln>
              <a:solidFill>
                <a:srgbClr val="1F1C51"/>
              </a:solidFill>
              <a:effectLst/>
              <a:uLnTx/>
              <a:uFillTx/>
              <a:latin typeface="Segeo UI Black"/>
              <a:sym typeface="Viga"/>
            </a:endParaRPr>
          </a:p>
        </p:txBody>
      </p:sp>
      <p:sp>
        <p:nvSpPr>
          <p:cNvPr id="9" name="Title 1">
            <a:extLst>
              <a:ext uri="{FF2B5EF4-FFF2-40B4-BE49-F238E27FC236}">
                <a16:creationId xmlns:a16="http://schemas.microsoft.com/office/drawing/2014/main" id="{6FA36102-3189-1786-DF9A-881936806C09}"/>
              </a:ext>
            </a:extLst>
          </p:cNvPr>
          <p:cNvSpPr>
            <a:spLocks noGrp="1"/>
          </p:cNvSpPr>
          <p:nvPr>
            <p:ph type="title"/>
          </p:nvPr>
        </p:nvSpPr>
        <p:spPr>
          <a:xfrm>
            <a:off x="460917" y="1449659"/>
            <a:ext cx="7899818" cy="3122341"/>
          </a:xfrm>
        </p:spPr>
        <p:txBody>
          <a:bodyPr/>
          <a:lstStyle/>
          <a:p>
            <a:r>
              <a:rPr lang="en-US" sz="1600" b="1" dirty="0" err="1">
                <a:latin typeface="Segeo UI Light"/>
              </a:rPr>
              <a:t>Khởi</a:t>
            </a:r>
            <a:r>
              <a:rPr lang="en-US" sz="1600" b="1" dirty="0">
                <a:latin typeface="Segeo UI Light"/>
              </a:rPr>
              <a:t> </a:t>
            </a:r>
            <a:r>
              <a:rPr lang="en-US" sz="1600" b="1" dirty="0" err="1">
                <a:latin typeface="Segeo UI Light"/>
              </a:rPr>
              <a:t>nguồn</a:t>
            </a:r>
            <a:r>
              <a:rPr lang="en-US" sz="1600" b="1" dirty="0">
                <a:latin typeface="Segeo UI Light"/>
              </a:rPr>
              <a:t> (1976):</a:t>
            </a:r>
            <a:r>
              <a:rPr lang="en-US" sz="1600" dirty="0">
                <a:latin typeface="Segeo UI Light"/>
              </a:rPr>
              <a:t> Công </a:t>
            </a:r>
            <a:r>
              <a:rPr lang="en-US" sz="1600" dirty="0" err="1">
                <a:latin typeface="Segeo UI Light"/>
              </a:rPr>
              <a:t>trình</a:t>
            </a:r>
            <a:r>
              <a:rPr lang="en-US" sz="1600" dirty="0">
                <a:latin typeface="Segeo UI Light"/>
              </a:rPr>
              <a:t> </a:t>
            </a:r>
            <a:r>
              <a:rPr lang="en-US" sz="1600" dirty="0" err="1">
                <a:latin typeface="Segeo UI Light"/>
              </a:rPr>
              <a:t>của</a:t>
            </a:r>
            <a:r>
              <a:rPr lang="en-US" sz="1600" dirty="0">
                <a:latin typeface="Segeo UI Light"/>
              </a:rPr>
              <a:t> Diffie, Hellman, Rivest, Shamir </a:t>
            </a:r>
            <a:r>
              <a:rPr lang="en-US" sz="1600" dirty="0" err="1">
                <a:latin typeface="Segeo UI Light"/>
              </a:rPr>
              <a:t>và</a:t>
            </a:r>
            <a:r>
              <a:rPr lang="en-US" sz="1600" dirty="0">
                <a:latin typeface="Segeo UI Light"/>
              </a:rPr>
              <a:t> Adleman </a:t>
            </a:r>
            <a:r>
              <a:rPr lang="en-US" sz="1600" dirty="0" err="1">
                <a:latin typeface="Segeo UI Light"/>
              </a:rPr>
              <a:t>về</a:t>
            </a:r>
            <a:r>
              <a:rPr lang="en-US" sz="1600" dirty="0">
                <a:latin typeface="Segeo UI Light"/>
              </a:rPr>
              <a:t> </a:t>
            </a:r>
            <a:r>
              <a:rPr lang="en-US" sz="1600" dirty="0" err="1">
                <a:latin typeface="Segeo UI Light"/>
              </a:rPr>
              <a:t>trao</a:t>
            </a:r>
            <a:r>
              <a:rPr lang="en-US" sz="1600" dirty="0">
                <a:latin typeface="Segeo UI Light"/>
              </a:rPr>
              <a:t> </a:t>
            </a:r>
            <a:r>
              <a:rPr lang="en-US" sz="1600" dirty="0" err="1">
                <a:latin typeface="Segeo UI Light"/>
              </a:rPr>
              <a:t>đổi</a:t>
            </a:r>
            <a:r>
              <a:rPr lang="en-US" sz="1600" dirty="0">
                <a:latin typeface="Segeo UI Light"/>
              </a:rPr>
              <a:t> </a:t>
            </a:r>
            <a:r>
              <a:rPr lang="en-US" sz="1600" dirty="0" err="1">
                <a:latin typeface="Segeo UI Light"/>
              </a:rPr>
              <a:t>khóa</a:t>
            </a:r>
            <a:r>
              <a:rPr lang="en-US" sz="1600" dirty="0">
                <a:latin typeface="Segeo UI Light"/>
              </a:rPr>
              <a:t> an </a:t>
            </a:r>
            <a:r>
              <a:rPr lang="en-US" sz="1600" dirty="0" err="1">
                <a:latin typeface="Segeo UI Light"/>
              </a:rPr>
              <a:t>toàn</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mật</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đã</a:t>
            </a:r>
            <a:r>
              <a:rPr lang="en-US" sz="1600" dirty="0">
                <a:latin typeface="Segeo UI Light"/>
              </a:rPr>
              <a:t> </a:t>
            </a:r>
            <a:r>
              <a:rPr lang="en-US" sz="1600" dirty="0" err="1">
                <a:latin typeface="Segeo UI Light"/>
              </a:rPr>
              <a:t>mở</a:t>
            </a:r>
            <a:r>
              <a:rPr lang="en-US" sz="1600" dirty="0">
                <a:latin typeface="Segeo UI Light"/>
              </a:rPr>
              <a:t> </a:t>
            </a:r>
            <a:r>
              <a:rPr lang="en-US" sz="1600" dirty="0" err="1">
                <a:latin typeface="Segeo UI Light"/>
              </a:rPr>
              <a:t>ra</a:t>
            </a:r>
            <a:r>
              <a:rPr lang="en-US" sz="1600" dirty="0">
                <a:latin typeface="Segeo UI Light"/>
              </a:rPr>
              <a:t> </a:t>
            </a:r>
            <a:r>
              <a:rPr lang="en-US" sz="1600" dirty="0" err="1">
                <a:latin typeface="Segeo UI Light"/>
              </a:rPr>
              <a:t>kỷ</a:t>
            </a:r>
            <a:r>
              <a:rPr lang="en-US" sz="1600" dirty="0">
                <a:latin typeface="Segeo UI Light"/>
              </a:rPr>
              <a:t> </a:t>
            </a:r>
            <a:r>
              <a:rPr lang="en-US" sz="1600" dirty="0" err="1">
                <a:latin typeface="Segeo UI Light"/>
              </a:rPr>
              <a:t>nguyên</a:t>
            </a:r>
            <a:r>
              <a:rPr lang="en-US" sz="1600" dirty="0">
                <a:latin typeface="Segeo UI Light"/>
              </a:rPr>
              <a:t> </a:t>
            </a:r>
            <a:r>
              <a:rPr lang="en-US" sz="1600" dirty="0" err="1">
                <a:latin typeface="Segeo UI Light"/>
              </a:rPr>
              <a:t>mới</a:t>
            </a:r>
            <a:r>
              <a:rPr lang="en-US" sz="1600" dirty="0">
                <a:latin typeface="Segeo UI Light"/>
              </a:rPr>
              <a:t> </a:t>
            </a:r>
            <a:r>
              <a:rPr lang="en-US" sz="1600" dirty="0" err="1">
                <a:latin typeface="Segeo UI Light"/>
              </a:rPr>
              <a:t>cho</a:t>
            </a:r>
            <a:r>
              <a:rPr lang="en-US" sz="1600" dirty="0">
                <a:latin typeface="Segeo UI Light"/>
              </a:rPr>
              <a:t> </a:t>
            </a:r>
            <a:r>
              <a:rPr lang="en-US" sz="1600" dirty="0" err="1">
                <a:latin typeface="Segeo UI Light"/>
              </a:rPr>
              <a:t>truyền</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bí</a:t>
            </a:r>
            <a:r>
              <a:rPr lang="en-US" sz="1600" dirty="0">
                <a:latin typeface="Segeo UI Light"/>
              </a:rPr>
              <a:t> </a:t>
            </a:r>
            <a:r>
              <a:rPr lang="en-US" sz="1600" dirty="0" err="1">
                <a:latin typeface="Segeo UI Light"/>
              </a:rPr>
              <a:t>mật</a:t>
            </a:r>
            <a:r>
              <a:rPr lang="en-US" sz="1600" dirty="0">
                <a:latin typeface="Segeo UI Light"/>
              </a:rPr>
              <a:t>.</a:t>
            </a:r>
            <a:br>
              <a:rPr lang="en-US" sz="1600" dirty="0">
                <a:latin typeface="Segeo UI Light"/>
              </a:rPr>
            </a:br>
            <a:r>
              <a:rPr lang="en-US" sz="1600" b="1" dirty="0">
                <a:latin typeface="Segeo UI Light"/>
              </a:rPr>
              <a:t> Nhu </a:t>
            </a:r>
            <a:r>
              <a:rPr lang="en-US" sz="1600" b="1" dirty="0" err="1">
                <a:latin typeface="Segeo UI Light"/>
              </a:rPr>
              <a:t>cầu</a:t>
            </a:r>
            <a:r>
              <a:rPr lang="en-US" sz="1600" b="1" dirty="0">
                <a:latin typeface="Segeo UI Light"/>
              </a:rPr>
              <a:t> </a:t>
            </a:r>
            <a:r>
              <a:rPr lang="en-US" sz="1600" b="1" dirty="0" err="1">
                <a:latin typeface="Segeo UI Light"/>
              </a:rPr>
              <a:t>bảo</a:t>
            </a:r>
            <a:r>
              <a:rPr lang="en-US" sz="1600" b="1" dirty="0">
                <a:latin typeface="Segeo UI Light"/>
              </a:rPr>
              <a:t> </a:t>
            </a:r>
            <a:r>
              <a:rPr lang="en-US" sz="1600" b="1" dirty="0" err="1">
                <a:latin typeface="Segeo UI Light"/>
              </a:rPr>
              <a:t>mật</a:t>
            </a:r>
            <a:r>
              <a:rPr lang="en-US" sz="1600" b="1" dirty="0">
                <a:latin typeface="Segeo UI Light"/>
              </a:rPr>
              <a:t>:</a:t>
            </a:r>
            <a:r>
              <a:rPr lang="en-US" sz="1600" dirty="0">
                <a:latin typeface="Segeo UI Light"/>
              </a:rPr>
              <a:t> </a:t>
            </a:r>
            <a:r>
              <a:rPr lang="en-US" sz="1600" dirty="0" err="1">
                <a:latin typeface="Segeo UI Light"/>
              </a:rPr>
              <a:t>Sự</a:t>
            </a:r>
            <a:r>
              <a:rPr lang="en-US" sz="1600" dirty="0">
                <a:latin typeface="Segeo UI Light"/>
              </a:rPr>
              <a:t> </a:t>
            </a:r>
            <a:r>
              <a:rPr lang="en-US" sz="1600" dirty="0" err="1">
                <a:latin typeface="Segeo UI Light"/>
              </a:rPr>
              <a:t>phát</a:t>
            </a:r>
            <a:r>
              <a:rPr lang="en-US" sz="1600" dirty="0">
                <a:latin typeface="Segeo UI Light"/>
              </a:rPr>
              <a:t> </a:t>
            </a:r>
            <a:r>
              <a:rPr lang="en-US" sz="1600" dirty="0" err="1">
                <a:latin typeface="Segeo UI Light"/>
              </a:rPr>
              <a:t>triển</a:t>
            </a:r>
            <a:r>
              <a:rPr lang="en-US" sz="1600" dirty="0">
                <a:latin typeface="Segeo UI Light"/>
              </a:rPr>
              <a:t> </a:t>
            </a:r>
            <a:r>
              <a:rPr lang="en-US" sz="1600" dirty="0" err="1">
                <a:latin typeface="Segeo UI Light"/>
              </a:rPr>
              <a:t>của</a:t>
            </a:r>
            <a:r>
              <a:rPr lang="en-US" sz="1600" dirty="0">
                <a:latin typeface="Segeo UI Light"/>
              </a:rPr>
              <a:t> Internet </a:t>
            </a:r>
            <a:r>
              <a:rPr lang="en-US" sz="1600" dirty="0" err="1">
                <a:latin typeface="Segeo UI Light"/>
              </a:rPr>
              <a:t>và</a:t>
            </a:r>
            <a:r>
              <a:rPr lang="en-US" sz="1600" dirty="0">
                <a:latin typeface="Segeo UI Light"/>
              </a:rPr>
              <a:t> </a:t>
            </a:r>
            <a:r>
              <a:rPr lang="en-US" sz="1600" dirty="0" err="1">
                <a:latin typeface="Segeo UI Light"/>
              </a:rPr>
              <a:t>hệ</a:t>
            </a:r>
            <a:r>
              <a:rPr lang="en-US" sz="1600" dirty="0">
                <a:latin typeface="Segeo UI Light"/>
              </a:rPr>
              <a:t> </a:t>
            </a:r>
            <a:r>
              <a:rPr lang="en-US" sz="1600" dirty="0" err="1">
                <a:latin typeface="Segeo UI Light"/>
              </a:rPr>
              <a:t>thống</a:t>
            </a:r>
            <a:r>
              <a:rPr lang="en-US" sz="1600" dirty="0">
                <a:latin typeface="Segeo UI Light"/>
              </a:rPr>
              <a:t> </a:t>
            </a:r>
            <a:r>
              <a:rPr lang="en-US" sz="1600" dirty="0" err="1">
                <a:latin typeface="Segeo UI Light"/>
              </a:rPr>
              <a:t>truyền</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tốc</a:t>
            </a:r>
            <a:r>
              <a:rPr lang="en-US" sz="1600" dirty="0">
                <a:latin typeface="Segeo UI Light"/>
              </a:rPr>
              <a:t> </a:t>
            </a:r>
            <a:r>
              <a:rPr lang="en-US" sz="1600" dirty="0" err="1">
                <a:latin typeface="Segeo UI Light"/>
              </a:rPr>
              <a:t>độ</a:t>
            </a:r>
            <a:r>
              <a:rPr lang="en-US" sz="1600" dirty="0">
                <a:latin typeface="Segeo UI Light"/>
              </a:rPr>
              <a:t> </a:t>
            </a:r>
            <a:r>
              <a:rPr lang="en-US" sz="1600" dirty="0" err="1">
                <a:latin typeface="Segeo UI Light"/>
              </a:rPr>
              <a:t>cao</a:t>
            </a:r>
            <a:r>
              <a:rPr lang="en-US" sz="1600" dirty="0">
                <a:latin typeface="Segeo UI Light"/>
              </a:rPr>
              <a:t> </a:t>
            </a:r>
            <a:r>
              <a:rPr lang="en-US" sz="1600" dirty="0" err="1">
                <a:latin typeface="Segeo UI Light"/>
              </a:rPr>
              <a:t>đặt</a:t>
            </a:r>
            <a:r>
              <a:rPr lang="en-US" sz="1600" dirty="0">
                <a:latin typeface="Segeo UI Light"/>
              </a:rPr>
              <a:t> </a:t>
            </a:r>
            <a:r>
              <a:rPr lang="en-US" sz="1600" dirty="0" err="1">
                <a:latin typeface="Segeo UI Light"/>
              </a:rPr>
              <a:t>ra</a:t>
            </a:r>
            <a:r>
              <a:rPr lang="en-US" sz="1600" dirty="0">
                <a:latin typeface="Segeo UI Light"/>
              </a:rPr>
              <a:t> </a:t>
            </a:r>
            <a:r>
              <a:rPr lang="en-US" sz="1600" dirty="0" err="1">
                <a:latin typeface="Segeo UI Light"/>
              </a:rPr>
              <a:t>yêu</a:t>
            </a:r>
            <a:r>
              <a:rPr lang="en-US" sz="1600" dirty="0">
                <a:latin typeface="Segeo UI Light"/>
              </a:rPr>
              <a:t> </a:t>
            </a:r>
            <a:r>
              <a:rPr lang="en-US" sz="1600" dirty="0" err="1">
                <a:latin typeface="Segeo UI Light"/>
              </a:rPr>
              <a:t>cầu</a:t>
            </a:r>
            <a:r>
              <a:rPr lang="en-US" sz="1600" dirty="0">
                <a:latin typeface="Segeo UI Light"/>
              </a:rPr>
              <a:t> </a:t>
            </a:r>
            <a:r>
              <a:rPr lang="en-US" sz="1600" dirty="0" err="1">
                <a:latin typeface="Segeo UI Light"/>
              </a:rPr>
              <a:t>cấp</a:t>
            </a:r>
            <a:r>
              <a:rPr lang="en-US" sz="1600" dirty="0">
                <a:latin typeface="Segeo UI Light"/>
              </a:rPr>
              <a:t> </a:t>
            </a:r>
            <a:r>
              <a:rPr lang="en-US" sz="1600" dirty="0" err="1">
                <a:latin typeface="Segeo UI Light"/>
              </a:rPr>
              <a:t>thiết</a:t>
            </a:r>
            <a:r>
              <a:rPr lang="en-US" sz="1600" dirty="0">
                <a:latin typeface="Segeo UI Light"/>
              </a:rPr>
              <a:t> </a:t>
            </a:r>
            <a:r>
              <a:rPr lang="en-US" sz="1600" dirty="0" err="1">
                <a:latin typeface="Segeo UI Light"/>
              </a:rPr>
              <a:t>về</a:t>
            </a:r>
            <a:r>
              <a:rPr lang="en-US" sz="1600" dirty="0">
                <a:latin typeface="Segeo UI Light"/>
              </a:rPr>
              <a:t> </a:t>
            </a:r>
            <a:r>
              <a:rPr lang="en-US" sz="1600" dirty="0" err="1">
                <a:latin typeface="Segeo UI Light"/>
              </a:rPr>
              <a:t>trao</a:t>
            </a:r>
            <a:r>
              <a:rPr lang="en-US" sz="1600" dirty="0">
                <a:latin typeface="Segeo UI Light"/>
              </a:rPr>
              <a:t> </a:t>
            </a:r>
            <a:r>
              <a:rPr lang="en-US" sz="1600" dirty="0" err="1">
                <a:latin typeface="Segeo UI Light"/>
              </a:rPr>
              <a:t>đổi</a:t>
            </a:r>
            <a:r>
              <a:rPr lang="en-US" sz="1600" dirty="0">
                <a:latin typeface="Segeo UI Light"/>
              </a:rPr>
              <a:t> </a:t>
            </a:r>
            <a:r>
              <a:rPr lang="en-US" sz="1600" dirty="0" err="1">
                <a:latin typeface="Segeo UI Light"/>
              </a:rPr>
              <a:t>thông</a:t>
            </a:r>
            <a:r>
              <a:rPr lang="en-US" sz="1600" dirty="0">
                <a:latin typeface="Segeo UI Light"/>
              </a:rPr>
              <a:t> tin an </a:t>
            </a:r>
            <a:r>
              <a:rPr lang="en-US" sz="1600" dirty="0" err="1">
                <a:latin typeface="Segeo UI Light"/>
              </a:rPr>
              <a:t>toàn</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danh</a:t>
            </a:r>
            <a:r>
              <a:rPr lang="en-US" sz="1600" dirty="0">
                <a:latin typeface="Segeo UI Light"/>
              </a:rPr>
              <a:t> </a:t>
            </a:r>
            <a:r>
              <a:rPr lang="en-US" sz="1600" dirty="0" err="1">
                <a:latin typeface="Segeo UI Light"/>
              </a:rPr>
              <a:t>tính</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dùng</a:t>
            </a:r>
            <a:r>
              <a:rPr lang="en-US" sz="1600" dirty="0">
                <a:latin typeface="Segeo UI Light"/>
              </a:rPr>
              <a:t>.</a:t>
            </a:r>
            <a:br>
              <a:rPr lang="en-US" sz="1600" dirty="0">
                <a:latin typeface="Segeo UI Light"/>
              </a:rPr>
            </a:br>
            <a:r>
              <a:rPr lang="en-US" sz="1600" b="1" dirty="0">
                <a:latin typeface="Segeo UI Light"/>
              </a:rPr>
              <a:t> </a:t>
            </a:r>
            <a:r>
              <a:rPr lang="en-US" sz="1600" b="1" dirty="0" err="1">
                <a:latin typeface="Segeo UI Light"/>
              </a:rPr>
              <a:t>Hình</a:t>
            </a:r>
            <a:r>
              <a:rPr lang="en-US" sz="1600" b="1" dirty="0">
                <a:latin typeface="Segeo UI Light"/>
              </a:rPr>
              <a:t> </a:t>
            </a:r>
            <a:r>
              <a:rPr lang="en-US" sz="1600" b="1" dirty="0" err="1">
                <a:latin typeface="Segeo UI Light"/>
              </a:rPr>
              <a:t>thành</a:t>
            </a:r>
            <a:r>
              <a:rPr lang="en-US" sz="1600" b="1" dirty="0">
                <a:latin typeface="Segeo UI Light"/>
              </a:rPr>
              <a:t> PKI:</a:t>
            </a:r>
            <a:r>
              <a:rPr lang="en-US" sz="1600" dirty="0">
                <a:latin typeface="Segeo UI Light"/>
              </a:rPr>
              <a:t> Các </a:t>
            </a:r>
            <a:r>
              <a:rPr lang="en-US" sz="1600" dirty="0" err="1">
                <a:latin typeface="Segeo UI Light"/>
              </a:rPr>
              <a:t>giao</a:t>
            </a:r>
            <a:r>
              <a:rPr lang="en-US" sz="1600" dirty="0">
                <a:latin typeface="Segeo UI Light"/>
              </a:rPr>
              <a:t> </a:t>
            </a:r>
            <a:r>
              <a:rPr lang="en-US" sz="1600" dirty="0" err="1">
                <a:latin typeface="Segeo UI Light"/>
              </a:rPr>
              <a:t>thức</a:t>
            </a:r>
            <a:r>
              <a:rPr lang="en-US" sz="1600" dirty="0">
                <a:latin typeface="Segeo UI Light"/>
              </a:rPr>
              <a:t> </a:t>
            </a:r>
            <a:r>
              <a:rPr lang="en-US" sz="1600" dirty="0" err="1">
                <a:latin typeface="Segeo UI Light"/>
              </a:rPr>
              <a:t>mật</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mới</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phát</a:t>
            </a:r>
            <a:r>
              <a:rPr lang="en-US" sz="1600" dirty="0">
                <a:latin typeface="Segeo UI Light"/>
              </a:rPr>
              <a:t> </a:t>
            </a:r>
            <a:r>
              <a:rPr lang="en-US" sz="1600" dirty="0" err="1">
                <a:latin typeface="Segeo UI Light"/>
              </a:rPr>
              <a:t>triển</a:t>
            </a:r>
            <a:r>
              <a:rPr lang="en-US" sz="1600" dirty="0">
                <a:latin typeface="Segeo UI Light"/>
              </a:rPr>
              <a:t>, </a:t>
            </a:r>
            <a:r>
              <a:rPr lang="en-US" sz="1600" dirty="0" err="1">
                <a:latin typeface="Segeo UI Light"/>
              </a:rPr>
              <a:t>nổi</a:t>
            </a:r>
            <a:r>
              <a:rPr lang="en-US" sz="1600" dirty="0">
                <a:latin typeface="Segeo UI Light"/>
              </a:rPr>
              <a:t> </a:t>
            </a:r>
            <a:r>
              <a:rPr lang="en-US" sz="1600" dirty="0" err="1">
                <a:latin typeface="Segeo UI Light"/>
              </a:rPr>
              <a:t>bật</a:t>
            </a:r>
            <a:r>
              <a:rPr lang="en-US" sz="1600" dirty="0">
                <a:latin typeface="Segeo UI Light"/>
              </a:rPr>
              <a:t> </a:t>
            </a:r>
            <a:r>
              <a:rPr lang="en-US" sz="1600" dirty="0" err="1">
                <a:latin typeface="Segeo UI Light"/>
              </a:rPr>
              <a:t>là</a:t>
            </a:r>
            <a:r>
              <a:rPr lang="en-US" sz="1600" dirty="0">
                <a:latin typeface="Segeo UI Light"/>
              </a:rPr>
              <a:t> SSL </a:t>
            </a:r>
            <a:r>
              <a:rPr lang="en-US" sz="1600" dirty="0" err="1">
                <a:latin typeface="Segeo UI Light"/>
              </a:rPr>
              <a:t>của</a:t>
            </a:r>
            <a:r>
              <a:rPr lang="en-US" sz="1600" dirty="0">
                <a:latin typeface="Segeo UI Light"/>
              </a:rPr>
              <a:t> Taher ElGamal </a:t>
            </a:r>
            <a:r>
              <a:rPr lang="en-US" sz="1600" dirty="0" err="1">
                <a:latin typeface="Segeo UI Light"/>
              </a:rPr>
              <a:t>và</a:t>
            </a:r>
            <a:r>
              <a:rPr lang="en-US" sz="1600" dirty="0">
                <a:latin typeface="Segeo UI Light"/>
              </a:rPr>
              <a:t> Netscape, </a:t>
            </a:r>
            <a:r>
              <a:rPr lang="en-US" sz="1600" dirty="0" err="1">
                <a:latin typeface="Segeo UI Light"/>
              </a:rPr>
              <a:t>mở</a:t>
            </a:r>
            <a:r>
              <a:rPr lang="en-US" sz="1600" dirty="0">
                <a:latin typeface="Segeo UI Light"/>
              </a:rPr>
              <a:t> </a:t>
            </a:r>
            <a:r>
              <a:rPr lang="en-US" sz="1600" dirty="0" err="1">
                <a:latin typeface="Segeo UI Light"/>
              </a:rPr>
              <a:t>đường</a:t>
            </a:r>
            <a:r>
              <a:rPr lang="en-US" sz="1600" dirty="0">
                <a:latin typeface="Segeo UI Light"/>
              </a:rPr>
              <a:t> </a:t>
            </a:r>
            <a:r>
              <a:rPr lang="en-US" sz="1600" dirty="0" err="1">
                <a:latin typeface="Segeo UI Light"/>
              </a:rPr>
              <a:t>cho</a:t>
            </a:r>
            <a:r>
              <a:rPr lang="en-US" sz="1600" dirty="0">
                <a:latin typeface="Segeo UI Light"/>
              </a:rPr>
              <a:t> </a:t>
            </a:r>
            <a:r>
              <a:rPr lang="en-US" sz="1600" dirty="0" err="1">
                <a:latin typeface="Segeo UI Light"/>
              </a:rPr>
              <a:t>hạ</a:t>
            </a:r>
            <a:r>
              <a:rPr lang="en-US" sz="1600" dirty="0">
                <a:latin typeface="Segeo UI Light"/>
              </a:rPr>
              <a:t> </a:t>
            </a:r>
            <a:r>
              <a:rPr lang="en-US" sz="1600" dirty="0" err="1">
                <a:latin typeface="Segeo UI Light"/>
              </a:rPr>
              <a:t>tầng</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(PKI).</a:t>
            </a:r>
            <a:br>
              <a:rPr lang="en-US" sz="1600" dirty="0">
                <a:latin typeface="Segeo UI Light"/>
              </a:rPr>
            </a:br>
            <a:r>
              <a:rPr lang="en-US" sz="1600" b="1" dirty="0">
                <a:latin typeface="Segeo UI Light"/>
              </a:rPr>
              <a:t> </a:t>
            </a:r>
            <a:r>
              <a:rPr lang="en-US" sz="1600" b="1" dirty="0" err="1">
                <a:latin typeface="Segeo UI Light"/>
              </a:rPr>
              <a:t>Khó</a:t>
            </a:r>
            <a:r>
              <a:rPr lang="en-US" sz="1600" b="1" dirty="0">
                <a:latin typeface="Segeo UI Light"/>
              </a:rPr>
              <a:t> </a:t>
            </a:r>
            <a:r>
              <a:rPr lang="en-US" sz="1600" b="1" dirty="0" err="1">
                <a:latin typeface="Segeo UI Light"/>
              </a:rPr>
              <a:t>khăn</a:t>
            </a:r>
            <a:r>
              <a:rPr lang="en-US" sz="1600" b="1" dirty="0">
                <a:latin typeface="Segeo UI Light"/>
              </a:rPr>
              <a:t>:</a:t>
            </a: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triển</a:t>
            </a:r>
            <a:r>
              <a:rPr lang="en-US" sz="1600" dirty="0">
                <a:latin typeface="Segeo UI Light"/>
              </a:rPr>
              <a:t> </a:t>
            </a:r>
            <a:r>
              <a:rPr lang="en-US" sz="1600" dirty="0" err="1">
                <a:latin typeface="Segeo UI Light"/>
              </a:rPr>
              <a:t>khai</a:t>
            </a:r>
            <a:r>
              <a:rPr lang="en-US" sz="1600" dirty="0">
                <a:latin typeface="Segeo UI Light"/>
              </a:rPr>
              <a:t> PKI </a:t>
            </a:r>
            <a:r>
              <a:rPr lang="en-US" sz="1600" dirty="0" err="1">
                <a:latin typeface="Segeo UI Light"/>
              </a:rPr>
              <a:t>gặp</a:t>
            </a:r>
            <a:r>
              <a:rPr lang="en-US" sz="1600" dirty="0">
                <a:latin typeface="Segeo UI Light"/>
              </a:rPr>
              <a:t> </a:t>
            </a:r>
            <a:r>
              <a:rPr lang="en-US" sz="1600" dirty="0" err="1">
                <a:latin typeface="Segeo UI Light"/>
              </a:rPr>
              <a:t>thách</a:t>
            </a:r>
            <a:r>
              <a:rPr lang="en-US" sz="1600" dirty="0">
                <a:latin typeface="Segeo UI Light"/>
              </a:rPr>
              <a:t> </a:t>
            </a:r>
            <a:r>
              <a:rPr lang="en-US" sz="1600" dirty="0" err="1">
                <a:latin typeface="Segeo UI Light"/>
              </a:rPr>
              <a:t>thức</a:t>
            </a:r>
            <a:r>
              <a:rPr lang="en-US" sz="1600" dirty="0">
                <a:latin typeface="Segeo UI Light"/>
              </a:rPr>
              <a:t> do </a:t>
            </a:r>
            <a:r>
              <a:rPr lang="en-US" sz="1600" dirty="0" err="1">
                <a:latin typeface="Segeo UI Light"/>
              </a:rPr>
              <a:t>khác</a:t>
            </a:r>
            <a:r>
              <a:rPr lang="en-US" sz="1600" dirty="0">
                <a:latin typeface="Segeo UI Light"/>
              </a:rPr>
              <a:t> </a:t>
            </a:r>
            <a:r>
              <a:rPr lang="en-US" sz="1600" dirty="0" err="1">
                <a:latin typeface="Segeo UI Light"/>
              </a:rPr>
              <a:t>biệt</a:t>
            </a:r>
            <a:r>
              <a:rPr lang="en-US" sz="1600" dirty="0">
                <a:latin typeface="Segeo UI Light"/>
              </a:rPr>
              <a:t> </a:t>
            </a:r>
            <a:r>
              <a:rPr lang="en-US" sz="1600" dirty="0" err="1">
                <a:latin typeface="Segeo UI Light"/>
              </a:rPr>
              <a:t>luật</a:t>
            </a:r>
            <a:r>
              <a:rPr lang="en-US" sz="1600" dirty="0">
                <a:latin typeface="Segeo UI Light"/>
              </a:rPr>
              <a:t> </a:t>
            </a:r>
            <a:r>
              <a:rPr lang="en-US" sz="1600" dirty="0" err="1">
                <a:latin typeface="Segeo UI Light"/>
              </a:rPr>
              <a:t>pháp</a:t>
            </a:r>
            <a:r>
              <a:rPr lang="en-US" sz="1600" dirty="0">
                <a:latin typeface="Segeo UI Light"/>
              </a:rPr>
              <a:t> </a:t>
            </a:r>
            <a:r>
              <a:rPr lang="en-US" sz="1600" dirty="0" err="1">
                <a:latin typeface="Segeo UI Light"/>
              </a:rPr>
              <a:t>quốc</a:t>
            </a:r>
            <a:r>
              <a:rPr lang="en-US" sz="1600" dirty="0">
                <a:latin typeface="Segeo UI Light"/>
              </a:rPr>
              <a:t> </a:t>
            </a:r>
            <a:r>
              <a:rPr lang="en-US" sz="1600" dirty="0" err="1">
                <a:latin typeface="Segeo UI Light"/>
              </a:rPr>
              <a:t>tế</a:t>
            </a:r>
            <a:r>
              <a:rPr lang="en-US" sz="1600" dirty="0">
                <a:latin typeface="Segeo UI Light"/>
              </a:rPr>
              <a:t>, </a:t>
            </a:r>
            <a:r>
              <a:rPr lang="en-US" sz="1600" dirty="0" err="1">
                <a:latin typeface="Segeo UI Light"/>
              </a:rPr>
              <a:t>khó</a:t>
            </a:r>
            <a:r>
              <a:rPr lang="en-US" sz="1600" dirty="0">
                <a:latin typeface="Segeo UI Light"/>
              </a:rPr>
              <a:t> </a:t>
            </a:r>
            <a:r>
              <a:rPr lang="en-US" sz="1600" dirty="0" err="1">
                <a:latin typeface="Segeo UI Light"/>
              </a:rPr>
              <a:t>khăn</a:t>
            </a:r>
            <a:r>
              <a:rPr lang="en-US" sz="1600" dirty="0">
                <a:latin typeface="Segeo UI Light"/>
              </a:rPr>
              <a:t> </a:t>
            </a:r>
            <a:r>
              <a:rPr lang="en-US" sz="1600" dirty="0" err="1">
                <a:latin typeface="Segeo UI Light"/>
              </a:rPr>
              <a:t>kỹ</a:t>
            </a:r>
            <a:r>
              <a:rPr lang="en-US" sz="1600" dirty="0">
                <a:latin typeface="Segeo UI Light"/>
              </a:rPr>
              <a:t> </a:t>
            </a:r>
            <a:r>
              <a:rPr lang="en-US" sz="1600" dirty="0" err="1">
                <a:latin typeface="Segeo UI Light"/>
              </a:rPr>
              <a:t>thuật</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vận</a:t>
            </a:r>
            <a:r>
              <a:rPr lang="en-US" sz="1600" dirty="0">
                <a:latin typeface="Segeo UI Light"/>
              </a:rPr>
              <a:t> </a:t>
            </a:r>
            <a:r>
              <a:rPr lang="en-US" sz="1600" dirty="0" err="1">
                <a:latin typeface="Segeo UI Light"/>
              </a:rPr>
              <a:t>hành</a:t>
            </a:r>
            <a:r>
              <a:rPr lang="en-US" sz="1600" dirty="0">
                <a:latin typeface="Segeo UI Light"/>
              </a:rPr>
              <a:t>. Các </a:t>
            </a:r>
            <a:r>
              <a:rPr lang="en-US" sz="1600" dirty="0" err="1">
                <a:latin typeface="Segeo UI Light"/>
              </a:rPr>
              <a:t>tiêu</a:t>
            </a:r>
            <a:r>
              <a:rPr lang="en-US" sz="1600" dirty="0">
                <a:latin typeface="Segeo UI Light"/>
              </a:rPr>
              <a:t> </a:t>
            </a:r>
            <a:r>
              <a:rPr lang="en-US" sz="1600" dirty="0" err="1">
                <a:latin typeface="Segeo UI Light"/>
              </a:rPr>
              <a:t>chuẩn</a:t>
            </a:r>
            <a:r>
              <a:rPr lang="en-US" sz="1600" dirty="0">
                <a:latin typeface="Segeo UI Light"/>
              </a:rPr>
              <a:t> </a:t>
            </a:r>
            <a:r>
              <a:rPr lang="en-US" sz="1600" dirty="0" err="1">
                <a:latin typeface="Segeo UI Light"/>
              </a:rPr>
              <a:t>hiện</a:t>
            </a:r>
            <a:r>
              <a:rPr lang="en-US" sz="1600" dirty="0">
                <a:latin typeface="Segeo UI Light"/>
              </a:rPr>
              <a:t> </a:t>
            </a:r>
            <a:r>
              <a:rPr lang="en-US" sz="1600" dirty="0" err="1">
                <a:latin typeface="Segeo UI Light"/>
              </a:rPr>
              <a:t>tại</a:t>
            </a:r>
            <a:r>
              <a:rPr lang="en-US" sz="1600" dirty="0">
                <a:latin typeface="Segeo UI Light"/>
              </a:rPr>
              <a:t> </a:t>
            </a:r>
            <a:r>
              <a:rPr lang="en-US" sz="1600" dirty="0" err="1">
                <a:latin typeface="Segeo UI Light"/>
              </a:rPr>
              <a:t>chưa</a:t>
            </a:r>
            <a:r>
              <a:rPr lang="en-US" sz="1600" dirty="0">
                <a:latin typeface="Segeo UI Light"/>
              </a:rPr>
              <a:t> </a:t>
            </a:r>
            <a:r>
              <a:rPr lang="en-US" sz="1600" dirty="0" err="1">
                <a:latin typeface="Segeo UI Light"/>
              </a:rPr>
              <a:t>đáp</a:t>
            </a:r>
            <a:r>
              <a:rPr lang="en-US" sz="1600" dirty="0">
                <a:latin typeface="Segeo UI Light"/>
              </a:rPr>
              <a:t> </a:t>
            </a:r>
            <a:r>
              <a:rPr lang="en-US" sz="1600" dirty="0" err="1">
                <a:latin typeface="Segeo UI Light"/>
              </a:rPr>
              <a:t>ứng</a:t>
            </a:r>
            <a:r>
              <a:rPr lang="en-US" sz="1600" dirty="0">
                <a:latin typeface="Segeo UI Light"/>
              </a:rPr>
              <a:t> </a:t>
            </a:r>
            <a:r>
              <a:rPr lang="en-US" sz="1600" dirty="0" err="1">
                <a:latin typeface="Segeo UI Light"/>
              </a:rPr>
              <a:t>đủ</a:t>
            </a:r>
            <a:r>
              <a:rPr lang="en-US" sz="1600" dirty="0">
                <a:latin typeface="Segeo UI Light"/>
              </a:rPr>
              <a:t> </a:t>
            </a:r>
            <a:r>
              <a:rPr lang="en-US" sz="1600" dirty="0" err="1">
                <a:latin typeface="Segeo UI Light"/>
              </a:rPr>
              <a:t>yêu</a:t>
            </a:r>
            <a:r>
              <a:rPr lang="en-US" sz="1600" dirty="0">
                <a:latin typeface="Segeo UI Light"/>
              </a:rPr>
              <a:t> </a:t>
            </a:r>
            <a:r>
              <a:rPr lang="en-US" sz="1600" dirty="0" err="1">
                <a:latin typeface="Segeo UI Light"/>
              </a:rPr>
              <a:t>cầu</a:t>
            </a:r>
            <a:r>
              <a:rPr lang="en-US" sz="1600" dirty="0">
                <a:latin typeface="Segeo UI Light"/>
              </a:rPr>
              <a:t>, </a:t>
            </a:r>
            <a:r>
              <a:rPr lang="en-US" sz="1600" dirty="0" err="1">
                <a:latin typeface="Segeo UI Light"/>
              </a:rPr>
              <a:t>khiến</a:t>
            </a:r>
            <a:r>
              <a:rPr lang="en-US" sz="1600" dirty="0">
                <a:latin typeface="Segeo UI Light"/>
              </a:rPr>
              <a:t> PKI </a:t>
            </a:r>
            <a:r>
              <a:rPr lang="en-US" sz="1600" dirty="0" err="1">
                <a:latin typeface="Segeo UI Light"/>
              </a:rPr>
              <a:t>không</a:t>
            </a:r>
            <a:r>
              <a:rPr lang="en-US" sz="1600" dirty="0">
                <a:latin typeface="Segeo UI Light"/>
              </a:rPr>
              <a:t> </a:t>
            </a:r>
            <a:r>
              <a:rPr lang="en-US" sz="1600" dirty="0" err="1">
                <a:latin typeface="Segeo UI Light"/>
              </a:rPr>
              <a:t>đạt</a:t>
            </a:r>
            <a:r>
              <a:rPr lang="en-US" sz="1600" dirty="0">
                <a:latin typeface="Segeo UI Light"/>
              </a:rPr>
              <a:t> </a:t>
            </a:r>
            <a:r>
              <a:rPr lang="en-US" sz="1600" dirty="0" err="1">
                <a:latin typeface="Segeo UI Light"/>
              </a:rPr>
              <a:t>kỳ</a:t>
            </a:r>
            <a:r>
              <a:rPr lang="en-US" sz="1600" dirty="0">
                <a:latin typeface="Segeo UI Light"/>
              </a:rPr>
              <a:t> </a:t>
            </a:r>
            <a:r>
              <a:rPr lang="en-US" sz="1600" dirty="0" err="1">
                <a:latin typeface="Segeo UI Light"/>
              </a:rPr>
              <a:t>vọng</a:t>
            </a:r>
            <a:r>
              <a:rPr lang="en-US" sz="1600" dirty="0">
                <a:latin typeface="Segeo UI Light"/>
              </a:rPr>
              <a:t> </a:t>
            </a:r>
            <a:r>
              <a:rPr lang="en-US" sz="1600" dirty="0" err="1">
                <a:latin typeface="Segeo UI Light"/>
              </a:rPr>
              <a:t>thương</a:t>
            </a:r>
            <a:r>
              <a:rPr lang="en-US" sz="1600" dirty="0">
                <a:latin typeface="Segeo UI Light"/>
              </a:rPr>
              <a:t> </a:t>
            </a:r>
            <a:r>
              <a:rPr lang="en-US" sz="1600" dirty="0" err="1">
                <a:latin typeface="Segeo UI Light"/>
              </a:rPr>
              <a:t>mại</a:t>
            </a:r>
            <a:r>
              <a:rPr lang="en-US" sz="1600" dirty="0">
                <a:latin typeface="Segeo UI Light"/>
              </a:rPr>
              <a:t> ban </a:t>
            </a:r>
            <a:r>
              <a:rPr lang="en-US" sz="1600" dirty="0" err="1">
                <a:latin typeface="Segeo UI Light"/>
              </a:rPr>
              <a:t>đầu</a:t>
            </a:r>
            <a:r>
              <a:rPr lang="en-US" sz="1600" dirty="0">
                <a:latin typeface="Segeo UI Light"/>
              </a:rPr>
              <a:t>.</a:t>
            </a:r>
            <a:br>
              <a:rPr lang="en-US" sz="1600" dirty="0">
                <a:latin typeface="Segeo UI Light"/>
              </a:rPr>
            </a:br>
            <a:br>
              <a:rPr lang="en-US" sz="1600" dirty="0">
                <a:latin typeface="Segeo UI Light"/>
                <a:cs typeface="Segoe UI Light" panose="020B0502040204020203" pitchFamily="34" charset="0"/>
              </a:rPr>
            </a:br>
            <a:endParaRPr lang="en-US" sz="1600" dirty="0">
              <a:latin typeface="Segeo UI Light"/>
              <a:cs typeface="Segoe UI Light" panose="020B0502040204020203" pitchFamily="34" charset="0"/>
            </a:endParaRPr>
          </a:p>
        </p:txBody>
      </p:sp>
    </p:spTree>
    <p:extLst>
      <p:ext uri="{BB962C8B-B14F-4D97-AF65-F5344CB8AC3E}">
        <p14:creationId xmlns:p14="http://schemas.microsoft.com/office/powerpoint/2010/main" val="3239567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9321E775-AB47-5B50-8C9E-F50B2D296BEB}"/>
              </a:ext>
            </a:extLst>
          </p:cNvPr>
          <p:cNvSpPr txBox="1">
            <a:spLocks/>
          </p:cNvSpPr>
          <p:nvPr/>
        </p:nvSpPr>
        <p:spPr>
          <a:xfrm>
            <a:off x="783398" y="460917"/>
            <a:ext cx="4619630" cy="792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1.1. </a:t>
            </a:r>
            <a:r>
              <a:rPr lang="en-US" sz="3200" b="1" dirty="0" err="1">
                <a:latin typeface="Segeo UI Black"/>
              </a:rPr>
              <a:t>Lịch</a:t>
            </a:r>
            <a:r>
              <a:rPr lang="en-US" sz="3200" b="1" dirty="0">
                <a:latin typeface="Segeo UI Black"/>
              </a:rPr>
              <a:t> </a:t>
            </a:r>
            <a:r>
              <a:rPr lang="en-US" sz="3200" b="1" dirty="0" err="1">
                <a:latin typeface="Segeo UI Black"/>
              </a:rPr>
              <a:t>sử</a:t>
            </a:r>
            <a:r>
              <a:rPr lang="en-US" sz="3200" b="1" dirty="0">
                <a:latin typeface="Segeo UI Black"/>
              </a:rPr>
              <a:t> </a:t>
            </a:r>
            <a:r>
              <a:rPr lang="en-US" sz="3200" b="1" dirty="0" err="1">
                <a:latin typeface="Segeo UI Black"/>
              </a:rPr>
              <a:t>phát</a:t>
            </a:r>
            <a:r>
              <a:rPr lang="en-US" sz="3200" b="1" dirty="0">
                <a:latin typeface="Segeo UI Black"/>
              </a:rPr>
              <a:t> </a:t>
            </a:r>
            <a:r>
              <a:rPr lang="en-US" sz="3200" b="1" dirty="0" err="1">
                <a:latin typeface="Segeo UI Black"/>
              </a:rPr>
              <a:t>triển</a:t>
            </a:r>
            <a:endParaRPr lang="en-US" sz="3200" dirty="0">
              <a:latin typeface="Segeo UI Black"/>
            </a:endParaRPr>
          </a:p>
        </p:txBody>
      </p:sp>
      <p:sp>
        <p:nvSpPr>
          <p:cNvPr id="6" name="Title 1">
            <a:extLst>
              <a:ext uri="{FF2B5EF4-FFF2-40B4-BE49-F238E27FC236}">
                <a16:creationId xmlns:a16="http://schemas.microsoft.com/office/drawing/2014/main" id="{2DA25358-CC94-BF87-5090-F2BA813E6EF8}"/>
              </a:ext>
            </a:extLst>
          </p:cNvPr>
          <p:cNvSpPr>
            <a:spLocks noGrp="1"/>
          </p:cNvSpPr>
          <p:nvPr>
            <p:ph type="title"/>
          </p:nvPr>
        </p:nvSpPr>
        <p:spPr>
          <a:xfrm>
            <a:off x="460917" y="1611375"/>
            <a:ext cx="7899818" cy="2120566"/>
          </a:xfrm>
        </p:spPr>
        <p:txBody>
          <a:bodyPr/>
          <a:lstStyle/>
          <a:p>
            <a:r>
              <a:rPr lang="en-US" sz="1600" b="1" dirty="0" err="1">
                <a:latin typeface="Segeo UI Light"/>
              </a:rPr>
              <a:t>Thực</a:t>
            </a:r>
            <a:r>
              <a:rPr lang="en-US" sz="1600" b="1" dirty="0">
                <a:latin typeface="Segeo UI Light"/>
              </a:rPr>
              <a:t> </a:t>
            </a:r>
            <a:r>
              <a:rPr lang="en-US" sz="1600" b="1" dirty="0" err="1">
                <a:latin typeface="Segeo UI Light"/>
              </a:rPr>
              <a:t>tiễn</a:t>
            </a:r>
            <a:r>
              <a:rPr lang="en-US" sz="1600" b="1" dirty="0">
                <a:latin typeface="Segeo UI Light"/>
              </a:rPr>
              <a:t>:</a:t>
            </a:r>
            <a:r>
              <a:rPr lang="en-US" sz="1600" dirty="0">
                <a:latin typeface="Segeo UI Light"/>
              </a:rPr>
              <a:t> PKI </a:t>
            </a:r>
            <a:r>
              <a:rPr lang="en-US" sz="1600" dirty="0" err="1">
                <a:latin typeface="Segeo UI Light"/>
              </a:rPr>
              <a:t>tồn</a:t>
            </a:r>
            <a:r>
              <a:rPr lang="en-US" sz="1600" dirty="0">
                <a:latin typeface="Segeo UI Light"/>
              </a:rPr>
              <a:t> </a:t>
            </a:r>
            <a:r>
              <a:rPr lang="en-US" sz="1600" dirty="0" err="1">
                <a:latin typeface="Segeo UI Light"/>
              </a:rPr>
              <a:t>tại</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phát</a:t>
            </a:r>
            <a:r>
              <a:rPr lang="en-US" sz="1600" dirty="0">
                <a:latin typeface="Segeo UI Light"/>
              </a:rPr>
              <a:t> </a:t>
            </a:r>
            <a:r>
              <a:rPr lang="en-US" sz="1600" dirty="0" err="1">
                <a:latin typeface="Segeo UI Light"/>
              </a:rPr>
              <a:t>triển</a:t>
            </a:r>
            <a:r>
              <a:rPr lang="en-US" sz="1600" dirty="0">
                <a:latin typeface="Segeo UI Light"/>
              </a:rPr>
              <a:t>, </a:t>
            </a:r>
            <a:r>
              <a:rPr lang="en-US" sz="1600" dirty="0" err="1">
                <a:latin typeface="Segeo UI Light"/>
              </a:rPr>
              <a:t>nhưng</a:t>
            </a:r>
            <a:r>
              <a:rPr lang="en-US" sz="1600" dirty="0">
                <a:latin typeface="Segeo UI Light"/>
              </a:rPr>
              <a:t> </a:t>
            </a:r>
            <a:r>
              <a:rPr lang="en-US" sz="1600" dirty="0" err="1">
                <a:latin typeface="Segeo UI Light"/>
              </a:rPr>
              <a:t>chủ</a:t>
            </a:r>
            <a:r>
              <a:rPr lang="en-US" sz="1600" dirty="0">
                <a:latin typeface="Segeo UI Light"/>
              </a:rPr>
              <a:t> </a:t>
            </a:r>
            <a:r>
              <a:rPr lang="en-US" sz="1600" dirty="0" err="1">
                <a:latin typeface="Segeo UI Light"/>
              </a:rPr>
              <a:t>yếu</a:t>
            </a:r>
            <a:r>
              <a:rPr lang="en-US" sz="1600" dirty="0">
                <a:latin typeface="Segeo UI Light"/>
              </a:rPr>
              <a:t> </a:t>
            </a:r>
            <a:r>
              <a:rPr lang="en-US" sz="1600" dirty="0" err="1">
                <a:latin typeface="Segeo UI Light"/>
              </a:rPr>
              <a:t>thành</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trong</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hệ</a:t>
            </a:r>
            <a:r>
              <a:rPr lang="en-US" sz="1600" dirty="0">
                <a:latin typeface="Segeo UI Light"/>
              </a:rPr>
              <a:t> </a:t>
            </a:r>
            <a:r>
              <a:rPr lang="en-US" sz="1600" dirty="0" err="1">
                <a:latin typeface="Segeo UI Light"/>
              </a:rPr>
              <a:t>thống</a:t>
            </a:r>
            <a:r>
              <a:rPr lang="en-US" sz="1600" dirty="0">
                <a:latin typeface="Segeo UI Light"/>
              </a:rPr>
              <a:t> do </a:t>
            </a:r>
            <a:r>
              <a:rPr lang="en-US" sz="1600" dirty="0" err="1">
                <a:latin typeface="Segeo UI Light"/>
              </a:rPr>
              <a:t>chính</a:t>
            </a:r>
            <a:r>
              <a:rPr lang="en-US" sz="1600" dirty="0">
                <a:latin typeface="Segeo UI Light"/>
              </a:rPr>
              <a:t> </a:t>
            </a:r>
            <a:r>
              <a:rPr lang="en-US" sz="1600" dirty="0" err="1">
                <a:latin typeface="Segeo UI Light"/>
              </a:rPr>
              <a:t>phủ</a:t>
            </a:r>
            <a:r>
              <a:rPr lang="en-US" sz="1600" dirty="0">
                <a:latin typeface="Segeo UI Light"/>
              </a:rPr>
              <a:t> </a:t>
            </a:r>
            <a:r>
              <a:rPr lang="en-US" sz="1600" dirty="0" err="1">
                <a:latin typeface="Segeo UI Light"/>
              </a:rPr>
              <a:t>triển</a:t>
            </a:r>
            <a:r>
              <a:rPr lang="en-US" sz="1600" dirty="0">
                <a:latin typeface="Segeo UI Light"/>
              </a:rPr>
              <a:t> </a:t>
            </a:r>
            <a:r>
              <a:rPr lang="en-US" sz="1600" dirty="0" err="1">
                <a:latin typeface="Segeo UI Light"/>
              </a:rPr>
              <a:t>khai</a:t>
            </a:r>
            <a:r>
              <a:rPr lang="en-US" sz="1600" dirty="0">
                <a:latin typeface="Segeo UI Light"/>
              </a:rPr>
              <a:t>. Các </a:t>
            </a:r>
            <a:r>
              <a:rPr lang="en-US" sz="1600" dirty="0" err="1">
                <a:latin typeface="Segeo UI Light"/>
              </a:rPr>
              <a:t>công</a:t>
            </a:r>
            <a:r>
              <a:rPr lang="en-US" sz="1600" dirty="0">
                <a:latin typeface="Segeo UI Light"/>
              </a:rPr>
              <a:t> </a:t>
            </a:r>
            <a:r>
              <a:rPr lang="en-US" sz="1600" dirty="0" err="1">
                <a:latin typeface="Segeo UI Light"/>
              </a:rPr>
              <a:t>nghệ</a:t>
            </a:r>
            <a:r>
              <a:rPr lang="en-US" sz="1600" dirty="0">
                <a:latin typeface="Segeo UI Light"/>
              </a:rPr>
              <a:t> SSL/TLS, VPN </a:t>
            </a:r>
            <a:r>
              <a:rPr lang="en-US" sz="1600" dirty="0" err="1">
                <a:latin typeface="Segeo UI Light"/>
              </a:rPr>
              <a:t>là</a:t>
            </a:r>
            <a:r>
              <a:rPr lang="en-US" sz="1600" dirty="0">
                <a:latin typeface="Segeo UI Light"/>
              </a:rPr>
              <a:t> </a:t>
            </a:r>
            <a:r>
              <a:rPr lang="en-US" sz="1600" dirty="0" err="1">
                <a:latin typeface="Segeo UI Light"/>
              </a:rPr>
              <a:t>kết</a:t>
            </a:r>
            <a:r>
              <a:rPr lang="en-US" sz="1600" dirty="0">
                <a:latin typeface="Segeo UI Light"/>
              </a:rPr>
              <a:t> </a:t>
            </a:r>
            <a:r>
              <a:rPr lang="en-US" sz="1600" dirty="0" err="1">
                <a:latin typeface="Segeo UI Light"/>
              </a:rPr>
              <a:t>quả</a:t>
            </a:r>
            <a:r>
              <a:rPr lang="en-US" sz="1600" dirty="0">
                <a:latin typeface="Segeo UI Light"/>
              </a:rPr>
              <a:t> </a:t>
            </a:r>
            <a:r>
              <a:rPr lang="en-US" sz="1600" dirty="0" err="1">
                <a:latin typeface="Segeo UI Light"/>
              </a:rPr>
              <a:t>ứng</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của</a:t>
            </a:r>
            <a:r>
              <a:rPr lang="en-US" sz="1600" dirty="0">
                <a:latin typeface="Segeo UI Light"/>
              </a:rPr>
              <a:t> </a:t>
            </a:r>
            <a:r>
              <a:rPr lang="en-US" sz="1600" dirty="0" err="1">
                <a:latin typeface="Segeo UI Light"/>
              </a:rPr>
              <a:t>sáng</a:t>
            </a:r>
            <a:r>
              <a:rPr lang="en-US" sz="1600" dirty="0">
                <a:latin typeface="Segeo UI Light"/>
              </a:rPr>
              <a:t> </a:t>
            </a:r>
            <a:r>
              <a:rPr lang="en-US" sz="1600" dirty="0" err="1">
                <a:latin typeface="Segeo UI Light"/>
              </a:rPr>
              <a:t>kiến</a:t>
            </a:r>
            <a:r>
              <a:rPr lang="en-US" sz="1600" dirty="0">
                <a:latin typeface="Segeo UI Light"/>
              </a:rPr>
              <a:t> </a:t>
            </a:r>
            <a:r>
              <a:rPr lang="en-US" sz="1600" dirty="0" err="1">
                <a:latin typeface="Segeo UI Light"/>
              </a:rPr>
              <a:t>này</a:t>
            </a:r>
            <a:r>
              <a:rPr lang="en-US" sz="1600" dirty="0">
                <a:latin typeface="Segeo UI Light"/>
              </a:rPr>
              <a:t>.</a:t>
            </a:r>
            <a:br>
              <a:rPr lang="en-US" sz="1600" dirty="0">
                <a:latin typeface="Segeo UI Light"/>
              </a:rPr>
            </a:br>
            <a:r>
              <a:rPr lang="en-US" sz="1600" b="1" dirty="0">
                <a:latin typeface="Segeo UI Light"/>
              </a:rPr>
              <a:t> </a:t>
            </a:r>
            <a:r>
              <a:rPr lang="en-US" sz="1600" b="1" dirty="0" err="1">
                <a:latin typeface="Segeo UI Light"/>
              </a:rPr>
              <a:t>Triển</a:t>
            </a:r>
            <a:r>
              <a:rPr lang="en-US" sz="1600" b="1" dirty="0">
                <a:latin typeface="Segeo UI Light"/>
              </a:rPr>
              <a:t> </a:t>
            </a:r>
            <a:r>
              <a:rPr lang="en-US" sz="1600" b="1" dirty="0" err="1">
                <a:latin typeface="Segeo UI Light"/>
              </a:rPr>
              <a:t>vọng</a:t>
            </a:r>
            <a:r>
              <a:rPr lang="en-US" sz="1600" b="1" dirty="0">
                <a:latin typeface="Segeo UI Light"/>
              </a:rPr>
              <a:t>:</a:t>
            </a:r>
            <a:r>
              <a:rPr lang="en-US" sz="1600" dirty="0">
                <a:latin typeface="Segeo UI Light"/>
              </a:rPr>
              <a:t> PKI </a:t>
            </a:r>
            <a:r>
              <a:rPr lang="en-US" sz="1600" dirty="0" err="1">
                <a:latin typeface="Segeo UI Light"/>
              </a:rPr>
              <a:t>vẫn</a:t>
            </a:r>
            <a:r>
              <a:rPr lang="en-US" sz="1600" dirty="0">
                <a:latin typeface="Segeo UI Light"/>
              </a:rPr>
              <a:t> </a:t>
            </a:r>
            <a:r>
              <a:rPr lang="en-US" sz="1600" dirty="0" err="1">
                <a:latin typeface="Segeo UI Light"/>
              </a:rPr>
              <a:t>đang</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đầu</a:t>
            </a:r>
            <a:r>
              <a:rPr lang="en-US" sz="1600" dirty="0">
                <a:latin typeface="Segeo UI Light"/>
              </a:rPr>
              <a:t> </a:t>
            </a:r>
            <a:r>
              <a:rPr lang="en-US" sz="1600" dirty="0" err="1">
                <a:latin typeface="Segeo UI Light"/>
              </a:rPr>
              <a:t>tư</a:t>
            </a:r>
            <a:r>
              <a:rPr lang="en-US" sz="1600" dirty="0">
                <a:latin typeface="Segeo UI Light"/>
              </a:rPr>
              <a:t> </a:t>
            </a:r>
            <a:r>
              <a:rPr lang="en-US" sz="1600" dirty="0" err="1">
                <a:latin typeface="Segeo UI Light"/>
              </a:rPr>
              <a:t>phát</a:t>
            </a:r>
            <a:r>
              <a:rPr lang="en-US" sz="1600" dirty="0">
                <a:latin typeface="Segeo UI Light"/>
              </a:rPr>
              <a:t> </a:t>
            </a:r>
            <a:r>
              <a:rPr lang="en-US" sz="1600" dirty="0" err="1">
                <a:latin typeface="Segeo UI Light"/>
              </a:rPr>
              <a:t>triển</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thành</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cần</a:t>
            </a:r>
            <a:r>
              <a:rPr lang="en-US" sz="1600" dirty="0">
                <a:latin typeface="Segeo UI Light"/>
              </a:rPr>
              <a:t> </a:t>
            </a:r>
            <a:r>
              <a:rPr lang="en-US" sz="1600" dirty="0" err="1">
                <a:latin typeface="Segeo UI Light"/>
              </a:rPr>
              <a:t>hoàn</a:t>
            </a:r>
            <a:r>
              <a:rPr lang="en-US" sz="1600" dirty="0">
                <a:latin typeface="Segeo UI Light"/>
              </a:rPr>
              <a:t> </a:t>
            </a:r>
            <a:r>
              <a:rPr lang="en-US" sz="1600" dirty="0" err="1">
                <a:latin typeface="Segeo UI Light"/>
              </a:rPr>
              <a:t>thiện</a:t>
            </a:r>
            <a:r>
              <a:rPr lang="en-US" sz="1600" dirty="0">
                <a:latin typeface="Segeo UI Light"/>
              </a:rPr>
              <a:t> </a:t>
            </a:r>
            <a:r>
              <a:rPr lang="en-US" sz="1600" dirty="0" err="1">
                <a:latin typeface="Segeo UI Light"/>
              </a:rPr>
              <a:t>tiêu</a:t>
            </a:r>
            <a:r>
              <a:rPr lang="en-US" sz="1600" dirty="0">
                <a:latin typeface="Segeo UI Light"/>
              </a:rPr>
              <a:t> </a:t>
            </a:r>
            <a:r>
              <a:rPr lang="en-US" sz="1600" dirty="0" err="1">
                <a:latin typeface="Segeo UI Light"/>
              </a:rPr>
              <a:t>chuẩn</a:t>
            </a:r>
            <a:r>
              <a:rPr lang="en-US" sz="1600" dirty="0">
                <a:latin typeface="Segeo UI Light"/>
              </a:rPr>
              <a:t> ở </a:t>
            </a:r>
            <a:r>
              <a:rPr lang="en-US" sz="1600" dirty="0" err="1">
                <a:latin typeface="Segeo UI Light"/>
              </a:rPr>
              <a:t>nhiều</a:t>
            </a:r>
            <a:r>
              <a:rPr lang="en-US" sz="1600" dirty="0">
                <a:latin typeface="Segeo UI Light"/>
              </a:rPr>
              <a:t> </a:t>
            </a:r>
            <a:r>
              <a:rPr lang="en-US" sz="1600" dirty="0" err="1">
                <a:latin typeface="Segeo UI Light"/>
              </a:rPr>
              <a:t>cấp</a:t>
            </a:r>
            <a:r>
              <a:rPr lang="en-US" sz="1600" dirty="0">
                <a:latin typeface="Segeo UI Light"/>
              </a:rPr>
              <a:t> </a:t>
            </a:r>
            <a:r>
              <a:rPr lang="en-US" sz="1600" dirty="0" err="1">
                <a:latin typeface="Segeo UI Light"/>
              </a:rPr>
              <a:t>độ</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hóa</a:t>
            </a:r>
            <a:r>
              <a:rPr lang="en-US" sz="1600" dirty="0">
                <a:latin typeface="Segeo UI Light"/>
              </a:rPr>
              <a:t>, </a:t>
            </a:r>
            <a:r>
              <a:rPr lang="en-US" sz="1600" dirty="0" err="1">
                <a:latin typeface="Segeo UI Light"/>
              </a:rPr>
              <a:t>truyền</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quản</a:t>
            </a:r>
            <a:r>
              <a:rPr lang="en-US" sz="1600" dirty="0">
                <a:latin typeface="Segeo UI Light"/>
              </a:rPr>
              <a:t> </a:t>
            </a:r>
            <a:r>
              <a:rPr lang="en-US" sz="1600" dirty="0" err="1">
                <a:latin typeface="Segeo UI Light"/>
              </a:rPr>
              <a:t>lý</a:t>
            </a:r>
            <a:r>
              <a:rPr lang="en-US" sz="1600" dirty="0">
                <a:latin typeface="Segeo UI Light"/>
              </a:rPr>
              <a:t>, </a:t>
            </a:r>
            <a:r>
              <a:rPr lang="en-US" sz="1600" dirty="0" err="1">
                <a:latin typeface="Segeo UI Light"/>
              </a:rPr>
              <a:t>cấp</a:t>
            </a:r>
            <a:r>
              <a:rPr lang="en-US" sz="1600" dirty="0">
                <a:latin typeface="Segeo UI Light"/>
              </a:rPr>
              <a:t> </a:t>
            </a:r>
            <a:r>
              <a:rPr lang="en-US" sz="1600" dirty="0" err="1">
                <a:latin typeface="Segeo UI Light"/>
              </a:rPr>
              <a:t>phép</a:t>
            </a:r>
            <a:r>
              <a:rPr lang="en-US" sz="1600" dirty="0">
                <a:latin typeface="Segeo UI Light"/>
              </a:rPr>
              <a:t>). </a:t>
            </a:r>
            <a:r>
              <a:rPr lang="en-US" sz="1600" dirty="0" err="1">
                <a:latin typeface="Segeo UI Light"/>
              </a:rPr>
              <a:t>Mức</a:t>
            </a:r>
            <a:r>
              <a:rPr lang="en-US" sz="1600" dirty="0">
                <a:latin typeface="Segeo UI Light"/>
              </a:rPr>
              <a:t> </a:t>
            </a:r>
            <a:r>
              <a:rPr lang="en-US" sz="1600" dirty="0" err="1">
                <a:latin typeface="Segeo UI Light"/>
              </a:rPr>
              <a:t>độ</a:t>
            </a:r>
            <a:r>
              <a:rPr lang="en-US" sz="1600" dirty="0">
                <a:latin typeface="Segeo UI Light"/>
              </a:rPr>
              <a:t> </a:t>
            </a:r>
            <a:r>
              <a:rPr lang="en-US" sz="1600" dirty="0" err="1">
                <a:latin typeface="Segeo UI Light"/>
              </a:rPr>
              <a:t>chấp</a:t>
            </a:r>
            <a:r>
              <a:rPr lang="en-US" sz="1600" dirty="0">
                <a:latin typeface="Segeo UI Light"/>
              </a:rPr>
              <a:t> </a:t>
            </a:r>
            <a:r>
              <a:rPr lang="en-US" sz="1600" dirty="0" err="1">
                <a:latin typeface="Segeo UI Light"/>
              </a:rPr>
              <a:t>nhận</a:t>
            </a:r>
            <a:r>
              <a:rPr lang="en-US" sz="1600" dirty="0">
                <a:latin typeface="Segeo UI Light"/>
              </a:rPr>
              <a:t> </a:t>
            </a:r>
            <a:r>
              <a:rPr lang="en-US" sz="1600" dirty="0" err="1">
                <a:latin typeface="Segeo UI Light"/>
              </a:rPr>
              <a:t>của</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dùng</a:t>
            </a:r>
            <a:r>
              <a:rPr lang="en-US" sz="1600" dirty="0">
                <a:latin typeface="Segeo UI Light"/>
              </a:rPr>
              <a:t> </a:t>
            </a:r>
            <a:r>
              <a:rPr lang="en-US" sz="1600" dirty="0" err="1">
                <a:latin typeface="Segeo UI Light"/>
              </a:rPr>
              <a:t>sẽ</a:t>
            </a:r>
            <a:r>
              <a:rPr lang="en-US" sz="1600" dirty="0">
                <a:latin typeface="Segeo UI Light"/>
              </a:rPr>
              <a:t> </a:t>
            </a:r>
            <a:r>
              <a:rPr lang="en-US" sz="1600" dirty="0" err="1">
                <a:latin typeface="Segeo UI Light"/>
              </a:rPr>
              <a:t>chỉ</a:t>
            </a:r>
            <a:r>
              <a:rPr lang="en-US" sz="1600" dirty="0">
                <a:latin typeface="Segeo UI Light"/>
              </a:rPr>
              <a:t> </a:t>
            </a:r>
            <a:r>
              <a:rPr lang="en-US" sz="1600" dirty="0" err="1">
                <a:latin typeface="Segeo UI Light"/>
              </a:rPr>
              <a:t>tăng</a:t>
            </a:r>
            <a:r>
              <a:rPr lang="en-US" sz="1600" dirty="0">
                <a:latin typeface="Segeo UI Light"/>
              </a:rPr>
              <a:t> </a:t>
            </a:r>
            <a:r>
              <a:rPr lang="en-US" sz="1600" dirty="0" err="1">
                <a:latin typeface="Segeo UI Light"/>
              </a:rPr>
              <a:t>khi</a:t>
            </a:r>
            <a:r>
              <a:rPr lang="en-US" sz="1600" dirty="0">
                <a:latin typeface="Segeo UI Light"/>
              </a:rPr>
              <a:t> PKI </a:t>
            </a:r>
            <a:r>
              <a:rPr lang="en-US" sz="1600" dirty="0" err="1">
                <a:latin typeface="Segeo UI Light"/>
              </a:rPr>
              <a:t>chứng</a:t>
            </a:r>
            <a:r>
              <a:rPr lang="en-US" sz="1600" dirty="0">
                <a:latin typeface="Segeo UI Light"/>
              </a:rPr>
              <a:t> </a:t>
            </a:r>
            <a:r>
              <a:rPr lang="en-US" sz="1600" dirty="0" err="1">
                <a:latin typeface="Segeo UI Light"/>
              </a:rPr>
              <a:t>minh</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tính</a:t>
            </a:r>
            <a:r>
              <a:rPr lang="en-US" sz="1600" dirty="0">
                <a:latin typeface="Segeo UI Light"/>
              </a:rPr>
              <a:t> </a:t>
            </a:r>
            <a:r>
              <a:rPr lang="en-US" sz="1600" dirty="0" err="1">
                <a:latin typeface="Segeo UI Light"/>
              </a:rPr>
              <a:t>khả</a:t>
            </a:r>
            <a:r>
              <a:rPr lang="en-US" sz="1600" dirty="0">
                <a:latin typeface="Segeo UI Light"/>
              </a:rPr>
              <a:t> </a:t>
            </a:r>
            <a:r>
              <a:rPr lang="en-US" sz="1600" dirty="0" err="1">
                <a:latin typeface="Segeo UI Light"/>
              </a:rPr>
              <a:t>thi</a:t>
            </a:r>
            <a:r>
              <a:rPr lang="en-US" sz="1600" dirty="0">
                <a:latin typeface="Segeo UI Light"/>
              </a:rPr>
              <a:t>, </a:t>
            </a:r>
            <a:r>
              <a:rPr lang="en-US" sz="1600" dirty="0" err="1">
                <a:latin typeface="Segeo UI Light"/>
              </a:rPr>
              <a:t>hiệu</a:t>
            </a:r>
            <a:r>
              <a:rPr lang="en-US" sz="1600" dirty="0">
                <a:latin typeface="Segeo UI Light"/>
              </a:rPr>
              <a:t> </a:t>
            </a:r>
            <a:r>
              <a:rPr lang="en-US" sz="1600" dirty="0" err="1">
                <a:latin typeface="Segeo UI Light"/>
              </a:rPr>
              <a:t>quả</a:t>
            </a:r>
            <a:r>
              <a:rPr lang="en-US" sz="1600" dirty="0">
                <a:latin typeface="Segeo UI Light"/>
              </a:rPr>
              <a:t> </a:t>
            </a:r>
            <a:r>
              <a:rPr lang="en-US" sz="1600" dirty="0" err="1">
                <a:latin typeface="Segeo UI Light"/>
              </a:rPr>
              <a:t>và</a:t>
            </a:r>
            <a:r>
              <a:rPr lang="en-US" sz="1600" dirty="0">
                <a:latin typeface="Segeo UI Light"/>
              </a:rPr>
              <a:t> chi </a:t>
            </a:r>
            <a:r>
              <a:rPr lang="en-US" sz="1600" dirty="0" err="1">
                <a:latin typeface="Segeo UI Light"/>
              </a:rPr>
              <a:t>phí</a:t>
            </a:r>
            <a:r>
              <a:rPr lang="en-US" sz="1600" dirty="0">
                <a:latin typeface="Segeo UI Light"/>
              </a:rPr>
              <a:t> </a:t>
            </a:r>
            <a:r>
              <a:rPr lang="en-US" sz="1600" dirty="0" err="1">
                <a:latin typeface="Segeo UI Light"/>
              </a:rPr>
              <a:t>hợp</a:t>
            </a:r>
            <a:r>
              <a:rPr lang="en-US" sz="1600" dirty="0">
                <a:latin typeface="Segeo UI Light"/>
              </a:rPr>
              <a:t> </a:t>
            </a:r>
            <a:r>
              <a:rPr lang="en-US" sz="1600" dirty="0" err="1">
                <a:latin typeface="Segeo UI Light"/>
              </a:rPr>
              <a:t>lý</a:t>
            </a:r>
            <a:r>
              <a:rPr lang="en-US" sz="1600" dirty="0">
                <a:latin typeface="Segeo UI Light"/>
              </a:rPr>
              <a:t>.</a:t>
            </a:r>
            <a:br>
              <a:rPr lang="en-US" sz="1600" dirty="0">
                <a:latin typeface="Segeo UI Light"/>
              </a:rPr>
            </a:br>
            <a:r>
              <a:rPr lang="en-US" sz="1600" dirty="0" err="1">
                <a:latin typeface="Segeo UI Light"/>
              </a:rPr>
              <a:t>Tóm</a:t>
            </a:r>
            <a:r>
              <a:rPr lang="en-US" sz="1600" dirty="0">
                <a:latin typeface="Segeo UI Light"/>
              </a:rPr>
              <a:t> </a:t>
            </a:r>
            <a:r>
              <a:rPr lang="en-US" sz="1600" dirty="0" err="1">
                <a:latin typeface="Segeo UI Light"/>
              </a:rPr>
              <a:t>gọn</a:t>
            </a:r>
            <a:r>
              <a:rPr lang="en-US" sz="1600" dirty="0">
                <a:latin typeface="Segeo UI Light"/>
              </a:rPr>
              <a:t>: PKI </a:t>
            </a:r>
            <a:r>
              <a:rPr lang="en-US" sz="1600" dirty="0" err="1">
                <a:latin typeface="Segeo UI Light"/>
              </a:rPr>
              <a:t>là</a:t>
            </a:r>
            <a:r>
              <a:rPr lang="en-US" sz="1600" dirty="0">
                <a:latin typeface="Segeo UI Light"/>
              </a:rPr>
              <a:t> </a:t>
            </a:r>
            <a:r>
              <a:rPr lang="en-US" sz="1600" dirty="0" err="1">
                <a:latin typeface="Segeo UI Light"/>
              </a:rPr>
              <a:t>một</a:t>
            </a:r>
            <a:r>
              <a:rPr lang="en-US" sz="1600" dirty="0">
                <a:latin typeface="Segeo UI Light"/>
              </a:rPr>
              <a:t> </a:t>
            </a:r>
            <a:r>
              <a:rPr lang="en-US" sz="1600" dirty="0" err="1">
                <a:latin typeface="Segeo UI Light"/>
              </a:rPr>
              <a:t>sáng</a:t>
            </a:r>
            <a:r>
              <a:rPr lang="en-US" sz="1600" dirty="0">
                <a:latin typeface="Segeo UI Light"/>
              </a:rPr>
              <a:t> </a:t>
            </a:r>
            <a:r>
              <a:rPr lang="en-US" sz="1600" dirty="0" err="1">
                <a:latin typeface="Segeo UI Light"/>
              </a:rPr>
              <a:t>kiến</a:t>
            </a:r>
            <a:r>
              <a:rPr lang="en-US" sz="1600" dirty="0">
                <a:latin typeface="Segeo UI Light"/>
              </a:rPr>
              <a:t> </a:t>
            </a:r>
            <a:r>
              <a:rPr lang="en-US" sz="1600" dirty="0" err="1">
                <a:latin typeface="Segeo UI Light"/>
              </a:rPr>
              <a:t>nền</a:t>
            </a:r>
            <a:r>
              <a:rPr lang="en-US" sz="1600" dirty="0">
                <a:latin typeface="Segeo UI Light"/>
              </a:rPr>
              <a:t> </a:t>
            </a:r>
            <a:r>
              <a:rPr lang="en-US" sz="1600" dirty="0" err="1">
                <a:latin typeface="Segeo UI Light"/>
              </a:rPr>
              <a:t>tảng</a:t>
            </a:r>
            <a:r>
              <a:rPr lang="en-US" sz="1600" dirty="0">
                <a:latin typeface="Segeo UI Light"/>
              </a:rPr>
              <a:t> </a:t>
            </a:r>
            <a:r>
              <a:rPr lang="en-US" sz="1600" dirty="0" err="1">
                <a:latin typeface="Segeo UI Light"/>
              </a:rPr>
              <a:t>cho</a:t>
            </a:r>
            <a:r>
              <a:rPr lang="en-US" sz="1600" dirty="0">
                <a:latin typeface="Segeo UI Light"/>
              </a:rPr>
              <a:t> </a:t>
            </a:r>
            <a:r>
              <a:rPr lang="en-US" sz="1600" dirty="0" err="1">
                <a:latin typeface="Segeo UI Light"/>
              </a:rPr>
              <a:t>bảo</a:t>
            </a:r>
            <a:r>
              <a:rPr lang="en-US" sz="1600" dirty="0">
                <a:latin typeface="Segeo UI Light"/>
              </a:rPr>
              <a:t> </a:t>
            </a:r>
            <a:r>
              <a:rPr lang="en-US" sz="1600" dirty="0" err="1">
                <a:latin typeface="Segeo UI Light"/>
              </a:rPr>
              <a:t>mật</a:t>
            </a:r>
            <a:r>
              <a:rPr lang="en-US" sz="1600" dirty="0">
                <a:latin typeface="Segeo UI Light"/>
              </a:rPr>
              <a:t> </a:t>
            </a:r>
            <a:r>
              <a:rPr lang="en-US" sz="1600" dirty="0" err="1">
                <a:latin typeface="Segeo UI Light"/>
              </a:rPr>
              <a:t>thông</a:t>
            </a:r>
            <a:r>
              <a:rPr lang="en-US" sz="1600" dirty="0">
                <a:latin typeface="Segeo UI Light"/>
              </a:rPr>
              <a:t> tin </a:t>
            </a:r>
            <a:r>
              <a:rPr lang="en-US" sz="1600" dirty="0" err="1">
                <a:latin typeface="Segeo UI Light"/>
              </a:rPr>
              <a:t>trên</a:t>
            </a:r>
            <a:r>
              <a:rPr lang="en-US" sz="1600" dirty="0">
                <a:latin typeface="Segeo UI Light"/>
              </a:rPr>
              <a:t> Internet, </a:t>
            </a:r>
            <a:r>
              <a:rPr lang="en-US" sz="1600" dirty="0" err="1">
                <a:latin typeface="Segeo UI Light"/>
              </a:rPr>
              <a:t>đã</a:t>
            </a:r>
            <a:r>
              <a:rPr lang="en-US" sz="1600" dirty="0">
                <a:latin typeface="Segeo UI Light"/>
              </a:rPr>
              <a:t> </a:t>
            </a:r>
            <a:r>
              <a:rPr lang="en-US" sz="1600" dirty="0" err="1">
                <a:latin typeface="Segeo UI Light"/>
              </a:rPr>
              <a:t>mang</a:t>
            </a:r>
            <a:r>
              <a:rPr lang="en-US" sz="1600" dirty="0">
                <a:latin typeface="Segeo UI Light"/>
              </a:rPr>
              <a:t> </a:t>
            </a:r>
            <a:r>
              <a:rPr lang="en-US" sz="1600" dirty="0" err="1">
                <a:latin typeface="Segeo UI Light"/>
              </a:rPr>
              <a:t>lại</a:t>
            </a:r>
            <a:r>
              <a:rPr lang="en-US" sz="1600" dirty="0">
                <a:latin typeface="Segeo UI Light"/>
              </a:rPr>
              <a:t> </a:t>
            </a:r>
            <a:r>
              <a:rPr lang="en-US" sz="1600" dirty="0" err="1">
                <a:latin typeface="Segeo UI Light"/>
              </a:rPr>
              <a:t>nhiều</a:t>
            </a:r>
            <a:r>
              <a:rPr lang="en-US" sz="1600" dirty="0">
                <a:latin typeface="Segeo UI Light"/>
              </a:rPr>
              <a:t> </a:t>
            </a:r>
            <a:r>
              <a:rPr lang="en-US" sz="1600" dirty="0" err="1">
                <a:latin typeface="Segeo UI Light"/>
              </a:rPr>
              <a:t>thành</a:t>
            </a:r>
            <a:r>
              <a:rPr lang="en-US" sz="1600" dirty="0">
                <a:latin typeface="Segeo UI Light"/>
              </a:rPr>
              <a:t> </a:t>
            </a:r>
            <a:r>
              <a:rPr lang="en-US" sz="1600" dirty="0" err="1">
                <a:latin typeface="Segeo UI Light"/>
              </a:rPr>
              <a:t>tựu</a:t>
            </a:r>
            <a:r>
              <a:rPr lang="en-US" sz="1600" dirty="0">
                <a:latin typeface="Segeo UI Light"/>
              </a:rPr>
              <a:t> (SSL/TLS, VPN), </a:t>
            </a:r>
            <a:r>
              <a:rPr lang="en-US" sz="1600" dirty="0" err="1">
                <a:latin typeface="Segeo UI Light"/>
              </a:rPr>
              <a:t>nhưng</a:t>
            </a:r>
            <a:r>
              <a:rPr lang="en-US" sz="1600" dirty="0">
                <a:latin typeface="Segeo UI Light"/>
              </a:rPr>
              <a:t> </a:t>
            </a:r>
            <a:r>
              <a:rPr lang="en-US" sz="1600" dirty="0" err="1">
                <a:latin typeface="Segeo UI Light"/>
              </a:rPr>
              <a:t>còn</a:t>
            </a:r>
            <a:r>
              <a:rPr lang="en-US" sz="1600" dirty="0">
                <a:latin typeface="Segeo UI Light"/>
              </a:rPr>
              <a:t> </a:t>
            </a:r>
            <a:r>
              <a:rPr lang="en-US" sz="1600" dirty="0" err="1">
                <a:latin typeface="Segeo UI Light"/>
              </a:rPr>
              <a:t>hạn</a:t>
            </a:r>
            <a:r>
              <a:rPr lang="en-US" sz="1600" dirty="0">
                <a:latin typeface="Segeo UI Light"/>
              </a:rPr>
              <a:t> </a:t>
            </a:r>
            <a:r>
              <a:rPr lang="en-US" sz="1600" dirty="0" err="1">
                <a:latin typeface="Segeo UI Light"/>
              </a:rPr>
              <a:t>chế</a:t>
            </a:r>
            <a:r>
              <a:rPr lang="en-US" sz="1600" dirty="0">
                <a:latin typeface="Segeo UI Light"/>
              </a:rPr>
              <a:t> </a:t>
            </a:r>
            <a:r>
              <a:rPr lang="en-US" sz="1600" dirty="0" err="1">
                <a:latin typeface="Segeo UI Light"/>
              </a:rPr>
              <a:t>về</a:t>
            </a:r>
            <a:r>
              <a:rPr lang="en-US" sz="1600" dirty="0">
                <a:latin typeface="Segeo UI Light"/>
              </a:rPr>
              <a:t> </a:t>
            </a:r>
            <a:r>
              <a:rPr lang="en-US" sz="1600" dirty="0" err="1">
                <a:latin typeface="Segeo UI Light"/>
              </a:rPr>
              <a:t>triển</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tế</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cần</a:t>
            </a:r>
            <a:r>
              <a:rPr lang="en-US" sz="1600" dirty="0">
                <a:latin typeface="Segeo UI Light"/>
              </a:rPr>
              <a:t> </a:t>
            </a:r>
            <a:r>
              <a:rPr lang="en-US" sz="1600" dirty="0" err="1">
                <a:latin typeface="Segeo UI Light"/>
              </a:rPr>
              <a:t>tiếp</a:t>
            </a:r>
            <a:r>
              <a:rPr lang="en-US" sz="1600" dirty="0">
                <a:latin typeface="Segeo UI Light"/>
              </a:rPr>
              <a:t> </a:t>
            </a:r>
            <a:r>
              <a:rPr lang="en-US" sz="1600" dirty="0" err="1">
                <a:latin typeface="Segeo UI Light"/>
              </a:rPr>
              <a:t>tục</a:t>
            </a:r>
            <a:r>
              <a:rPr lang="en-US" sz="1600" dirty="0">
                <a:latin typeface="Segeo UI Light"/>
              </a:rPr>
              <a:t> </a:t>
            </a:r>
            <a:r>
              <a:rPr lang="en-US" sz="1600" dirty="0" err="1">
                <a:latin typeface="Segeo UI Light"/>
              </a:rPr>
              <a:t>hoàn</a:t>
            </a:r>
            <a:r>
              <a:rPr lang="en-US" sz="1600" dirty="0">
                <a:latin typeface="Segeo UI Light"/>
              </a:rPr>
              <a:t> </a:t>
            </a:r>
            <a:r>
              <a:rPr lang="en-US" sz="1600" dirty="0" err="1">
                <a:latin typeface="Segeo UI Light"/>
              </a:rPr>
              <a:t>thiện</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đạt</a:t>
            </a:r>
            <a:r>
              <a:rPr lang="en-US" sz="1600" dirty="0">
                <a:latin typeface="Segeo UI Light"/>
              </a:rPr>
              <a:t> </a:t>
            </a:r>
            <a:r>
              <a:rPr lang="en-US" sz="1600" dirty="0" err="1">
                <a:latin typeface="Segeo UI Light"/>
              </a:rPr>
              <a:t>mức</a:t>
            </a:r>
            <a:r>
              <a:rPr lang="en-US" sz="1600" dirty="0">
                <a:latin typeface="Segeo UI Light"/>
              </a:rPr>
              <a:t> </a:t>
            </a:r>
            <a:r>
              <a:rPr lang="en-US" sz="1600" dirty="0" err="1">
                <a:latin typeface="Segeo UI Light"/>
              </a:rPr>
              <a:t>độ</a:t>
            </a:r>
            <a:r>
              <a:rPr lang="en-US" sz="1600" dirty="0">
                <a:latin typeface="Segeo UI Light"/>
              </a:rPr>
              <a:t> </a:t>
            </a:r>
            <a:r>
              <a:rPr lang="en-US" sz="1600" dirty="0" err="1">
                <a:latin typeface="Segeo UI Light"/>
              </a:rPr>
              <a:t>ứng</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rộng</a:t>
            </a:r>
            <a:r>
              <a:rPr lang="en-US" sz="1600" dirty="0">
                <a:latin typeface="Segeo UI Light"/>
              </a:rPr>
              <a:t> </a:t>
            </a:r>
            <a:r>
              <a:rPr lang="en-US" sz="1600" dirty="0" err="1">
                <a:latin typeface="Segeo UI Light"/>
              </a:rPr>
              <a:t>rãi</a:t>
            </a:r>
            <a:r>
              <a:rPr lang="en-US" sz="1600" b="1" dirty="0">
                <a:latin typeface="Segeo UI Light"/>
              </a:rPr>
              <a:t>.</a:t>
            </a:r>
            <a:endParaRPr lang="en-US" sz="1600" dirty="0">
              <a:latin typeface="Segeo UI Light"/>
            </a:endParaRPr>
          </a:p>
        </p:txBody>
      </p:sp>
    </p:spTree>
    <p:extLst>
      <p:ext uri="{BB962C8B-B14F-4D97-AF65-F5344CB8AC3E}">
        <p14:creationId xmlns:p14="http://schemas.microsoft.com/office/powerpoint/2010/main" val="126745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6790F786-9C9D-FFC1-5C89-B5E92D1D0CB8}"/>
              </a:ext>
            </a:extLst>
          </p:cNvPr>
          <p:cNvSpPr txBox="1">
            <a:spLocks/>
          </p:cNvSpPr>
          <p:nvPr/>
        </p:nvSpPr>
        <p:spPr>
          <a:xfrm>
            <a:off x="783398" y="237893"/>
            <a:ext cx="7364426"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1.2. </a:t>
            </a:r>
            <a:r>
              <a:rPr lang="en-US" sz="3200" b="1" dirty="0" err="1">
                <a:latin typeface="Segeo UI Black"/>
              </a:rPr>
              <a:t>Thực</a:t>
            </a:r>
            <a:r>
              <a:rPr lang="en-US" sz="3200" b="1" dirty="0">
                <a:latin typeface="Segeo UI Black"/>
              </a:rPr>
              <a:t> </a:t>
            </a:r>
            <a:r>
              <a:rPr lang="en-US" sz="3200" b="1" dirty="0" err="1">
                <a:latin typeface="Segeo UI Black"/>
              </a:rPr>
              <a:t>trạng</a:t>
            </a:r>
            <a:r>
              <a:rPr lang="en-US" sz="3200" b="1" dirty="0">
                <a:latin typeface="Segeo UI Black"/>
              </a:rPr>
              <a:t> </a:t>
            </a:r>
            <a:r>
              <a:rPr lang="en-US" sz="3200" b="1" dirty="0" err="1">
                <a:latin typeface="Segeo UI Black"/>
              </a:rPr>
              <a:t>phát</a:t>
            </a:r>
            <a:r>
              <a:rPr lang="en-US" sz="3200" b="1" dirty="0">
                <a:latin typeface="Segeo UI Black"/>
              </a:rPr>
              <a:t> </a:t>
            </a:r>
            <a:r>
              <a:rPr lang="en-US" sz="3200" b="1" dirty="0" err="1">
                <a:latin typeface="Segeo UI Black"/>
              </a:rPr>
              <a:t>triển</a:t>
            </a:r>
            <a:r>
              <a:rPr lang="en-US" sz="3200" b="1" dirty="0">
                <a:latin typeface="Segeo UI Black"/>
              </a:rPr>
              <a:t> PKI </a:t>
            </a:r>
            <a:r>
              <a:rPr lang="en-US" sz="3200" b="1" dirty="0" err="1">
                <a:latin typeface="Segeo UI Black"/>
              </a:rPr>
              <a:t>tại</a:t>
            </a:r>
            <a:r>
              <a:rPr lang="en-US" sz="3200" b="1" dirty="0">
                <a:latin typeface="Segeo UI Black"/>
              </a:rPr>
              <a:t> Việt Nam</a:t>
            </a:r>
            <a:endParaRPr lang="en-US" sz="3200" dirty="0">
              <a:latin typeface="Segeo UI Black"/>
            </a:endParaRPr>
          </a:p>
        </p:txBody>
      </p:sp>
      <p:sp>
        <p:nvSpPr>
          <p:cNvPr id="6" name="Title 1">
            <a:extLst>
              <a:ext uri="{FF2B5EF4-FFF2-40B4-BE49-F238E27FC236}">
                <a16:creationId xmlns:a16="http://schemas.microsoft.com/office/drawing/2014/main" id="{98BED3BF-BD1B-F2B6-EB20-70C56E06CCD6}"/>
              </a:ext>
            </a:extLst>
          </p:cNvPr>
          <p:cNvSpPr>
            <a:spLocks noGrp="1"/>
          </p:cNvSpPr>
          <p:nvPr>
            <p:ph type="title"/>
          </p:nvPr>
        </p:nvSpPr>
        <p:spPr>
          <a:xfrm>
            <a:off x="460917" y="1048216"/>
            <a:ext cx="7899818" cy="3940096"/>
          </a:xfrm>
        </p:spPr>
        <p:txBody>
          <a:bodyPr/>
          <a:lstStyle/>
          <a:p>
            <a:r>
              <a:rPr lang="en-US" sz="1600" b="1" dirty="0">
                <a:latin typeface="Segeo UI Light"/>
              </a:rPr>
              <a:t> </a:t>
            </a:r>
            <a:r>
              <a:rPr lang="en-US" sz="1600" b="1" dirty="0" err="1">
                <a:latin typeface="Segeo UI Light"/>
              </a:rPr>
              <a:t>Tích</a:t>
            </a:r>
            <a:r>
              <a:rPr lang="en-US" sz="1600" b="1" dirty="0">
                <a:latin typeface="Segeo UI Light"/>
              </a:rPr>
              <a:t> </a:t>
            </a:r>
            <a:r>
              <a:rPr lang="en-US" sz="1600" b="1" dirty="0" err="1">
                <a:latin typeface="Segeo UI Light"/>
              </a:rPr>
              <a:t>hợp</a:t>
            </a:r>
            <a:r>
              <a:rPr lang="en-US" sz="1600" b="1" dirty="0">
                <a:latin typeface="Segeo UI Light"/>
              </a:rPr>
              <a:t> </a:t>
            </a:r>
            <a:r>
              <a:rPr lang="en-US" sz="1600" b="1" dirty="0" err="1">
                <a:latin typeface="Segeo UI Light"/>
              </a:rPr>
              <a:t>chữ</a:t>
            </a:r>
            <a:r>
              <a:rPr lang="en-US" sz="1600" b="1" dirty="0">
                <a:latin typeface="Segeo UI Light"/>
              </a:rPr>
              <a:t> </a:t>
            </a:r>
            <a:r>
              <a:rPr lang="en-US" sz="1600" b="1" dirty="0" err="1">
                <a:latin typeface="Segeo UI Light"/>
              </a:rPr>
              <a:t>ký</a:t>
            </a:r>
            <a:r>
              <a:rPr lang="en-US" sz="1600" b="1" dirty="0">
                <a:latin typeface="Segeo UI Light"/>
              </a:rPr>
              <a:t> </a:t>
            </a:r>
            <a:r>
              <a:rPr lang="en-US" sz="1600" b="1" dirty="0" err="1">
                <a:latin typeface="Segeo UI Light"/>
              </a:rPr>
              <a:t>số</a:t>
            </a:r>
            <a:r>
              <a:rPr lang="en-US" sz="1600" b="1" dirty="0">
                <a:latin typeface="Segeo UI Light"/>
              </a:rPr>
              <a:t> </a:t>
            </a:r>
            <a:r>
              <a:rPr lang="en-US" sz="1600" b="1" dirty="0" err="1">
                <a:latin typeface="Segeo UI Light"/>
              </a:rPr>
              <a:t>vào</a:t>
            </a:r>
            <a:r>
              <a:rPr lang="en-US" sz="1600" b="1" dirty="0">
                <a:latin typeface="Segeo UI Light"/>
              </a:rPr>
              <a:t> </a:t>
            </a:r>
            <a:r>
              <a:rPr lang="en-US" sz="1600" b="1" dirty="0" err="1">
                <a:latin typeface="Segeo UI Light"/>
              </a:rPr>
              <a:t>dịch</a:t>
            </a:r>
            <a:r>
              <a:rPr lang="en-US" sz="1600" b="1" dirty="0">
                <a:latin typeface="Segeo UI Light"/>
              </a:rPr>
              <a:t> </a:t>
            </a:r>
            <a:r>
              <a:rPr lang="en-US" sz="1600" b="1" dirty="0" err="1">
                <a:latin typeface="Segeo UI Light"/>
              </a:rPr>
              <a:t>vụ</a:t>
            </a:r>
            <a:r>
              <a:rPr lang="en-US" sz="1600" b="1" dirty="0">
                <a:latin typeface="Segeo UI Light"/>
              </a:rPr>
              <a:t> </a:t>
            </a:r>
            <a:r>
              <a:rPr lang="en-US" sz="1600" b="1" dirty="0" err="1">
                <a:latin typeface="Segeo UI Light"/>
              </a:rPr>
              <a:t>công</a:t>
            </a:r>
            <a:r>
              <a:rPr lang="en-US" sz="1600" b="1" dirty="0">
                <a:latin typeface="Segeo UI Light"/>
              </a:rPr>
              <a:t> </a:t>
            </a:r>
            <a:r>
              <a:rPr lang="en-US" sz="1600" b="1" dirty="0" err="1">
                <a:latin typeface="Segeo UI Light"/>
              </a:rPr>
              <a:t>trực</a:t>
            </a:r>
            <a:r>
              <a:rPr lang="en-US" sz="1600" b="1" dirty="0">
                <a:latin typeface="Segeo UI Light"/>
              </a:rPr>
              <a:t> </a:t>
            </a:r>
            <a:r>
              <a:rPr lang="en-US" sz="1600" b="1" dirty="0" err="1">
                <a:latin typeface="Segeo UI Light"/>
              </a:rPr>
              <a:t>tuyến</a:t>
            </a:r>
            <a:br>
              <a:rPr lang="en-US" sz="1600" dirty="0">
                <a:latin typeface="Segeo UI Light"/>
              </a:rPr>
            </a:br>
            <a:r>
              <a:rPr lang="en-US" sz="1600" dirty="0" err="1">
                <a:latin typeface="Segeo UI Light"/>
              </a:rPr>
              <a:t>Bộ</a:t>
            </a:r>
            <a:r>
              <a:rPr lang="en-US" sz="1600" dirty="0">
                <a:latin typeface="Segeo UI Light"/>
              </a:rPr>
              <a:t> TT&amp;TT qua Trung </a:t>
            </a:r>
            <a:r>
              <a:rPr lang="en-US" sz="1600" dirty="0" err="1">
                <a:latin typeface="Segeo UI Light"/>
              </a:rPr>
              <a:t>tâm</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điện</a:t>
            </a:r>
            <a:r>
              <a:rPr lang="en-US" sz="1600" dirty="0">
                <a:latin typeface="Segeo UI Light"/>
              </a:rPr>
              <a:t> </a:t>
            </a:r>
            <a:r>
              <a:rPr lang="en-US" sz="1600" dirty="0" err="1">
                <a:latin typeface="Segeo UI Light"/>
              </a:rPr>
              <a:t>tử</a:t>
            </a:r>
            <a:r>
              <a:rPr lang="en-US" sz="1600" dirty="0">
                <a:latin typeface="Segeo UI Light"/>
              </a:rPr>
              <a:t> Quốc </a:t>
            </a:r>
            <a:r>
              <a:rPr lang="en-US" sz="1600" dirty="0" err="1">
                <a:latin typeface="Segeo UI Light"/>
              </a:rPr>
              <a:t>gia</a:t>
            </a:r>
            <a:r>
              <a:rPr lang="en-US" sz="1600" dirty="0">
                <a:latin typeface="Segeo UI Light"/>
              </a:rPr>
              <a:t> (NEAC) </a:t>
            </a:r>
            <a:r>
              <a:rPr lang="en-US" sz="1600" dirty="0" err="1">
                <a:latin typeface="Segeo UI Light"/>
              </a:rPr>
              <a:t>đặt</a:t>
            </a:r>
            <a:r>
              <a:rPr lang="en-US" sz="1600" dirty="0">
                <a:latin typeface="Segeo UI Light"/>
              </a:rPr>
              <a:t> </a:t>
            </a:r>
            <a:r>
              <a:rPr lang="en-US" sz="1600" dirty="0" err="1">
                <a:latin typeface="Segeo UI Light"/>
              </a:rPr>
              <a:t>mục</a:t>
            </a:r>
            <a:r>
              <a:rPr lang="en-US" sz="1600" dirty="0">
                <a:latin typeface="Segeo UI Light"/>
              </a:rPr>
              <a:t> </a:t>
            </a:r>
            <a:r>
              <a:rPr lang="en-US" sz="1600" dirty="0" err="1">
                <a:latin typeface="Segeo UI Light"/>
              </a:rPr>
              <a:t>tiêu</a:t>
            </a:r>
            <a:r>
              <a:rPr lang="en-US" sz="1600" dirty="0">
                <a:latin typeface="Segeo UI Light"/>
              </a:rPr>
              <a:t>: </a:t>
            </a:r>
            <a:r>
              <a:rPr lang="en-US" sz="1600" i="1" dirty="0" err="1">
                <a:latin typeface="Segeo UI Light"/>
              </a:rPr>
              <a:t>vào</a:t>
            </a:r>
            <a:r>
              <a:rPr lang="en-US" sz="1600" i="1" dirty="0">
                <a:latin typeface="Segeo UI Light"/>
              </a:rPr>
              <a:t> </a:t>
            </a:r>
            <a:r>
              <a:rPr lang="en-US" sz="1600" i="1" dirty="0" err="1">
                <a:latin typeface="Segeo UI Light"/>
              </a:rPr>
              <a:t>cuối</a:t>
            </a:r>
            <a:r>
              <a:rPr lang="en-US" sz="1600" i="1" dirty="0">
                <a:latin typeface="Segeo UI Light"/>
              </a:rPr>
              <a:t> </a:t>
            </a:r>
            <a:r>
              <a:rPr lang="en-US" sz="1600" i="1" dirty="0" err="1">
                <a:latin typeface="Segeo UI Light"/>
              </a:rPr>
              <a:t>năm</a:t>
            </a:r>
            <a:r>
              <a:rPr lang="en-US" sz="1600" i="1" dirty="0">
                <a:latin typeface="Segeo UI Light"/>
              </a:rPr>
              <a:t> 2025</a:t>
            </a:r>
            <a:r>
              <a:rPr lang="en-US" sz="1600" dirty="0">
                <a:latin typeface="Segeo UI Light"/>
              </a:rPr>
              <a:t>, </a:t>
            </a:r>
            <a:r>
              <a:rPr lang="en-US" sz="1600" dirty="0" err="1">
                <a:latin typeface="Segeo UI Light"/>
              </a:rPr>
              <a:t>sẽ</a:t>
            </a:r>
            <a:r>
              <a:rPr lang="en-US" sz="1600" dirty="0">
                <a:latin typeface="Segeo UI Light"/>
              </a:rPr>
              <a:t> </a:t>
            </a:r>
            <a:r>
              <a:rPr lang="en-US" sz="1600" dirty="0" err="1">
                <a:latin typeface="Segeo UI Light"/>
              </a:rPr>
              <a:t>hoàn</a:t>
            </a:r>
            <a:r>
              <a:rPr lang="en-US" sz="1600" dirty="0">
                <a:latin typeface="Segeo UI Light"/>
              </a:rPr>
              <a:t> </a:t>
            </a:r>
            <a:r>
              <a:rPr lang="en-US" sz="1600" dirty="0" err="1">
                <a:latin typeface="Segeo UI Light"/>
              </a:rPr>
              <a:t>thành</a:t>
            </a: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tích</a:t>
            </a:r>
            <a:r>
              <a:rPr lang="en-US" sz="1600" dirty="0">
                <a:latin typeface="Segeo UI Light"/>
              </a:rPr>
              <a:t> </a:t>
            </a:r>
            <a:r>
              <a:rPr lang="en-US" sz="1600" dirty="0" err="1">
                <a:latin typeface="Segeo UI Light"/>
              </a:rPr>
              <a:t>hợp</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cộng</a:t>
            </a:r>
            <a:r>
              <a:rPr lang="en-US" sz="1600" dirty="0">
                <a:latin typeface="Segeo UI Light"/>
              </a:rPr>
              <a:t> </a:t>
            </a:r>
            <a:r>
              <a:rPr lang="en-US" sz="1600" dirty="0" err="1">
                <a:latin typeface="Segeo UI Light"/>
              </a:rPr>
              <a:t>vào</a:t>
            </a:r>
            <a:r>
              <a:rPr lang="en-US" sz="1600" dirty="0">
                <a:latin typeface="Segeo UI Light"/>
              </a:rPr>
              <a:t> 100% </a:t>
            </a:r>
            <a:r>
              <a:rPr lang="en-US" sz="1600" dirty="0" err="1">
                <a:latin typeface="Segeo UI Light"/>
              </a:rPr>
              <a:t>dịch</a:t>
            </a:r>
            <a:r>
              <a:rPr lang="en-US" sz="1600" dirty="0">
                <a:latin typeface="Segeo UI Light"/>
              </a:rPr>
              <a:t> </a:t>
            </a:r>
            <a:r>
              <a:rPr lang="en-US" sz="1600" dirty="0" err="1">
                <a:latin typeface="Segeo UI Light"/>
              </a:rPr>
              <a:t>vụ</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trực</a:t>
            </a:r>
            <a:r>
              <a:rPr lang="en-US" sz="1600" dirty="0">
                <a:latin typeface="Segeo UI Light"/>
              </a:rPr>
              <a:t> </a:t>
            </a:r>
            <a:r>
              <a:rPr lang="en-US" sz="1600" dirty="0" err="1">
                <a:latin typeface="Segeo UI Light"/>
              </a:rPr>
              <a:t>tuyến</a:t>
            </a:r>
            <a:r>
              <a:rPr lang="en-US" sz="1600" dirty="0">
                <a:latin typeface="Segeo UI Light"/>
              </a:rPr>
              <a:t>. </a:t>
            </a:r>
            <a:br>
              <a:rPr lang="en-US" sz="1600" dirty="0">
                <a:latin typeface="Segeo UI Light"/>
              </a:rPr>
            </a:br>
            <a:r>
              <a:rPr lang="en-US" sz="1600" b="1" dirty="0">
                <a:latin typeface="Segeo UI Light"/>
              </a:rPr>
              <a:t> </a:t>
            </a:r>
            <a:r>
              <a:rPr lang="en-US" sz="1600" b="1" dirty="0" err="1">
                <a:latin typeface="Segeo UI Light"/>
              </a:rPr>
              <a:t>Số</a:t>
            </a:r>
            <a:r>
              <a:rPr lang="en-US" sz="1600" b="1" dirty="0">
                <a:latin typeface="Segeo UI Light"/>
              </a:rPr>
              <a:t> </a:t>
            </a:r>
            <a:r>
              <a:rPr lang="en-US" sz="1600" b="1" dirty="0" err="1">
                <a:latin typeface="Segeo UI Light"/>
              </a:rPr>
              <a:t>lượng</a:t>
            </a:r>
            <a:r>
              <a:rPr lang="en-US" sz="1600" b="1" dirty="0">
                <a:latin typeface="Segeo UI Light"/>
              </a:rPr>
              <a:t> </a:t>
            </a:r>
            <a:r>
              <a:rPr lang="en-US" sz="1600" b="1" dirty="0" err="1">
                <a:latin typeface="Segeo UI Light"/>
              </a:rPr>
              <a:t>chứng</a:t>
            </a:r>
            <a:r>
              <a:rPr lang="en-US" sz="1600" b="1" dirty="0">
                <a:latin typeface="Segeo UI Light"/>
              </a:rPr>
              <a:t> </a:t>
            </a:r>
            <a:r>
              <a:rPr lang="en-US" sz="1600" b="1" dirty="0" err="1">
                <a:latin typeface="Segeo UI Light"/>
              </a:rPr>
              <a:t>thư</a:t>
            </a:r>
            <a:r>
              <a:rPr lang="en-US" sz="1600" b="1" dirty="0">
                <a:latin typeface="Segeo UI Light"/>
              </a:rPr>
              <a:t> </a:t>
            </a:r>
            <a:r>
              <a:rPr lang="en-US" sz="1600" b="1" dirty="0" err="1">
                <a:latin typeface="Segeo UI Light"/>
              </a:rPr>
              <a:t>số</a:t>
            </a:r>
            <a:r>
              <a:rPr lang="en-US" sz="1600" b="1" dirty="0">
                <a:latin typeface="Segeo UI Light"/>
              </a:rPr>
              <a:t> </a:t>
            </a:r>
            <a:r>
              <a:rPr lang="en-US" sz="1600" b="1" dirty="0" err="1">
                <a:latin typeface="Segeo UI Light"/>
              </a:rPr>
              <a:t>công</a:t>
            </a:r>
            <a:r>
              <a:rPr lang="en-US" sz="1600" b="1" dirty="0">
                <a:latin typeface="Segeo UI Light"/>
              </a:rPr>
              <a:t> </a:t>
            </a:r>
            <a:r>
              <a:rPr lang="en-US" sz="1600" b="1" dirty="0" err="1">
                <a:latin typeface="Segeo UI Light"/>
              </a:rPr>
              <a:t>cộng</a:t>
            </a:r>
            <a:r>
              <a:rPr lang="en-US" sz="1600" b="1" dirty="0">
                <a:latin typeface="Segeo UI Light"/>
              </a:rPr>
              <a:t> </a:t>
            </a:r>
            <a:r>
              <a:rPr lang="en-US" sz="1600" b="1" dirty="0" err="1">
                <a:latin typeface="Segeo UI Light"/>
              </a:rPr>
              <a:t>được</a:t>
            </a:r>
            <a:r>
              <a:rPr lang="en-US" sz="1600" b="1" dirty="0">
                <a:latin typeface="Segeo UI Light"/>
              </a:rPr>
              <a:t> </a:t>
            </a:r>
            <a:r>
              <a:rPr lang="en-US" sz="1600" b="1" dirty="0" err="1">
                <a:latin typeface="Segeo UI Light"/>
              </a:rPr>
              <a:t>cấp</a:t>
            </a:r>
            <a:r>
              <a:rPr lang="en-US" sz="1600" b="1" dirty="0">
                <a:latin typeface="Segeo UI Light"/>
              </a:rPr>
              <a:t> </a:t>
            </a:r>
            <a:r>
              <a:rPr lang="en-US" sz="1600" b="1" dirty="0" err="1">
                <a:latin typeface="Segeo UI Light"/>
              </a:rPr>
              <a:t>tăng</a:t>
            </a:r>
            <a:r>
              <a:rPr lang="en-US" sz="1600" b="1" dirty="0">
                <a:latin typeface="Segeo UI Light"/>
              </a:rPr>
              <a:t> </a:t>
            </a:r>
            <a:r>
              <a:rPr lang="en-US" sz="1600" b="1" dirty="0" err="1">
                <a:latin typeface="Segeo UI Light"/>
              </a:rPr>
              <a:t>mạnh</a:t>
            </a:r>
            <a:br>
              <a:rPr lang="en-US" sz="1600" dirty="0">
                <a:latin typeface="Segeo UI Light"/>
              </a:rPr>
            </a:br>
            <a:r>
              <a:rPr lang="en-US" sz="1600" dirty="0">
                <a:latin typeface="Segeo UI Light"/>
              </a:rPr>
              <a:t>- </a:t>
            </a:r>
            <a:r>
              <a:rPr lang="en-US" sz="1600" dirty="0" err="1">
                <a:latin typeface="Segeo UI Light"/>
              </a:rPr>
              <a:t>Đến</a:t>
            </a:r>
            <a:r>
              <a:rPr lang="en-US" sz="1600" dirty="0">
                <a:latin typeface="Segeo UI Light"/>
              </a:rPr>
              <a:t> nay </a:t>
            </a:r>
            <a:r>
              <a:rPr lang="en-US" sz="1600" dirty="0" err="1">
                <a:latin typeface="Segeo UI Light"/>
              </a:rPr>
              <a:t>đã</a:t>
            </a: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hơn</a:t>
            </a:r>
            <a:r>
              <a:rPr lang="en-US" sz="1600" dirty="0">
                <a:latin typeface="Segeo UI Light"/>
              </a:rPr>
              <a:t> 18 </a:t>
            </a:r>
            <a:r>
              <a:rPr lang="en-US" sz="1600" dirty="0" err="1">
                <a:latin typeface="Segeo UI Light"/>
              </a:rPr>
              <a:t>triệu</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thư</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cấp</a:t>
            </a:r>
            <a:r>
              <a:rPr lang="en-US" sz="1600" dirty="0">
                <a:latin typeface="Segeo UI Light"/>
              </a:rPr>
              <a:t> </a:t>
            </a:r>
            <a:r>
              <a:rPr lang="en-US" sz="1600" dirty="0" err="1">
                <a:latin typeface="Segeo UI Light"/>
              </a:rPr>
              <a:t>trên</a:t>
            </a:r>
            <a:r>
              <a:rPr lang="en-US" sz="1600" dirty="0">
                <a:latin typeface="Segeo UI Light"/>
              </a:rPr>
              <a:t> </a:t>
            </a:r>
            <a:r>
              <a:rPr lang="en-US" sz="1600" dirty="0" err="1">
                <a:latin typeface="Segeo UI Light"/>
              </a:rPr>
              <a:t>toàn</a:t>
            </a:r>
            <a:r>
              <a:rPr lang="en-US" sz="1600" dirty="0">
                <a:latin typeface="Segeo UI Light"/>
              </a:rPr>
              <a:t> </a:t>
            </a:r>
            <a:r>
              <a:rPr lang="en-US" sz="1600" dirty="0" err="1">
                <a:latin typeface="Segeo UI Light"/>
              </a:rPr>
              <a:t>quốc</a:t>
            </a:r>
            <a:r>
              <a:rPr lang="en-US" sz="1600" dirty="0">
                <a:latin typeface="Segeo UI Light"/>
              </a:rPr>
              <a:t>. </a:t>
            </a:r>
            <a:br>
              <a:rPr lang="en-US" sz="1600" dirty="0">
                <a:latin typeface="Segeo UI Light"/>
              </a:rPr>
            </a:br>
            <a:r>
              <a:rPr lang="en-US" sz="1600" dirty="0">
                <a:latin typeface="Segeo UI Light"/>
              </a:rPr>
              <a:t>- </a:t>
            </a:r>
            <a:r>
              <a:rPr lang="en-US" sz="1600" dirty="0" err="1">
                <a:latin typeface="Segeo UI Light"/>
              </a:rPr>
              <a:t>Tương</a:t>
            </a:r>
            <a:r>
              <a:rPr lang="en-US" sz="1600" dirty="0">
                <a:latin typeface="Segeo UI Light"/>
              </a:rPr>
              <a:t> </a:t>
            </a:r>
            <a:r>
              <a:rPr lang="en-US" sz="1600" dirty="0" err="1">
                <a:latin typeface="Segeo UI Light"/>
              </a:rPr>
              <a:t>ứng</a:t>
            </a:r>
            <a:r>
              <a:rPr lang="en-US" sz="1600" dirty="0">
                <a:latin typeface="Segeo UI Light"/>
              </a:rPr>
              <a:t> </a:t>
            </a:r>
            <a:r>
              <a:rPr lang="en-US" sz="1600" dirty="0" err="1">
                <a:latin typeface="Segeo UI Light"/>
              </a:rPr>
              <a:t>với</a:t>
            </a:r>
            <a:r>
              <a:rPr lang="en-US" sz="1600" dirty="0">
                <a:latin typeface="Segeo UI Light"/>
              </a:rPr>
              <a:t> </a:t>
            </a:r>
            <a:r>
              <a:rPr lang="en-US" sz="1600" dirty="0" err="1">
                <a:latin typeface="Segeo UI Light"/>
              </a:rPr>
              <a:t>khoảng</a:t>
            </a:r>
            <a:r>
              <a:rPr lang="en-US" sz="1600" dirty="0">
                <a:latin typeface="Segeo UI Light"/>
              </a:rPr>
              <a:t> 28,5% </a:t>
            </a:r>
            <a:r>
              <a:rPr lang="en-US" sz="1600" dirty="0" err="1">
                <a:latin typeface="Segeo UI Light"/>
              </a:rPr>
              <a:t>dân</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trưởng</a:t>
            </a:r>
            <a:r>
              <a:rPr lang="en-US" sz="1600" dirty="0">
                <a:latin typeface="Segeo UI Light"/>
              </a:rPr>
              <a:t> </a:t>
            </a:r>
            <a:r>
              <a:rPr lang="en-US" sz="1600" dirty="0" err="1">
                <a:latin typeface="Segeo UI Light"/>
              </a:rPr>
              <a:t>thành</a:t>
            </a: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cá</a:t>
            </a:r>
            <a:r>
              <a:rPr lang="en-US" sz="1600" dirty="0">
                <a:latin typeface="Segeo UI Light"/>
              </a:rPr>
              <a:t> </a:t>
            </a:r>
            <a:r>
              <a:rPr lang="en-US" sz="1600" dirty="0" err="1">
                <a:latin typeface="Segeo UI Light"/>
              </a:rPr>
              <a:t>nhân</a:t>
            </a:r>
            <a:r>
              <a:rPr lang="en-US" sz="1600" dirty="0">
                <a:latin typeface="Segeo UI Light"/>
              </a:rPr>
              <a:t>. </a:t>
            </a:r>
            <a:br>
              <a:rPr lang="en-US" sz="1600" dirty="0">
                <a:latin typeface="Segeo UI Light"/>
              </a:rPr>
            </a:b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mục</a:t>
            </a:r>
            <a:r>
              <a:rPr lang="en-US" sz="1600" dirty="0">
                <a:latin typeface="Segeo UI Light"/>
              </a:rPr>
              <a:t> </a:t>
            </a:r>
            <a:r>
              <a:rPr lang="en-US" sz="1600" dirty="0" err="1">
                <a:latin typeface="Segeo UI Light"/>
              </a:rPr>
              <a:t>tiêu</a:t>
            </a:r>
            <a:r>
              <a:rPr lang="en-US" sz="1600" dirty="0">
                <a:latin typeface="Segeo UI Light"/>
              </a:rPr>
              <a:t> </a:t>
            </a:r>
            <a:r>
              <a:rPr lang="en-US" sz="1600" dirty="0" err="1">
                <a:latin typeface="Segeo UI Light"/>
              </a:rPr>
              <a:t>đầy</a:t>
            </a:r>
            <a:r>
              <a:rPr lang="en-US" sz="1600" dirty="0">
                <a:latin typeface="Segeo UI Light"/>
              </a:rPr>
              <a:t> </a:t>
            </a:r>
            <a:r>
              <a:rPr lang="en-US" sz="1600" dirty="0" err="1">
                <a:latin typeface="Segeo UI Light"/>
              </a:rPr>
              <a:t>thách</a:t>
            </a:r>
            <a:r>
              <a:rPr lang="en-US" sz="1600" dirty="0">
                <a:latin typeface="Segeo UI Light"/>
              </a:rPr>
              <a:t> </a:t>
            </a:r>
            <a:r>
              <a:rPr lang="en-US" sz="1600" dirty="0" err="1">
                <a:latin typeface="Segeo UI Light"/>
              </a:rPr>
              <a:t>thức</a:t>
            </a:r>
            <a:r>
              <a:rPr lang="en-US" sz="1600" dirty="0">
                <a:latin typeface="Segeo UI Light"/>
              </a:rPr>
              <a:t> </a:t>
            </a:r>
            <a:r>
              <a:rPr lang="en-US" sz="1600" dirty="0" err="1">
                <a:latin typeface="Segeo UI Light"/>
              </a:rPr>
              <a:t>là</a:t>
            </a:r>
            <a:r>
              <a:rPr lang="en-US" sz="1600" dirty="0">
                <a:latin typeface="Segeo UI Light"/>
              </a:rPr>
              <a:t> 50% </a:t>
            </a:r>
            <a:r>
              <a:rPr lang="en-US" sz="1600" dirty="0" err="1">
                <a:latin typeface="Segeo UI Light"/>
              </a:rPr>
              <a:t>dân</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trưởng</a:t>
            </a:r>
            <a:r>
              <a:rPr lang="en-US" sz="1600" dirty="0">
                <a:latin typeface="Segeo UI Light"/>
              </a:rPr>
              <a:t> </a:t>
            </a:r>
            <a:r>
              <a:rPr lang="en-US" sz="1600" dirty="0" err="1">
                <a:latin typeface="Segeo UI Light"/>
              </a:rPr>
              <a:t>thành</a:t>
            </a: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trước</a:t>
            </a:r>
            <a:r>
              <a:rPr lang="en-US" sz="1600" dirty="0">
                <a:latin typeface="Segeo UI Light"/>
              </a:rPr>
              <a:t> </a:t>
            </a:r>
            <a:r>
              <a:rPr lang="en-US" sz="1600" dirty="0" err="1">
                <a:latin typeface="Segeo UI Light"/>
              </a:rPr>
              <a:t>hết</a:t>
            </a:r>
            <a:r>
              <a:rPr lang="en-US" sz="1600" dirty="0">
                <a:latin typeface="Segeo UI Light"/>
              </a:rPr>
              <a:t> </a:t>
            </a:r>
            <a:r>
              <a:rPr lang="en-US" sz="1600" dirty="0" err="1">
                <a:latin typeface="Segeo UI Light"/>
              </a:rPr>
              <a:t>vào</a:t>
            </a:r>
            <a:r>
              <a:rPr lang="en-US" sz="1600" dirty="0">
                <a:latin typeface="Segeo UI Light"/>
              </a:rPr>
              <a:t> </a:t>
            </a:r>
            <a:r>
              <a:rPr lang="en-US" sz="1600" dirty="0" err="1">
                <a:latin typeface="Segeo UI Light"/>
              </a:rPr>
              <a:t>cuối</a:t>
            </a:r>
            <a:r>
              <a:rPr lang="en-US" sz="1600" dirty="0">
                <a:latin typeface="Segeo UI Light"/>
              </a:rPr>
              <a:t> </a:t>
            </a:r>
            <a:r>
              <a:rPr lang="en-US" sz="1600" dirty="0" err="1">
                <a:latin typeface="Segeo UI Light"/>
              </a:rPr>
              <a:t>năm</a:t>
            </a:r>
            <a:r>
              <a:rPr lang="en-US" sz="1600" dirty="0">
                <a:latin typeface="Segeo UI Light"/>
              </a:rPr>
              <a:t> 2025. </a:t>
            </a:r>
            <a:br>
              <a:rPr lang="en-US" sz="1600" dirty="0">
                <a:latin typeface="Segeo UI Light"/>
              </a:rPr>
            </a:br>
            <a:r>
              <a:rPr lang="en-US" sz="1600" b="1" dirty="0">
                <a:latin typeface="Segeo UI Light"/>
              </a:rPr>
              <a:t> </a:t>
            </a:r>
            <a:r>
              <a:rPr lang="en-US" sz="1600" b="1" dirty="0" err="1">
                <a:latin typeface="Segeo UI Light"/>
              </a:rPr>
              <a:t>Mở</a:t>
            </a:r>
            <a:r>
              <a:rPr lang="en-US" sz="1600" b="1" dirty="0">
                <a:latin typeface="Segeo UI Light"/>
              </a:rPr>
              <a:t> </a:t>
            </a:r>
            <a:r>
              <a:rPr lang="en-US" sz="1600" b="1" dirty="0" err="1">
                <a:latin typeface="Segeo UI Light"/>
              </a:rPr>
              <a:t>rộng</a:t>
            </a:r>
            <a:r>
              <a:rPr lang="en-US" sz="1600" b="1" dirty="0">
                <a:latin typeface="Segeo UI Light"/>
              </a:rPr>
              <a:t> </a:t>
            </a:r>
            <a:r>
              <a:rPr lang="en-US" sz="1600" b="1" dirty="0" err="1">
                <a:latin typeface="Segeo UI Light"/>
              </a:rPr>
              <a:t>quản</a:t>
            </a:r>
            <a:r>
              <a:rPr lang="en-US" sz="1600" b="1" dirty="0">
                <a:latin typeface="Segeo UI Light"/>
              </a:rPr>
              <a:t> </a:t>
            </a:r>
            <a:r>
              <a:rPr lang="en-US" sz="1600" b="1" dirty="0" err="1">
                <a:latin typeface="Segeo UI Light"/>
              </a:rPr>
              <a:t>lý</a:t>
            </a:r>
            <a:r>
              <a:rPr lang="en-US" sz="1600" b="1" dirty="0">
                <a:latin typeface="Segeo UI Light"/>
              </a:rPr>
              <a:t>, </a:t>
            </a:r>
            <a:r>
              <a:rPr lang="en-US" sz="1600" b="1" dirty="0" err="1">
                <a:latin typeface="Segeo UI Light"/>
              </a:rPr>
              <a:t>hạ</a:t>
            </a:r>
            <a:r>
              <a:rPr lang="en-US" sz="1600" b="1" dirty="0">
                <a:latin typeface="Segeo UI Light"/>
              </a:rPr>
              <a:t> </a:t>
            </a:r>
            <a:r>
              <a:rPr lang="en-US" sz="1600" b="1" dirty="0" err="1">
                <a:latin typeface="Segeo UI Light"/>
              </a:rPr>
              <a:t>tầng</a:t>
            </a:r>
            <a:r>
              <a:rPr lang="en-US" sz="1600" b="1" dirty="0">
                <a:latin typeface="Segeo UI Light"/>
              </a:rPr>
              <a:t> </a:t>
            </a:r>
            <a:r>
              <a:rPr lang="en-US" sz="1600" b="1" dirty="0" err="1">
                <a:latin typeface="Segeo UI Light"/>
              </a:rPr>
              <a:t>và</a:t>
            </a:r>
            <a:r>
              <a:rPr lang="en-US" sz="1600" b="1" dirty="0">
                <a:latin typeface="Segeo UI Light"/>
              </a:rPr>
              <a:t> </a:t>
            </a:r>
            <a:r>
              <a:rPr lang="en-US" sz="1600" b="1" dirty="0" err="1">
                <a:latin typeface="Segeo UI Light"/>
              </a:rPr>
              <a:t>đảm</a:t>
            </a:r>
            <a:r>
              <a:rPr lang="en-US" sz="1600" b="1" dirty="0">
                <a:latin typeface="Segeo UI Light"/>
              </a:rPr>
              <a:t> </a:t>
            </a:r>
            <a:r>
              <a:rPr lang="en-US" sz="1600" b="1" dirty="0" err="1">
                <a:latin typeface="Segeo UI Light"/>
              </a:rPr>
              <a:t>bảo</a:t>
            </a:r>
            <a:r>
              <a:rPr lang="en-US" sz="1600" b="1" dirty="0">
                <a:latin typeface="Segeo UI Light"/>
              </a:rPr>
              <a:t> an </a:t>
            </a:r>
            <a:r>
              <a:rPr lang="en-US" sz="1600" b="1" dirty="0" err="1">
                <a:latin typeface="Segeo UI Light"/>
              </a:rPr>
              <a:t>toàn</a:t>
            </a:r>
            <a:r>
              <a:rPr lang="en-US" sz="1600" b="1" dirty="0">
                <a:latin typeface="Segeo UI Light"/>
              </a:rPr>
              <a:t> </a:t>
            </a:r>
            <a:r>
              <a:rPr lang="en-US" sz="1600" b="1" dirty="0" err="1">
                <a:latin typeface="Segeo UI Light"/>
              </a:rPr>
              <a:t>thông</a:t>
            </a:r>
            <a:r>
              <a:rPr lang="en-US" sz="1600" b="1" dirty="0">
                <a:latin typeface="Segeo UI Light"/>
              </a:rPr>
              <a:t> tin</a:t>
            </a:r>
            <a:br>
              <a:rPr lang="en-US" sz="1600" dirty="0">
                <a:latin typeface="Segeo UI Light"/>
              </a:rPr>
            </a:br>
            <a:r>
              <a:rPr lang="en-US" sz="1600" dirty="0">
                <a:latin typeface="Segeo UI Light"/>
              </a:rPr>
              <a:t>- Việt Nam </a:t>
            </a:r>
            <a:r>
              <a:rPr lang="en-US" sz="1600" dirty="0" err="1">
                <a:latin typeface="Segeo UI Light"/>
              </a:rPr>
              <a:t>đã</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đang</a:t>
            </a:r>
            <a:r>
              <a:rPr lang="en-US" sz="1600" dirty="0">
                <a:latin typeface="Segeo UI Light"/>
              </a:rPr>
              <a:t> </a:t>
            </a:r>
            <a:r>
              <a:rPr lang="en-US" sz="1600" dirty="0" err="1">
                <a:latin typeface="Segeo UI Light"/>
              </a:rPr>
              <a:t>phát</a:t>
            </a:r>
            <a:r>
              <a:rPr lang="en-US" sz="1600" dirty="0">
                <a:latin typeface="Segeo UI Light"/>
              </a:rPr>
              <a:t> </a:t>
            </a:r>
            <a:r>
              <a:rPr lang="en-US" sz="1600" dirty="0" err="1">
                <a:latin typeface="Segeo UI Light"/>
              </a:rPr>
              <a:t>triển</a:t>
            </a:r>
            <a:r>
              <a:rPr lang="en-US" sz="1600" dirty="0">
                <a:latin typeface="Segeo UI Light"/>
              </a:rPr>
              <a:t> </a:t>
            </a:r>
            <a:r>
              <a:rPr lang="en-US" sz="1600" dirty="0" err="1">
                <a:latin typeface="Segeo UI Light"/>
              </a:rPr>
              <a:t>hạ</a:t>
            </a:r>
            <a:r>
              <a:rPr lang="en-US" sz="1600" dirty="0">
                <a:latin typeface="Segeo UI Light"/>
              </a:rPr>
              <a:t> </a:t>
            </a:r>
            <a:r>
              <a:rPr lang="en-US" sz="1600" dirty="0" err="1">
                <a:latin typeface="Segeo UI Light"/>
              </a:rPr>
              <a:t>tầng</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(PKI) </a:t>
            </a:r>
            <a:r>
              <a:rPr lang="en-US" sz="1600" dirty="0" err="1">
                <a:latin typeface="Segeo UI Light"/>
              </a:rPr>
              <a:t>ngày</a:t>
            </a:r>
            <a:r>
              <a:rPr lang="en-US" sz="1600" dirty="0">
                <a:latin typeface="Segeo UI Light"/>
              </a:rPr>
              <a:t> </a:t>
            </a:r>
            <a:r>
              <a:rPr lang="en-US" sz="1600" dirty="0" err="1">
                <a:latin typeface="Segeo UI Light"/>
              </a:rPr>
              <a:t>càng</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chú</a:t>
            </a:r>
            <a:r>
              <a:rPr lang="en-US" sz="1600" dirty="0">
                <a:latin typeface="Segeo UI Light"/>
              </a:rPr>
              <a:t> ý; NEAC </a:t>
            </a:r>
            <a:r>
              <a:rPr lang="en-US" sz="1600" dirty="0" err="1">
                <a:latin typeface="Segeo UI Light"/>
              </a:rPr>
              <a:t>tham</a:t>
            </a:r>
            <a:r>
              <a:rPr lang="en-US" sz="1600" dirty="0">
                <a:latin typeface="Segeo UI Light"/>
              </a:rPr>
              <a:t> </a:t>
            </a:r>
            <a:r>
              <a:rPr lang="en-US" sz="1600" dirty="0" err="1">
                <a:latin typeface="Segeo UI Light"/>
              </a:rPr>
              <a:t>gia</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diễn</a:t>
            </a:r>
            <a:r>
              <a:rPr lang="en-US" sz="1600" dirty="0">
                <a:latin typeface="Segeo UI Light"/>
              </a:rPr>
              <a:t> </a:t>
            </a:r>
            <a:r>
              <a:rPr lang="en-US" sz="1600" dirty="0" err="1">
                <a:latin typeface="Segeo UI Light"/>
              </a:rPr>
              <a:t>đàn</a:t>
            </a:r>
            <a:r>
              <a:rPr lang="en-US" sz="1600" dirty="0">
                <a:latin typeface="Segeo UI Light"/>
              </a:rPr>
              <a:t> </a:t>
            </a:r>
            <a:r>
              <a:rPr lang="en-US" sz="1600" dirty="0" err="1">
                <a:latin typeface="Segeo UI Light"/>
              </a:rPr>
              <a:t>quốc</a:t>
            </a:r>
            <a:r>
              <a:rPr lang="en-US" sz="1600" dirty="0">
                <a:latin typeface="Segeo UI Light"/>
              </a:rPr>
              <a:t> </a:t>
            </a:r>
            <a:r>
              <a:rPr lang="en-US" sz="1600" dirty="0" err="1">
                <a:latin typeface="Segeo UI Light"/>
              </a:rPr>
              <a:t>tế</a:t>
            </a:r>
            <a:r>
              <a:rPr lang="en-US" sz="1600" dirty="0">
                <a:latin typeface="Segeo UI Light"/>
              </a:rPr>
              <a:t> </a:t>
            </a:r>
            <a:r>
              <a:rPr lang="en-US" sz="1600" dirty="0" err="1">
                <a:latin typeface="Segeo UI Light"/>
              </a:rPr>
              <a:t>như</a:t>
            </a:r>
            <a:r>
              <a:rPr lang="en-US" sz="1600" dirty="0">
                <a:latin typeface="Segeo UI Light"/>
              </a:rPr>
              <a:t> APKIC </a:t>
            </a:r>
            <a:r>
              <a:rPr lang="en-US" sz="1600" dirty="0" err="1">
                <a:latin typeface="Segeo UI Light"/>
              </a:rPr>
              <a:t>để</a:t>
            </a:r>
            <a:r>
              <a:rPr lang="en-US" sz="1600" dirty="0">
                <a:latin typeface="Segeo UI Light"/>
              </a:rPr>
              <a:t> </a:t>
            </a:r>
            <a:r>
              <a:rPr lang="en-US" sz="1600" dirty="0" err="1">
                <a:latin typeface="Segeo UI Light"/>
              </a:rPr>
              <a:t>trao</a:t>
            </a:r>
            <a:r>
              <a:rPr lang="en-US" sz="1600" dirty="0">
                <a:latin typeface="Segeo UI Light"/>
              </a:rPr>
              <a:t> </a:t>
            </a:r>
            <a:r>
              <a:rPr lang="en-US" sz="1600" dirty="0" err="1">
                <a:latin typeface="Segeo UI Light"/>
              </a:rPr>
              <a:t>đổi</a:t>
            </a:r>
            <a:r>
              <a:rPr lang="en-US" sz="1600" dirty="0">
                <a:latin typeface="Segeo UI Light"/>
              </a:rPr>
              <a:t>, </a:t>
            </a:r>
            <a:r>
              <a:rPr lang="en-US" sz="1600" dirty="0" err="1">
                <a:latin typeface="Segeo UI Light"/>
              </a:rPr>
              <a:t>học</a:t>
            </a:r>
            <a:r>
              <a:rPr lang="en-US" sz="1600" dirty="0">
                <a:latin typeface="Segeo UI Light"/>
              </a:rPr>
              <a:t> </a:t>
            </a:r>
            <a:r>
              <a:rPr lang="en-US" sz="1600" dirty="0" err="1">
                <a:latin typeface="Segeo UI Light"/>
              </a:rPr>
              <a:t>hỏi</a:t>
            </a:r>
            <a:r>
              <a:rPr lang="en-US" sz="1600" dirty="0">
                <a:latin typeface="Segeo UI Light"/>
              </a:rPr>
              <a:t> </a:t>
            </a:r>
            <a:r>
              <a:rPr lang="en-US" sz="1600" dirty="0" err="1">
                <a:latin typeface="Segeo UI Light"/>
              </a:rPr>
              <a:t>kinh</a:t>
            </a:r>
            <a:r>
              <a:rPr lang="en-US" sz="1600" dirty="0">
                <a:latin typeface="Segeo UI Light"/>
              </a:rPr>
              <a:t> </a:t>
            </a:r>
            <a:r>
              <a:rPr lang="en-US" sz="1600" dirty="0" err="1">
                <a:latin typeface="Segeo UI Light"/>
              </a:rPr>
              <a:t>nghiệm</a:t>
            </a:r>
            <a:r>
              <a:rPr lang="en-US" sz="1600" dirty="0">
                <a:latin typeface="Segeo UI Light"/>
              </a:rPr>
              <a:t>. </a:t>
            </a:r>
            <a:br>
              <a:rPr lang="en-US" sz="1600" dirty="0">
                <a:latin typeface="Segeo UI Light"/>
              </a:rPr>
            </a:b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hợp</a:t>
            </a:r>
            <a:r>
              <a:rPr lang="en-US" sz="1600" dirty="0">
                <a:latin typeface="Segeo UI Light"/>
              </a:rPr>
              <a:t> </a:t>
            </a:r>
            <a:r>
              <a:rPr lang="en-US" sz="1600" dirty="0" err="1">
                <a:latin typeface="Segeo UI Light"/>
              </a:rPr>
              <a:t>tác</a:t>
            </a:r>
            <a:r>
              <a:rPr lang="en-US" sz="1600" dirty="0">
                <a:latin typeface="Segeo UI Light"/>
              </a:rPr>
              <a:t> </a:t>
            </a:r>
            <a:r>
              <a:rPr lang="en-US" sz="1600" dirty="0" err="1">
                <a:latin typeface="Segeo UI Light"/>
              </a:rPr>
              <a:t>quốc</a:t>
            </a:r>
            <a:r>
              <a:rPr lang="en-US" sz="1600" dirty="0">
                <a:latin typeface="Segeo UI Light"/>
              </a:rPr>
              <a:t> </a:t>
            </a:r>
            <a:r>
              <a:rPr lang="en-US" sz="1600" dirty="0" err="1">
                <a:latin typeface="Segeo UI Light"/>
              </a:rPr>
              <a:t>tế</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nâng</a:t>
            </a:r>
            <a:r>
              <a:rPr lang="en-US" sz="1600" dirty="0">
                <a:latin typeface="Segeo UI Light"/>
              </a:rPr>
              <a:t> </a:t>
            </a:r>
            <a:r>
              <a:rPr lang="en-US" sz="1600" dirty="0" err="1">
                <a:latin typeface="Segeo UI Light"/>
              </a:rPr>
              <a:t>cao</a:t>
            </a:r>
            <a:r>
              <a:rPr lang="en-US" sz="1600" dirty="0">
                <a:latin typeface="Segeo UI Light"/>
              </a:rPr>
              <a:t> </a:t>
            </a:r>
            <a:r>
              <a:rPr lang="en-US" sz="1600" dirty="0" err="1">
                <a:latin typeface="Segeo UI Light"/>
              </a:rPr>
              <a:t>năng</a:t>
            </a:r>
            <a:r>
              <a:rPr lang="en-US" sz="1600" dirty="0">
                <a:latin typeface="Segeo UI Light"/>
              </a:rPr>
              <a:t> </a:t>
            </a:r>
            <a:r>
              <a:rPr lang="en-US" sz="1600" dirty="0" err="1">
                <a:latin typeface="Segeo UI Light"/>
              </a:rPr>
              <a:t>lực</a:t>
            </a:r>
            <a:r>
              <a:rPr lang="en-US" sz="1600" dirty="0">
                <a:latin typeface="Segeo UI Light"/>
              </a:rPr>
              <a:t> </a:t>
            </a:r>
            <a:r>
              <a:rPr lang="en-US" sz="1600" dirty="0" err="1">
                <a:latin typeface="Segeo UI Light"/>
              </a:rPr>
              <a:t>kỹ</a:t>
            </a:r>
            <a:r>
              <a:rPr lang="en-US" sz="1600" dirty="0">
                <a:latin typeface="Segeo UI Light"/>
              </a:rPr>
              <a:t> </a:t>
            </a:r>
            <a:r>
              <a:rPr lang="en-US" sz="1600" dirty="0" err="1">
                <a:latin typeface="Segeo UI Light"/>
              </a:rPr>
              <a:t>thuật</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đảm</a:t>
            </a:r>
            <a:r>
              <a:rPr lang="en-US" sz="1600" dirty="0">
                <a:latin typeface="Segeo UI Light"/>
              </a:rPr>
              <a:t> </a:t>
            </a:r>
            <a:r>
              <a:rPr lang="en-US" sz="1600" dirty="0" err="1">
                <a:latin typeface="Segeo UI Light"/>
              </a:rPr>
              <a:t>bảo</a:t>
            </a:r>
            <a:r>
              <a:rPr lang="en-US" sz="1600" dirty="0">
                <a:latin typeface="Segeo UI Light"/>
              </a:rPr>
              <a:t> </a:t>
            </a:r>
            <a:r>
              <a:rPr lang="en-US" sz="1600" dirty="0" err="1">
                <a:latin typeface="Segeo UI Light"/>
              </a:rPr>
              <a:t>khung</a:t>
            </a:r>
            <a:r>
              <a:rPr lang="en-US" sz="1600" dirty="0">
                <a:latin typeface="Segeo UI Light"/>
              </a:rPr>
              <a:t> tin </a:t>
            </a:r>
            <a:r>
              <a:rPr lang="en-US" sz="1600" dirty="0" err="1">
                <a:latin typeface="Segeo UI Light"/>
              </a:rPr>
              <a:t>cậy</a:t>
            </a:r>
            <a:r>
              <a:rPr lang="en-US" sz="1600" dirty="0">
                <a:latin typeface="Segeo UI Light"/>
              </a:rPr>
              <a:t> </a:t>
            </a:r>
            <a:r>
              <a:rPr lang="en-US" sz="1600" dirty="0" err="1">
                <a:latin typeface="Segeo UI Light"/>
              </a:rPr>
              <a:t>quốc</a:t>
            </a:r>
            <a:r>
              <a:rPr lang="en-US" sz="1600" dirty="0">
                <a:latin typeface="Segeo UI Light"/>
              </a:rPr>
              <a:t> </a:t>
            </a:r>
            <a:r>
              <a:rPr lang="en-US" sz="1600" dirty="0" err="1">
                <a:latin typeface="Segeo UI Light"/>
              </a:rPr>
              <a:t>gia</a:t>
            </a:r>
            <a:r>
              <a:rPr lang="en-US" sz="1600" dirty="0">
                <a:latin typeface="Segeo UI Light"/>
              </a:rPr>
              <a:t>. </a:t>
            </a:r>
            <a:br>
              <a:rPr lang="en-US" sz="1600" dirty="0">
                <a:latin typeface="Segeo UI Light"/>
              </a:rPr>
            </a:br>
            <a:r>
              <a:rPr lang="en-US" sz="1600" b="1" dirty="0" err="1">
                <a:latin typeface="Segeo UI Light"/>
              </a:rPr>
              <a:t>Chỉ</a:t>
            </a:r>
            <a:r>
              <a:rPr lang="en-US" sz="1600" b="1" dirty="0">
                <a:latin typeface="Segeo UI Light"/>
              </a:rPr>
              <a:t> </a:t>
            </a:r>
            <a:r>
              <a:rPr lang="en-US" sz="1600" b="1" dirty="0" err="1">
                <a:latin typeface="Segeo UI Light"/>
              </a:rPr>
              <a:t>đạo</a:t>
            </a:r>
            <a:r>
              <a:rPr lang="en-US" sz="1600" b="1" dirty="0">
                <a:latin typeface="Segeo UI Light"/>
              </a:rPr>
              <a:t>, </a:t>
            </a:r>
            <a:r>
              <a:rPr lang="en-US" sz="1600" b="1" dirty="0" err="1">
                <a:latin typeface="Segeo UI Light"/>
              </a:rPr>
              <a:t>chính</a:t>
            </a:r>
            <a:r>
              <a:rPr lang="en-US" sz="1600" b="1" dirty="0">
                <a:latin typeface="Segeo UI Light"/>
              </a:rPr>
              <a:t> </a:t>
            </a:r>
            <a:r>
              <a:rPr lang="en-US" sz="1600" b="1" dirty="0" err="1">
                <a:latin typeface="Segeo UI Light"/>
              </a:rPr>
              <a:t>sách</a:t>
            </a:r>
            <a:r>
              <a:rPr lang="en-US" sz="1600" b="1" dirty="0">
                <a:latin typeface="Segeo UI Light"/>
              </a:rPr>
              <a:t> </a:t>
            </a:r>
            <a:r>
              <a:rPr lang="en-US" sz="1600" b="1" dirty="0" err="1">
                <a:latin typeface="Segeo UI Light"/>
              </a:rPr>
              <a:t>mạnh</a:t>
            </a:r>
            <a:r>
              <a:rPr lang="en-US" sz="1600" b="1" dirty="0">
                <a:latin typeface="Segeo UI Light"/>
              </a:rPr>
              <a:t> </a:t>
            </a:r>
            <a:r>
              <a:rPr lang="en-US" sz="1600" b="1" dirty="0" err="1">
                <a:latin typeface="Segeo UI Light"/>
              </a:rPr>
              <a:t>hơn</a:t>
            </a:r>
            <a:br>
              <a:rPr lang="en-US" sz="1600" dirty="0">
                <a:latin typeface="Segeo UI Light"/>
              </a:rPr>
            </a:br>
            <a:r>
              <a:rPr lang="en-US" sz="1600" dirty="0">
                <a:latin typeface="Segeo UI Light"/>
              </a:rPr>
              <a:t>- </a:t>
            </a:r>
            <a:r>
              <a:rPr lang="en-US" sz="1600" dirty="0" err="1">
                <a:latin typeface="Segeo UI Light"/>
              </a:rPr>
              <a:t>Những</a:t>
            </a:r>
            <a:r>
              <a:rPr lang="en-US" sz="1600" dirty="0">
                <a:latin typeface="Segeo UI Light"/>
              </a:rPr>
              <a:t> </a:t>
            </a:r>
            <a:r>
              <a:rPr lang="en-US" sz="1600" dirty="0" err="1">
                <a:latin typeface="Segeo UI Light"/>
              </a:rPr>
              <a:t>nhiệm</a:t>
            </a:r>
            <a:r>
              <a:rPr lang="en-US" sz="1600" dirty="0">
                <a:latin typeface="Segeo UI Light"/>
              </a:rPr>
              <a:t> </a:t>
            </a:r>
            <a:r>
              <a:rPr lang="en-US" sz="1600" dirty="0" err="1">
                <a:latin typeface="Segeo UI Light"/>
              </a:rPr>
              <a:t>vụ</a:t>
            </a:r>
            <a:r>
              <a:rPr lang="en-US" sz="1600" dirty="0">
                <a:latin typeface="Segeo UI Light"/>
              </a:rPr>
              <a:t> </a:t>
            </a:r>
            <a:r>
              <a:rPr lang="en-US" sz="1600" dirty="0" err="1">
                <a:latin typeface="Segeo UI Light"/>
              </a:rPr>
              <a:t>cụ</a:t>
            </a:r>
            <a:r>
              <a:rPr lang="en-US" sz="1600" dirty="0">
                <a:latin typeface="Segeo UI Light"/>
              </a:rPr>
              <a:t> </a:t>
            </a:r>
            <a:r>
              <a:rPr lang="en-US" sz="1600" dirty="0" err="1">
                <a:latin typeface="Segeo UI Light"/>
              </a:rPr>
              <a:t>thể</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phổ</a:t>
            </a:r>
            <a:r>
              <a:rPr lang="en-US" sz="1600" dirty="0">
                <a:latin typeface="Segeo UI Light"/>
              </a:rPr>
              <a:t> </a:t>
            </a:r>
            <a:r>
              <a:rPr lang="en-US" sz="1600" dirty="0" err="1">
                <a:latin typeface="Segeo UI Light"/>
              </a:rPr>
              <a:t>cập</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đề</a:t>
            </a:r>
            <a:r>
              <a:rPr lang="en-US" sz="1600" dirty="0">
                <a:latin typeface="Segeo UI Light"/>
              </a:rPr>
              <a:t> </a:t>
            </a:r>
            <a:r>
              <a:rPr lang="en-US" sz="1600" dirty="0" err="1">
                <a:latin typeface="Segeo UI Light"/>
              </a:rPr>
              <a:t>ra</a:t>
            </a:r>
            <a:r>
              <a:rPr lang="en-US" sz="1600" dirty="0">
                <a:latin typeface="Segeo UI Light"/>
              </a:rPr>
              <a:t> ("100% </a:t>
            </a:r>
            <a:r>
              <a:rPr lang="en-US" sz="1600" dirty="0" err="1">
                <a:latin typeface="Segeo UI Light"/>
              </a:rPr>
              <a:t>lãnh</a:t>
            </a:r>
            <a:r>
              <a:rPr lang="en-US" sz="1600" dirty="0">
                <a:latin typeface="Segeo UI Light"/>
              </a:rPr>
              <a:t> </a:t>
            </a:r>
            <a:r>
              <a:rPr lang="en-US" sz="1600" dirty="0" err="1">
                <a:latin typeface="Segeo UI Light"/>
              </a:rPr>
              <a:t>đạo</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cấp</a:t>
            </a:r>
            <a:r>
              <a:rPr lang="en-US" sz="1600" dirty="0">
                <a:latin typeface="Segeo UI Light"/>
              </a:rPr>
              <a:t> </a:t>
            </a:r>
            <a:r>
              <a:rPr lang="en-US" sz="1600" dirty="0" err="1">
                <a:latin typeface="Segeo UI Light"/>
              </a:rPr>
              <a:t>sẽ</a:t>
            </a:r>
            <a:r>
              <a:rPr lang="en-US" sz="1600" dirty="0">
                <a:latin typeface="Segeo UI Light"/>
              </a:rPr>
              <a:t> </a:t>
            </a:r>
            <a:r>
              <a:rPr lang="en-US" sz="1600" dirty="0" err="1">
                <a:latin typeface="Segeo UI Light"/>
              </a:rPr>
              <a:t>sử</a:t>
            </a:r>
            <a:r>
              <a:rPr lang="en-US" sz="1600" dirty="0">
                <a:latin typeface="Segeo UI Light"/>
              </a:rPr>
              <a:t> </a:t>
            </a:r>
            <a:r>
              <a:rPr lang="en-US" sz="1600" dirty="0" err="1">
                <a:latin typeface="Segeo UI Light"/>
              </a:rPr>
              <a:t>dụng</a:t>
            </a:r>
            <a:r>
              <a:rPr lang="en-US" sz="1600" dirty="0">
                <a:latin typeface="Segeo UI Light"/>
              </a:rPr>
              <a:t> CNTT &amp;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phê</a:t>
            </a:r>
            <a:r>
              <a:rPr lang="en-US" sz="1600" dirty="0">
                <a:latin typeface="Segeo UI Light"/>
              </a:rPr>
              <a:t> </a:t>
            </a:r>
            <a:r>
              <a:rPr lang="en-US" sz="1600" dirty="0" err="1">
                <a:latin typeface="Segeo UI Light"/>
              </a:rPr>
              <a:t>duyệt</a:t>
            </a:r>
            <a:r>
              <a:rPr lang="en-US" sz="1600" dirty="0">
                <a:latin typeface="Segeo UI Light"/>
              </a:rPr>
              <a:t> </a:t>
            </a:r>
            <a:r>
              <a:rPr lang="en-US" sz="1600" dirty="0" err="1">
                <a:latin typeface="Segeo UI Light"/>
              </a:rPr>
              <a:t>văn</a:t>
            </a:r>
            <a:r>
              <a:rPr lang="en-US" sz="1600" dirty="0">
                <a:latin typeface="Segeo UI Light"/>
              </a:rPr>
              <a:t> </a:t>
            </a:r>
            <a:r>
              <a:rPr lang="en-US" sz="1600" dirty="0" err="1">
                <a:latin typeface="Segeo UI Light"/>
              </a:rPr>
              <a:t>bản</a:t>
            </a:r>
            <a:r>
              <a:rPr lang="en-US" sz="1600" dirty="0">
                <a:latin typeface="Segeo UI Light"/>
              </a:rPr>
              <a:t> </a:t>
            </a:r>
            <a:r>
              <a:rPr lang="en-US" sz="1600" dirty="0" err="1">
                <a:latin typeface="Segeo UI Light"/>
              </a:rPr>
              <a:t>điện</a:t>
            </a:r>
            <a:r>
              <a:rPr lang="en-US" sz="1600" dirty="0">
                <a:latin typeface="Segeo UI Light"/>
              </a:rPr>
              <a:t> </a:t>
            </a:r>
            <a:r>
              <a:rPr lang="en-US" sz="1600" dirty="0" err="1">
                <a:latin typeface="Segeo UI Light"/>
              </a:rPr>
              <a:t>tử</a:t>
            </a:r>
            <a:r>
              <a:rPr lang="en-US" sz="1600" dirty="0">
                <a:latin typeface="Segeo UI Light"/>
              </a:rPr>
              <a:t>" </a:t>
            </a:r>
            <a:r>
              <a:rPr lang="en-US" sz="1600" dirty="0" err="1">
                <a:latin typeface="Segeo UI Light"/>
              </a:rPr>
              <a:t>tới</a:t>
            </a:r>
            <a:r>
              <a:rPr lang="en-US" sz="1600" dirty="0">
                <a:latin typeface="Segeo UI Light"/>
              </a:rPr>
              <a:t> </a:t>
            </a:r>
            <a:r>
              <a:rPr lang="en-US" sz="1600" dirty="0" err="1">
                <a:latin typeface="Segeo UI Light"/>
              </a:rPr>
              <a:t>hạn</a:t>
            </a:r>
            <a:r>
              <a:rPr lang="en-US" sz="1600" dirty="0">
                <a:latin typeface="Segeo UI Light"/>
              </a:rPr>
              <a:t> </a:t>
            </a:r>
            <a:r>
              <a:rPr lang="en-US" sz="1600" dirty="0" err="1">
                <a:latin typeface="Segeo UI Light"/>
              </a:rPr>
              <a:t>vào</a:t>
            </a:r>
            <a:r>
              <a:rPr lang="en-US" sz="1600" dirty="0">
                <a:latin typeface="Segeo UI Light"/>
              </a:rPr>
              <a:t> </a:t>
            </a:r>
            <a:r>
              <a:rPr lang="en-US" sz="1600" dirty="0" err="1">
                <a:latin typeface="Segeo UI Light"/>
              </a:rPr>
              <a:t>tháng</a:t>
            </a:r>
            <a:r>
              <a:rPr lang="en-US" sz="1600" dirty="0">
                <a:latin typeface="Segeo UI Light"/>
              </a:rPr>
              <a:t> 6/2025). </a:t>
            </a:r>
            <a:br>
              <a:rPr lang="en-US" sz="1600" dirty="0">
                <a:latin typeface="Segeo UI Light"/>
              </a:rPr>
            </a:br>
            <a:r>
              <a:rPr lang="en-US" sz="1600" dirty="0">
                <a:latin typeface="Segeo UI Light"/>
              </a:rPr>
              <a:t>- Quy </a:t>
            </a:r>
            <a:r>
              <a:rPr lang="en-US" sz="1600" dirty="0" err="1">
                <a:latin typeface="Segeo UI Light"/>
              </a:rPr>
              <a:t>định</a:t>
            </a:r>
            <a:r>
              <a:rPr lang="en-US" sz="1600" dirty="0">
                <a:latin typeface="Segeo UI Light"/>
              </a:rPr>
              <a:t> </a:t>
            </a:r>
            <a:r>
              <a:rPr lang="en-US" sz="1600" dirty="0" err="1">
                <a:latin typeface="Segeo UI Light"/>
              </a:rPr>
              <a:t>yêu</a:t>
            </a:r>
            <a:r>
              <a:rPr lang="en-US" sz="1600" dirty="0">
                <a:latin typeface="Segeo UI Light"/>
              </a:rPr>
              <a:t> </a:t>
            </a:r>
            <a:r>
              <a:rPr lang="en-US" sz="1600" dirty="0" err="1">
                <a:latin typeface="Segeo UI Light"/>
              </a:rPr>
              <a:t>cầu</a:t>
            </a:r>
            <a:r>
              <a:rPr lang="en-US" sz="1600" dirty="0">
                <a:latin typeface="Segeo UI Light"/>
              </a:rPr>
              <a:t> </a:t>
            </a:r>
            <a:r>
              <a:rPr lang="en-US" sz="1600" dirty="0" err="1">
                <a:latin typeface="Segeo UI Light"/>
              </a:rPr>
              <a:t>tích</a:t>
            </a:r>
            <a:r>
              <a:rPr lang="en-US" sz="1600" dirty="0">
                <a:latin typeface="Segeo UI Light"/>
              </a:rPr>
              <a:t> </a:t>
            </a:r>
            <a:r>
              <a:rPr lang="en-US" sz="1600" dirty="0" err="1">
                <a:latin typeface="Segeo UI Light"/>
              </a:rPr>
              <a:t>hợp</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cộng</a:t>
            </a:r>
            <a:r>
              <a:rPr lang="en-US" sz="1600" dirty="0">
                <a:latin typeface="Segeo UI Light"/>
              </a:rPr>
              <a:t> </a:t>
            </a:r>
            <a:r>
              <a:rPr lang="en-US" sz="1600" dirty="0" err="1">
                <a:latin typeface="Segeo UI Light"/>
              </a:rPr>
              <a:t>theo</a:t>
            </a:r>
            <a:r>
              <a:rPr lang="en-US" sz="1600" dirty="0">
                <a:latin typeface="Segeo UI Light"/>
              </a:rPr>
              <a:t> </a:t>
            </a:r>
            <a:r>
              <a:rPr lang="en-US" sz="1600" dirty="0" err="1">
                <a:latin typeface="Segeo UI Light"/>
              </a:rPr>
              <a:t>Nghị</a:t>
            </a:r>
            <a:r>
              <a:rPr lang="en-US" sz="1600" dirty="0">
                <a:latin typeface="Segeo UI Light"/>
              </a:rPr>
              <a:t> </a:t>
            </a:r>
            <a:r>
              <a:rPr lang="en-US" sz="1600" dirty="0" err="1">
                <a:latin typeface="Segeo UI Light"/>
              </a:rPr>
              <a:t>định</a:t>
            </a:r>
            <a:r>
              <a:rPr lang="en-US" sz="1600" dirty="0">
                <a:latin typeface="Segeo UI Light"/>
              </a:rPr>
              <a:t> 42/2022/NĐ-CP. </a:t>
            </a:r>
          </a:p>
        </p:txBody>
      </p:sp>
    </p:spTree>
    <p:extLst>
      <p:ext uri="{BB962C8B-B14F-4D97-AF65-F5344CB8AC3E}">
        <p14:creationId xmlns:p14="http://schemas.microsoft.com/office/powerpoint/2010/main" val="2213816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F19A63EE-66A6-B772-678B-C36F15E4E412}"/>
              </a:ext>
            </a:extLst>
          </p:cNvPr>
          <p:cNvSpPr txBox="1">
            <a:spLocks/>
          </p:cNvSpPr>
          <p:nvPr/>
        </p:nvSpPr>
        <p:spPr>
          <a:xfrm>
            <a:off x="783398" y="237893"/>
            <a:ext cx="7364426"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1.2. </a:t>
            </a:r>
            <a:r>
              <a:rPr lang="en-US" sz="3200" b="1" dirty="0" err="1">
                <a:latin typeface="Segeo UI Black"/>
              </a:rPr>
              <a:t>Thực</a:t>
            </a:r>
            <a:r>
              <a:rPr lang="en-US" sz="3200" b="1" dirty="0">
                <a:latin typeface="Segeo UI Black"/>
              </a:rPr>
              <a:t> </a:t>
            </a:r>
            <a:r>
              <a:rPr lang="en-US" sz="3200" b="1" dirty="0" err="1">
                <a:latin typeface="Segeo UI Black"/>
              </a:rPr>
              <a:t>trạng</a:t>
            </a:r>
            <a:r>
              <a:rPr lang="en-US" sz="3200" b="1" dirty="0">
                <a:latin typeface="Segeo UI Black"/>
              </a:rPr>
              <a:t> </a:t>
            </a:r>
            <a:r>
              <a:rPr lang="en-US" sz="3200" b="1" dirty="0" err="1">
                <a:latin typeface="Segeo UI Black"/>
              </a:rPr>
              <a:t>phát</a:t>
            </a:r>
            <a:r>
              <a:rPr lang="en-US" sz="3200" b="1" dirty="0">
                <a:latin typeface="Segeo UI Black"/>
              </a:rPr>
              <a:t> </a:t>
            </a:r>
            <a:r>
              <a:rPr lang="en-US" sz="3200" b="1" dirty="0" err="1">
                <a:latin typeface="Segeo UI Black"/>
              </a:rPr>
              <a:t>triển</a:t>
            </a:r>
            <a:r>
              <a:rPr lang="en-US" sz="3200" b="1" dirty="0">
                <a:latin typeface="Segeo UI Black"/>
              </a:rPr>
              <a:t> PKI </a:t>
            </a:r>
            <a:r>
              <a:rPr lang="en-US" sz="3200" b="1" dirty="0" err="1">
                <a:latin typeface="Segeo UI Black"/>
              </a:rPr>
              <a:t>tại</a:t>
            </a:r>
            <a:r>
              <a:rPr lang="en-US" sz="3200" b="1" dirty="0">
                <a:latin typeface="Segeo UI Black"/>
              </a:rPr>
              <a:t> Việt Nam</a:t>
            </a:r>
            <a:endParaRPr lang="en-US" sz="3200" dirty="0">
              <a:latin typeface="Segeo UI Black"/>
            </a:endParaRPr>
          </a:p>
        </p:txBody>
      </p:sp>
      <p:sp>
        <p:nvSpPr>
          <p:cNvPr id="7" name="Title 1">
            <a:extLst>
              <a:ext uri="{FF2B5EF4-FFF2-40B4-BE49-F238E27FC236}">
                <a16:creationId xmlns:a16="http://schemas.microsoft.com/office/drawing/2014/main" id="{D4D293AB-4414-4A80-F3F9-0F45D1A19E18}"/>
              </a:ext>
            </a:extLst>
          </p:cNvPr>
          <p:cNvSpPr>
            <a:spLocks noGrp="1"/>
          </p:cNvSpPr>
          <p:nvPr>
            <p:ph type="title"/>
          </p:nvPr>
        </p:nvSpPr>
        <p:spPr>
          <a:xfrm>
            <a:off x="460917" y="1048216"/>
            <a:ext cx="7899818" cy="3940096"/>
          </a:xfrm>
        </p:spPr>
        <p:txBody>
          <a:bodyPr/>
          <a:lstStyle/>
          <a:p>
            <a:r>
              <a:rPr lang="en-US" sz="1600" b="1" dirty="0" err="1">
                <a:latin typeface="Segeo UI Light"/>
              </a:rPr>
              <a:t>Chưa</a:t>
            </a:r>
            <a:r>
              <a:rPr lang="en-US" sz="1600" b="1" dirty="0">
                <a:latin typeface="Segeo UI Light"/>
              </a:rPr>
              <a:t> </a:t>
            </a:r>
            <a:r>
              <a:rPr lang="en-US" sz="1600" b="1" dirty="0" err="1">
                <a:latin typeface="Segeo UI Light"/>
              </a:rPr>
              <a:t>đạt</a:t>
            </a:r>
            <a:r>
              <a:rPr lang="en-US" sz="1600" b="1" dirty="0">
                <a:latin typeface="Segeo UI Light"/>
              </a:rPr>
              <a:t> </a:t>
            </a:r>
            <a:r>
              <a:rPr lang="en-US" sz="1600" b="1" dirty="0" err="1">
                <a:latin typeface="Segeo UI Light"/>
              </a:rPr>
              <a:t>mục</a:t>
            </a:r>
            <a:r>
              <a:rPr lang="en-US" sz="1600" b="1" dirty="0">
                <a:latin typeface="Segeo UI Light"/>
              </a:rPr>
              <a:t> </a:t>
            </a:r>
            <a:r>
              <a:rPr lang="en-US" sz="1600" b="1" dirty="0" err="1">
                <a:latin typeface="Segeo UI Light"/>
              </a:rPr>
              <a:t>tiêu</a:t>
            </a:r>
            <a:r>
              <a:rPr lang="en-US" sz="1600" b="1" dirty="0">
                <a:latin typeface="Segeo UI Light"/>
              </a:rPr>
              <a:t> </a:t>
            </a:r>
            <a:r>
              <a:rPr lang="en-US" sz="1600" b="1" dirty="0" err="1">
                <a:latin typeface="Segeo UI Light"/>
              </a:rPr>
              <a:t>phổ</a:t>
            </a:r>
            <a:r>
              <a:rPr lang="en-US" sz="1600" b="1" dirty="0">
                <a:latin typeface="Segeo UI Light"/>
              </a:rPr>
              <a:t> </a:t>
            </a:r>
            <a:r>
              <a:rPr lang="en-US" sz="1600" b="1" dirty="0" err="1">
                <a:latin typeface="Segeo UI Light"/>
              </a:rPr>
              <a:t>cập</a:t>
            </a:r>
            <a:br>
              <a:rPr lang="en-US" sz="1600" dirty="0">
                <a:latin typeface="Segeo UI Light"/>
              </a:rPr>
            </a:br>
            <a:r>
              <a:rPr lang="en-US" sz="1600" dirty="0" err="1">
                <a:latin typeface="Segeo UI Light"/>
              </a:rPr>
              <a:t>Với</a:t>
            </a:r>
            <a:r>
              <a:rPr lang="en-US" sz="1600" dirty="0">
                <a:latin typeface="Segeo UI Light"/>
              </a:rPr>
              <a:t> ~28,5% </a:t>
            </a:r>
            <a:r>
              <a:rPr lang="en-US" sz="1600" dirty="0" err="1">
                <a:latin typeface="Segeo UI Light"/>
              </a:rPr>
              <a:t>dân</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trưởng</a:t>
            </a:r>
            <a:r>
              <a:rPr lang="en-US" sz="1600" dirty="0">
                <a:latin typeface="Segeo UI Light"/>
              </a:rPr>
              <a:t> </a:t>
            </a:r>
            <a:r>
              <a:rPr lang="en-US" sz="1600" dirty="0" err="1">
                <a:latin typeface="Segeo UI Light"/>
              </a:rPr>
              <a:t>thành</a:t>
            </a:r>
            <a:r>
              <a:rPr lang="en-US" sz="1600" dirty="0">
                <a:latin typeface="Segeo UI Light"/>
              </a:rPr>
              <a:t> </a:t>
            </a:r>
            <a:r>
              <a:rPr lang="en-US" sz="1600" dirty="0" err="1">
                <a:latin typeface="Segeo UI Light"/>
              </a:rPr>
              <a:t>đã</a:t>
            </a: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vẫn</a:t>
            </a:r>
            <a:r>
              <a:rPr lang="en-US" sz="1600" dirty="0">
                <a:latin typeface="Segeo UI Light"/>
              </a:rPr>
              <a:t> </a:t>
            </a:r>
            <a:r>
              <a:rPr lang="en-US" sz="1600" dirty="0" err="1">
                <a:latin typeface="Segeo UI Light"/>
              </a:rPr>
              <a:t>còn</a:t>
            </a:r>
            <a:r>
              <a:rPr lang="en-US" sz="1600" dirty="0">
                <a:latin typeface="Segeo UI Light"/>
              </a:rPr>
              <a:t> </a:t>
            </a:r>
            <a:r>
              <a:rPr lang="en-US" sz="1600" dirty="0" err="1">
                <a:latin typeface="Segeo UI Light"/>
              </a:rPr>
              <a:t>khoảng</a:t>
            </a:r>
            <a:r>
              <a:rPr lang="en-US" sz="1600" dirty="0">
                <a:latin typeface="Segeo UI Light"/>
              </a:rPr>
              <a:t> 21-22 </a:t>
            </a:r>
            <a:r>
              <a:rPr lang="en-US" sz="1600" dirty="0" err="1">
                <a:latin typeface="Segeo UI Light"/>
              </a:rPr>
              <a:t>triệu</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nếu</a:t>
            </a:r>
            <a:r>
              <a:rPr lang="en-US" sz="1600" dirty="0">
                <a:latin typeface="Segeo UI Light"/>
              </a:rPr>
              <a:t> </a:t>
            </a:r>
            <a:r>
              <a:rPr lang="en-US" sz="1600" dirty="0" err="1">
                <a:latin typeface="Segeo UI Light"/>
              </a:rPr>
              <a:t>dân</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trưởng</a:t>
            </a:r>
            <a:r>
              <a:rPr lang="en-US" sz="1600" dirty="0">
                <a:latin typeface="Segeo UI Light"/>
              </a:rPr>
              <a:t> </a:t>
            </a:r>
            <a:r>
              <a:rPr lang="en-US" sz="1600" dirty="0" err="1">
                <a:latin typeface="Segeo UI Light"/>
              </a:rPr>
              <a:t>thành</a:t>
            </a:r>
            <a:r>
              <a:rPr lang="en-US" sz="1600" dirty="0">
                <a:latin typeface="Segeo UI Light"/>
              </a:rPr>
              <a:t> </a:t>
            </a:r>
            <a:r>
              <a:rPr lang="en-US" sz="1600" dirty="0" err="1">
                <a:latin typeface="Segeo UI Light"/>
              </a:rPr>
              <a:t>khoảng</a:t>
            </a:r>
            <a:r>
              <a:rPr lang="en-US" sz="1600" dirty="0">
                <a:latin typeface="Segeo UI Light"/>
              </a:rPr>
              <a:t> 65-70 </a:t>
            </a:r>
            <a:r>
              <a:rPr lang="en-US" sz="1600" dirty="0" err="1">
                <a:latin typeface="Segeo UI Light"/>
              </a:rPr>
              <a:t>triệu</a:t>
            </a:r>
            <a:r>
              <a:rPr lang="en-US" sz="1600" dirty="0">
                <a:latin typeface="Segeo UI Light"/>
              </a:rPr>
              <a:t>) </a:t>
            </a:r>
            <a:r>
              <a:rPr lang="en-US" sz="1600" dirty="0" err="1">
                <a:latin typeface="Segeo UI Light"/>
              </a:rPr>
              <a:t>chưa</a:t>
            </a:r>
            <a:r>
              <a:rPr lang="en-US" sz="1600" dirty="0">
                <a:latin typeface="Segeo UI Light"/>
              </a:rPr>
              <a:t> </a:t>
            </a:r>
            <a:r>
              <a:rPr lang="en-US" sz="1600" dirty="0" err="1">
                <a:latin typeface="Segeo UI Light"/>
              </a:rPr>
              <a:t>sử</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Mục</a:t>
            </a:r>
            <a:r>
              <a:rPr lang="en-US" sz="1600" dirty="0">
                <a:latin typeface="Segeo UI Light"/>
              </a:rPr>
              <a:t> </a:t>
            </a:r>
            <a:r>
              <a:rPr lang="en-US" sz="1600" dirty="0" err="1">
                <a:latin typeface="Segeo UI Light"/>
              </a:rPr>
              <a:t>tiêu</a:t>
            </a:r>
            <a:r>
              <a:rPr lang="en-US" sz="1600" dirty="0">
                <a:latin typeface="Segeo UI Light"/>
              </a:rPr>
              <a:t> 50% </a:t>
            </a:r>
            <a:r>
              <a:rPr lang="en-US" sz="1600" dirty="0" err="1">
                <a:latin typeface="Segeo UI Light"/>
              </a:rPr>
              <a:t>vào</a:t>
            </a:r>
            <a:r>
              <a:rPr lang="en-US" sz="1600" dirty="0">
                <a:latin typeface="Segeo UI Light"/>
              </a:rPr>
              <a:t> </a:t>
            </a:r>
            <a:r>
              <a:rPr lang="en-US" sz="1600" dirty="0" err="1">
                <a:latin typeface="Segeo UI Light"/>
              </a:rPr>
              <a:t>cuối</a:t>
            </a:r>
            <a:r>
              <a:rPr lang="en-US" sz="1600" dirty="0">
                <a:latin typeface="Segeo UI Light"/>
              </a:rPr>
              <a:t> 2025 </a:t>
            </a:r>
            <a:r>
              <a:rPr lang="en-US" sz="1600" dirty="0" err="1">
                <a:latin typeface="Segeo UI Light"/>
              </a:rPr>
              <a:t>là</a:t>
            </a:r>
            <a:r>
              <a:rPr lang="en-US" sz="1600" dirty="0">
                <a:latin typeface="Segeo UI Light"/>
              </a:rPr>
              <a:t> </a:t>
            </a:r>
            <a:r>
              <a:rPr lang="en-US" sz="1600" dirty="0" err="1">
                <a:latin typeface="Segeo UI Light"/>
              </a:rPr>
              <a:t>rất</a:t>
            </a:r>
            <a:r>
              <a:rPr lang="en-US" sz="1600" dirty="0">
                <a:latin typeface="Segeo UI Light"/>
              </a:rPr>
              <a:t> </a:t>
            </a:r>
            <a:r>
              <a:rPr lang="en-US" sz="1600" dirty="0" err="1">
                <a:latin typeface="Segeo UI Light"/>
              </a:rPr>
              <a:t>tham</a:t>
            </a:r>
            <a:r>
              <a:rPr lang="en-US" sz="1600" dirty="0">
                <a:latin typeface="Segeo UI Light"/>
              </a:rPr>
              <a:t> </a:t>
            </a:r>
            <a:r>
              <a:rPr lang="en-US" sz="1600" dirty="0" err="1">
                <a:latin typeface="Segeo UI Light"/>
              </a:rPr>
              <a:t>vọng</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khó</a:t>
            </a:r>
            <a:r>
              <a:rPr lang="en-US" sz="1600" dirty="0">
                <a:latin typeface="Segeo UI Light"/>
              </a:rPr>
              <a:t> </a:t>
            </a:r>
            <a:r>
              <a:rPr lang="en-US" sz="1600" dirty="0" err="1">
                <a:latin typeface="Segeo UI Light"/>
              </a:rPr>
              <a:t>đạt</a:t>
            </a:r>
            <a:r>
              <a:rPr lang="en-US" sz="1600" dirty="0">
                <a:latin typeface="Segeo UI Light"/>
              </a:rPr>
              <a:t>. </a:t>
            </a:r>
            <a:br>
              <a:rPr lang="en-US" sz="1600" dirty="0">
                <a:latin typeface="Segeo UI Light"/>
              </a:rPr>
            </a:br>
            <a:r>
              <a:rPr lang="en-US" sz="1600" b="1" dirty="0" err="1">
                <a:latin typeface="Segeo UI Light"/>
              </a:rPr>
              <a:t>Tính</a:t>
            </a:r>
            <a:r>
              <a:rPr lang="en-US" sz="1600" b="1" dirty="0">
                <a:latin typeface="Segeo UI Light"/>
              </a:rPr>
              <a:t> </a:t>
            </a:r>
            <a:r>
              <a:rPr lang="en-US" sz="1600" b="1" dirty="0" err="1">
                <a:latin typeface="Segeo UI Light"/>
              </a:rPr>
              <a:t>tiện</a:t>
            </a:r>
            <a:r>
              <a:rPr lang="en-US" sz="1600" b="1" dirty="0">
                <a:latin typeface="Segeo UI Light"/>
              </a:rPr>
              <a:t> </a:t>
            </a:r>
            <a:r>
              <a:rPr lang="en-US" sz="1600" b="1" dirty="0" err="1">
                <a:latin typeface="Segeo UI Light"/>
              </a:rPr>
              <a:t>dụng</a:t>
            </a:r>
            <a:r>
              <a:rPr lang="en-US" sz="1600" b="1" dirty="0">
                <a:latin typeface="Segeo UI Light"/>
              </a:rPr>
              <a:t> &amp; </a:t>
            </a:r>
            <a:r>
              <a:rPr lang="en-US" sz="1600" b="1" dirty="0" err="1">
                <a:latin typeface="Segeo UI Light"/>
              </a:rPr>
              <a:t>kỹ</a:t>
            </a:r>
            <a:r>
              <a:rPr lang="en-US" sz="1600" b="1" dirty="0">
                <a:latin typeface="Segeo UI Light"/>
              </a:rPr>
              <a:t> </a:t>
            </a:r>
            <a:r>
              <a:rPr lang="en-US" sz="1600" b="1" dirty="0" err="1">
                <a:latin typeface="Segeo UI Light"/>
              </a:rPr>
              <a:t>thuật</a:t>
            </a:r>
            <a:r>
              <a:rPr lang="en-US" sz="1600" b="1" dirty="0">
                <a:latin typeface="Segeo UI Light"/>
              </a:rPr>
              <a:t> </a:t>
            </a:r>
            <a:r>
              <a:rPr lang="en-US" sz="1600" b="1" dirty="0" err="1">
                <a:latin typeface="Segeo UI Light"/>
              </a:rPr>
              <a:t>vẫn</a:t>
            </a:r>
            <a:r>
              <a:rPr lang="en-US" sz="1600" b="1" dirty="0">
                <a:latin typeface="Segeo UI Light"/>
              </a:rPr>
              <a:t> </a:t>
            </a:r>
            <a:r>
              <a:rPr lang="en-US" sz="1600" b="1" dirty="0" err="1">
                <a:latin typeface="Segeo UI Light"/>
              </a:rPr>
              <a:t>là</a:t>
            </a:r>
            <a:r>
              <a:rPr lang="en-US" sz="1600" b="1" dirty="0">
                <a:latin typeface="Segeo UI Light"/>
              </a:rPr>
              <a:t> </a:t>
            </a:r>
            <a:r>
              <a:rPr lang="en-US" sz="1600" b="1" dirty="0" err="1">
                <a:latin typeface="Segeo UI Light"/>
              </a:rPr>
              <a:t>rào</a:t>
            </a:r>
            <a:r>
              <a:rPr lang="en-US" sz="1600" b="1" dirty="0">
                <a:latin typeface="Segeo UI Light"/>
              </a:rPr>
              <a:t> </a:t>
            </a:r>
            <a:r>
              <a:rPr lang="en-US" sz="1600" b="1" dirty="0" err="1">
                <a:latin typeface="Segeo UI Light"/>
              </a:rPr>
              <a:t>cản</a:t>
            </a:r>
            <a:br>
              <a:rPr lang="en-US" sz="1600" dirty="0">
                <a:latin typeface="Segeo UI Light"/>
              </a:rPr>
            </a:br>
            <a:r>
              <a:rPr lang="en-US" sz="1600" dirty="0">
                <a:latin typeface="Segeo UI Light"/>
              </a:rPr>
              <a:t>- </a:t>
            </a:r>
            <a:r>
              <a:rPr lang="en-US" sz="1600" dirty="0" err="1">
                <a:latin typeface="Segeo UI Light"/>
              </a:rPr>
              <a:t>Nhiều</a:t>
            </a:r>
            <a:r>
              <a:rPr lang="en-US" sz="1600" dirty="0">
                <a:latin typeface="Segeo UI Light"/>
              </a:rPr>
              <a:t> </a:t>
            </a:r>
            <a:r>
              <a:rPr lang="en-US" sz="1600" dirty="0" err="1">
                <a:latin typeface="Segeo UI Light"/>
              </a:rPr>
              <a:t>tổ</a:t>
            </a:r>
            <a:r>
              <a:rPr lang="en-US" sz="1600" dirty="0">
                <a:latin typeface="Segeo UI Light"/>
              </a:rPr>
              <a:t> </a:t>
            </a:r>
            <a:r>
              <a:rPr lang="en-US" sz="1600" dirty="0" err="1">
                <a:latin typeface="Segeo UI Light"/>
              </a:rPr>
              <a:t>chức</a:t>
            </a:r>
            <a:r>
              <a:rPr lang="en-US" sz="1600" dirty="0">
                <a:latin typeface="Segeo UI Light"/>
              </a:rPr>
              <a:t>, </a:t>
            </a:r>
            <a:r>
              <a:rPr lang="en-US" sz="1600" dirty="0" err="1">
                <a:latin typeface="Segeo UI Light"/>
              </a:rPr>
              <a:t>cá</a:t>
            </a:r>
            <a:r>
              <a:rPr lang="en-US" sz="1600" dirty="0">
                <a:latin typeface="Segeo UI Light"/>
              </a:rPr>
              <a:t> </a:t>
            </a:r>
            <a:r>
              <a:rPr lang="en-US" sz="1600" dirty="0" err="1">
                <a:latin typeface="Segeo UI Light"/>
              </a:rPr>
              <a:t>nhân</a:t>
            </a:r>
            <a:r>
              <a:rPr lang="en-US" sz="1600" dirty="0">
                <a:latin typeface="Segeo UI Light"/>
              </a:rPr>
              <a:t> </a:t>
            </a:r>
            <a:r>
              <a:rPr lang="en-US" sz="1600" dirty="0" err="1">
                <a:latin typeface="Segeo UI Light"/>
              </a:rPr>
              <a:t>chưa</a:t>
            </a:r>
            <a:r>
              <a:rPr lang="en-US" sz="1600" dirty="0">
                <a:latin typeface="Segeo UI Light"/>
              </a:rPr>
              <a:t> </a:t>
            </a:r>
            <a:r>
              <a:rPr lang="en-US" sz="1600" dirty="0" err="1">
                <a:latin typeface="Segeo UI Light"/>
              </a:rPr>
              <a:t>triển</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được</a:t>
            </a:r>
            <a:r>
              <a:rPr lang="en-US" sz="1600" dirty="0">
                <a:latin typeface="Segeo UI Light"/>
              </a:rPr>
              <a:t> do </a:t>
            </a:r>
            <a:r>
              <a:rPr lang="en-US" sz="1600" dirty="0" err="1">
                <a:latin typeface="Segeo UI Light"/>
              </a:rPr>
              <a:t>khó</a:t>
            </a:r>
            <a:r>
              <a:rPr lang="en-US" sz="1600" dirty="0">
                <a:latin typeface="Segeo UI Light"/>
              </a:rPr>
              <a:t> </a:t>
            </a:r>
            <a:r>
              <a:rPr lang="en-US" sz="1600" dirty="0" err="1">
                <a:latin typeface="Segeo UI Light"/>
              </a:rPr>
              <a:t>khăn</a:t>
            </a:r>
            <a:r>
              <a:rPr lang="en-US" sz="1600" dirty="0">
                <a:latin typeface="Segeo UI Light"/>
              </a:rPr>
              <a:t> </a:t>
            </a:r>
            <a:r>
              <a:rPr lang="en-US" sz="1600" dirty="0" err="1">
                <a:latin typeface="Segeo UI Light"/>
              </a:rPr>
              <a:t>về</a:t>
            </a:r>
            <a:r>
              <a:rPr lang="en-US" sz="1600" dirty="0">
                <a:latin typeface="Segeo UI Light"/>
              </a:rPr>
              <a:t> </a:t>
            </a:r>
            <a:r>
              <a:rPr lang="en-US" sz="1600" dirty="0" err="1">
                <a:latin typeface="Segeo UI Light"/>
              </a:rPr>
              <a:t>kỹ</a:t>
            </a:r>
            <a:r>
              <a:rPr lang="en-US" sz="1600" dirty="0">
                <a:latin typeface="Segeo UI Light"/>
              </a:rPr>
              <a:t> </a:t>
            </a:r>
            <a:r>
              <a:rPr lang="en-US" sz="1600" dirty="0" err="1">
                <a:latin typeface="Segeo UI Light"/>
              </a:rPr>
              <a:t>thuật</a:t>
            </a:r>
            <a:r>
              <a:rPr lang="en-US" sz="1600" dirty="0">
                <a:latin typeface="Segeo UI Light"/>
              </a:rPr>
              <a:t>, </a:t>
            </a:r>
            <a:r>
              <a:rPr lang="en-US" sz="1600" dirty="0" err="1">
                <a:latin typeface="Segeo UI Light"/>
              </a:rPr>
              <a:t>chưa</a:t>
            </a:r>
            <a:r>
              <a:rPr lang="en-US" sz="1600" dirty="0">
                <a:latin typeface="Segeo UI Light"/>
              </a:rPr>
              <a:t> </a:t>
            </a:r>
            <a:r>
              <a:rPr lang="en-US" sz="1600" dirty="0" err="1">
                <a:latin typeface="Segeo UI Light"/>
              </a:rPr>
              <a:t>quen</a:t>
            </a:r>
            <a:r>
              <a:rPr lang="en-US" sz="1600" dirty="0">
                <a:latin typeface="Segeo UI Light"/>
              </a:rPr>
              <a:t> </a:t>
            </a:r>
            <a:r>
              <a:rPr lang="en-US" sz="1600" dirty="0" err="1">
                <a:latin typeface="Segeo UI Light"/>
              </a:rPr>
              <a:t>sử</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chưa</a:t>
            </a:r>
            <a:r>
              <a:rPr lang="en-US" sz="1600" dirty="0">
                <a:latin typeface="Segeo UI Light"/>
              </a:rPr>
              <a:t> </a:t>
            </a:r>
            <a:r>
              <a:rPr lang="en-US" sz="1600" dirty="0" err="1">
                <a:latin typeface="Segeo UI Light"/>
              </a:rPr>
              <a:t>thuận</a:t>
            </a:r>
            <a:r>
              <a:rPr lang="en-US" sz="1600" dirty="0">
                <a:latin typeface="Segeo UI Light"/>
              </a:rPr>
              <a:t> </a:t>
            </a:r>
            <a:r>
              <a:rPr lang="en-US" sz="1600" dirty="0" err="1">
                <a:latin typeface="Segeo UI Light"/>
              </a:rPr>
              <a:t>tiện</a:t>
            </a:r>
            <a:r>
              <a:rPr lang="en-US" sz="1600" dirty="0">
                <a:latin typeface="Segeo UI Light"/>
              </a:rPr>
              <a:t> </a:t>
            </a:r>
            <a:r>
              <a:rPr lang="en-US" sz="1600" dirty="0" err="1">
                <a:latin typeface="Segeo UI Light"/>
              </a:rPr>
              <a:t>trong</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hàng</a:t>
            </a:r>
            <a:r>
              <a:rPr lang="en-US" sz="1600" dirty="0">
                <a:latin typeface="Segeo UI Light"/>
              </a:rPr>
              <a:t> </a:t>
            </a:r>
            <a:r>
              <a:rPr lang="en-US" sz="1600" dirty="0" err="1">
                <a:latin typeface="Segeo UI Light"/>
              </a:rPr>
              <a:t>ngày</a:t>
            </a:r>
            <a:r>
              <a:rPr lang="en-US" sz="1600" dirty="0">
                <a:latin typeface="Segeo UI Light"/>
              </a:rPr>
              <a:t> — </a:t>
            </a:r>
            <a:r>
              <a:rPr lang="en-US" sz="1600" dirty="0" err="1">
                <a:latin typeface="Segeo UI Light"/>
              </a:rPr>
              <a:t>dù</a:t>
            </a:r>
            <a:r>
              <a:rPr lang="en-US" sz="1600" dirty="0">
                <a:latin typeface="Segeo UI Light"/>
              </a:rPr>
              <a:t> </a:t>
            </a:r>
            <a:r>
              <a:rPr lang="en-US" sz="1600" dirty="0" err="1">
                <a:latin typeface="Segeo UI Light"/>
              </a:rPr>
              <a:t>đã</a:t>
            </a: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hạ</a:t>
            </a:r>
            <a:r>
              <a:rPr lang="en-US" sz="1600" dirty="0">
                <a:latin typeface="Segeo UI Light"/>
              </a:rPr>
              <a:t> </a:t>
            </a:r>
            <a:r>
              <a:rPr lang="en-US" sz="1600" dirty="0" err="1">
                <a:latin typeface="Segeo UI Light"/>
              </a:rPr>
              <a:t>tầng</a:t>
            </a:r>
            <a:r>
              <a:rPr lang="en-US" sz="1600" dirty="0">
                <a:latin typeface="Segeo UI Light"/>
              </a:rPr>
              <a:t> IT </a:t>
            </a:r>
            <a:r>
              <a:rPr lang="en-US" sz="1600" dirty="0" err="1">
                <a:latin typeface="Segeo UI Light"/>
              </a:rPr>
              <a:t>tương</a:t>
            </a:r>
            <a:r>
              <a:rPr lang="en-US" sz="1600" dirty="0">
                <a:latin typeface="Segeo UI Light"/>
              </a:rPr>
              <a:t> </a:t>
            </a:r>
            <a:r>
              <a:rPr lang="en-US" sz="1600" dirty="0" err="1">
                <a:latin typeface="Segeo UI Light"/>
              </a:rPr>
              <a:t>đối</a:t>
            </a:r>
            <a:r>
              <a:rPr lang="en-US" sz="1600" dirty="0">
                <a:latin typeface="Segeo UI Light"/>
              </a:rPr>
              <a:t> </a:t>
            </a:r>
            <a:r>
              <a:rPr lang="en-US" sz="1600" dirty="0" err="1">
                <a:latin typeface="Segeo UI Light"/>
              </a:rPr>
              <a:t>tốt</a:t>
            </a:r>
            <a:r>
              <a:rPr lang="en-US" sz="1600" dirty="0">
                <a:latin typeface="Segeo UI Light"/>
              </a:rPr>
              <a:t>. (</a:t>
            </a:r>
            <a:r>
              <a:rPr lang="en-US" sz="1600" dirty="0" err="1">
                <a:latin typeface="Segeo UI Light"/>
              </a:rPr>
              <a:t>Điều</a:t>
            </a:r>
            <a:r>
              <a:rPr lang="en-US" sz="1600" dirty="0">
                <a:latin typeface="Segeo UI Light"/>
              </a:rPr>
              <a:t> </a:t>
            </a:r>
            <a:r>
              <a:rPr lang="en-US" sz="1600" dirty="0" err="1">
                <a:latin typeface="Segeo UI Light"/>
              </a:rPr>
              <a:t>này</a:t>
            </a:r>
            <a:r>
              <a:rPr lang="en-US" sz="1600" dirty="0">
                <a:latin typeface="Segeo UI Light"/>
              </a:rPr>
              <a:t> </a:t>
            </a:r>
            <a:r>
              <a:rPr lang="en-US" sz="1600" dirty="0" err="1">
                <a:latin typeface="Segeo UI Light"/>
              </a:rPr>
              <a:t>tương</a:t>
            </a:r>
            <a:r>
              <a:rPr lang="en-US" sz="1600" dirty="0">
                <a:latin typeface="Segeo UI Light"/>
              </a:rPr>
              <a:t> </a:t>
            </a:r>
            <a:r>
              <a:rPr lang="en-US" sz="1600" dirty="0" err="1">
                <a:latin typeface="Segeo UI Light"/>
              </a:rPr>
              <a:t>tự</a:t>
            </a:r>
            <a:r>
              <a:rPr lang="en-US" sz="1600" dirty="0">
                <a:latin typeface="Segeo UI Light"/>
              </a:rPr>
              <a:t> </a:t>
            </a:r>
            <a:r>
              <a:rPr lang="en-US" sz="1600" dirty="0" err="1">
                <a:latin typeface="Segeo UI Light"/>
              </a:rPr>
              <a:t>như</a:t>
            </a:r>
            <a:r>
              <a:rPr lang="en-US" sz="1600" dirty="0">
                <a:latin typeface="Segeo UI Light"/>
              </a:rPr>
              <a:t> </a:t>
            </a:r>
            <a:r>
              <a:rPr lang="en-US" sz="1600" dirty="0" err="1">
                <a:latin typeface="Segeo UI Light"/>
              </a:rPr>
              <a:t>báo</a:t>
            </a:r>
            <a:r>
              <a:rPr lang="en-US" sz="1600" dirty="0">
                <a:latin typeface="Segeo UI Light"/>
              </a:rPr>
              <a:t> </a:t>
            </a:r>
            <a:r>
              <a:rPr lang="en-US" sz="1600" dirty="0" err="1">
                <a:latin typeface="Segeo UI Light"/>
              </a:rPr>
              <a:t>cáo</a:t>
            </a:r>
            <a:r>
              <a:rPr lang="en-US" sz="1600" dirty="0">
                <a:latin typeface="Segeo UI Light"/>
              </a:rPr>
              <a:t> </a:t>
            </a:r>
            <a:r>
              <a:rPr lang="en-US" sz="1600" dirty="0" err="1">
                <a:latin typeface="Segeo UI Light"/>
              </a:rPr>
              <a:t>trước</a:t>
            </a:r>
            <a:r>
              <a:rPr lang="en-US" sz="1600" dirty="0">
                <a:latin typeface="Segeo UI Light"/>
              </a:rPr>
              <a:t>, </a:t>
            </a:r>
            <a:r>
              <a:rPr lang="en-US" sz="1600" dirty="0" err="1">
                <a:latin typeface="Segeo UI Light"/>
              </a:rPr>
              <a:t>nhưng</a:t>
            </a:r>
            <a:r>
              <a:rPr lang="en-US" sz="1600" dirty="0">
                <a:latin typeface="Segeo UI Light"/>
              </a:rPr>
              <a:t> </a:t>
            </a:r>
            <a:r>
              <a:rPr lang="en-US" sz="1600" dirty="0" err="1">
                <a:latin typeface="Segeo UI Light"/>
              </a:rPr>
              <a:t>vẫn</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trạng</a:t>
            </a:r>
            <a:r>
              <a:rPr lang="en-US" sz="1600" dirty="0">
                <a:latin typeface="Segeo UI Light"/>
              </a:rPr>
              <a:t>) </a:t>
            </a:r>
            <a:br>
              <a:rPr lang="en-US" sz="1600" dirty="0">
                <a:latin typeface="Segeo UI Light"/>
              </a:rPr>
            </a:b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tích</a:t>
            </a:r>
            <a:r>
              <a:rPr lang="en-US" sz="1600" dirty="0">
                <a:latin typeface="Segeo UI Light"/>
              </a:rPr>
              <a:t> </a:t>
            </a:r>
            <a:r>
              <a:rPr lang="en-US" sz="1600" dirty="0" err="1">
                <a:latin typeface="Segeo UI Light"/>
              </a:rPr>
              <a:t>hợp</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vào</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dịch</a:t>
            </a:r>
            <a:r>
              <a:rPr lang="en-US" sz="1600" dirty="0">
                <a:latin typeface="Segeo UI Light"/>
              </a:rPr>
              <a:t> </a:t>
            </a:r>
            <a:r>
              <a:rPr lang="en-US" sz="1600" dirty="0" err="1">
                <a:latin typeface="Segeo UI Light"/>
              </a:rPr>
              <a:t>vụ</a:t>
            </a:r>
            <a:r>
              <a:rPr lang="en-US" sz="1600" dirty="0">
                <a:latin typeface="Segeo UI Light"/>
              </a:rPr>
              <a:t>, </a:t>
            </a:r>
            <a:r>
              <a:rPr lang="en-US" sz="1600" dirty="0" err="1">
                <a:latin typeface="Segeo UI Light"/>
              </a:rPr>
              <a:t>hệ</a:t>
            </a:r>
            <a:r>
              <a:rPr lang="en-US" sz="1600" dirty="0">
                <a:latin typeface="Segeo UI Light"/>
              </a:rPr>
              <a:t> </a:t>
            </a:r>
            <a:r>
              <a:rPr lang="en-US" sz="1600" dirty="0" err="1">
                <a:latin typeface="Segeo UI Light"/>
              </a:rPr>
              <a:t>thống</a:t>
            </a:r>
            <a:r>
              <a:rPr lang="en-US" sz="1600" dirty="0">
                <a:latin typeface="Segeo UI Light"/>
              </a:rPr>
              <a:t> </a:t>
            </a:r>
            <a:r>
              <a:rPr lang="en-US" sz="1600" dirty="0" err="1">
                <a:latin typeface="Segeo UI Light"/>
              </a:rPr>
              <a:t>địa</a:t>
            </a:r>
            <a:r>
              <a:rPr lang="en-US" sz="1600" dirty="0">
                <a:latin typeface="Segeo UI Light"/>
              </a:rPr>
              <a:t> </a:t>
            </a:r>
            <a:r>
              <a:rPr lang="en-US" sz="1600" dirty="0" err="1">
                <a:latin typeface="Segeo UI Light"/>
              </a:rPr>
              <a:t>phương</a:t>
            </a:r>
            <a:r>
              <a:rPr lang="en-US" sz="1600" dirty="0">
                <a:latin typeface="Segeo UI Light"/>
              </a:rPr>
              <a:t> </a:t>
            </a:r>
            <a:r>
              <a:rPr lang="en-US" sz="1600" dirty="0" err="1">
                <a:latin typeface="Segeo UI Light"/>
              </a:rPr>
              <a:t>còn</a:t>
            </a:r>
            <a:r>
              <a:rPr lang="en-US" sz="1600" dirty="0">
                <a:latin typeface="Segeo UI Light"/>
              </a:rPr>
              <a:t> </a:t>
            </a:r>
            <a:r>
              <a:rPr lang="en-US" sz="1600" dirty="0" err="1">
                <a:latin typeface="Segeo UI Light"/>
              </a:rPr>
              <a:t>chưa</a:t>
            </a:r>
            <a:r>
              <a:rPr lang="en-US" sz="1600" dirty="0">
                <a:latin typeface="Segeo UI Light"/>
              </a:rPr>
              <a:t> </a:t>
            </a:r>
            <a:r>
              <a:rPr lang="en-US" sz="1600" dirty="0" err="1">
                <a:latin typeface="Segeo UI Light"/>
              </a:rPr>
              <a:t>đồng</a:t>
            </a:r>
            <a:r>
              <a:rPr lang="en-US" sz="1600" dirty="0">
                <a:latin typeface="Segeo UI Light"/>
              </a:rPr>
              <a:t> </a:t>
            </a:r>
            <a:r>
              <a:rPr lang="en-US" sz="1600" dirty="0" err="1">
                <a:latin typeface="Segeo UI Light"/>
              </a:rPr>
              <a:t>đều</a:t>
            </a:r>
            <a:r>
              <a:rPr lang="en-US" sz="1600" dirty="0">
                <a:latin typeface="Segeo UI Light"/>
              </a:rPr>
              <a:t>. </a:t>
            </a:r>
            <a:br>
              <a:rPr lang="en-US" sz="1600" dirty="0">
                <a:latin typeface="Segeo UI Light"/>
              </a:rPr>
            </a:br>
            <a:r>
              <a:rPr lang="en-US" sz="1600" b="1" dirty="0">
                <a:latin typeface="Segeo UI Light"/>
              </a:rPr>
              <a:t>An </a:t>
            </a:r>
            <a:r>
              <a:rPr lang="en-US" sz="1600" b="1" dirty="0" err="1">
                <a:latin typeface="Segeo UI Light"/>
              </a:rPr>
              <a:t>toàn</a:t>
            </a:r>
            <a:r>
              <a:rPr lang="en-US" sz="1600" b="1" dirty="0">
                <a:latin typeface="Segeo UI Light"/>
              </a:rPr>
              <a:t>, </a:t>
            </a:r>
            <a:r>
              <a:rPr lang="en-US" sz="1600" b="1" dirty="0" err="1">
                <a:latin typeface="Segeo UI Light"/>
              </a:rPr>
              <a:t>bảo</a:t>
            </a:r>
            <a:r>
              <a:rPr lang="en-US" sz="1600" b="1" dirty="0">
                <a:latin typeface="Segeo UI Light"/>
              </a:rPr>
              <a:t> </a:t>
            </a:r>
            <a:r>
              <a:rPr lang="en-US" sz="1600" b="1" dirty="0" err="1">
                <a:latin typeface="Segeo UI Light"/>
              </a:rPr>
              <a:t>mật</a:t>
            </a:r>
            <a:r>
              <a:rPr lang="en-US" sz="1600" b="1" dirty="0">
                <a:latin typeface="Segeo UI Light"/>
              </a:rPr>
              <a:t>, </a:t>
            </a:r>
            <a:r>
              <a:rPr lang="en-US" sz="1600" b="1" dirty="0" err="1">
                <a:latin typeface="Segeo UI Light"/>
              </a:rPr>
              <a:t>rủi</a:t>
            </a:r>
            <a:r>
              <a:rPr lang="en-US" sz="1600" b="1" dirty="0">
                <a:latin typeface="Segeo UI Light"/>
              </a:rPr>
              <a:t> </a:t>
            </a:r>
            <a:r>
              <a:rPr lang="en-US" sz="1600" b="1" dirty="0" err="1">
                <a:latin typeface="Segeo UI Light"/>
              </a:rPr>
              <a:t>ro</a:t>
            </a:r>
            <a:r>
              <a:rPr lang="en-US" sz="1600" b="1" dirty="0">
                <a:latin typeface="Segeo UI Light"/>
              </a:rPr>
              <a:t> </a:t>
            </a:r>
            <a:r>
              <a:rPr lang="en-US" sz="1600" b="1" dirty="0" err="1">
                <a:latin typeface="Segeo UI Light"/>
              </a:rPr>
              <a:t>công</a:t>
            </a:r>
            <a:r>
              <a:rPr lang="en-US" sz="1600" b="1" dirty="0">
                <a:latin typeface="Segeo UI Light"/>
              </a:rPr>
              <a:t> </a:t>
            </a:r>
            <a:r>
              <a:rPr lang="en-US" sz="1600" b="1" dirty="0" err="1">
                <a:latin typeface="Segeo UI Light"/>
              </a:rPr>
              <a:t>nghệ</a:t>
            </a:r>
            <a:r>
              <a:rPr lang="en-US" sz="1600" b="1" dirty="0">
                <a:latin typeface="Segeo UI Light"/>
              </a:rPr>
              <a:t> </a:t>
            </a:r>
            <a:r>
              <a:rPr lang="en-US" sz="1600" b="1" dirty="0" err="1">
                <a:latin typeface="Segeo UI Light"/>
              </a:rPr>
              <a:t>mới</a:t>
            </a:r>
            <a:br>
              <a:rPr lang="en-US" sz="1600" dirty="0">
                <a:latin typeface="Segeo UI Light"/>
              </a:rPr>
            </a:b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nghiên</a:t>
            </a:r>
            <a:r>
              <a:rPr lang="en-US" sz="1600" dirty="0">
                <a:latin typeface="Segeo UI Light"/>
              </a:rPr>
              <a:t> </a:t>
            </a:r>
            <a:r>
              <a:rPr lang="en-US" sz="1600" dirty="0" err="1">
                <a:latin typeface="Segeo UI Light"/>
              </a:rPr>
              <a:t>cứu</a:t>
            </a:r>
            <a:r>
              <a:rPr lang="en-US" sz="1600" dirty="0">
                <a:latin typeface="Segeo UI Light"/>
              </a:rPr>
              <a:t> </a:t>
            </a:r>
            <a:r>
              <a:rPr lang="en-US" sz="1600" dirty="0" err="1">
                <a:latin typeface="Segeo UI Light"/>
              </a:rPr>
              <a:t>ứng</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giải</a:t>
            </a:r>
            <a:r>
              <a:rPr lang="en-US" sz="1600" dirty="0">
                <a:latin typeface="Segeo UI Light"/>
              </a:rPr>
              <a:t> </a:t>
            </a:r>
            <a:r>
              <a:rPr lang="en-US" sz="1600" dirty="0" err="1">
                <a:latin typeface="Segeo UI Light"/>
              </a:rPr>
              <a:t>pháp</a:t>
            </a:r>
            <a:r>
              <a:rPr lang="en-US" sz="1600" dirty="0">
                <a:latin typeface="Segeo UI Light"/>
              </a:rPr>
              <a:t> </a:t>
            </a:r>
            <a:r>
              <a:rPr lang="en-US" sz="1600" dirty="0" err="1">
                <a:latin typeface="Segeo UI Light"/>
              </a:rPr>
              <a:t>bảo</a:t>
            </a:r>
            <a:r>
              <a:rPr lang="en-US" sz="1600" dirty="0">
                <a:latin typeface="Segeo UI Light"/>
              </a:rPr>
              <a:t> </a:t>
            </a:r>
            <a:r>
              <a:rPr lang="en-US" sz="1600" dirty="0" err="1">
                <a:latin typeface="Segeo UI Light"/>
              </a:rPr>
              <a:t>mật</a:t>
            </a:r>
            <a:r>
              <a:rPr lang="en-US" sz="1600" dirty="0">
                <a:latin typeface="Segeo UI Light"/>
              </a:rPr>
              <a:t> “</a:t>
            </a:r>
            <a:r>
              <a:rPr lang="en-US" sz="1600" dirty="0" err="1">
                <a:latin typeface="Segeo UI Light"/>
              </a:rPr>
              <a:t>hậu</a:t>
            </a:r>
            <a:r>
              <a:rPr lang="en-US" sz="1600" dirty="0">
                <a:latin typeface="Segeo UI Light"/>
              </a:rPr>
              <a:t> </a:t>
            </a:r>
            <a:r>
              <a:rPr lang="en-US" sz="1600" dirty="0" err="1">
                <a:latin typeface="Segeo UI Light"/>
              </a:rPr>
              <a:t>lượng</a:t>
            </a:r>
            <a:r>
              <a:rPr lang="en-US" sz="1600" dirty="0">
                <a:latin typeface="Segeo UI Light"/>
              </a:rPr>
              <a:t> </a:t>
            </a:r>
            <a:r>
              <a:rPr lang="en-US" sz="1600" dirty="0" err="1">
                <a:latin typeface="Segeo UI Light"/>
              </a:rPr>
              <a:t>tử</a:t>
            </a:r>
            <a:r>
              <a:rPr lang="en-US" sz="1600" dirty="0">
                <a:latin typeface="Segeo UI Light"/>
              </a:rPr>
              <a:t>” </a:t>
            </a:r>
            <a:r>
              <a:rPr lang="en-US" sz="1600" dirty="0" err="1">
                <a:latin typeface="Segeo UI Light"/>
              </a:rPr>
              <a:t>đã</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đề</a:t>
            </a:r>
            <a:r>
              <a:rPr lang="en-US" sz="1600" dirty="0">
                <a:latin typeface="Segeo UI Light"/>
              </a:rPr>
              <a:t> </a:t>
            </a:r>
            <a:r>
              <a:rPr lang="en-US" sz="1600" dirty="0" err="1">
                <a:latin typeface="Segeo UI Light"/>
              </a:rPr>
              <a:t>cập</a:t>
            </a:r>
            <a:r>
              <a:rPr lang="en-US" sz="1600" dirty="0">
                <a:latin typeface="Segeo UI Light"/>
              </a:rPr>
              <a:t> — </a:t>
            </a:r>
            <a:r>
              <a:rPr lang="en-US" sz="1600" dirty="0" err="1">
                <a:latin typeface="Segeo UI Light"/>
              </a:rPr>
              <a:t>cho</a:t>
            </a:r>
            <a:r>
              <a:rPr lang="en-US" sz="1600" dirty="0">
                <a:latin typeface="Segeo UI Light"/>
              </a:rPr>
              <a:t> </a:t>
            </a:r>
            <a:r>
              <a:rPr lang="en-US" sz="1600" dirty="0" err="1">
                <a:latin typeface="Segeo UI Light"/>
              </a:rPr>
              <a:t>thấy</a:t>
            </a: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mối</a:t>
            </a:r>
            <a:r>
              <a:rPr lang="en-US" sz="1600" dirty="0">
                <a:latin typeface="Segeo UI Light"/>
              </a:rPr>
              <a:t> lo </a:t>
            </a:r>
            <a:r>
              <a:rPr lang="en-US" sz="1600" dirty="0" err="1">
                <a:latin typeface="Segeo UI Light"/>
              </a:rPr>
              <a:t>ngại</a:t>
            </a:r>
            <a:r>
              <a:rPr lang="en-US" sz="1600" dirty="0">
                <a:latin typeface="Segeo UI Light"/>
              </a:rPr>
              <a:t> </a:t>
            </a:r>
            <a:r>
              <a:rPr lang="en-US" sz="1600" dirty="0" err="1">
                <a:latin typeface="Segeo UI Light"/>
              </a:rPr>
              <a:t>sớm</a:t>
            </a:r>
            <a:r>
              <a:rPr lang="en-US" sz="1600" dirty="0">
                <a:latin typeface="Segeo UI Light"/>
              </a:rPr>
              <a:t> </a:t>
            </a:r>
            <a:r>
              <a:rPr lang="en-US" sz="1600" dirty="0" err="1">
                <a:latin typeface="Segeo UI Light"/>
              </a:rPr>
              <a:t>về</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nghệ</a:t>
            </a:r>
            <a:r>
              <a:rPr lang="en-US" sz="1600" dirty="0">
                <a:latin typeface="Segeo UI Light"/>
              </a:rPr>
              <a:t> </a:t>
            </a:r>
            <a:r>
              <a:rPr lang="en-US" sz="1600" dirty="0" err="1">
                <a:latin typeface="Segeo UI Light"/>
              </a:rPr>
              <a:t>tương</a:t>
            </a:r>
            <a:r>
              <a:rPr lang="en-US" sz="1600" dirty="0">
                <a:latin typeface="Segeo UI Light"/>
              </a:rPr>
              <a:t> lai. </a:t>
            </a:r>
            <a:br>
              <a:rPr lang="en-US" sz="1600" dirty="0">
                <a:latin typeface="Segeo UI Light"/>
              </a:rPr>
            </a:br>
            <a:r>
              <a:rPr lang="en-US" sz="1600" dirty="0">
                <a:latin typeface="Segeo UI Light"/>
              </a:rPr>
              <a:t>- </a:t>
            </a:r>
            <a:r>
              <a:rPr lang="en-US" sz="1600" dirty="0" err="1">
                <a:latin typeface="Segeo UI Light"/>
              </a:rPr>
              <a:t>Cần</a:t>
            </a:r>
            <a:r>
              <a:rPr lang="en-US" sz="1600" dirty="0">
                <a:latin typeface="Segeo UI Light"/>
              </a:rPr>
              <a:t> </a:t>
            </a:r>
            <a:r>
              <a:rPr lang="en-US" sz="1600" dirty="0" err="1">
                <a:latin typeface="Segeo UI Light"/>
              </a:rPr>
              <a:t>đảm</a:t>
            </a:r>
            <a:r>
              <a:rPr lang="en-US" sz="1600" dirty="0">
                <a:latin typeface="Segeo UI Light"/>
              </a:rPr>
              <a:t> </a:t>
            </a:r>
            <a:r>
              <a:rPr lang="en-US" sz="1600" dirty="0" err="1">
                <a:latin typeface="Segeo UI Light"/>
              </a:rPr>
              <a:t>bảo</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nghệ</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nguồn</a:t>
            </a:r>
            <a:r>
              <a:rPr lang="en-US" sz="1600" dirty="0">
                <a:latin typeface="Segeo UI Light"/>
              </a:rPr>
              <a:t>, </a:t>
            </a:r>
            <a:r>
              <a:rPr lang="en-US" sz="1600" dirty="0" err="1">
                <a:latin typeface="Segeo UI Light"/>
              </a:rPr>
              <a:t>phần</a:t>
            </a:r>
            <a:r>
              <a:rPr lang="en-US" sz="1600" dirty="0">
                <a:latin typeface="Segeo UI Light"/>
              </a:rPr>
              <a:t> </a:t>
            </a:r>
            <a:r>
              <a:rPr lang="en-US" sz="1600" dirty="0" err="1">
                <a:latin typeface="Segeo UI Light"/>
              </a:rPr>
              <a:t>mềm</a:t>
            </a:r>
            <a:r>
              <a:rPr lang="en-US" sz="1600" dirty="0">
                <a:latin typeface="Segeo UI Light"/>
              </a:rPr>
              <a:t> core CA, </a:t>
            </a:r>
            <a:r>
              <a:rPr lang="en-US" sz="1600" dirty="0" err="1">
                <a:latin typeface="Segeo UI Light"/>
              </a:rPr>
              <a:t>hệ</a:t>
            </a:r>
            <a:r>
              <a:rPr lang="en-US" sz="1600" dirty="0">
                <a:latin typeface="Segeo UI Light"/>
              </a:rPr>
              <a:t> </a:t>
            </a:r>
            <a:r>
              <a:rPr lang="en-US" sz="1600" dirty="0" err="1">
                <a:latin typeface="Segeo UI Light"/>
              </a:rPr>
              <a:t>thống</a:t>
            </a:r>
            <a:r>
              <a:rPr lang="en-US" sz="1600" dirty="0">
                <a:latin typeface="Segeo UI Light"/>
              </a:rPr>
              <a:t> </a:t>
            </a:r>
            <a:r>
              <a:rPr lang="en-US" sz="1600" dirty="0" err="1">
                <a:latin typeface="Segeo UI Light"/>
              </a:rPr>
              <a:t>tem</a:t>
            </a:r>
            <a:r>
              <a:rPr lang="en-US" sz="1600" dirty="0">
                <a:latin typeface="Segeo UI Light"/>
              </a:rPr>
              <a:t> </a:t>
            </a:r>
            <a:r>
              <a:rPr lang="en-US" sz="1600" dirty="0" err="1">
                <a:latin typeface="Segeo UI Light"/>
              </a:rPr>
              <a:t>thời</a:t>
            </a:r>
            <a:r>
              <a:rPr lang="en-US" sz="1600" dirty="0">
                <a:latin typeface="Segeo UI Light"/>
              </a:rPr>
              <a:t> </a:t>
            </a:r>
            <a:r>
              <a:rPr lang="en-US" sz="1600" dirty="0" err="1">
                <a:latin typeface="Segeo UI Light"/>
              </a:rPr>
              <a:t>gian</a:t>
            </a:r>
            <a:r>
              <a:rPr lang="en-US" sz="1600" dirty="0">
                <a:latin typeface="Segeo UI Light"/>
              </a:rPr>
              <a:t> (timestamping), </a:t>
            </a:r>
            <a:r>
              <a:rPr lang="en-US" sz="1600" dirty="0" err="1">
                <a:latin typeface="Segeo UI Light"/>
              </a:rPr>
              <a:t>cung</a:t>
            </a:r>
            <a:r>
              <a:rPr lang="en-US" sz="1600" dirty="0">
                <a:latin typeface="Segeo UI Light"/>
              </a:rPr>
              <a:t> </a:t>
            </a:r>
            <a:r>
              <a:rPr lang="en-US" sz="1600" dirty="0" err="1">
                <a:latin typeface="Segeo UI Light"/>
              </a:rPr>
              <a:t>cấp</a:t>
            </a:r>
            <a:r>
              <a:rPr lang="en-US" sz="1600" dirty="0">
                <a:latin typeface="Segeo UI Light"/>
              </a:rPr>
              <a:t> </a:t>
            </a:r>
            <a:r>
              <a:rPr lang="en-US" sz="1600" dirty="0" err="1">
                <a:latin typeface="Segeo UI Light"/>
              </a:rPr>
              <a:t>trạng</a:t>
            </a:r>
            <a:r>
              <a:rPr lang="en-US" sz="1600" dirty="0">
                <a:latin typeface="Segeo UI Light"/>
              </a:rPr>
              <a:t> </a:t>
            </a:r>
            <a:r>
              <a:rPr lang="en-US" sz="1600" dirty="0" err="1">
                <a:latin typeface="Segeo UI Light"/>
              </a:rPr>
              <a:t>thái</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thư</a:t>
            </a:r>
            <a:r>
              <a:rPr lang="en-US" sz="1600" dirty="0">
                <a:latin typeface="Segeo UI Light"/>
              </a:rPr>
              <a:t> </a:t>
            </a:r>
            <a:r>
              <a:rPr lang="en-US" sz="1600" dirty="0" err="1">
                <a:latin typeface="Segeo UI Light"/>
              </a:rPr>
              <a:t>trực</a:t>
            </a:r>
            <a:r>
              <a:rPr lang="en-US" sz="1600" dirty="0">
                <a:latin typeface="Segeo UI Light"/>
              </a:rPr>
              <a:t> </a:t>
            </a:r>
            <a:r>
              <a:rPr lang="en-US" sz="1600" dirty="0" err="1">
                <a:latin typeface="Segeo UI Light"/>
              </a:rPr>
              <a:t>tuyến</a:t>
            </a:r>
            <a:r>
              <a:rPr lang="en-US" sz="1600" dirty="0">
                <a:latin typeface="Segeo UI Light"/>
              </a:rPr>
              <a:t> (OCSP), </a:t>
            </a:r>
            <a:r>
              <a:rPr lang="en-US" sz="1600" dirty="0" err="1">
                <a:latin typeface="Segeo UI Light"/>
              </a:rPr>
              <a:t>vận</a:t>
            </a:r>
            <a:r>
              <a:rPr lang="en-US" sz="1600" dirty="0">
                <a:latin typeface="Segeo UI Light"/>
              </a:rPr>
              <a:t> </a:t>
            </a:r>
            <a:r>
              <a:rPr lang="en-US" sz="1600" dirty="0" err="1">
                <a:latin typeface="Segeo UI Light"/>
              </a:rPr>
              <a:t>hành</a:t>
            </a:r>
            <a:r>
              <a:rPr lang="en-US" sz="1600" dirty="0">
                <a:latin typeface="Segeo UI Light"/>
              </a:rPr>
              <a:t> 24/7 </a:t>
            </a:r>
            <a:r>
              <a:rPr lang="en-US" sz="1600" dirty="0" err="1">
                <a:latin typeface="Segeo UI Light"/>
              </a:rPr>
              <a:t>là</a:t>
            </a:r>
            <a:r>
              <a:rPr lang="en-US" sz="1600" dirty="0">
                <a:latin typeface="Segeo UI Light"/>
              </a:rPr>
              <a:t> an </a:t>
            </a:r>
            <a:r>
              <a:rPr lang="en-US" sz="1600" dirty="0" err="1">
                <a:latin typeface="Segeo UI Light"/>
              </a:rPr>
              <a:t>toàn</a:t>
            </a:r>
            <a:r>
              <a:rPr lang="en-US" sz="1600" dirty="0">
                <a:latin typeface="Segeo UI Light"/>
              </a:rPr>
              <a:t>, </a:t>
            </a:r>
            <a:r>
              <a:rPr lang="en-US" sz="1600" dirty="0" err="1">
                <a:latin typeface="Segeo UI Light"/>
              </a:rPr>
              <a:t>ổn</a:t>
            </a:r>
            <a:r>
              <a:rPr lang="en-US" sz="1600" dirty="0">
                <a:latin typeface="Segeo UI Light"/>
              </a:rPr>
              <a:t> </a:t>
            </a:r>
            <a:r>
              <a:rPr lang="en-US" sz="1600" dirty="0" err="1">
                <a:latin typeface="Segeo UI Light"/>
              </a:rPr>
              <a:t>định</a:t>
            </a:r>
            <a:r>
              <a:rPr lang="en-US" sz="1600" dirty="0">
                <a:latin typeface="Segeo UI Light"/>
              </a:rPr>
              <a:t>. (</a:t>
            </a:r>
            <a:r>
              <a:rPr lang="en-US" sz="1600" dirty="0" err="1">
                <a:latin typeface="Segeo UI Light"/>
              </a:rPr>
              <a:t>Đây</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yêu</a:t>
            </a:r>
            <a:r>
              <a:rPr lang="en-US" sz="1600" dirty="0">
                <a:latin typeface="Segeo UI Light"/>
              </a:rPr>
              <a:t> </a:t>
            </a:r>
            <a:r>
              <a:rPr lang="en-US" sz="1600" dirty="0" err="1">
                <a:latin typeface="Segeo UI Light"/>
              </a:rPr>
              <a:t>cầu</a:t>
            </a:r>
            <a:r>
              <a:rPr lang="en-US" sz="1600" dirty="0">
                <a:latin typeface="Segeo UI Light"/>
              </a:rPr>
              <a:t> </a:t>
            </a:r>
            <a:r>
              <a:rPr lang="en-US" sz="1600" dirty="0" err="1">
                <a:latin typeface="Segeo UI Light"/>
              </a:rPr>
              <a:t>tiếp</a:t>
            </a:r>
            <a:r>
              <a:rPr lang="en-US" sz="1600" dirty="0">
                <a:latin typeface="Segeo UI Light"/>
              </a:rPr>
              <a:t> </a:t>
            </a:r>
            <a:r>
              <a:rPr lang="en-US" sz="1600" dirty="0" err="1">
                <a:latin typeface="Segeo UI Light"/>
              </a:rPr>
              <a:t>tục</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nhắc</a:t>
            </a:r>
            <a:r>
              <a:rPr lang="en-US" sz="1600" dirty="0">
                <a:latin typeface="Segeo UI Light"/>
              </a:rPr>
              <a:t> </a:t>
            </a:r>
            <a:r>
              <a:rPr lang="en-US" sz="1600" dirty="0" err="1">
                <a:latin typeface="Segeo UI Light"/>
              </a:rPr>
              <a:t>lại</a:t>
            </a:r>
            <a:r>
              <a:rPr lang="en-US" sz="1600" dirty="0">
                <a:latin typeface="Segeo UI Light"/>
              </a:rPr>
              <a:t>, </a:t>
            </a:r>
            <a:r>
              <a:rPr lang="en-US" sz="1600" dirty="0" err="1">
                <a:latin typeface="Segeo UI Light"/>
              </a:rPr>
              <a:t>nhưng</a:t>
            </a:r>
            <a:r>
              <a:rPr lang="en-US" sz="1600" dirty="0">
                <a:latin typeface="Segeo UI Light"/>
              </a:rPr>
              <a:t> </a:t>
            </a:r>
            <a:r>
              <a:rPr lang="en-US" sz="1600" dirty="0" err="1">
                <a:latin typeface="Segeo UI Light"/>
              </a:rPr>
              <a:t>chưa</a:t>
            </a:r>
            <a:r>
              <a:rPr lang="en-US" sz="1600" dirty="0">
                <a:latin typeface="Segeo UI Light"/>
              </a:rPr>
              <a:t> </a:t>
            </a:r>
            <a:r>
              <a:rPr lang="en-US" sz="1600" dirty="0" err="1">
                <a:latin typeface="Segeo UI Light"/>
              </a:rPr>
              <a:t>rõ</a:t>
            </a:r>
            <a:r>
              <a:rPr lang="en-US" sz="1600" dirty="0">
                <a:latin typeface="Segeo UI Light"/>
              </a:rPr>
              <a:t> </a:t>
            </a:r>
            <a:r>
              <a:rPr lang="en-US" sz="1600" dirty="0" err="1">
                <a:latin typeface="Segeo UI Light"/>
              </a:rPr>
              <a:t>hết</a:t>
            </a:r>
            <a:r>
              <a:rPr lang="en-US" sz="1600" dirty="0">
                <a:latin typeface="Segeo UI Light"/>
              </a:rPr>
              <a:t> </a:t>
            </a:r>
            <a:r>
              <a:rPr lang="en-US" sz="1600" dirty="0" err="1">
                <a:latin typeface="Segeo UI Light"/>
              </a:rPr>
              <a:t>về</a:t>
            </a:r>
            <a:r>
              <a:rPr lang="en-US" sz="1600" dirty="0">
                <a:latin typeface="Segeo UI Light"/>
              </a:rPr>
              <a:t> </a:t>
            </a:r>
            <a:r>
              <a:rPr lang="en-US" sz="1600" dirty="0" err="1">
                <a:latin typeface="Segeo UI Light"/>
              </a:rPr>
              <a:t>mặt</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hành</a:t>
            </a:r>
            <a:r>
              <a:rPr lang="en-US" sz="1600" dirty="0">
                <a:latin typeface="Segeo UI Light"/>
              </a:rPr>
              <a:t> </a:t>
            </a:r>
            <a:r>
              <a:rPr lang="en-US" sz="1600" dirty="0" err="1">
                <a:latin typeface="Segeo UI Light"/>
              </a:rPr>
              <a:t>về</a:t>
            </a:r>
            <a:r>
              <a:rPr lang="en-US" sz="1600" dirty="0">
                <a:latin typeface="Segeo UI Light"/>
              </a:rPr>
              <a:t> </a:t>
            </a:r>
            <a:r>
              <a:rPr lang="en-US" sz="1600" dirty="0" err="1">
                <a:latin typeface="Segeo UI Light"/>
              </a:rPr>
              <a:t>mặt</a:t>
            </a:r>
            <a:r>
              <a:rPr lang="en-US" sz="1600" dirty="0">
                <a:latin typeface="Segeo UI Light"/>
              </a:rPr>
              <a:t> </a:t>
            </a:r>
            <a:r>
              <a:rPr lang="en-US" sz="1600" dirty="0" err="1">
                <a:latin typeface="Segeo UI Light"/>
              </a:rPr>
              <a:t>quốc</a:t>
            </a:r>
            <a:r>
              <a:rPr lang="en-US" sz="1600" dirty="0">
                <a:latin typeface="Segeo UI Light"/>
              </a:rPr>
              <a:t> </a:t>
            </a:r>
            <a:r>
              <a:rPr lang="en-US" sz="1600" dirty="0" err="1">
                <a:latin typeface="Segeo UI Light"/>
              </a:rPr>
              <a:t>gia</a:t>
            </a:r>
            <a:r>
              <a:rPr lang="en-US" sz="1600" dirty="0">
                <a:latin typeface="Segeo UI Light"/>
              </a:rPr>
              <a:t>) — </a:t>
            </a:r>
            <a:r>
              <a:rPr lang="en-US" sz="1600" dirty="0" err="1">
                <a:latin typeface="Segeo UI Light"/>
              </a:rPr>
              <a:t>thông</a:t>
            </a:r>
            <a:r>
              <a:rPr lang="en-US" sz="1600" dirty="0">
                <a:latin typeface="Segeo UI Light"/>
              </a:rPr>
              <a:t> tin chi </a:t>
            </a:r>
            <a:r>
              <a:rPr lang="en-US" sz="1600" dirty="0" err="1">
                <a:latin typeface="Segeo UI Light"/>
              </a:rPr>
              <a:t>tiết</a:t>
            </a:r>
            <a:r>
              <a:rPr lang="en-US" sz="1600" dirty="0">
                <a:latin typeface="Segeo UI Light"/>
              </a:rPr>
              <a:t> </a:t>
            </a:r>
            <a:r>
              <a:rPr lang="en-US" sz="1600" dirty="0" err="1">
                <a:latin typeface="Segeo UI Light"/>
              </a:rPr>
              <a:t>về</a:t>
            </a:r>
            <a:r>
              <a:rPr lang="en-US" sz="1600" dirty="0">
                <a:latin typeface="Segeo UI Light"/>
              </a:rPr>
              <a:t> </a:t>
            </a:r>
            <a:r>
              <a:rPr lang="en-US" sz="1600" dirty="0" err="1">
                <a:latin typeface="Segeo UI Light"/>
              </a:rPr>
              <a:t>mức</a:t>
            </a:r>
            <a:r>
              <a:rPr lang="en-US" sz="1600" dirty="0">
                <a:latin typeface="Segeo UI Light"/>
              </a:rPr>
              <a:t> </a:t>
            </a:r>
            <a:r>
              <a:rPr lang="en-US" sz="1600" dirty="0" err="1">
                <a:latin typeface="Segeo UI Light"/>
              </a:rPr>
              <a:t>độ</a:t>
            </a:r>
            <a:r>
              <a:rPr lang="en-US" sz="1600" dirty="0">
                <a:latin typeface="Segeo UI Light"/>
              </a:rPr>
              <a:t> </a:t>
            </a:r>
            <a:r>
              <a:rPr lang="en-US" sz="1600" dirty="0" err="1">
                <a:latin typeface="Segeo UI Light"/>
              </a:rPr>
              <a:t>đáp</a:t>
            </a:r>
            <a:r>
              <a:rPr lang="en-US" sz="1600" dirty="0">
                <a:latin typeface="Segeo UI Light"/>
              </a:rPr>
              <a:t> </a:t>
            </a:r>
            <a:r>
              <a:rPr lang="en-US" sz="1600" dirty="0" err="1">
                <a:latin typeface="Segeo UI Light"/>
              </a:rPr>
              <a:t>ứng</a:t>
            </a:r>
            <a:r>
              <a:rPr lang="en-US" sz="1600" dirty="0">
                <a:latin typeface="Segeo UI Light"/>
              </a:rPr>
              <a:t> </a:t>
            </a:r>
            <a:r>
              <a:rPr lang="en-US" sz="1600" dirty="0" err="1">
                <a:latin typeface="Segeo UI Light"/>
              </a:rPr>
              <a:t>hiện</a:t>
            </a:r>
            <a:r>
              <a:rPr lang="en-US" sz="1600" dirty="0">
                <a:latin typeface="Segeo UI Light"/>
              </a:rPr>
              <a:t> </a:t>
            </a:r>
            <a:r>
              <a:rPr lang="en-US" sz="1600" dirty="0" err="1">
                <a:latin typeface="Segeo UI Light"/>
              </a:rPr>
              <a:t>tại</a:t>
            </a:r>
            <a:r>
              <a:rPr lang="en-US" sz="1600" dirty="0">
                <a:latin typeface="Segeo UI Light"/>
              </a:rPr>
              <a:t> </a:t>
            </a:r>
            <a:r>
              <a:rPr lang="en-US" sz="1600" dirty="0" err="1">
                <a:latin typeface="Segeo UI Light"/>
              </a:rPr>
              <a:t>chưa</a:t>
            </a: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đầy</a:t>
            </a:r>
            <a:r>
              <a:rPr lang="en-US" sz="1600" dirty="0">
                <a:latin typeface="Segeo UI Light"/>
              </a:rPr>
              <a:t> </a:t>
            </a:r>
            <a:r>
              <a:rPr lang="en-US" sz="1600" dirty="0" err="1">
                <a:latin typeface="Segeo UI Light"/>
              </a:rPr>
              <a:t>đủ</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bố</a:t>
            </a:r>
            <a:r>
              <a:rPr lang="en-US" sz="1600" dirty="0">
                <a:latin typeface="Segeo UI Light"/>
              </a:rPr>
              <a:t>.</a:t>
            </a:r>
          </a:p>
        </p:txBody>
      </p:sp>
    </p:spTree>
    <p:extLst>
      <p:ext uri="{BB962C8B-B14F-4D97-AF65-F5344CB8AC3E}">
        <p14:creationId xmlns:p14="http://schemas.microsoft.com/office/powerpoint/2010/main" val="1066084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4E71CD60-2BC5-203E-DDAE-B8AB70E4498C}"/>
              </a:ext>
            </a:extLst>
          </p:cNvPr>
          <p:cNvSpPr txBox="1">
            <a:spLocks/>
          </p:cNvSpPr>
          <p:nvPr/>
        </p:nvSpPr>
        <p:spPr>
          <a:xfrm>
            <a:off x="783398" y="237893"/>
            <a:ext cx="7364426"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1.2. </a:t>
            </a:r>
            <a:r>
              <a:rPr lang="en-US" sz="3200" b="1" dirty="0" err="1">
                <a:latin typeface="Segeo UI Black"/>
              </a:rPr>
              <a:t>Thực</a:t>
            </a:r>
            <a:r>
              <a:rPr lang="en-US" sz="3200" b="1" dirty="0">
                <a:latin typeface="Segeo UI Black"/>
              </a:rPr>
              <a:t> </a:t>
            </a:r>
            <a:r>
              <a:rPr lang="en-US" sz="3200" b="1" dirty="0" err="1">
                <a:latin typeface="Segeo UI Black"/>
              </a:rPr>
              <a:t>trạng</a:t>
            </a:r>
            <a:r>
              <a:rPr lang="en-US" sz="3200" b="1" dirty="0">
                <a:latin typeface="Segeo UI Black"/>
              </a:rPr>
              <a:t> </a:t>
            </a:r>
            <a:r>
              <a:rPr lang="en-US" sz="3200" b="1" dirty="0" err="1">
                <a:latin typeface="Segeo UI Black"/>
              </a:rPr>
              <a:t>phát</a:t>
            </a:r>
            <a:r>
              <a:rPr lang="en-US" sz="3200" b="1" dirty="0">
                <a:latin typeface="Segeo UI Black"/>
              </a:rPr>
              <a:t> </a:t>
            </a:r>
            <a:r>
              <a:rPr lang="en-US" sz="3200" b="1" dirty="0" err="1">
                <a:latin typeface="Segeo UI Black"/>
              </a:rPr>
              <a:t>triển</a:t>
            </a:r>
            <a:r>
              <a:rPr lang="en-US" sz="3200" b="1" dirty="0">
                <a:latin typeface="Segeo UI Black"/>
              </a:rPr>
              <a:t> PKI </a:t>
            </a:r>
            <a:r>
              <a:rPr lang="en-US" sz="3200" b="1" dirty="0" err="1">
                <a:latin typeface="Segeo UI Black"/>
              </a:rPr>
              <a:t>tại</a:t>
            </a:r>
            <a:r>
              <a:rPr lang="en-US" sz="3200" b="1" dirty="0">
                <a:latin typeface="Segeo UI Black"/>
              </a:rPr>
              <a:t> Việt Nam</a:t>
            </a:r>
            <a:endParaRPr lang="en-US" sz="3200" dirty="0">
              <a:latin typeface="Segeo UI Black"/>
            </a:endParaRPr>
          </a:p>
        </p:txBody>
      </p:sp>
      <p:sp>
        <p:nvSpPr>
          <p:cNvPr id="6" name="Title 1">
            <a:extLst>
              <a:ext uri="{FF2B5EF4-FFF2-40B4-BE49-F238E27FC236}">
                <a16:creationId xmlns:a16="http://schemas.microsoft.com/office/drawing/2014/main" id="{CC1DF5ED-A06B-5C7B-171E-622B0DA79B15}"/>
              </a:ext>
            </a:extLst>
          </p:cNvPr>
          <p:cNvSpPr>
            <a:spLocks noGrp="1"/>
          </p:cNvSpPr>
          <p:nvPr>
            <p:ph type="title"/>
          </p:nvPr>
        </p:nvSpPr>
        <p:spPr>
          <a:xfrm>
            <a:off x="460917" y="1048216"/>
            <a:ext cx="7899818" cy="3248721"/>
          </a:xfrm>
        </p:spPr>
        <p:txBody>
          <a:bodyPr/>
          <a:lstStyle/>
          <a:p>
            <a:r>
              <a:rPr lang="en-US" sz="1600" b="1" dirty="0" err="1">
                <a:latin typeface="Segeo UI Light"/>
              </a:rPr>
              <a:t>Yêu</a:t>
            </a:r>
            <a:r>
              <a:rPr lang="en-US" sz="1600" b="1" dirty="0">
                <a:latin typeface="Segeo UI Light"/>
              </a:rPr>
              <a:t> </a:t>
            </a:r>
            <a:r>
              <a:rPr lang="en-US" sz="1600" b="1" dirty="0" err="1">
                <a:latin typeface="Segeo UI Light"/>
              </a:rPr>
              <a:t>cầu</a:t>
            </a:r>
            <a:r>
              <a:rPr lang="en-US" sz="1600" b="1" dirty="0">
                <a:latin typeface="Segeo UI Light"/>
              </a:rPr>
              <a:t> </a:t>
            </a:r>
            <a:r>
              <a:rPr lang="en-US" sz="1600" b="1" dirty="0" err="1">
                <a:latin typeface="Segeo UI Light"/>
              </a:rPr>
              <a:t>liên</a:t>
            </a:r>
            <a:r>
              <a:rPr lang="en-US" sz="1600" b="1" dirty="0">
                <a:latin typeface="Segeo UI Light"/>
              </a:rPr>
              <a:t> </a:t>
            </a:r>
            <a:r>
              <a:rPr lang="en-US" sz="1600" b="1" dirty="0" err="1">
                <a:latin typeface="Segeo UI Light"/>
              </a:rPr>
              <a:t>quan</a:t>
            </a:r>
            <a:r>
              <a:rPr lang="en-US" sz="1600" b="1" dirty="0">
                <a:latin typeface="Segeo UI Light"/>
              </a:rPr>
              <a:t> </a:t>
            </a:r>
            <a:r>
              <a:rPr lang="en-US" sz="1600" b="1" dirty="0" err="1">
                <a:latin typeface="Segeo UI Light"/>
              </a:rPr>
              <a:t>đến</a:t>
            </a:r>
            <a:r>
              <a:rPr lang="en-US" sz="1600" b="1" dirty="0">
                <a:latin typeface="Segeo UI Light"/>
              </a:rPr>
              <a:t> </a:t>
            </a:r>
            <a:r>
              <a:rPr lang="en-US" sz="1600" b="1" dirty="0" err="1">
                <a:latin typeface="Segeo UI Light"/>
              </a:rPr>
              <a:t>người</a:t>
            </a:r>
            <a:r>
              <a:rPr lang="en-US" sz="1600" b="1" dirty="0">
                <a:latin typeface="Segeo UI Light"/>
              </a:rPr>
              <a:t> </a:t>
            </a:r>
            <a:r>
              <a:rPr lang="en-US" sz="1600" b="1" dirty="0" err="1">
                <a:latin typeface="Segeo UI Light"/>
              </a:rPr>
              <a:t>dân</a:t>
            </a:r>
            <a:r>
              <a:rPr lang="en-US" sz="1600" b="1" dirty="0">
                <a:latin typeface="Segeo UI Light"/>
              </a:rPr>
              <a:t> / </a:t>
            </a:r>
            <a:r>
              <a:rPr lang="en-US" sz="1600" b="1" dirty="0" err="1">
                <a:latin typeface="Segeo UI Light"/>
              </a:rPr>
              <a:t>doanh</a:t>
            </a:r>
            <a:r>
              <a:rPr lang="en-US" sz="1600" b="1" dirty="0">
                <a:latin typeface="Segeo UI Light"/>
              </a:rPr>
              <a:t> </a:t>
            </a:r>
            <a:r>
              <a:rPr lang="en-US" sz="1600" b="1" dirty="0" err="1">
                <a:latin typeface="Segeo UI Light"/>
              </a:rPr>
              <a:t>nghiệp</a:t>
            </a:r>
            <a:br>
              <a:rPr lang="en-US" sz="1600" dirty="0">
                <a:latin typeface="Segeo UI Light"/>
              </a:rPr>
            </a:br>
            <a:r>
              <a:rPr lang="en-US" sz="1600" dirty="0">
                <a:latin typeface="Segeo UI Light"/>
              </a:rPr>
              <a:t>- </a:t>
            </a:r>
            <a:r>
              <a:rPr lang="en-US" sz="1600" dirty="0" err="1">
                <a:latin typeface="Segeo UI Light"/>
              </a:rPr>
              <a:t>Nhận</a:t>
            </a:r>
            <a:r>
              <a:rPr lang="en-US" sz="1600" dirty="0">
                <a:latin typeface="Segeo UI Light"/>
              </a:rPr>
              <a:t> </a:t>
            </a:r>
            <a:r>
              <a:rPr lang="en-US" sz="1600" dirty="0" err="1">
                <a:latin typeface="Segeo UI Light"/>
              </a:rPr>
              <a:t>thức</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sự</a:t>
            </a:r>
            <a:r>
              <a:rPr lang="en-US" sz="1600" dirty="0">
                <a:latin typeface="Segeo UI Light"/>
              </a:rPr>
              <a:t> </a:t>
            </a:r>
            <a:r>
              <a:rPr lang="en-US" sz="1600" dirty="0" err="1">
                <a:latin typeface="Segeo UI Light"/>
              </a:rPr>
              <a:t>chấp</a:t>
            </a:r>
            <a:r>
              <a:rPr lang="en-US" sz="1600" dirty="0">
                <a:latin typeface="Segeo UI Light"/>
              </a:rPr>
              <a:t> </a:t>
            </a:r>
            <a:r>
              <a:rPr lang="en-US" sz="1600" dirty="0" err="1">
                <a:latin typeface="Segeo UI Light"/>
              </a:rPr>
              <a:t>nhận</a:t>
            </a:r>
            <a:r>
              <a:rPr lang="en-US" sz="1600" dirty="0">
                <a:latin typeface="Segeo UI Light"/>
              </a:rPr>
              <a:t> </a:t>
            </a:r>
            <a:r>
              <a:rPr lang="en-US" sz="1600" dirty="0" err="1">
                <a:latin typeface="Segeo UI Light"/>
              </a:rPr>
              <a:t>của</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dùng</a:t>
            </a:r>
            <a:r>
              <a:rPr lang="en-US" sz="1600" dirty="0">
                <a:latin typeface="Segeo UI Light"/>
              </a:rPr>
              <a:t>, </a:t>
            </a:r>
            <a:r>
              <a:rPr lang="en-US" sz="1600" dirty="0" err="1">
                <a:latin typeface="Segeo UI Light"/>
              </a:rPr>
              <a:t>đặc</a:t>
            </a:r>
            <a:r>
              <a:rPr lang="en-US" sz="1600" dirty="0">
                <a:latin typeface="Segeo UI Light"/>
              </a:rPr>
              <a:t> </a:t>
            </a:r>
            <a:r>
              <a:rPr lang="en-US" sz="1600" dirty="0" err="1">
                <a:latin typeface="Segeo UI Light"/>
              </a:rPr>
              <a:t>biệt</a:t>
            </a:r>
            <a:r>
              <a:rPr lang="en-US" sz="1600" dirty="0">
                <a:latin typeface="Segeo UI Light"/>
              </a:rPr>
              <a:t> </a:t>
            </a:r>
            <a:r>
              <a:rPr lang="en-US" sz="1600" dirty="0" err="1">
                <a:latin typeface="Segeo UI Light"/>
              </a:rPr>
              <a:t>cá</a:t>
            </a:r>
            <a:r>
              <a:rPr lang="en-US" sz="1600" dirty="0">
                <a:latin typeface="Segeo UI Light"/>
              </a:rPr>
              <a:t> </a:t>
            </a:r>
            <a:r>
              <a:rPr lang="en-US" sz="1600" dirty="0" err="1">
                <a:latin typeface="Segeo UI Light"/>
              </a:rPr>
              <a:t>nhân</a:t>
            </a:r>
            <a:r>
              <a:rPr lang="en-US" sz="1600" dirty="0">
                <a:latin typeface="Segeo UI Light"/>
              </a:rPr>
              <a:t>, </a:t>
            </a:r>
            <a:r>
              <a:rPr lang="en-US" sz="1600" dirty="0" err="1">
                <a:latin typeface="Segeo UI Light"/>
              </a:rPr>
              <a:t>doanh</a:t>
            </a:r>
            <a:r>
              <a:rPr lang="en-US" sz="1600" dirty="0">
                <a:latin typeface="Segeo UI Light"/>
              </a:rPr>
              <a:t> </a:t>
            </a:r>
            <a:r>
              <a:rPr lang="en-US" sz="1600" dirty="0" err="1">
                <a:latin typeface="Segeo UI Light"/>
              </a:rPr>
              <a:t>nghiệp</a:t>
            </a:r>
            <a:r>
              <a:rPr lang="en-US" sz="1600" dirty="0">
                <a:latin typeface="Segeo UI Light"/>
              </a:rPr>
              <a:t> </a:t>
            </a:r>
            <a:r>
              <a:rPr lang="en-US" sz="1600" dirty="0" err="1">
                <a:latin typeface="Segeo UI Light"/>
              </a:rPr>
              <a:t>nhỏ</a:t>
            </a:r>
            <a:r>
              <a:rPr lang="en-US" sz="1600" dirty="0">
                <a:latin typeface="Segeo UI Light"/>
              </a:rPr>
              <a:t>, </a:t>
            </a:r>
            <a:r>
              <a:rPr lang="en-US" sz="1600" dirty="0" err="1">
                <a:latin typeface="Segeo UI Light"/>
              </a:rPr>
              <a:t>vẫn</a:t>
            </a:r>
            <a:r>
              <a:rPr lang="en-US" sz="1600" dirty="0">
                <a:latin typeface="Segeo UI Light"/>
              </a:rPr>
              <a:t> </a:t>
            </a:r>
            <a:r>
              <a:rPr lang="en-US" sz="1600" dirty="0" err="1">
                <a:latin typeface="Segeo UI Light"/>
              </a:rPr>
              <a:t>chưa</a:t>
            </a:r>
            <a:r>
              <a:rPr lang="en-US" sz="1600" dirty="0">
                <a:latin typeface="Segeo UI Light"/>
              </a:rPr>
              <a:t> </a:t>
            </a:r>
            <a:r>
              <a:rPr lang="en-US" sz="1600" dirty="0" err="1">
                <a:latin typeface="Segeo UI Light"/>
              </a:rPr>
              <a:t>đồng</a:t>
            </a:r>
            <a:r>
              <a:rPr lang="en-US" sz="1600" dirty="0">
                <a:latin typeface="Segeo UI Light"/>
              </a:rPr>
              <a:t> </a:t>
            </a:r>
            <a:r>
              <a:rPr lang="en-US" sz="1600" dirty="0" err="1">
                <a:latin typeface="Segeo UI Light"/>
              </a:rPr>
              <a:t>đều</a:t>
            </a:r>
            <a:r>
              <a:rPr lang="en-US" sz="1600" dirty="0">
                <a:latin typeface="Segeo UI Light"/>
              </a:rPr>
              <a:t>.</a:t>
            </a:r>
            <a:br>
              <a:rPr lang="en-US" sz="1600" dirty="0">
                <a:latin typeface="Segeo UI Light"/>
              </a:rPr>
            </a:b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sử</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trong</a:t>
            </a:r>
            <a:r>
              <a:rPr lang="en-US" sz="1600" dirty="0">
                <a:latin typeface="Segeo UI Light"/>
              </a:rPr>
              <a:t> </a:t>
            </a:r>
            <a:r>
              <a:rPr lang="en-US" sz="1600" dirty="0" err="1">
                <a:latin typeface="Segeo UI Light"/>
              </a:rPr>
              <a:t>giao</a:t>
            </a:r>
            <a:r>
              <a:rPr lang="en-US" sz="1600" dirty="0">
                <a:latin typeface="Segeo UI Light"/>
              </a:rPr>
              <a:t> </a:t>
            </a:r>
            <a:r>
              <a:rPr lang="en-US" sz="1600" dirty="0" err="1">
                <a:latin typeface="Segeo UI Light"/>
              </a:rPr>
              <a:t>dịch</a:t>
            </a:r>
            <a:r>
              <a:rPr lang="en-US" sz="1600" dirty="0">
                <a:latin typeface="Segeo UI Light"/>
              </a:rPr>
              <a:t> </a:t>
            </a:r>
            <a:r>
              <a:rPr lang="en-US" sz="1600" dirty="0" err="1">
                <a:latin typeface="Segeo UI Light"/>
              </a:rPr>
              <a:t>hàng</a:t>
            </a:r>
            <a:r>
              <a:rPr lang="en-US" sz="1600" dirty="0">
                <a:latin typeface="Segeo UI Light"/>
              </a:rPr>
              <a:t> </a:t>
            </a:r>
            <a:r>
              <a:rPr lang="en-US" sz="1600" dirty="0" err="1">
                <a:latin typeface="Segeo UI Light"/>
              </a:rPr>
              <a:t>ngày</a:t>
            </a:r>
            <a:r>
              <a:rPr lang="en-US" sz="1600" dirty="0">
                <a:latin typeface="Segeo UI Light"/>
              </a:rPr>
              <a:t>, </a:t>
            </a:r>
            <a:r>
              <a:rPr lang="en-US" sz="1600" dirty="0" err="1">
                <a:latin typeface="Segeo UI Light"/>
              </a:rPr>
              <a:t>giao</a:t>
            </a:r>
            <a:r>
              <a:rPr lang="en-US" sz="1600" dirty="0">
                <a:latin typeface="Segeo UI Light"/>
              </a:rPr>
              <a:t> </a:t>
            </a:r>
            <a:r>
              <a:rPr lang="en-US" sz="1600" dirty="0" err="1">
                <a:latin typeface="Segeo UI Light"/>
              </a:rPr>
              <a:t>tiếp</a:t>
            </a:r>
            <a:r>
              <a:rPr lang="en-US" sz="1600" dirty="0">
                <a:latin typeface="Segeo UI Light"/>
              </a:rPr>
              <a:t> </a:t>
            </a:r>
            <a:r>
              <a:rPr lang="en-US" sz="1600" dirty="0" err="1">
                <a:latin typeface="Segeo UI Light"/>
              </a:rPr>
              <a:t>doanh</a:t>
            </a:r>
            <a:r>
              <a:rPr lang="en-US" sz="1600" dirty="0">
                <a:latin typeface="Segeo UI Light"/>
              </a:rPr>
              <a:t> </a:t>
            </a:r>
            <a:r>
              <a:rPr lang="en-US" sz="1600" dirty="0" err="1">
                <a:latin typeface="Segeo UI Light"/>
              </a:rPr>
              <a:t>nghiệp</a:t>
            </a:r>
            <a:r>
              <a:rPr lang="en-US" sz="1600" dirty="0">
                <a:latin typeface="Segeo UI Light"/>
              </a:rPr>
              <a:t> </a:t>
            </a:r>
            <a:r>
              <a:rPr lang="en-US" sz="1600" dirty="0" err="1">
                <a:latin typeface="Segeo UI Light"/>
              </a:rPr>
              <a:t>chưa</a:t>
            </a:r>
            <a:r>
              <a:rPr lang="en-US" sz="1600" dirty="0">
                <a:latin typeface="Segeo UI Light"/>
              </a:rPr>
              <a:t> </a:t>
            </a:r>
            <a:r>
              <a:rPr lang="en-US" sz="1600" dirty="0" err="1">
                <a:latin typeface="Segeo UI Light"/>
              </a:rPr>
              <a:t>phổ</a:t>
            </a:r>
            <a:r>
              <a:rPr lang="en-US" sz="1600" dirty="0">
                <a:latin typeface="Segeo UI Light"/>
              </a:rPr>
              <a:t> </a:t>
            </a:r>
            <a:r>
              <a:rPr lang="en-US" sz="1600" dirty="0" err="1">
                <a:latin typeface="Segeo UI Light"/>
              </a:rPr>
              <a:t>biến</a:t>
            </a:r>
            <a:r>
              <a:rPr lang="en-US" sz="1600" dirty="0">
                <a:latin typeface="Segeo UI Light"/>
              </a:rPr>
              <a:t> </a:t>
            </a:r>
            <a:r>
              <a:rPr lang="en-US" sz="1600" dirty="0" err="1">
                <a:latin typeface="Segeo UI Light"/>
              </a:rPr>
              <a:t>rộng</a:t>
            </a:r>
            <a:r>
              <a:rPr lang="en-US" sz="1600" dirty="0">
                <a:latin typeface="Segeo UI Light"/>
              </a:rPr>
              <a:t> </a:t>
            </a:r>
            <a:r>
              <a:rPr lang="en-US" sz="1600" dirty="0" err="1">
                <a:latin typeface="Segeo UI Light"/>
              </a:rPr>
              <a:t>như</a:t>
            </a:r>
            <a:r>
              <a:rPr lang="en-US" sz="1600" dirty="0">
                <a:latin typeface="Segeo UI Light"/>
              </a:rPr>
              <a:t> </a:t>
            </a:r>
            <a:r>
              <a:rPr lang="en-US" sz="1600" dirty="0" err="1">
                <a:latin typeface="Segeo UI Light"/>
              </a:rPr>
              <a:t>mong</a:t>
            </a:r>
            <a:r>
              <a:rPr lang="en-US" sz="1600" dirty="0">
                <a:latin typeface="Segeo UI Light"/>
              </a:rPr>
              <a:t> </a:t>
            </a:r>
            <a:r>
              <a:rPr lang="en-US" sz="1600" dirty="0" err="1">
                <a:latin typeface="Segeo UI Light"/>
              </a:rPr>
              <a:t>đợi</a:t>
            </a:r>
            <a:r>
              <a:rPr lang="en-US" sz="1600" dirty="0">
                <a:latin typeface="Segeo UI Light"/>
              </a:rPr>
              <a:t>.</a:t>
            </a:r>
            <a:br>
              <a:rPr lang="en-US" sz="1600" dirty="0">
                <a:latin typeface="Segeo UI Light"/>
              </a:rPr>
            </a:br>
            <a:r>
              <a:rPr lang="en-US" sz="1600" b="1" dirty="0" err="1">
                <a:latin typeface="Segeo UI Light"/>
              </a:rPr>
              <a:t>Kết</a:t>
            </a:r>
            <a:r>
              <a:rPr lang="en-US" sz="1600" b="1" dirty="0">
                <a:latin typeface="Segeo UI Light"/>
              </a:rPr>
              <a:t> </a:t>
            </a:r>
            <a:r>
              <a:rPr lang="en-US" sz="1600" b="1" dirty="0" err="1">
                <a:latin typeface="Segeo UI Light"/>
              </a:rPr>
              <a:t>luận</a:t>
            </a:r>
            <a:r>
              <a:rPr lang="en-US" sz="1600" b="1" dirty="0">
                <a:latin typeface="Segeo UI Light"/>
              </a:rPr>
              <a:t> &amp; </a:t>
            </a:r>
            <a:r>
              <a:rPr lang="en-US" sz="1600" b="1" dirty="0" err="1">
                <a:latin typeface="Segeo UI Light"/>
              </a:rPr>
              <a:t>nhận</a:t>
            </a:r>
            <a:r>
              <a:rPr lang="en-US" sz="1600" b="1" dirty="0">
                <a:latin typeface="Segeo UI Light"/>
              </a:rPr>
              <a:t> </a:t>
            </a:r>
            <a:r>
              <a:rPr lang="en-US" sz="1600" b="1" dirty="0" err="1">
                <a:latin typeface="Segeo UI Light"/>
              </a:rPr>
              <a:t>định</a:t>
            </a:r>
            <a:br>
              <a:rPr lang="en-US" sz="1600" dirty="0">
                <a:latin typeface="Segeo UI Light"/>
              </a:rPr>
            </a:br>
            <a:r>
              <a:rPr lang="en-US" sz="1600" dirty="0">
                <a:latin typeface="Segeo UI Light"/>
              </a:rPr>
              <a:t> Việt Nam </a:t>
            </a:r>
            <a:r>
              <a:rPr lang="en-US" sz="1600" dirty="0" err="1">
                <a:latin typeface="Segeo UI Light"/>
              </a:rPr>
              <a:t>đang</a:t>
            </a:r>
            <a:r>
              <a:rPr lang="en-US" sz="1600" dirty="0">
                <a:latin typeface="Segeo UI Light"/>
              </a:rPr>
              <a:t> </a:t>
            </a:r>
            <a:r>
              <a:rPr lang="en-US" sz="1600" dirty="0" err="1">
                <a:latin typeface="Segeo UI Light"/>
              </a:rPr>
              <a:t>trong</a:t>
            </a:r>
            <a:r>
              <a:rPr lang="en-US" sz="1600" dirty="0">
                <a:latin typeface="Segeo UI Light"/>
              </a:rPr>
              <a:t> </a:t>
            </a:r>
            <a:r>
              <a:rPr lang="en-US" sz="1600" dirty="0" err="1">
                <a:latin typeface="Segeo UI Light"/>
              </a:rPr>
              <a:t>giai</a:t>
            </a:r>
            <a:r>
              <a:rPr lang="en-US" sz="1600" dirty="0">
                <a:latin typeface="Segeo UI Light"/>
              </a:rPr>
              <a:t> </a:t>
            </a:r>
            <a:r>
              <a:rPr lang="en-US" sz="1600" dirty="0" err="1">
                <a:latin typeface="Segeo UI Light"/>
              </a:rPr>
              <a:t>đoạn</a:t>
            </a:r>
            <a:r>
              <a:rPr lang="en-US" sz="1600" dirty="0">
                <a:latin typeface="Segeo UI Light"/>
              </a:rPr>
              <a:t> </a:t>
            </a:r>
            <a:r>
              <a:rPr lang="en-US" sz="1600" dirty="0" err="1">
                <a:latin typeface="Segeo UI Light"/>
              </a:rPr>
              <a:t>đẩy</a:t>
            </a:r>
            <a:r>
              <a:rPr lang="en-US" sz="1600" dirty="0">
                <a:latin typeface="Segeo UI Light"/>
              </a:rPr>
              <a:t> </a:t>
            </a:r>
            <a:r>
              <a:rPr lang="en-US" sz="1600" dirty="0" err="1">
                <a:latin typeface="Segeo UI Light"/>
              </a:rPr>
              <a:t>mạnh</a:t>
            </a:r>
            <a:r>
              <a:rPr lang="en-US" sz="1600" dirty="0">
                <a:latin typeface="Segeo UI Light"/>
              </a:rPr>
              <a:t> </a:t>
            </a:r>
            <a:r>
              <a:rPr lang="en-US" sz="1600" dirty="0" err="1">
                <a:latin typeface="Segeo UI Light"/>
              </a:rPr>
              <a:t>mạnh</a:t>
            </a:r>
            <a:r>
              <a:rPr lang="en-US" sz="1600" dirty="0">
                <a:latin typeface="Segeo UI Light"/>
              </a:rPr>
              <a:t> </a:t>
            </a:r>
            <a:r>
              <a:rPr lang="en-US" sz="1600" dirty="0" err="1">
                <a:latin typeface="Segeo UI Light"/>
              </a:rPr>
              <a:t>mẽ</a:t>
            </a:r>
            <a:r>
              <a:rPr lang="en-US" sz="1600" dirty="0">
                <a:latin typeface="Segeo UI Light"/>
              </a:rPr>
              <a:t> </a:t>
            </a:r>
            <a:r>
              <a:rPr lang="en-US" sz="1600" dirty="0" err="1">
                <a:latin typeface="Segeo UI Light"/>
              </a:rPr>
              <a:t>hơn</a:t>
            </a:r>
            <a:r>
              <a:rPr lang="en-US" sz="1600" dirty="0">
                <a:latin typeface="Segeo UI Light"/>
              </a:rPr>
              <a:t> so </a:t>
            </a:r>
            <a:r>
              <a:rPr lang="en-US" sz="1600" dirty="0" err="1">
                <a:latin typeface="Segeo UI Light"/>
              </a:rPr>
              <a:t>với</a:t>
            </a:r>
            <a:r>
              <a:rPr lang="en-US" sz="1600" dirty="0">
                <a:latin typeface="Segeo UI Light"/>
              </a:rPr>
              <a:t> </a:t>
            </a:r>
            <a:r>
              <a:rPr lang="en-US" sz="1600" dirty="0" err="1">
                <a:latin typeface="Segeo UI Light"/>
              </a:rPr>
              <a:t>trước</a:t>
            </a:r>
            <a:r>
              <a:rPr lang="en-US" sz="1600" dirty="0">
                <a:latin typeface="Segeo UI Light"/>
              </a:rPr>
              <a:t>, </a:t>
            </a:r>
            <a:r>
              <a:rPr lang="en-US" sz="1600" dirty="0" err="1">
                <a:latin typeface="Segeo UI Light"/>
              </a:rPr>
              <a:t>cả</a:t>
            </a:r>
            <a:r>
              <a:rPr lang="en-US" sz="1600" dirty="0">
                <a:latin typeface="Segeo UI Light"/>
              </a:rPr>
              <a:t> </a:t>
            </a:r>
            <a:r>
              <a:rPr lang="en-US" sz="1600" dirty="0" err="1">
                <a:latin typeface="Segeo UI Light"/>
              </a:rPr>
              <a:t>về</a:t>
            </a:r>
            <a:r>
              <a:rPr lang="en-US" sz="1600" dirty="0">
                <a:latin typeface="Segeo UI Light"/>
              </a:rPr>
              <a:t> </a:t>
            </a:r>
            <a:r>
              <a:rPr lang="en-US" sz="1600" dirty="0" err="1">
                <a:latin typeface="Segeo UI Light"/>
              </a:rPr>
              <a:t>chính</a:t>
            </a:r>
            <a:r>
              <a:rPr lang="en-US" sz="1600" dirty="0">
                <a:latin typeface="Segeo UI Light"/>
              </a:rPr>
              <a:t> </a:t>
            </a:r>
            <a:r>
              <a:rPr lang="en-US" sz="1600" dirty="0" err="1">
                <a:latin typeface="Segeo UI Light"/>
              </a:rPr>
              <a:t>sách</a:t>
            </a:r>
            <a:r>
              <a:rPr lang="en-US" sz="1600" dirty="0">
                <a:latin typeface="Segeo UI Light"/>
              </a:rPr>
              <a:t> </a:t>
            </a:r>
            <a:r>
              <a:rPr lang="en-US" sz="1600" dirty="0" err="1">
                <a:latin typeface="Segeo UI Light"/>
              </a:rPr>
              <a:t>lẫn</a:t>
            </a:r>
            <a:r>
              <a:rPr lang="en-US" sz="1600" dirty="0">
                <a:latin typeface="Segeo UI Light"/>
              </a:rPr>
              <a:t> </a:t>
            </a:r>
            <a:r>
              <a:rPr lang="en-US" sz="1600" dirty="0" err="1">
                <a:latin typeface="Segeo UI Light"/>
              </a:rPr>
              <a:t>tăng</a:t>
            </a:r>
            <a:r>
              <a:rPr lang="en-US" sz="1600" dirty="0">
                <a:latin typeface="Segeo UI Light"/>
              </a:rPr>
              <a:t> </a:t>
            </a:r>
            <a:r>
              <a:rPr lang="en-US" sz="1600" dirty="0" err="1">
                <a:latin typeface="Segeo UI Light"/>
              </a:rPr>
              <a:t>trưởng</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tế</a:t>
            </a:r>
            <a:r>
              <a:rPr lang="en-US" sz="1600" dirty="0">
                <a:latin typeface="Segeo UI Light"/>
              </a:rPr>
              <a:t> </a:t>
            </a:r>
            <a:r>
              <a:rPr lang="en-US" sz="1600" dirty="0" err="1">
                <a:latin typeface="Segeo UI Light"/>
              </a:rPr>
              <a:t>của</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&amp; </a:t>
            </a:r>
            <a:r>
              <a:rPr lang="en-US" sz="1600" dirty="0" err="1">
                <a:latin typeface="Segeo UI Light"/>
              </a:rPr>
              <a:t>chứng</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điện</a:t>
            </a:r>
            <a:r>
              <a:rPr lang="en-US" sz="1600" dirty="0">
                <a:latin typeface="Segeo UI Light"/>
              </a:rPr>
              <a:t> </a:t>
            </a:r>
            <a:r>
              <a:rPr lang="en-US" sz="1600" dirty="0" err="1">
                <a:latin typeface="Segeo UI Light"/>
              </a:rPr>
              <a:t>tử</a:t>
            </a:r>
            <a:r>
              <a:rPr lang="en-US" sz="1600" dirty="0">
                <a:latin typeface="Segeo UI Light"/>
              </a:rPr>
              <a:t>.</a:t>
            </a:r>
            <a:br>
              <a:rPr lang="en-US" sz="1600" dirty="0">
                <a:latin typeface="Segeo UI Light"/>
              </a:rPr>
            </a:br>
            <a:r>
              <a:rPr lang="en-US" sz="1600" dirty="0">
                <a:latin typeface="Segeo UI Light"/>
              </a:rPr>
              <a:t> </a:t>
            </a:r>
            <a:r>
              <a:rPr lang="en-US" sz="1600" dirty="0" err="1">
                <a:latin typeface="Segeo UI Light"/>
              </a:rPr>
              <a:t>Mục</a:t>
            </a:r>
            <a:r>
              <a:rPr lang="en-US" sz="1600" dirty="0">
                <a:latin typeface="Segeo UI Light"/>
              </a:rPr>
              <a:t> </a:t>
            </a:r>
            <a:r>
              <a:rPr lang="en-US" sz="1600" dirty="0" err="1">
                <a:latin typeface="Segeo UI Light"/>
              </a:rPr>
              <a:t>tiêu</a:t>
            </a:r>
            <a:r>
              <a:rPr lang="en-US" sz="1600" dirty="0">
                <a:latin typeface="Segeo UI Light"/>
              </a:rPr>
              <a:t> </a:t>
            </a:r>
            <a:r>
              <a:rPr lang="en-US" sz="1600" dirty="0" err="1">
                <a:latin typeface="Segeo UI Light"/>
              </a:rPr>
              <a:t>năm</a:t>
            </a:r>
            <a:r>
              <a:rPr lang="en-US" sz="1600" dirty="0">
                <a:latin typeface="Segeo UI Light"/>
              </a:rPr>
              <a:t> 2025 </a:t>
            </a:r>
            <a:r>
              <a:rPr lang="en-US" sz="1600" dirty="0" err="1">
                <a:latin typeface="Segeo UI Light"/>
              </a:rPr>
              <a:t>rất</a:t>
            </a:r>
            <a:r>
              <a:rPr lang="en-US" sz="1600" dirty="0">
                <a:latin typeface="Segeo UI Light"/>
              </a:rPr>
              <a:t> </a:t>
            </a:r>
            <a:r>
              <a:rPr lang="en-US" sz="1600" dirty="0" err="1">
                <a:latin typeface="Segeo UI Light"/>
              </a:rPr>
              <a:t>rõ</a:t>
            </a:r>
            <a:r>
              <a:rPr lang="en-US" sz="1600" dirty="0">
                <a:latin typeface="Segeo UI Light"/>
              </a:rPr>
              <a:t> </a:t>
            </a:r>
            <a:r>
              <a:rPr lang="en-US" sz="1600" dirty="0" err="1">
                <a:latin typeface="Segeo UI Light"/>
              </a:rPr>
              <a:t>ràng</a:t>
            </a:r>
            <a:r>
              <a:rPr lang="en-US" sz="1600" dirty="0">
                <a:latin typeface="Segeo UI Light"/>
              </a:rPr>
              <a:t>: </a:t>
            </a:r>
            <a:r>
              <a:rPr lang="en-US" sz="1600" dirty="0" err="1">
                <a:latin typeface="Segeo UI Light"/>
              </a:rPr>
              <a:t>phổ</a:t>
            </a:r>
            <a:r>
              <a:rPr lang="en-US" sz="1600" dirty="0">
                <a:latin typeface="Segeo UI Light"/>
              </a:rPr>
              <a:t> </a:t>
            </a:r>
            <a:r>
              <a:rPr lang="en-US" sz="1600" dirty="0" err="1">
                <a:latin typeface="Segeo UI Light"/>
              </a:rPr>
              <a:t>cập</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phục</a:t>
            </a:r>
            <a:r>
              <a:rPr lang="en-US" sz="1600" dirty="0">
                <a:latin typeface="Segeo UI Light"/>
              </a:rPr>
              <a:t> </a:t>
            </a:r>
            <a:r>
              <a:rPr lang="en-US" sz="1600" dirty="0" err="1">
                <a:latin typeface="Segeo UI Light"/>
              </a:rPr>
              <a:t>vụ</a:t>
            </a:r>
            <a:r>
              <a:rPr lang="en-US" sz="1600" dirty="0">
                <a:latin typeface="Segeo UI Light"/>
              </a:rPr>
              <a:t> </a:t>
            </a:r>
            <a:r>
              <a:rPr lang="en-US" sz="1600" dirty="0" err="1">
                <a:latin typeface="Segeo UI Light"/>
              </a:rPr>
              <a:t>Chính</a:t>
            </a:r>
            <a:r>
              <a:rPr lang="en-US" sz="1600" dirty="0">
                <a:latin typeface="Segeo UI Light"/>
              </a:rPr>
              <a:t> </a:t>
            </a:r>
            <a:r>
              <a:rPr lang="en-US" sz="1600" dirty="0" err="1">
                <a:latin typeface="Segeo UI Light"/>
              </a:rPr>
              <a:t>phủ</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phát</a:t>
            </a:r>
            <a:r>
              <a:rPr lang="en-US" sz="1600" dirty="0">
                <a:latin typeface="Segeo UI Light"/>
              </a:rPr>
              <a:t> </a:t>
            </a:r>
            <a:r>
              <a:rPr lang="en-US" sz="1600" dirty="0" err="1">
                <a:latin typeface="Segeo UI Light"/>
              </a:rPr>
              <a:t>triển</a:t>
            </a:r>
            <a:r>
              <a:rPr lang="en-US" sz="1600" dirty="0">
                <a:latin typeface="Segeo UI Light"/>
              </a:rPr>
              <a:t> </a:t>
            </a:r>
            <a:r>
              <a:rPr lang="en-US" sz="1600" dirty="0" err="1">
                <a:latin typeface="Segeo UI Light"/>
              </a:rPr>
              <a:t>thương</a:t>
            </a:r>
            <a:r>
              <a:rPr lang="en-US" sz="1600" dirty="0">
                <a:latin typeface="Segeo UI Light"/>
              </a:rPr>
              <a:t> </a:t>
            </a:r>
            <a:r>
              <a:rPr lang="en-US" sz="1600" dirty="0" err="1">
                <a:latin typeface="Segeo UI Light"/>
              </a:rPr>
              <a:t>mại</a:t>
            </a:r>
            <a:r>
              <a:rPr lang="en-US" sz="1600" dirty="0">
                <a:latin typeface="Segeo UI Light"/>
              </a:rPr>
              <a:t> </a:t>
            </a:r>
            <a:r>
              <a:rPr lang="en-US" sz="1600" dirty="0" err="1">
                <a:latin typeface="Segeo UI Light"/>
              </a:rPr>
              <a:t>điện</a:t>
            </a:r>
            <a:r>
              <a:rPr lang="en-US" sz="1600" dirty="0">
                <a:latin typeface="Segeo UI Light"/>
              </a:rPr>
              <a:t> </a:t>
            </a:r>
            <a:r>
              <a:rPr lang="en-US" sz="1600" dirty="0" err="1">
                <a:latin typeface="Segeo UI Light"/>
              </a:rPr>
              <a:t>tử</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dịch</a:t>
            </a:r>
            <a:r>
              <a:rPr lang="en-US" sz="1600" dirty="0">
                <a:latin typeface="Segeo UI Light"/>
              </a:rPr>
              <a:t> </a:t>
            </a:r>
            <a:r>
              <a:rPr lang="en-US" sz="1600" dirty="0" err="1">
                <a:latin typeface="Segeo UI Light"/>
              </a:rPr>
              <a:t>vụ</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trực</a:t>
            </a:r>
            <a:r>
              <a:rPr lang="en-US" sz="1600" dirty="0">
                <a:latin typeface="Segeo UI Light"/>
              </a:rPr>
              <a:t> </a:t>
            </a:r>
            <a:r>
              <a:rPr lang="en-US" sz="1600" dirty="0" err="1">
                <a:latin typeface="Segeo UI Light"/>
              </a:rPr>
              <a:t>tuyến</a:t>
            </a:r>
            <a:r>
              <a:rPr lang="en-US" sz="1600" dirty="0">
                <a:latin typeface="Segeo UI Light"/>
              </a:rPr>
              <a:t>.</a:t>
            </a:r>
            <a:br>
              <a:rPr lang="en-US" sz="1600" dirty="0">
                <a:latin typeface="Segeo UI Light"/>
              </a:rPr>
            </a:br>
            <a:r>
              <a:rPr lang="en-US" sz="1600" dirty="0">
                <a:latin typeface="Segeo UI Light"/>
              </a:rPr>
              <a:t> </a:t>
            </a:r>
            <a:r>
              <a:rPr lang="en-US" sz="1600" dirty="0" err="1">
                <a:latin typeface="Segeo UI Light"/>
              </a:rPr>
              <a:t>Nhưng</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đạt</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mục</a:t>
            </a:r>
            <a:r>
              <a:rPr lang="en-US" sz="1600" dirty="0">
                <a:latin typeface="Segeo UI Light"/>
              </a:rPr>
              <a:t> </a:t>
            </a:r>
            <a:r>
              <a:rPr lang="en-US" sz="1600" dirty="0" err="1">
                <a:latin typeface="Segeo UI Light"/>
              </a:rPr>
              <a:t>tiêu</a:t>
            </a:r>
            <a:r>
              <a:rPr lang="en-US" sz="1600" dirty="0">
                <a:latin typeface="Segeo UI Light"/>
              </a:rPr>
              <a:t> </a:t>
            </a:r>
            <a:r>
              <a:rPr lang="en-US" sz="1600" dirty="0" err="1">
                <a:latin typeface="Segeo UI Light"/>
              </a:rPr>
              <a:t>ấy</a:t>
            </a:r>
            <a:r>
              <a:rPr lang="en-US" sz="1600" dirty="0">
                <a:latin typeface="Segeo UI Light"/>
              </a:rPr>
              <a:t>, </a:t>
            </a:r>
            <a:r>
              <a:rPr lang="en-US" sz="1600" dirty="0" err="1">
                <a:latin typeface="Segeo UI Light"/>
              </a:rPr>
              <a:t>cần</a:t>
            </a:r>
            <a:r>
              <a:rPr lang="en-US" sz="1600" dirty="0">
                <a:latin typeface="Segeo UI Light"/>
              </a:rPr>
              <a:t> </a:t>
            </a:r>
            <a:r>
              <a:rPr lang="en-US" sz="1600" dirty="0" err="1">
                <a:latin typeface="Segeo UI Light"/>
              </a:rPr>
              <a:t>tiếp</a:t>
            </a:r>
            <a:r>
              <a:rPr lang="en-US" sz="1600" dirty="0">
                <a:latin typeface="Segeo UI Light"/>
              </a:rPr>
              <a:t> </a:t>
            </a:r>
            <a:r>
              <a:rPr lang="en-US" sz="1600" dirty="0" err="1">
                <a:latin typeface="Segeo UI Light"/>
              </a:rPr>
              <a:t>tục</a:t>
            </a:r>
            <a:r>
              <a:rPr lang="en-US" sz="1600" dirty="0">
                <a:latin typeface="Segeo UI Light"/>
              </a:rPr>
              <a:t> </a:t>
            </a:r>
            <a:r>
              <a:rPr lang="en-US" sz="1600" dirty="0" err="1">
                <a:latin typeface="Segeo UI Light"/>
              </a:rPr>
              <a:t>khắc</a:t>
            </a:r>
            <a:r>
              <a:rPr lang="en-US" sz="1600" dirty="0">
                <a:latin typeface="Segeo UI Light"/>
              </a:rPr>
              <a:t> </a:t>
            </a:r>
            <a:r>
              <a:rPr lang="en-US" sz="1600" dirty="0" err="1">
                <a:latin typeface="Segeo UI Light"/>
              </a:rPr>
              <a:t>phục</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rào</a:t>
            </a:r>
            <a:r>
              <a:rPr lang="en-US" sz="1600" dirty="0">
                <a:latin typeface="Segeo UI Light"/>
              </a:rPr>
              <a:t> </a:t>
            </a:r>
            <a:r>
              <a:rPr lang="en-US" sz="1600" dirty="0" err="1">
                <a:latin typeface="Segeo UI Light"/>
              </a:rPr>
              <a:t>cản</a:t>
            </a:r>
            <a:r>
              <a:rPr lang="en-US" sz="1600" dirty="0">
                <a:latin typeface="Segeo UI Light"/>
              </a:rPr>
              <a:t> </a:t>
            </a:r>
            <a:r>
              <a:rPr lang="en-US" sz="1600" dirty="0" err="1">
                <a:latin typeface="Segeo UI Light"/>
              </a:rPr>
              <a:t>về</a:t>
            </a:r>
            <a:r>
              <a:rPr lang="en-US" sz="1600" dirty="0">
                <a:latin typeface="Segeo UI Light"/>
              </a:rPr>
              <a:t> </a:t>
            </a:r>
            <a:r>
              <a:rPr lang="en-US" sz="1600" dirty="0" err="1">
                <a:latin typeface="Segeo UI Light"/>
              </a:rPr>
              <a:t>kỹ</a:t>
            </a:r>
            <a:r>
              <a:rPr lang="en-US" sz="1600" dirty="0">
                <a:latin typeface="Segeo UI Light"/>
              </a:rPr>
              <a:t> </a:t>
            </a:r>
            <a:r>
              <a:rPr lang="en-US" sz="1600" dirty="0" err="1">
                <a:latin typeface="Segeo UI Light"/>
              </a:rPr>
              <a:t>thuật</a:t>
            </a:r>
            <a:r>
              <a:rPr lang="en-US" sz="1600" dirty="0">
                <a:latin typeface="Segeo UI Light"/>
              </a:rPr>
              <a:t>, </a:t>
            </a:r>
            <a:r>
              <a:rPr lang="en-US" sz="1600" dirty="0" err="1">
                <a:latin typeface="Segeo UI Light"/>
              </a:rPr>
              <a:t>bảo</a:t>
            </a:r>
            <a:r>
              <a:rPr lang="en-US" sz="1600" dirty="0">
                <a:latin typeface="Segeo UI Light"/>
              </a:rPr>
              <a:t> </a:t>
            </a:r>
            <a:r>
              <a:rPr lang="en-US" sz="1600" dirty="0" err="1">
                <a:latin typeface="Segeo UI Light"/>
              </a:rPr>
              <a:t>mật</a:t>
            </a:r>
            <a:r>
              <a:rPr lang="en-US" sz="1600" dirty="0">
                <a:latin typeface="Segeo UI Light"/>
              </a:rPr>
              <a:t>, </a:t>
            </a:r>
            <a:r>
              <a:rPr lang="en-US" sz="1600" dirty="0" err="1">
                <a:latin typeface="Segeo UI Light"/>
              </a:rPr>
              <a:t>tiện</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đặc</a:t>
            </a:r>
            <a:r>
              <a:rPr lang="en-US" sz="1600" dirty="0">
                <a:latin typeface="Segeo UI Light"/>
              </a:rPr>
              <a:t> </a:t>
            </a:r>
            <a:r>
              <a:rPr lang="en-US" sz="1600" dirty="0" err="1">
                <a:latin typeface="Segeo UI Light"/>
              </a:rPr>
              <a:t>biệt</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thúc</a:t>
            </a:r>
            <a:r>
              <a:rPr lang="en-US" sz="1600" dirty="0">
                <a:latin typeface="Segeo UI Light"/>
              </a:rPr>
              <a:t> </a:t>
            </a:r>
            <a:r>
              <a:rPr lang="en-US" sz="1600" dirty="0" err="1">
                <a:latin typeface="Segeo UI Light"/>
              </a:rPr>
              <a:t>đẩy</a:t>
            </a:r>
            <a:r>
              <a:rPr lang="en-US" sz="1600" dirty="0">
                <a:latin typeface="Segeo UI Light"/>
              </a:rPr>
              <a:t> </a:t>
            </a:r>
            <a:r>
              <a:rPr lang="en-US" sz="1600" dirty="0" err="1">
                <a:latin typeface="Segeo UI Light"/>
              </a:rPr>
              <a:t>sự</a:t>
            </a:r>
            <a:r>
              <a:rPr lang="en-US" sz="1600" dirty="0">
                <a:latin typeface="Segeo UI Light"/>
              </a:rPr>
              <a:t> </a:t>
            </a:r>
            <a:r>
              <a:rPr lang="en-US" sz="1600" dirty="0" err="1">
                <a:latin typeface="Segeo UI Light"/>
              </a:rPr>
              <a:t>tham</a:t>
            </a:r>
            <a:r>
              <a:rPr lang="en-US" sz="1600" dirty="0">
                <a:latin typeface="Segeo UI Light"/>
              </a:rPr>
              <a:t> </a:t>
            </a:r>
            <a:r>
              <a:rPr lang="en-US" sz="1600" dirty="0" err="1">
                <a:latin typeface="Segeo UI Light"/>
              </a:rPr>
              <a:t>gia</a:t>
            </a:r>
            <a:r>
              <a:rPr lang="en-US" sz="1600" dirty="0">
                <a:latin typeface="Segeo UI Light"/>
              </a:rPr>
              <a:t> </a:t>
            </a:r>
            <a:r>
              <a:rPr lang="en-US" sz="1600" dirty="0" err="1">
                <a:latin typeface="Segeo UI Light"/>
              </a:rPr>
              <a:t>rộng</a:t>
            </a:r>
            <a:r>
              <a:rPr lang="en-US" sz="1600" dirty="0">
                <a:latin typeface="Segeo UI Light"/>
              </a:rPr>
              <a:t> </a:t>
            </a:r>
            <a:r>
              <a:rPr lang="en-US" sz="1600" dirty="0" err="1">
                <a:latin typeface="Segeo UI Light"/>
              </a:rPr>
              <a:t>rãi</a:t>
            </a:r>
            <a:r>
              <a:rPr lang="en-US" sz="1600" dirty="0">
                <a:latin typeface="Segeo UI Light"/>
              </a:rPr>
              <a:t> </a:t>
            </a:r>
            <a:r>
              <a:rPr lang="en-US" sz="1600" dirty="0" err="1">
                <a:latin typeface="Segeo UI Light"/>
              </a:rPr>
              <a:t>của</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dân</a:t>
            </a:r>
            <a:r>
              <a:rPr lang="en-US" sz="1600" dirty="0">
                <a:latin typeface="Segeo UI Light"/>
              </a:rPr>
              <a:t>, </a:t>
            </a:r>
            <a:r>
              <a:rPr lang="en-US" sz="1600" dirty="0" err="1">
                <a:latin typeface="Segeo UI Light"/>
              </a:rPr>
              <a:t>doanh</a:t>
            </a:r>
            <a:r>
              <a:rPr lang="en-US" sz="1600" dirty="0">
                <a:latin typeface="Segeo UI Light"/>
              </a:rPr>
              <a:t> </a:t>
            </a:r>
            <a:r>
              <a:rPr lang="en-US" sz="1600" dirty="0" err="1">
                <a:latin typeface="Segeo UI Light"/>
              </a:rPr>
              <a:t>nghiệp</a:t>
            </a:r>
            <a:r>
              <a:rPr lang="en-US" sz="1600" dirty="0">
                <a:latin typeface="Segeo UI Light"/>
              </a:rPr>
              <a:t>.</a:t>
            </a:r>
          </a:p>
        </p:txBody>
      </p:sp>
    </p:spTree>
    <p:extLst>
      <p:ext uri="{BB962C8B-B14F-4D97-AF65-F5344CB8AC3E}">
        <p14:creationId xmlns:p14="http://schemas.microsoft.com/office/powerpoint/2010/main" val="20741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4BF5610-F062-0BF1-1314-67F453380A85}"/>
              </a:ext>
            </a:extLst>
          </p:cNvPr>
          <p:cNvSpPr txBox="1">
            <a:spLocks/>
          </p:cNvSpPr>
          <p:nvPr/>
        </p:nvSpPr>
        <p:spPr>
          <a:xfrm>
            <a:off x="783398" y="237893"/>
            <a:ext cx="7364426"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1.3. Định </a:t>
            </a:r>
            <a:r>
              <a:rPr lang="en-US" sz="3200" b="1" dirty="0" err="1">
                <a:latin typeface="Segeo UI Black"/>
              </a:rPr>
              <a:t>nghĩa</a:t>
            </a:r>
            <a:r>
              <a:rPr lang="en-US" sz="3200" b="1" dirty="0">
                <a:latin typeface="Segeo UI Black"/>
              </a:rPr>
              <a:t> PKI</a:t>
            </a:r>
            <a:endParaRPr lang="en-US" sz="3200" dirty="0">
              <a:latin typeface="Segeo UI Black"/>
            </a:endParaRPr>
          </a:p>
        </p:txBody>
      </p:sp>
      <p:sp>
        <p:nvSpPr>
          <p:cNvPr id="6" name="Title 1">
            <a:extLst>
              <a:ext uri="{FF2B5EF4-FFF2-40B4-BE49-F238E27FC236}">
                <a16:creationId xmlns:a16="http://schemas.microsoft.com/office/drawing/2014/main" id="{0F35442C-34C1-606D-5FD0-1ADF0F4DDE1A}"/>
              </a:ext>
            </a:extLst>
          </p:cNvPr>
          <p:cNvSpPr>
            <a:spLocks noGrp="1"/>
          </p:cNvSpPr>
          <p:nvPr>
            <p:ph type="title"/>
          </p:nvPr>
        </p:nvSpPr>
        <p:spPr>
          <a:xfrm>
            <a:off x="460917" y="944138"/>
            <a:ext cx="7899818" cy="3702204"/>
          </a:xfrm>
        </p:spPr>
        <p:txBody>
          <a:bodyPr/>
          <a:lstStyle/>
          <a:p>
            <a:r>
              <a:rPr lang="en-US" sz="1600" dirty="0">
                <a:latin typeface="Segeo UI Light"/>
              </a:rPr>
              <a:t>- </a:t>
            </a:r>
            <a:r>
              <a:rPr lang="en-US" sz="1600" dirty="0" err="1">
                <a:latin typeface="Segeo UI Light"/>
              </a:rPr>
              <a:t>Nền</a:t>
            </a:r>
            <a:r>
              <a:rPr lang="en-US" sz="1600" dirty="0">
                <a:latin typeface="Segeo UI Light"/>
              </a:rPr>
              <a:t> </a:t>
            </a:r>
            <a:r>
              <a:rPr lang="en-US" sz="1600" dirty="0" err="1">
                <a:latin typeface="Segeo UI Light"/>
              </a:rPr>
              <a:t>tảng</a:t>
            </a:r>
            <a:r>
              <a:rPr lang="en-US" sz="1600" dirty="0">
                <a:latin typeface="Segeo UI Light"/>
              </a:rPr>
              <a:t> </a:t>
            </a:r>
            <a:r>
              <a:rPr lang="en-US" sz="1600" dirty="0" err="1">
                <a:latin typeface="Segeo UI Light"/>
              </a:rPr>
              <a:t>cho</a:t>
            </a:r>
            <a:r>
              <a:rPr lang="en-US" sz="1600" dirty="0">
                <a:latin typeface="Segeo UI Light"/>
              </a:rPr>
              <a:t> </a:t>
            </a:r>
            <a:r>
              <a:rPr lang="en-US" sz="1600" dirty="0" err="1">
                <a:latin typeface="Segeo UI Light"/>
              </a:rPr>
              <a:t>mọi</a:t>
            </a:r>
            <a:r>
              <a:rPr lang="en-US" sz="1600" dirty="0">
                <a:latin typeface="Segeo UI Light"/>
              </a:rPr>
              <a:t> </a:t>
            </a:r>
            <a:r>
              <a:rPr lang="en-US" sz="1600" dirty="0" err="1">
                <a:latin typeface="Segeo UI Light"/>
              </a:rPr>
              <a:t>phương</a:t>
            </a:r>
            <a:r>
              <a:rPr lang="en-US" sz="1600" dirty="0">
                <a:latin typeface="Segeo UI Light"/>
              </a:rPr>
              <a:t> </a:t>
            </a:r>
            <a:r>
              <a:rPr lang="en-US" sz="1600" dirty="0" err="1">
                <a:latin typeface="Segeo UI Light"/>
              </a:rPr>
              <a:t>thức</a:t>
            </a:r>
            <a:r>
              <a:rPr lang="en-US" sz="1600" dirty="0">
                <a:latin typeface="Segeo UI Light"/>
              </a:rPr>
              <a:t> </a:t>
            </a:r>
            <a:r>
              <a:rPr lang="en-US" sz="1600" dirty="0" err="1">
                <a:latin typeface="Segeo UI Light"/>
              </a:rPr>
              <a:t>truyền</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một</a:t>
            </a:r>
            <a:r>
              <a:rPr lang="en-US" sz="1600" dirty="0">
                <a:latin typeface="Segeo UI Light"/>
              </a:rPr>
              <a:t> </a:t>
            </a:r>
            <a:r>
              <a:rPr lang="en-US" sz="1600" dirty="0" err="1">
                <a:latin typeface="Segeo UI Light"/>
              </a:rPr>
              <a:t>cơ</a:t>
            </a:r>
            <a:r>
              <a:rPr lang="en-US" sz="1600" dirty="0">
                <a:latin typeface="Segeo UI Light"/>
              </a:rPr>
              <a:t> </a:t>
            </a:r>
            <a:r>
              <a:rPr lang="en-US" sz="1600" dirty="0" err="1">
                <a:latin typeface="Segeo UI Light"/>
              </a:rPr>
              <a:t>chế</a:t>
            </a:r>
            <a:r>
              <a:rPr lang="en-US" sz="1600" dirty="0">
                <a:latin typeface="Segeo UI Light"/>
              </a:rPr>
              <a:t> tin </a:t>
            </a:r>
            <a:r>
              <a:rPr lang="en-US" sz="1600" dirty="0" err="1">
                <a:latin typeface="Segeo UI Light"/>
              </a:rPr>
              <a:t>cậy</a:t>
            </a:r>
            <a:r>
              <a:rPr lang="en-US" sz="1600" dirty="0">
                <a:latin typeface="Segeo UI Light"/>
              </a:rPr>
              <a:t> </a:t>
            </a:r>
            <a:r>
              <a:rPr lang="en-US" sz="1600" dirty="0" err="1">
                <a:latin typeface="Segeo UI Light"/>
              </a:rPr>
              <a:t>mặc</a:t>
            </a:r>
            <a:r>
              <a:rPr lang="en-US" sz="1600" dirty="0">
                <a:latin typeface="Segeo UI Light"/>
              </a:rPr>
              <a:t> </a:t>
            </a:r>
            <a:r>
              <a:rPr lang="en-US" sz="1600" dirty="0" err="1">
                <a:latin typeface="Segeo UI Light"/>
              </a:rPr>
              <a:t>dù</a:t>
            </a:r>
            <a:r>
              <a:rPr lang="en-US" sz="1600" dirty="0">
                <a:latin typeface="Segeo UI Light"/>
              </a:rPr>
              <a:t> </a:t>
            </a:r>
            <a:r>
              <a:rPr lang="en-US" sz="1600" dirty="0" err="1">
                <a:latin typeface="Segeo UI Light"/>
              </a:rPr>
              <a:t>truyền</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dựa</a:t>
            </a:r>
            <a:r>
              <a:rPr lang="en-US" sz="1600" dirty="0">
                <a:latin typeface="Segeo UI Light"/>
              </a:rPr>
              <a:t> </a:t>
            </a:r>
            <a:r>
              <a:rPr lang="en-US" sz="1600" dirty="0" err="1">
                <a:latin typeface="Segeo UI Light"/>
              </a:rPr>
              <a:t>vào</a:t>
            </a:r>
            <a:r>
              <a:rPr lang="en-US" sz="1600" dirty="0">
                <a:latin typeface="Segeo UI Light"/>
              </a:rPr>
              <a:t> </a:t>
            </a:r>
            <a:r>
              <a:rPr lang="en-US" sz="1600" dirty="0" err="1">
                <a:latin typeface="Segeo UI Light"/>
              </a:rPr>
              <a:t>phương</a:t>
            </a:r>
            <a:r>
              <a:rPr lang="en-US" sz="1600" dirty="0">
                <a:latin typeface="Segeo UI Light"/>
              </a:rPr>
              <a:t> </a:t>
            </a:r>
            <a:r>
              <a:rPr lang="en-US" sz="1600" dirty="0" err="1">
                <a:latin typeface="Segeo UI Light"/>
              </a:rPr>
              <a:t>thức</a:t>
            </a:r>
            <a:r>
              <a:rPr lang="en-US" sz="1600" dirty="0">
                <a:latin typeface="Segeo UI Light"/>
              </a:rPr>
              <a:t> </a:t>
            </a:r>
            <a:r>
              <a:rPr lang="en-US" sz="1600" dirty="0" err="1">
                <a:latin typeface="Segeo UI Light"/>
              </a:rPr>
              <a:t>vật</a:t>
            </a:r>
            <a:r>
              <a:rPr lang="en-US" sz="1600" dirty="0">
                <a:latin typeface="Segeo UI Light"/>
              </a:rPr>
              <a:t> </a:t>
            </a:r>
            <a:r>
              <a:rPr lang="en-US" sz="1600" dirty="0" err="1">
                <a:latin typeface="Segeo UI Light"/>
              </a:rPr>
              <a:t>lý</a:t>
            </a:r>
            <a:r>
              <a:rPr lang="en-US" sz="1600" dirty="0">
                <a:latin typeface="Segeo UI Light"/>
              </a:rPr>
              <a:t> hay </a:t>
            </a:r>
            <a:r>
              <a:rPr lang="en-US" sz="1600" dirty="0" err="1">
                <a:latin typeface="Segeo UI Light"/>
              </a:rPr>
              <a:t>là</a:t>
            </a:r>
            <a:r>
              <a:rPr lang="en-US" sz="1600" dirty="0">
                <a:latin typeface="Segeo UI Light"/>
              </a:rPr>
              <a:t> </a:t>
            </a:r>
            <a:r>
              <a:rPr lang="en-US" sz="1600" dirty="0" err="1">
                <a:latin typeface="Segeo UI Light"/>
              </a:rPr>
              <a:t>điện</a:t>
            </a:r>
            <a:r>
              <a:rPr lang="en-US" sz="1600" dirty="0">
                <a:latin typeface="Segeo UI Light"/>
              </a:rPr>
              <a:t> </a:t>
            </a:r>
            <a:r>
              <a:rPr lang="en-US" sz="1600" dirty="0" err="1">
                <a:latin typeface="Segeo UI Light"/>
              </a:rPr>
              <a:t>tử</a:t>
            </a:r>
            <a:r>
              <a:rPr lang="en-US" sz="1600" dirty="0">
                <a:latin typeface="Segeo UI Light"/>
              </a:rPr>
              <a:t>. </a:t>
            </a:r>
            <a:r>
              <a:rPr lang="en-US" sz="1600" dirty="0" err="1">
                <a:latin typeface="Segeo UI Light"/>
              </a:rPr>
              <a:t>Đối</a:t>
            </a:r>
            <a:r>
              <a:rPr lang="en-US" sz="1600" dirty="0">
                <a:latin typeface="Segeo UI Light"/>
              </a:rPr>
              <a:t> </a:t>
            </a:r>
            <a:r>
              <a:rPr lang="en-US" sz="1600" dirty="0" err="1">
                <a:latin typeface="Segeo UI Light"/>
              </a:rPr>
              <a:t>với</a:t>
            </a: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truyền</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vật</a:t>
            </a:r>
            <a:r>
              <a:rPr lang="en-US" sz="1600" dirty="0">
                <a:latin typeface="Segeo UI Light"/>
              </a:rPr>
              <a:t> </a:t>
            </a:r>
            <a:r>
              <a:rPr lang="en-US" sz="1600" dirty="0" err="1">
                <a:latin typeface="Segeo UI Light"/>
              </a:rPr>
              <a:t>lý</a:t>
            </a:r>
            <a:r>
              <a:rPr lang="en-US" sz="1600" dirty="0">
                <a:latin typeface="Segeo UI Light"/>
              </a:rPr>
              <a:t> </a:t>
            </a:r>
            <a:r>
              <a:rPr lang="en-US" sz="1600" dirty="0" err="1">
                <a:latin typeface="Segeo UI Light"/>
              </a:rPr>
              <a:t>thì</a:t>
            </a: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xây</a:t>
            </a:r>
            <a:r>
              <a:rPr lang="en-US" sz="1600" dirty="0">
                <a:latin typeface="Segeo UI Light"/>
              </a:rPr>
              <a:t> </a:t>
            </a:r>
            <a:r>
              <a:rPr lang="en-US" sz="1600" dirty="0" err="1">
                <a:latin typeface="Segeo UI Light"/>
              </a:rPr>
              <a:t>dựng</a:t>
            </a:r>
            <a:r>
              <a:rPr lang="en-US" sz="1600" dirty="0">
                <a:latin typeface="Segeo UI Light"/>
              </a:rPr>
              <a:t> </a:t>
            </a:r>
            <a:r>
              <a:rPr lang="en-US" sz="1600" dirty="0" err="1">
                <a:latin typeface="Segeo UI Light"/>
              </a:rPr>
              <a:t>cơ</a:t>
            </a:r>
            <a:r>
              <a:rPr lang="en-US" sz="1600" dirty="0">
                <a:latin typeface="Segeo UI Light"/>
              </a:rPr>
              <a:t> </a:t>
            </a:r>
            <a:r>
              <a:rPr lang="en-US" sz="1600" dirty="0" err="1">
                <a:latin typeface="Segeo UI Light"/>
              </a:rPr>
              <a:t>chế</a:t>
            </a:r>
            <a:r>
              <a:rPr lang="en-US" sz="1600" dirty="0">
                <a:latin typeface="Segeo UI Light"/>
              </a:rPr>
              <a:t> tin </a:t>
            </a:r>
            <a:r>
              <a:rPr lang="en-US" sz="1600" dirty="0" err="1">
                <a:latin typeface="Segeo UI Light"/>
              </a:rPr>
              <a:t>cậy</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dễ</a:t>
            </a:r>
            <a:r>
              <a:rPr lang="en-US" sz="1600" dirty="0">
                <a:latin typeface="Segeo UI Light"/>
              </a:rPr>
              <a:t> </a:t>
            </a:r>
            <a:r>
              <a:rPr lang="en-US" sz="1600" dirty="0" err="1">
                <a:latin typeface="Segeo UI Light"/>
              </a:rPr>
              <a:t>dàng</a:t>
            </a:r>
            <a:r>
              <a:rPr lang="en-US" sz="1600" dirty="0">
                <a:latin typeface="Segeo UI Light"/>
              </a:rPr>
              <a:t> </a:t>
            </a:r>
            <a:r>
              <a:rPr lang="en-US" sz="1600" dirty="0" err="1">
                <a:latin typeface="Segeo UI Light"/>
              </a:rPr>
              <a:t>hơn</a:t>
            </a:r>
            <a:r>
              <a:rPr lang="en-US" sz="1600" dirty="0">
                <a:latin typeface="Segeo UI Light"/>
              </a:rPr>
              <a:t> </a:t>
            </a:r>
            <a:r>
              <a:rPr lang="en-US" sz="1600" dirty="0" err="1">
                <a:latin typeface="Segeo UI Light"/>
              </a:rPr>
              <a:t>khi</a:t>
            </a:r>
            <a:r>
              <a:rPr lang="en-US" sz="1600" dirty="0">
                <a:latin typeface="Segeo UI Light"/>
              </a:rPr>
              <a:t> </a:t>
            </a:r>
            <a:r>
              <a:rPr lang="en-US" sz="1600" dirty="0" err="1">
                <a:latin typeface="Segeo UI Light"/>
              </a:rPr>
              <a:t>bạn</a:t>
            </a: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thể</a:t>
            </a:r>
            <a:r>
              <a:rPr lang="en-US" sz="1600" dirty="0">
                <a:latin typeface="Segeo UI Light"/>
              </a:rPr>
              <a:t> </a:t>
            </a:r>
            <a:r>
              <a:rPr lang="en-US" sz="1600" dirty="0" err="1">
                <a:latin typeface="Segeo UI Light"/>
              </a:rPr>
              <a:t>phân</a:t>
            </a:r>
            <a:r>
              <a:rPr lang="en-US" sz="1600" dirty="0">
                <a:latin typeface="Segeo UI Light"/>
              </a:rPr>
              <a:t> </a:t>
            </a:r>
            <a:r>
              <a:rPr lang="en-US" sz="1600" dirty="0" err="1">
                <a:latin typeface="Segeo UI Light"/>
              </a:rPr>
              <a:t>biệt</a:t>
            </a:r>
            <a:r>
              <a:rPr lang="en-US" sz="1600" dirty="0">
                <a:latin typeface="Segeo UI Light"/>
              </a:rPr>
              <a:t> </a:t>
            </a:r>
            <a:r>
              <a:rPr lang="en-US" sz="1600" dirty="0" err="1">
                <a:latin typeface="Segeo UI Light"/>
              </a:rPr>
              <a:t>mọi</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với</a:t>
            </a:r>
            <a:r>
              <a:rPr lang="en-US" sz="1600" dirty="0">
                <a:latin typeface="Segeo UI Light"/>
              </a:rPr>
              <a:t> </a:t>
            </a:r>
            <a:r>
              <a:rPr lang="en-US" sz="1600" dirty="0" err="1">
                <a:latin typeface="Segeo UI Light"/>
              </a:rPr>
              <a:t>nhau</a:t>
            </a:r>
            <a:r>
              <a:rPr lang="en-US" sz="1600" dirty="0">
                <a:latin typeface="Segeo UI Light"/>
              </a:rPr>
              <a:t> </a:t>
            </a:r>
            <a:r>
              <a:rPr lang="en-US" sz="1600" dirty="0" err="1">
                <a:latin typeface="Segeo UI Light"/>
              </a:rPr>
              <a:t>thông</a:t>
            </a:r>
            <a:r>
              <a:rPr lang="en-US" sz="1600" dirty="0">
                <a:latin typeface="Segeo UI Light"/>
              </a:rPr>
              <a:t> qua </a:t>
            </a:r>
            <a:r>
              <a:rPr lang="en-US" sz="1600" dirty="0" err="1">
                <a:latin typeface="Segeo UI Light"/>
              </a:rPr>
              <a:t>khuôn</a:t>
            </a:r>
            <a:r>
              <a:rPr lang="en-US" sz="1600" dirty="0">
                <a:latin typeface="Segeo UI Light"/>
              </a:rPr>
              <a:t> </a:t>
            </a:r>
            <a:r>
              <a:rPr lang="en-US" sz="1600" dirty="0" err="1">
                <a:latin typeface="Segeo UI Light"/>
              </a:rPr>
              <a:t>mặt</a:t>
            </a:r>
            <a:r>
              <a:rPr lang="en-US" sz="1600" dirty="0">
                <a:latin typeface="Segeo UI Light"/>
              </a:rPr>
              <a:t> </a:t>
            </a:r>
            <a:r>
              <a:rPr lang="en-US" sz="1600" dirty="0" err="1">
                <a:latin typeface="Segeo UI Light"/>
              </a:rPr>
              <a:t>hoặc</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giấy</a:t>
            </a:r>
            <a:r>
              <a:rPr lang="en-US" sz="1600" dirty="0">
                <a:latin typeface="Segeo UI Light"/>
              </a:rPr>
              <a:t> </a:t>
            </a:r>
            <a:r>
              <a:rPr lang="en-US" sz="1600" dirty="0" err="1">
                <a:latin typeface="Segeo UI Light"/>
              </a:rPr>
              <a:t>tờ</a:t>
            </a:r>
            <a:r>
              <a:rPr lang="en-US" sz="1600" dirty="0">
                <a:latin typeface="Segeo UI Light"/>
              </a:rPr>
              <a:t> </a:t>
            </a:r>
            <a:r>
              <a:rPr lang="en-US" sz="1600" dirty="0" err="1">
                <a:latin typeface="Segeo UI Light"/>
              </a:rPr>
              <a:t>khác</a:t>
            </a:r>
            <a:r>
              <a:rPr lang="en-US" sz="1600" dirty="0">
                <a:latin typeface="Segeo UI Light"/>
              </a:rPr>
              <a:t> </a:t>
            </a:r>
            <a:r>
              <a:rPr lang="en-US" sz="1600" dirty="0" err="1">
                <a:latin typeface="Segeo UI Light"/>
              </a:rPr>
              <a:t>nhau</a:t>
            </a:r>
            <a:r>
              <a:rPr lang="en-US" sz="1600" dirty="0">
                <a:latin typeface="Segeo UI Light"/>
              </a:rPr>
              <a:t> </a:t>
            </a:r>
            <a:r>
              <a:rPr lang="en-US" sz="1600" dirty="0" err="1">
                <a:latin typeface="Segeo UI Light"/>
              </a:rPr>
              <a:t>như</a:t>
            </a:r>
            <a:r>
              <a:rPr lang="en-US" sz="1600" dirty="0">
                <a:latin typeface="Segeo UI Light"/>
              </a:rPr>
              <a:t> 26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minh</a:t>
            </a:r>
            <a:r>
              <a:rPr lang="en-US" sz="1600" dirty="0">
                <a:latin typeface="Segeo UI Light"/>
              </a:rPr>
              <a:t> </a:t>
            </a:r>
            <a:r>
              <a:rPr lang="en-US" sz="1600" dirty="0" err="1">
                <a:latin typeface="Segeo UI Light"/>
              </a:rPr>
              <a:t>nhân</a:t>
            </a:r>
            <a:r>
              <a:rPr lang="en-US" sz="1600" dirty="0">
                <a:latin typeface="Segeo UI Light"/>
              </a:rPr>
              <a:t> </a:t>
            </a:r>
            <a:r>
              <a:rPr lang="en-US" sz="1600" dirty="0" err="1">
                <a:latin typeface="Segeo UI Light"/>
              </a:rPr>
              <a:t>dân</a:t>
            </a:r>
            <a:r>
              <a:rPr lang="en-US" sz="1600" dirty="0">
                <a:latin typeface="Segeo UI Light"/>
              </a:rPr>
              <a:t>. Tuy </a:t>
            </a:r>
            <a:r>
              <a:rPr lang="en-US" sz="1600" dirty="0" err="1">
                <a:latin typeface="Segeo UI Light"/>
              </a:rPr>
              <a:t>nhiên</a:t>
            </a:r>
            <a:r>
              <a:rPr lang="en-US" sz="1600" dirty="0">
                <a:latin typeface="Segeo UI Light"/>
              </a:rPr>
              <a:t>, </a:t>
            </a:r>
            <a:r>
              <a:rPr lang="en-US" sz="1600" dirty="0" err="1">
                <a:latin typeface="Segeo UI Light"/>
              </a:rPr>
              <a:t>đối</a:t>
            </a:r>
            <a:r>
              <a:rPr lang="en-US" sz="1600" dirty="0">
                <a:latin typeface="Segeo UI Light"/>
              </a:rPr>
              <a:t> </a:t>
            </a:r>
            <a:r>
              <a:rPr lang="en-US" sz="1600" dirty="0" err="1">
                <a:latin typeface="Segeo UI Light"/>
              </a:rPr>
              <a:t>với</a:t>
            </a: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truyền</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điện</a:t>
            </a:r>
            <a:r>
              <a:rPr lang="en-US" sz="1600" dirty="0">
                <a:latin typeface="Segeo UI Light"/>
              </a:rPr>
              <a:t> </a:t>
            </a:r>
            <a:r>
              <a:rPr lang="en-US" sz="1600" dirty="0" err="1">
                <a:latin typeface="Segeo UI Light"/>
              </a:rPr>
              <a:t>tử</a:t>
            </a:r>
            <a:r>
              <a:rPr lang="en-US" sz="1600" dirty="0">
                <a:latin typeface="Segeo UI Light"/>
              </a:rPr>
              <a:t>, </a:t>
            </a:r>
            <a:r>
              <a:rPr lang="en-US" sz="1600" dirty="0" err="1">
                <a:latin typeface="Segeo UI Light"/>
              </a:rPr>
              <a:t>xây</a:t>
            </a:r>
            <a:r>
              <a:rPr lang="en-US" sz="1600" dirty="0">
                <a:latin typeface="Segeo UI Light"/>
              </a:rPr>
              <a:t> </a:t>
            </a:r>
            <a:r>
              <a:rPr lang="en-US" sz="1600" dirty="0" err="1">
                <a:latin typeface="Segeo UI Light"/>
              </a:rPr>
              <a:t>dựng</a:t>
            </a:r>
            <a:r>
              <a:rPr lang="en-US" sz="1600" dirty="0">
                <a:latin typeface="Segeo UI Light"/>
              </a:rPr>
              <a:t> </a:t>
            </a:r>
            <a:r>
              <a:rPr lang="en-US" sz="1600" dirty="0" err="1">
                <a:latin typeface="Segeo UI Light"/>
              </a:rPr>
              <a:t>cơ</a:t>
            </a:r>
            <a:r>
              <a:rPr lang="en-US" sz="1600" dirty="0">
                <a:latin typeface="Segeo UI Light"/>
              </a:rPr>
              <a:t> </a:t>
            </a:r>
            <a:r>
              <a:rPr lang="en-US" sz="1600" dirty="0" err="1">
                <a:latin typeface="Segeo UI Light"/>
              </a:rPr>
              <a:t>chế</a:t>
            </a:r>
            <a:r>
              <a:rPr lang="en-US" sz="1600" dirty="0">
                <a:latin typeface="Segeo UI Light"/>
              </a:rPr>
              <a:t> tin </a:t>
            </a:r>
            <a:r>
              <a:rPr lang="en-US" sz="1600" dirty="0" err="1">
                <a:latin typeface="Segeo UI Light"/>
              </a:rPr>
              <a:t>cậy</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khá</a:t>
            </a:r>
            <a:r>
              <a:rPr lang="en-US" sz="1600" dirty="0">
                <a:latin typeface="Segeo UI Light"/>
              </a:rPr>
              <a:t> </a:t>
            </a:r>
            <a:r>
              <a:rPr lang="en-US" sz="1600" dirty="0" err="1">
                <a:latin typeface="Segeo UI Light"/>
              </a:rPr>
              <a:t>khó</a:t>
            </a:r>
            <a:r>
              <a:rPr lang="en-US" sz="1600" dirty="0">
                <a:latin typeface="Segeo UI Light"/>
              </a:rPr>
              <a:t> </a:t>
            </a:r>
            <a:r>
              <a:rPr lang="en-US" sz="1600" dirty="0" err="1">
                <a:latin typeface="Segeo UI Light"/>
              </a:rPr>
              <a:t>khăn</a:t>
            </a:r>
            <a:r>
              <a:rPr lang="en-US" sz="1600" dirty="0">
                <a:latin typeface="Segeo UI Light"/>
              </a:rPr>
              <a:t> </a:t>
            </a:r>
            <a:r>
              <a:rPr lang="en-US" sz="1600" dirty="0" err="1">
                <a:latin typeface="Segeo UI Light"/>
              </a:rPr>
              <a:t>khi</a:t>
            </a:r>
            <a:r>
              <a:rPr lang="en-US" sz="1600" dirty="0">
                <a:latin typeface="Segeo UI Light"/>
              </a:rPr>
              <a:t> </a:t>
            </a:r>
            <a:r>
              <a:rPr lang="en-US" sz="1600" dirty="0" err="1">
                <a:latin typeface="Segeo UI Light"/>
              </a:rPr>
              <a:t>phải</a:t>
            </a:r>
            <a:r>
              <a:rPr lang="en-US" sz="1600" dirty="0">
                <a:latin typeface="Segeo UI Light"/>
              </a:rPr>
              <a:t> </a:t>
            </a:r>
            <a:r>
              <a:rPr lang="en-US" sz="1600" dirty="0" err="1">
                <a:latin typeface="Segeo UI Light"/>
              </a:rPr>
              <a:t>định</a:t>
            </a:r>
            <a:r>
              <a:rPr lang="en-US" sz="1600" dirty="0">
                <a:latin typeface="Segeo UI Light"/>
              </a:rPr>
              <a:t> </a:t>
            </a:r>
            <a:r>
              <a:rPr lang="en-US" sz="1600" dirty="0" err="1">
                <a:latin typeface="Segeo UI Light"/>
              </a:rPr>
              <a:t>danh</a:t>
            </a:r>
            <a:r>
              <a:rPr lang="en-US" sz="1600" dirty="0">
                <a:latin typeface="Segeo UI Light"/>
              </a:rPr>
              <a:t> </a:t>
            </a:r>
            <a:r>
              <a:rPr lang="en-US" sz="1600" dirty="0" err="1">
                <a:latin typeface="Segeo UI Light"/>
              </a:rPr>
              <a:t>những</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thể</a:t>
            </a:r>
            <a:r>
              <a:rPr lang="en-US" sz="1600" dirty="0">
                <a:latin typeface="Segeo UI Light"/>
              </a:rPr>
              <a:t> </a:t>
            </a:r>
            <a:r>
              <a:rPr lang="en-US" sz="1600" dirty="0" err="1">
                <a:latin typeface="Segeo UI Light"/>
              </a:rPr>
              <a:t>không</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định</a:t>
            </a:r>
            <a:r>
              <a:rPr lang="en-US" sz="1600" dirty="0">
                <a:latin typeface="Segeo UI Light"/>
              </a:rPr>
              <a:t>. Do </a:t>
            </a:r>
            <a:r>
              <a:rPr lang="en-US" sz="1600" dirty="0" err="1">
                <a:latin typeface="Segeo UI Light"/>
              </a:rPr>
              <a:t>vậy</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nhà</a:t>
            </a:r>
            <a:r>
              <a:rPr lang="en-US" sz="1600" dirty="0">
                <a:latin typeface="Segeo UI Light"/>
              </a:rPr>
              <a:t> khoa </a:t>
            </a:r>
            <a:r>
              <a:rPr lang="en-US" sz="1600" dirty="0" err="1">
                <a:latin typeface="Segeo UI Light"/>
              </a:rPr>
              <a:t>học</a:t>
            </a:r>
            <a:r>
              <a:rPr lang="en-US" sz="1600" dirty="0">
                <a:latin typeface="Segeo UI Light"/>
              </a:rPr>
              <a:t> </a:t>
            </a:r>
            <a:r>
              <a:rPr lang="en-US" sz="1600" dirty="0" err="1">
                <a:latin typeface="Segeo UI Light"/>
              </a:rPr>
              <a:t>đã</a:t>
            </a:r>
            <a:r>
              <a:rPr lang="en-US" sz="1600" dirty="0">
                <a:latin typeface="Segeo UI Light"/>
              </a:rPr>
              <a:t> </a:t>
            </a:r>
            <a:r>
              <a:rPr lang="en-US" sz="1600" dirty="0" err="1">
                <a:latin typeface="Segeo UI Light"/>
              </a:rPr>
              <a:t>xây</a:t>
            </a:r>
            <a:r>
              <a:rPr lang="en-US" sz="1600" dirty="0">
                <a:latin typeface="Segeo UI Light"/>
              </a:rPr>
              <a:t> </a:t>
            </a:r>
            <a:r>
              <a:rPr lang="en-US" sz="1600" dirty="0" err="1">
                <a:latin typeface="Segeo UI Light"/>
              </a:rPr>
              <a:t>dựng</a:t>
            </a:r>
            <a:r>
              <a:rPr lang="en-US" sz="1600" dirty="0">
                <a:latin typeface="Segeo UI Light"/>
              </a:rPr>
              <a:t> </a:t>
            </a:r>
            <a:r>
              <a:rPr lang="en-US" sz="1600" dirty="0" err="1">
                <a:latin typeface="Segeo UI Light"/>
              </a:rPr>
              <a:t>một</a:t>
            </a:r>
            <a:r>
              <a:rPr lang="en-US" sz="1600" dirty="0">
                <a:latin typeface="Segeo UI Light"/>
              </a:rPr>
              <a:t> </a:t>
            </a:r>
            <a:r>
              <a:rPr lang="en-US" sz="1600" dirty="0" err="1">
                <a:latin typeface="Segeo UI Light"/>
              </a:rPr>
              <a:t>cơ</a:t>
            </a:r>
            <a:r>
              <a:rPr lang="en-US" sz="1600" dirty="0">
                <a:latin typeface="Segeo UI Light"/>
              </a:rPr>
              <a:t> </a:t>
            </a:r>
            <a:r>
              <a:rPr lang="en-US" sz="1600" dirty="0" err="1">
                <a:latin typeface="Segeo UI Light"/>
              </a:rPr>
              <a:t>chế</a:t>
            </a:r>
            <a:r>
              <a:rPr lang="en-US" sz="1600" dirty="0">
                <a:latin typeface="Segeo UI Light"/>
              </a:rPr>
              <a:t> tin </a:t>
            </a:r>
            <a:r>
              <a:rPr lang="en-US" sz="1600" dirty="0" err="1">
                <a:latin typeface="Segeo UI Light"/>
              </a:rPr>
              <a:t>cậy</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hạ</a:t>
            </a:r>
            <a:r>
              <a:rPr lang="en-US" sz="1600" dirty="0">
                <a:latin typeface="Segeo UI Light"/>
              </a:rPr>
              <a:t> </a:t>
            </a:r>
            <a:r>
              <a:rPr lang="en-US" sz="1600" dirty="0" err="1">
                <a:latin typeface="Segeo UI Light"/>
              </a:rPr>
              <a:t>tầng</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 Public Key Infrastructure (PKI) [9].</a:t>
            </a:r>
            <a:br>
              <a:rPr lang="en-US" sz="1600" dirty="0">
                <a:latin typeface="Segeo UI Light"/>
              </a:rPr>
            </a:br>
            <a:r>
              <a:rPr lang="en-US" sz="1600" i="1" dirty="0">
                <a:latin typeface="Segeo UI Light"/>
              </a:rPr>
              <a:t> PKI </a:t>
            </a:r>
            <a:r>
              <a:rPr lang="en-US" sz="1600" i="1" dirty="0" err="1">
                <a:latin typeface="Segeo UI Light"/>
              </a:rPr>
              <a:t>có</a:t>
            </a:r>
            <a:r>
              <a:rPr lang="en-US" sz="1600" i="1" dirty="0">
                <a:latin typeface="Segeo UI Light"/>
              </a:rPr>
              <a:t> </a:t>
            </a:r>
            <a:r>
              <a:rPr lang="en-US" sz="1600" i="1" dirty="0" err="1">
                <a:latin typeface="Segeo UI Light"/>
              </a:rPr>
              <a:t>rất</a:t>
            </a:r>
            <a:r>
              <a:rPr lang="en-US" sz="1600" i="1" dirty="0">
                <a:latin typeface="Segeo UI Light"/>
              </a:rPr>
              <a:t> </a:t>
            </a:r>
            <a:r>
              <a:rPr lang="en-US" sz="1600" i="1" dirty="0" err="1">
                <a:latin typeface="Segeo UI Light"/>
              </a:rPr>
              <a:t>nhiều</a:t>
            </a:r>
            <a:r>
              <a:rPr lang="en-US" sz="1600" i="1" dirty="0">
                <a:latin typeface="Segeo UI Light"/>
              </a:rPr>
              <a:t> </a:t>
            </a:r>
            <a:r>
              <a:rPr lang="en-US" sz="1600" i="1" dirty="0" err="1">
                <a:latin typeface="Segeo UI Light"/>
              </a:rPr>
              <a:t>định</a:t>
            </a:r>
            <a:r>
              <a:rPr lang="en-US" sz="1600" i="1" dirty="0">
                <a:latin typeface="Segeo UI Light"/>
              </a:rPr>
              <a:t> </a:t>
            </a:r>
            <a:r>
              <a:rPr lang="en-US" sz="1600" i="1" dirty="0" err="1">
                <a:latin typeface="Segeo UI Light"/>
              </a:rPr>
              <a:t>nghĩa</a:t>
            </a:r>
            <a:r>
              <a:rPr lang="en-US" sz="1600" i="1" dirty="0">
                <a:latin typeface="Segeo UI Light"/>
              </a:rPr>
              <a:t>. </a:t>
            </a:r>
            <a:r>
              <a:rPr lang="en-US" sz="1600" i="1" dirty="0" err="1">
                <a:latin typeface="Segeo UI Light"/>
              </a:rPr>
              <a:t>Để</a:t>
            </a:r>
            <a:r>
              <a:rPr lang="en-US" sz="1600" i="1" dirty="0">
                <a:latin typeface="Segeo UI Light"/>
              </a:rPr>
              <a:t> </a:t>
            </a:r>
            <a:r>
              <a:rPr lang="en-US" sz="1600" i="1" dirty="0" err="1">
                <a:latin typeface="Segeo UI Light"/>
              </a:rPr>
              <a:t>hiểu</a:t>
            </a:r>
            <a:r>
              <a:rPr lang="en-US" sz="1600" i="1" dirty="0">
                <a:latin typeface="Segeo UI Light"/>
              </a:rPr>
              <a:t> </a:t>
            </a:r>
            <a:r>
              <a:rPr lang="en-US" sz="1600" i="1" dirty="0" err="1">
                <a:latin typeface="Segeo UI Light"/>
              </a:rPr>
              <a:t>sâu</a:t>
            </a:r>
            <a:r>
              <a:rPr lang="en-US" sz="1600" i="1" dirty="0">
                <a:latin typeface="Segeo UI Light"/>
              </a:rPr>
              <a:t> </a:t>
            </a:r>
            <a:r>
              <a:rPr lang="en-US" sz="1600" i="1" dirty="0" err="1">
                <a:latin typeface="Segeo UI Light"/>
              </a:rPr>
              <a:t>và</a:t>
            </a:r>
            <a:r>
              <a:rPr lang="en-US" sz="1600" i="1" dirty="0">
                <a:latin typeface="Segeo UI Light"/>
              </a:rPr>
              <a:t> </a:t>
            </a:r>
            <a:r>
              <a:rPr lang="en-US" sz="1600" i="1" dirty="0" err="1">
                <a:latin typeface="Segeo UI Light"/>
              </a:rPr>
              <a:t>rõ</a:t>
            </a:r>
            <a:r>
              <a:rPr lang="en-US" sz="1600" i="1" dirty="0">
                <a:latin typeface="Segeo UI Light"/>
              </a:rPr>
              <a:t> </a:t>
            </a:r>
            <a:r>
              <a:rPr lang="en-US" sz="1600" i="1" dirty="0" err="1">
                <a:latin typeface="Segeo UI Light"/>
              </a:rPr>
              <a:t>về</a:t>
            </a:r>
            <a:r>
              <a:rPr lang="en-US" sz="1600" i="1" dirty="0">
                <a:latin typeface="Segeo UI Light"/>
              </a:rPr>
              <a:t> PKI </a:t>
            </a:r>
            <a:r>
              <a:rPr lang="en-US" sz="1600" i="1" dirty="0" err="1">
                <a:latin typeface="Segeo UI Light"/>
              </a:rPr>
              <a:t>chúng</a:t>
            </a:r>
            <a:r>
              <a:rPr lang="en-US" sz="1600" i="1" dirty="0">
                <a:latin typeface="Segeo UI Light"/>
              </a:rPr>
              <a:t> ta </a:t>
            </a:r>
            <a:r>
              <a:rPr lang="en-US" sz="1600" i="1" dirty="0" err="1">
                <a:latin typeface="Segeo UI Light"/>
              </a:rPr>
              <a:t>có</a:t>
            </a:r>
            <a:r>
              <a:rPr lang="en-US" sz="1600" i="1" dirty="0">
                <a:latin typeface="Segeo UI Light"/>
              </a:rPr>
              <a:t> </a:t>
            </a:r>
            <a:r>
              <a:rPr lang="en-US" sz="1600" i="1" dirty="0" err="1">
                <a:latin typeface="Segeo UI Light"/>
              </a:rPr>
              <a:t>thể</a:t>
            </a:r>
            <a:r>
              <a:rPr lang="en-US" sz="1600" i="1" dirty="0">
                <a:latin typeface="Segeo UI Light"/>
              </a:rPr>
              <a:t> </a:t>
            </a:r>
            <a:r>
              <a:rPr lang="en-US" sz="1600" i="1" dirty="0" err="1">
                <a:latin typeface="Segeo UI Light"/>
              </a:rPr>
              <a:t>định</a:t>
            </a:r>
            <a:r>
              <a:rPr lang="en-US" sz="1600" i="1" dirty="0">
                <a:latin typeface="Segeo UI Light"/>
              </a:rPr>
              <a:t> </a:t>
            </a:r>
            <a:r>
              <a:rPr lang="en-US" sz="1600" i="1" dirty="0" err="1">
                <a:latin typeface="Segeo UI Light"/>
              </a:rPr>
              <a:t>nghĩa</a:t>
            </a:r>
            <a:r>
              <a:rPr lang="en-US" sz="1600" i="1" dirty="0">
                <a:latin typeface="Segeo UI Light"/>
              </a:rPr>
              <a:t> </a:t>
            </a:r>
            <a:r>
              <a:rPr lang="en-US" sz="1600" i="1" dirty="0" err="1">
                <a:latin typeface="Segeo UI Light"/>
              </a:rPr>
              <a:t>như</a:t>
            </a:r>
            <a:r>
              <a:rPr lang="en-US" sz="1600" i="1" dirty="0">
                <a:latin typeface="Segeo UI Light"/>
              </a:rPr>
              <a:t> </a:t>
            </a:r>
            <a:r>
              <a:rPr lang="en-US" sz="1600" i="1" dirty="0" err="1">
                <a:latin typeface="Segeo UI Light"/>
              </a:rPr>
              <a:t>sau</a:t>
            </a:r>
            <a:r>
              <a:rPr lang="en-US" sz="1600" i="1" dirty="0">
                <a:latin typeface="Segeo UI Light"/>
              </a:rPr>
              <a:t>:</a:t>
            </a:r>
            <a:br>
              <a:rPr lang="en-US" sz="1600" dirty="0">
                <a:latin typeface="Segeo UI Light"/>
              </a:rPr>
            </a:br>
            <a:r>
              <a:rPr lang="en-US" sz="1600" dirty="0">
                <a:latin typeface="Segeo UI Light"/>
              </a:rPr>
              <a:t>- PKI </a:t>
            </a:r>
            <a:r>
              <a:rPr lang="en-US" sz="1600" dirty="0" err="1">
                <a:latin typeface="Segeo UI Light"/>
              </a:rPr>
              <a:t>là</a:t>
            </a:r>
            <a:r>
              <a:rPr lang="en-US" sz="1600" dirty="0">
                <a:latin typeface="Segeo UI Light"/>
              </a:rPr>
              <a:t> </a:t>
            </a:r>
            <a:r>
              <a:rPr lang="en-US" sz="1600" dirty="0" err="1">
                <a:latin typeface="Segeo UI Light"/>
              </a:rPr>
              <a:t>một</a:t>
            </a:r>
            <a:r>
              <a:rPr lang="en-US" sz="1600" dirty="0">
                <a:latin typeface="Segeo UI Light"/>
              </a:rPr>
              <a:t> </a:t>
            </a:r>
            <a:r>
              <a:rPr lang="en-US" sz="1600" dirty="0" err="1">
                <a:latin typeface="Segeo UI Light"/>
              </a:rPr>
              <a:t>tập</a:t>
            </a:r>
            <a:r>
              <a:rPr lang="en-US" sz="1600" dirty="0">
                <a:latin typeface="Segeo UI Light"/>
              </a:rPr>
              <a:t> </a:t>
            </a:r>
            <a:r>
              <a:rPr lang="en-US" sz="1600" dirty="0" err="1">
                <a:latin typeface="Segeo UI Light"/>
              </a:rPr>
              <a:t>hợp</a:t>
            </a:r>
            <a:r>
              <a:rPr lang="en-US" sz="1600" dirty="0">
                <a:latin typeface="Segeo UI Light"/>
              </a:rPr>
              <a:t> </a:t>
            </a:r>
            <a:r>
              <a:rPr lang="en-US" sz="1600" dirty="0" err="1">
                <a:latin typeface="Segeo UI Light"/>
              </a:rPr>
              <a:t>phần</a:t>
            </a:r>
            <a:r>
              <a:rPr lang="en-US" sz="1600" dirty="0">
                <a:latin typeface="Segeo UI Light"/>
              </a:rPr>
              <a:t> </a:t>
            </a:r>
            <a:r>
              <a:rPr lang="en-US" sz="1600" dirty="0" err="1">
                <a:latin typeface="Segeo UI Light"/>
              </a:rPr>
              <a:t>cứng</a:t>
            </a:r>
            <a:r>
              <a:rPr lang="en-US" sz="1600" dirty="0">
                <a:latin typeface="Segeo UI Light"/>
              </a:rPr>
              <a:t>, </a:t>
            </a:r>
            <a:r>
              <a:rPr lang="en-US" sz="1600" dirty="0" err="1">
                <a:latin typeface="Segeo UI Light"/>
              </a:rPr>
              <a:t>phần</a:t>
            </a:r>
            <a:r>
              <a:rPr lang="en-US" sz="1600" dirty="0">
                <a:latin typeface="Segeo UI Light"/>
              </a:rPr>
              <a:t> </a:t>
            </a:r>
            <a:r>
              <a:rPr lang="en-US" sz="1600" dirty="0" err="1">
                <a:latin typeface="Segeo UI Light"/>
              </a:rPr>
              <a:t>mềm</a:t>
            </a:r>
            <a:r>
              <a:rPr lang="en-US" sz="1600" dirty="0">
                <a:latin typeface="Segeo UI Light"/>
              </a:rPr>
              <a:t>, con </a:t>
            </a:r>
            <a:r>
              <a:rPr lang="en-US" sz="1600" dirty="0" err="1">
                <a:latin typeface="Segeo UI Light"/>
              </a:rPr>
              <a:t>người</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chính</a:t>
            </a:r>
            <a:r>
              <a:rPr lang="en-US" sz="1600" dirty="0">
                <a:latin typeface="Segeo UI Light"/>
              </a:rPr>
              <a:t> </a:t>
            </a:r>
            <a:r>
              <a:rPr lang="en-US" sz="1600" dirty="0" err="1">
                <a:latin typeface="Segeo UI Light"/>
              </a:rPr>
              <a:t>sách</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thủ</a:t>
            </a:r>
            <a:r>
              <a:rPr lang="en-US" sz="1600" dirty="0">
                <a:latin typeface="Segeo UI Light"/>
              </a:rPr>
              <a:t> </a:t>
            </a:r>
            <a:r>
              <a:rPr lang="en-US" sz="1600" dirty="0" err="1">
                <a:latin typeface="Segeo UI Light"/>
              </a:rPr>
              <a:t>tục</a:t>
            </a:r>
            <a:r>
              <a:rPr lang="en-US" sz="1600" dirty="0">
                <a:latin typeface="Segeo UI Light"/>
              </a:rPr>
              <a:t> </a:t>
            </a:r>
            <a:r>
              <a:rPr lang="en-US" sz="1600" dirty="0" err="1">
                <a:latin typeface="Segeo UI Light"/>
              </a:rPr>
              <a:t>cần</a:t>
            </a:r>
            <a:r>
              <a:rPr lang="en-US" sz="1600" dirty="0">
                <a:latin typeface="Segeo UI Light"/>
              </a:rPr>
              <a:t> </a:t>
            </a:r>
            <a:r>
              <a:rPr lang="en-US" sz="1600" dirty="0" err="1">
                <a:latin typeface="Segeo UI Light"/>
              </a:rPr>
              <a:t>thiết</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tạo</a:t>
            </a:r>
            <a:r>
              <a:rPr lang="en-US" sz="1600" dirty="0">
                <a:latin typeface="Segeo UI Light"/>
              </a:rPr>
              <a:t>, </a:t>
            </a:r>
            <a:r>
              <a:rPr lang="en-US" sz="1600" dirty="0" err="1">
                <a:latin typeface="Segeo UI Light"/>
              </a:rPr>
              <a:t>quản</a:t>
            </a:r>
            <a:r>
              <a:rPr lang="en-US" sz="1600" dirty="0">
                <a:latin typeface="Segeo UI Light"/>
              </a:rPr>
              <a:t> </a:t>
            </a:r>
            <a:r>
              <a:rPr lang="en-US" sz="1600" dirty="0" err="1">
                <a:latin typeface="Segeo UI Light"/>
              </a:rPr>
              <a:t>lý</a:t>
            </a:r>
            <a:r>
              <a:rPr lang="en-US" sz="1600" dirty="0">
                <a:latin typeface="Segeo UI Light"/>
              </a:rPr>
              <a:t>, </a:t>
            </a:r>
            <a:r>
              <a:rPr lang="en-US" sz="1600" dirty="0" err="1">
                <a:latin typeface="Segeo UI Light"/>
              </a:rPr>
              <a:t>lưu</a:t>
            </a:r>
            <a:r>
              <a:rPr lang="en-US" sz="1600" dirty="0">
                <a:latin typeface="Segeo UI Light"/>
              </a:rPr>
              <a:t> </a:t>
            </a:r>
            <a:r>
              <a:rPr lang="en-US" sz="1600" dirty="0" err="1">
                <a:latin typeface="Segeo UI Light"/>
              </a:rPr>
              <a:t>trữ</a:t>
            </a:r>
            <a:r>
              <a:rPr lang="en-US" sz="1600" dirty="0">
                <a:latin typeface="Segeo UI Light"/>
              </a:rPr>
              <a:t>, </a:t>
            </a:r>
            <a:r>
              <a:rPr lang="en-US" sz="1600" dirty="0" err="1">
                <a:latin typeface="Segeo UI Light"/>
              </a:rPr>
              <a:t>phân</a:t>
            </a:r>
            <a:r>
              <a:rPr lang="en-US" sz="1600" dirty="0">
                <a:latin typeface="Segeo UI Light"/>
              </a:rPr>
              <a:t> </a:t>
            </a:r>
            <a:r>
              <a:rPr lang="en-US" sz="1600" dirty="0" err="1">
                <a:latin typeface="Segeo UI Light"/>
              </a:rPr>
              <a:t>phối</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thu</a:t>
            </a:r>
            <a:r>
              <a:rPr lang="en-US" sz="1600" dirty="0">
                <a:latin typeface="Segeo UI Light"/>
              </a:rPr>
              <a:t> </a:t>
            </a:r>
            <a:r>
              <a:rPr lang="en-US" sz="1600" dirty="0" err="1">
                <a:latin typeface="Segeo UI Light"/>
              </a:rPr>
              <a:t>hồi</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chỉ</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dựa</a:t>
            </a:r>
            <a:r>
              <a:rPr lang="en-US" sz="1600" dirty="0">
                <a:latin typeface="Segeo UI Light"/>
              </a:rPr>
              <a:t> </a:t>
            </a:r>
            <a:r>
              <a:rPr lang="en-US" sz="1600" dirty="0" err="1">
                <a:latin typeface="Segeo UI Light"/>
              </a:rPr>
              <a:t>trên</a:t>
            </a:r>
            <a:r>
              <a:rPr lang="en-US" sz="1600" dirty="0">
                <a:latin typeface="Segeo UI Light"/>
              </a:rPr>
              <a:t> </a:t>
            </a:r>
            <a:r>
              <a:rPr lang="en-US" sz="1600" dirty="0" err="1">
                <a:latin typeface="Segeo UI Light"/>
              </a:rPr>
              <a:t>mật</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a:t>
            </a:r>
          </a:p>
        </p:txBody>
      </p:sp>
    </p:spTree>
    <p:extLst>
      <p:ext uri="{BB962C8B-B14F-4D97-AF65-F5344CB8AC3E}">
        <p14:creationId xmlns:p14="http://schemas.microsoft.com/office/powerpoint/2010/main" val="218155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E3FF0E63-4E38-FFE2-3350-B96B4E633789}"/>
              </a:ext>
            </a:extLst>
          </p:cNvPr>
          <p:cNvSpPr txBox="1">
            <a:spLocks/>
          </p:cNvSpPr>
          <p:nvPr/>
        </p:nvSpPr>
        <p:spPr>
          <a:xfrm>
            <a:off x="783398" y="237893"/>
            <a:ext cx="7364426"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1.3. Định </a:t>
            </a:r>
            <a:r>
              <a:rPr lang="en-US" sz="3200" b="1" dirty="0" err="1">
                <a:latin typeface="Segeo UI Black"/>
              </a:rPr>
              <a:t>nghĩa</a:t>
            </a:r>
            <a:r>
              <a:rPr lang="en-US" sz="3200" b="1" dirty="0">
                <a:latin typeface="Segeo UI Black"/>
              </a:rPr>
              <a:t> PKI</a:t>
            </a:r>
            <a:endParaRPr lang="en-US" sz="3200" dirty="0">
              <a:latin typeface="Segeo UI Black"/>
            </a:endParaRPr>
          </a:p>
        </p:txBody>
      </p:sp>
      <p:sp>
        <p:nvSpPr>
          <p:cNvPr id="6" name="Title 1">
            <a:extLst>
              <a:ext uri="{FF2B5EF4-FFF2-40B4-BE49-F238E27FC236}">
                <a16:creationId xmlns:a16="http://schemas.microsoft.com/office/drawing/2014/main" id="{8589E143-0263-C84F-544B-719F4C148226}"/>
              </a:ext>
            </a:extLst>
          </p:cNvPr>
          <p:cNvSpPr>
            <a:spLocks noGrp="1"/>
          </p:cNvSpPr>
          <p:nvPr>
            <p:ph type="title"/>
          </p:nvPr>
        </p:nvSpPr>
        <p:spPr>
          <a:xfrm>
            <a:off x="460917" y="944138"/>
            <a:ext cx="7899818" cy="3702204"/>
          </a:xfrm>
        </p:spPr>
        <p:txBody>
          <a:bodyPr/>
          <a:lstStyle/>
          <a:p>
            <a:r>
              <a:rPr lang="en-US" sz="1600" dirty="0">
                <a:latin typeface="Segeo UI Light"/>
              </a:rPr>
              <a:t> - Trong </a:t>
            </a:r>
            <a:r>
              <a:rPr lang="en-US" sz="1600" dirty="0" err="1">
                <a:latin typeface="Segeo UI Light"/>
              </a:rPr>
              <a:t>mật</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cơ</a:t>
            </a:r>
            <a:r>
              <a:rPr lang="en-US" sz="1600" dirty="0">
                <a:latin typeface="Segeo UI Light"/>
              </a:rPr>
              <a:t> </a:t>
            </a:r>
            <a:r>
              <a:rPr lang="en-US" sz="1600" dirty="0" err="1">
                <a:latin typeface="Segeo UI Light"/>
              </a:rPr>
              <a:t>sở</a:t>
            </a:r>
            <a:r>
              <a:rPr lang="en-US" sz="1600" dirty="0">
                <a:latin typeface="Segeo UI Light"/>
              </a:rPr>
              <a:t> </a:t>
            </a:r>
            <a:r>
              <a:rPr lang="en-US" sz="1600" dirty="0" err="1">
                <a:latin typeface="Segeo UI Light"/>
              </a:rPr>
              <a:t>hạ</a:t>
            </a:r>
            <a:r>
              <a:rPr lang="en-US" sz="1600" dirty="0">
                <a:latin typeface="Segeo UI Light"/>
              </a:rPr>
              <a:t> </a:t>
            </a:r>
            <a:r>
              <a:rPr lang="en-US" sz="1600" dirty="0" err="1">
                <a:latin typeface="Segeo UI Light"/>
              </a:rPr>
              <a:t>tầng</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một</a:t>
            </a:r>
            <a:r>
              <a:rPr lang="en-US" sz="1600" dirty="0">
                <a:latin typeface="Segeo UI Light"/>
              </a:rPr>
              <a:t> </a:t>
            </a:r>
            <a:r>
              <a:rPr lang="en-US" sz="1600" dirty="0" err="1">
                <a:latin typeface="Segeo UI Light"/>
              </a:rPr>
              <a:t>cơ</a:t>
            </a:r>
            <a:r>
              <a:rPr lang="en-US" sz="1600" dirty="0">
                <a:latin typeface="Segeo UI Light"/>
              </a:rPr>
              <a:t> </a:t>
            </a:r>
            <a:r>
              <a:rPr lang="en-US" sz="1600" dirty="0" err="1">
                <a:latin typeface="Segeo UI Light"/>
              </a:rPr>
              <a:t>chế</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cho</a:t>
            </a:r>
            <a:r>
              <a:rPr lang="en-US" sz="1600" dirty="0">
                <a:latin typeface="Segeo UI Light"/>
              </a:rPr>
              <a:t> </a:t>
            </a:r>
            <a:r>
              <a:rPr lang="en-US" sz="1600" dirty="0" err="1">
                <a:latin typeface="Segeo UI Light"/>
              </a:rPr>
              <a:t>một</a:t>
            </a:r>
            <a:r>
              <a:rPr lang="en-US" sz="1600" dirty="0">
                <a:latin typeface="Segeo UI Light"/>
              </a:rPr>
              <a:t> </a:t>
            </a:r>
            <a:r>
              <a:rPr lang="en-US" sz="1600" dirty="0" err="1">
                <a:latin typeface="Segeo UI Light"/>
              </a:rPr>
              <a:t>bên</a:t>
            </a:r>
            <a:r>
              <a:rPr lang="en-US" sz="1600" dirty="0">
                <a:latin typeface="Segeo UI Light"/>
              </a:rPr>
              <a:t> </a:t>
            </a:r>
            <a:r>
              <a:rPr lang="en-US" sz="1600" dirty="0" err="1">
                <a:latin typeface="Segeo UI Light"/>
              </a:rPr>
              <a:t>thứ</a:t>
            </a:r>
            <a:r>
              <a:rPr lang="en-US" sz="1600" dirty="0">
                <a:latin typeface="Segeo UI Light"/>
              </a:rPr>
              <a:t> 3 (</a:t>
            </a:r>
            <a:r>
              <a:rPr lang="en-US" sz="1600" dirty="0" err="1">
                <a:latin typeface="Segeo UI Light"/>
              </a:rPr>
              <a:t>thường</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nhà</a:t>
            </a:r>
            <a:r>
              <a:rPr lang="en-US" sz="1600" dirty="0">
                <a:latin typeface="Segeo UI Light"/>
              </a:rPr>
              <a:t> </a:t>
            </a:r>
            <a:r>
              <a:rPr lang="en-US" sz="1600" dirty="0" err="1">
                <a:latin typeface="Segeo UI Light"/>
              </a:rPr>
              <a:t>cung</a:t>
            </a:r>
            <a:r>
              <a:rPr lang="en-US" sz="1600" dirty="0">
                <a:latin typeface="Segeo UI Light"/>
              </a:rPr>
              <a:t> </a:t>
            </a:r>
            <a:r>
              <a:rPr lang="en-US" sz="1600" dirty="0" err="1">
                <a:latin typeface="Segeo UI Light"/>
              </a:rPr>
              <a:t>cấp</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thư</a:t>
            </a:r>
            <a:r>
              <a:rPr lang="en-US" sz="1600" dirty="0">
                <a:latin typeface="Segeo UI Light"/>
              </a:rPr>
              <a:t> </a:t>
            </a:r>
            <a:r>
              <a:rPr lang="en-US" sz="1600" dirty="0" err="1">
                <a:latin typeface="Segeo UI Light"/>
              </a:rPr>
              <a:t>số</a:t>
            </a:r>
            <a:r>
              <a:rPr lang="en-US" sz="1600" dirty="0">
                <a:latin typeface="Segeo UI Light"/>
              </a:rPr>
              <a:t> - CA) </a:t>
            </a:r>
            <a:r>
              <a:rPr lang="en-US" sz="1600" dirty="0" err="1">
                <a:latin typeface="Segeo UI Light"/>
              </a:rPr>
              <a:t>cung</a:t>
            </a:r>
            <a:r>
              <a:rPr lang="en-US" sz="1600" dirty="0">
                <a:latin typeface="Segeo UI Light"/>
              </a:rPr>
              <a:t> </a:t>
            </a:r>
            <a:r>
              <a:rPr lang="en-US" sz="1600" dirty="0" err="1">
                <a:latin typeface="Segeo UI Light"/>
              </a:rPr>
              <a:t>cấp</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định</a:t>
            </a:r>
            <a:r>
              <a:rPr lang="en-US" sz="1600" dirty="0">
                <a:latin typeface="Segeo UI Light"/>
              </a:rPr>
              <a:t> </a:t>
            </a:r>
            <a:r>
              <a:rPr lang="en-US" sz="1600" dirty="0" err="1">
                <a:latin typeface="Segeo UI Light"/>
              </a:rPr>
              <a:t>danh</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bên</a:t>
            </a:r>
            <a:r>
              <a:rPr lang="en-US" sz="1600" dirty="0">
                <a:latin typeface="Segeo UI Light"/>
              </a:rPr>
              <a:t> </a:t>
            </a:r>
            <a:r>
              <a:rPr lang="en-US" sz="1600" dirty="0" err="1">
                <a:latin typeface="Segeo UI Light"/>
              </a:rPr>
              <a:t>tham</a:t>
            </a:r>
            <a:r>
              <a:rPr lang="en-US" sz="1600" dirty="0">
                <a:latin typeface="Segeo UI Light"/>
              </a:rPr>
              <a:t> </a:t>
            </a:r>
            <a:r>
              <a:rPr lang="en-US" sz="1600" dirty="0" err="1">
                <a:latin typeface="Segeo UI Light"/>
              </a:rPr>
              <a:t>gia</a:t>
            </a:r>
            <a:r>
              <a:rPr lang="en-US" sz="1600" dirty="0">
                <a:latin typeface="Segeo UI Light"/>
              </a:rPr>
              <a:t> </a:t>
            </a:r>
            <a:r>
              <a:rPr lang="en-US" sz="1600" dirty="0" err="1">
                <a:latin typeface="Segeo UI Light"/>
              </a:rPr>
              <a:t>vào</a:t>
            </a:r>
            <a:r>
              <a:rPr lang="en-US" sz="1600" dirty="0">
                <a:latin typeface="Segeo UI Light"/>
              </a:rPr>
              <a:t> </a:t>
            </a:r>
            <a:r>
              <a:rPr lang="en-US" sz="1600" dirty="0" err="1">
                <a:latin typeface="Segeo UI Light"/>
              </a:rPr>
              <a:t>quá</a:t>
            </a:r>
            <a:r>
              <a:rPr lang="en-US" sz="1600" dirty="0">
                <a:latin typeface="Segeo UI Light"/>
              </a:rPr>
              <a:t> </a:t>
            </a:r>
            <a:r>
              <a:rPr lang="en-US" sz="1600" dirty="0" err="1">
                <a:latin typeface="Segeo UI Light"/>
              </a:rPr>
              <a:t>trình</a:t>
            </a:r>
            <a:r>
              <a:rPr lang="en-US" sz="1600" dirty="0">
                <a:latin typeface="Segeo UI Light"/>
              </a:rPr>
              <a:t> </a:t>
            </a:r>
            <a:r>
              <a:rPr lang="en-US" sz="1600" dirty="0" err="1">
                <a:latin typeface="Segeo UI Light"/>
              </a:rPr>
              <a:t>trao</a:t>
            </a:r>
            <a:r>
              <a:rPr lang="en-US" sz="1600" dirty="0">
                <a:latin typeface="Segeo UI Light"/>
              </a:rPr>
              <a:t> </a:t>
            </a:r>
            <a:r>
              <a:rPr lang="en-US" sz="1600" dirty="0" err="1">
                <a:latin typeface="Segeo UI Light"/>
              </a:rPr>
              <a:t>đổi</a:t>
            </a:r>
            <a:r>
              <a:rPr lang="en-US" sz="1600" dirty="0">
                <a:latin typeface="Segeo UI Light"/>
              </a:rPr>
              <a:t> </a:t>
            </a:r>
            <a:r>
              <a:rPr lang="en-US" sz="1600" dirty="0" err="1">
                <a:latin typeface="Segeo UI Light"/>
              </a:rPr>
              <a:t>thông</a:t>
            </a:r>
            <a:r>
              <a:rPr lang="en-US" sz="1600" dirty="0">
                <a:latin typeface="Segeo UI Light"/>
              </a:rPr>
              <a:t> tin. </a:t>
            </a:r>
            <a:r>
              <a:rPr lang="en-US" sz="1600" dirty="0" err="1">
                <a:latin typeface="Segeo UI Light"/>
              </a:rPr>
              <a:t>Cơ</a:t>
            </a:r>
            <a:r>
              <a:rPr lang="en-US" sz="1600" dirty="0">
                <a:latin typeface="Segeo UI Light"/>
              </a:rPr>
              <a:t> </a:t>
            </a:r>
            <a:r>
              <a:rPr lang="en-US" sz="1600" dirty="0" err="1">
                <a:latin typeface="Segeo UI Light"/>
              </a:rPr>
              <a:t>chế</a:t>
            </a:r>
            <a:r>
              <a:rPr lang="en-US" sz="1600" dirty="0">
                <a:latin typeface="Segeo UI Light"/>
              </a:rPr>
              <a:t> </a:t>
            </a:r>
            <a:r>
              <a:rPr lang="en-US" sz="1600" dirty="0" err="1">
                <a:latin typeface="Segeo UI Light"/>
              </a:rPr>
              <a:t>này</a:t>
            </a:r>
            <a:r>
              <a:rPr lang="en-US" sz="1600" dirty="0">
                <a:latin typeface="Segeo UI Light"/>
              </a:rPr>
              <a:t> </a:t>
            </a:r>
            <a:r>
              <a:rPr lang="en-US" sz="1600" dirty="0" err="1">
                <a:latin typeface="Segeo UI Light"/>
              </a:rPr>
              <a:t>cũng</a:t>
            </a:r>
            <a:r>
              <a:rPr lang="en-US" sz="1600" dirty="0">
                <a:latin typeface="Segeo UI Light"/>
              </a:rPr>
              <a:t> </a:t>
            </a:r>
            <a:r>
              <a:rPr lang="en-US" sz="1600" dirty="0" err="1">
                <a:latin typeface="Segeo UI Light"/>
              </a:rPr>
              <a:t>cho</a:t>
            </a:r>
            <a:r>
              <a:rPr lang="en-US" sz="1600" dirty="0">
                <a:latin typeface="Segeo UI Light"/>
              </a:rPr>
              <a:t> </a:t>
            </a:r>
            <a:r>
              <a:rPr lang="en-US" sz="1600" dirty="0" err="1">
                <a:latin typeface="Segeo UI Light"/>
              </a:rPr>
              <a:t>phép</a:t>
            </a:r>
            <a:r>
              <a:rPr lang="en-US" sz="1600" dirty="0">
                <a:latin typeface="Segeo UI Light"/>
              </a:rPr>
              <a:t> </a:t>
            </a:r>
            <a:r>
              <a:rPr lang="en-US" sz="1600" dirty="0" err="1">
                <a:latin typeface="Segeo UI Light"/>
              </a:rPr>
              <a:t>gán</a:t>
            </a:r>
            <a:r>
              <a:rPr lang="en-US" sz="1600" dirty="0">
                <a:latin typeface="Segeo UI Light"/>
              </a:rPr>
              <a:t> </a:t>
            </a:r>
            <a:r>
              <a:rPr lang="en-US" sz="1600" dirty="0" err="1">
                <a:latin typeface="Segeo UI Light"/>
              </a:rPr>
              <a:t>cho</a:t>
            </a:r>
            <a:r>
              <a:rPr lang="en-US" sz="1600" dirty="0">
                <a:latin typeface="Segeo UI Light"/>
              </a:rPr>
              <a:t> </a:t>
            </a:r>
            <a:r>
              <a:rPr lang="en-US" sz="1600" dirty="0" err="1">
                <a:latin typeface="Segeo UI Light"/>
              </a:rPr>
              <a:t>mỗi</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sử</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trong</a:t>
            </a:r>
            <a:r>
              <a:rPr lang="en-US" sz="1600" dirty="0">
                <a:latin typeface="Segeo UI Light"/>
              </a:rPr>
              <a:t> </a:t>
            </a:r>
            <a:r>
              <a:rPr lang="en-US" sz="1600" dirty="0" err="1">
                <a:latin typeface="Segeo UI Light"/>
              </a:rPr>
              <a:t>hệ</a:t>
            </a:r>
            <a:r>
              <a:rPr lang="en-US" sz="1600" dirty="0">
                <a:latin typeface="Segeo UI Light"/>
              </a:rPr>
              <a:t> </a:t>
            </a:r>
            <a:r>
              <a:rPr lang="en-US" sz="1600" dirty="0" err="1">
                <a:latin typeface="Segeo UI Light"/>
              </a:rPr>
              <a:t>thống</a:t>
            </a:r>
            <a:r>
              <a:rPr lang="en-US" sz="1600" dirty="0">
                <a:latin typeface="Segeo UI Light"/>
              </a:rPr>
              <a:t> </a:t>
            </a:r>
            <a:r>
              <a:rPr lang="en-US" sz="1600" dirty="0" err="1">
                <a:latin typeface="Segeo UI Light"/>
              </a:rPr>
              <a:t>một</a:t>
            </a:r>
            <a:r>
              <a:rPr lang="en-US" sz="1600" dirty="0">
                <a:latin typeface="Segeo UI Light"/>
              </a:rPr>
              <a:t> </a:t>
            </a:r>
            <a:r>
              <a:rPr lang="en-US" sz="1600" dirty="0" err="1">
                <a:latin typeface="Segeo UI Light"/>
              </a:rPr>
              <a:t>cặp</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a:t>
            </a:r>
            <a:r>
              <a:rPr lang="en-US" sz="1600" dirty="0" err="1">
                <a:latin typeface="Segeo UI Light"/>
              </a:rPr>
              <a:t>khóa</a:t>
            </a:r>
            <a:r>
              <a:rPr lang="en-US" sz="1600" dirty="0">
                <a:latin typeface="Segeo UI Light"/>
              </a:rPr>
              <a:t> </a:t>
            </a:r>
            <a:r>
              <a:rPr lang="en-US" sz="1600" dirty="0" err="1">
                <a:latin typeface="Segeo UI Light"/>
              </a:rPr>
              <a:t>riêng</a:t>
            </a:r>
            <a:r>
              <a:rPr lang="en-US" sz="1600" dirty="0">
                <a:latin typeface="Segeo UI Light"/>
              </a:rPr>
              <a:t>. Các </a:t>
            </a:r>
            <a:r>
              <a:rPr lang="en-US" sz="1600" dirty="0" err="1">
                <a:latin typeface="Segeo UI Light"/>
              </a:rPr>
              <a:t>quá</a:t>
            </a:r>
            <a:r>
              <a:rPr lang="en-US" sz="1600" dirty="0">
                <a:latin typeface="Segeo UI Light"/>
              </a:rPr>
              <a:t> </a:t>
            </a:r>
            <a:r>
              <a:rPr lang="en-US" sz="1600" dirty="0" err="1">
                <a:latin typeface="Segeo UI Light"/>
              </a:rPr>
              <a:t>trình</a:t>
            </a:r>
            <a:r>
              <a:rPr lang="en-US" sz="1600" dirty="0">
                <a:latin typeface="Segeo UI Light"/>
              </a:rPr>
              <a:t> </a:t>
            </a:r>
            <a:r>
              <a:rPr lang="en-US" sz="1600" dirty="0" err="1">
                <a:latin typeface="Segeo UI Light"/>
              </a:rPr>
              <a:t>này</a:t>
            </a:r>
            <a:r>
              <a:rPr lang="en-US" sz="1600" dirty="0">
                <a:latin typeface="Segeo UI Light"/>
              </a:rPr>
              <a:t> </a:t>
            </a:r>
            <a:r>
              <a:rPr lang="en-US" sz="1600" dirty="0" err="1">
                <a:latin typeface="Segeo UI Light"/>
              </a:rPr>
              <a:t>thường</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hiện</a:t>
            </a:r>
            <a:r>
              <a:rPr lang="en-US" sz="1600" dirty="0">
                <a:latin typeface="Segeo UI Light"/>
              </a:rPr>
              <a:t> </a:t>
            </a:r>
            <a:r>
              <a:rPr lang="en-US" sz="1600" dirty="0" err="1">
                <a:latin typeface="Segeo UI Light"/>
              </a:rPr>
              <a:t>bởi</a:t>
            </a:r>
            <a:r>
              <a:rPr lang="en-US" sz="1600" dirty="0">
                <a:latin typeface="Segeo UI Light"/>
              </a:rPr>
              <a:t> </a:t>
            </a:r>
            <a:r>
              <a:rPr lang="en-US" sz="1600" dirty="0" err="1">
                <a:latin typeface="Segeo UI Light"/>
              </a:rPr>
              <a:t>một</a:t>
            </a:r>
            <a:r>
              <a:rPr lang="en-US" sz="1600" dirty="0">
                <a:latin typeface="Segeo UI Light"/>
              </a:rPr>
              <a:t> </a:t>
            </a:r>
            <a:r>
              <a:rPr lang="en-US" sz="1600" dirty="0" err="1">
                <a:latin typeface="Segeo UI Light"/>
              </a:rPr>
              <a:t>phần</a:t>
            </a:r>
            <a:r>
              <a:rPr lang="en-US" sz="1600" dirty="0">
                <a:latin typeface="Segeo UI Light"/>
              </a:rPr>
              <a:t> </a:t>
            </a:r>
            <a:r>
              <a:rPr lang="en-US" sz="1600" dirty="0" err="1">
                <a:latin typeface="Segeo UI Light"/>
              </a:rPr>
              <a:t>mềm</a:t>
            </a:r>
            <a:r>
              <a:rPr lang="en-US" sz="1600" dirty="0">
                <a:latin typeface="Segeo UI Light"/>
              </a:rPr>
              <a:t> </a:t>
            </a:r>
            <a:r>
              <a:rPr lang="en-US" sz="1600" dirty="0" err="1">
                <a:latin typeface="Segeo UI Light"/>
              </a:rPr>
              <a:t>đặt</a:t>
            </a:r>
            <a:r>
              <a:rPr lang="en-US" sz="1600" dirty="0">
                <a:latin typeface="Segeo UI Light"/>
              </a:rPr>
              <a:t> </a:t>
            </a:r>
            <a:r>
              <a:rPr lang="en-US" sz="1600" dirty="0" err="1">
                <a:latin typeface="Segeo UI Light"/>
              </a:rPr>
              <a:t>tại</a:t>
            </a:r>
            <a:r>
              <a:rPr lang="en-US" sz="1600" dirty="0">
                <a:latin typeface="Segeo UI Light"/>
              </a:rPr>
              <a:t> </a:t>
            </a:r>
            <a:r>
              <a:rPr lang="en-US" sz="1600" dirty="0" err="1">
                <a:latin typeface="Segeo UI Light"/>
              </a:rPr>
              <a:t>trung</a:t>
            </a:r>
            <a:r>
              <a:rPr lang="en-US" sz="1600" dirty="0">
                <a:latin typeface="Segeo UI Light"/>
              </a:rPr>
              <a:t> </a:t>
            </a:r>
            <a:r>
              <a:rPr lang="en-US" sz="1600" dirty="0" err="1">
                <a:latin typeface="Segeo UI Light"/>
              </a:rPr>
              <a:t>tâm</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phần</a:t>
            </a:r>
            <a:r>
              <a:rPr lang="en-US" sz="1600" dirty="0">
                <a:latin typeface="Segeo UI Light"/>
              </a:rPr>
              <a:t> </a:t>
            </a:r>
            <a:r>
              <a:rPr lang="en-US" sz="1600" dirty="0" err="1">
                <a:latin typeface="Segeo UI Light"/>
              </a:rPr>
              <a:t>mềm</a:t>
            </a:r>
            <a:r>
              <a:rPr lang="en-US" sz="1600" dirty="0">
                <a:latin typeface="Segeo UI Light"/>
              </a:rPr>
              <a:t> </a:t>
            </a:r>
            <a:r>
              <a:rPr lang="en-US" sz="1600" dirty="0" err="1">
                <a:latin typeface="Segeo UI Light"/>
              </a:rPr>
              <a:t>phối</a:t>
            </a:r>
            <a:r>
              <a:rPr lang="en-US" sz="1600" dirty="0">
                <a:latin typeface="Segeo UI Light"/>
              </a:rPr>
              <a:t> </a:t>
            </a:r>
            <a:r>
              <a:rPr lang="en-US" sz="1600" dirty="0" err="1">
                <a:latin typeface="Segeo UI Light"/>
              </a:rPr>
              <a:t>hợp</a:t>
            </a:r>
            <a:r>
              <a:rPr lang="en-US" sz="1600" dirty="0">
                <a:latin typeface="Segeo UI Light"/>
              </a:rPr>
              <a:t> </a:t>
            </a:r>
            <a:r>
              <a:rPr lang="en-US" sz="1600" dirty="0" err="1">
                <a:latin typeface="Segeo UI Light"/>
              </a:rPr>
              <a:t>khác</a:t>
            </a:r>
            <a:r>
              <a:rPr lang="en-US" sz="1600" dirty="0">
                <a:latin typeface="Segeo UI Light"/>
              </a:rPr>
              <a:t> </a:t>
            </a:r>
            <a:r>
              <a:rPr lang="en-US" sz="1600" dirty="0" err="1">
                <a:latin typeface="Segeo UI Light"/>
              </a:rPr>
              <a:t>tại</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địa</a:t>
            </a:r>
            <a:r>
              <a:rPr lang="en-US" sz="1600" dirty="0">
                <a:latin typeface="Segeo UI Light"/>
              </a:rPr>
              <a:t> </a:t>
            </a:r>
            <a:r>
              <a:rPr lang="en-US" sz="1600" dirty="0" err="1">
                <a:latin typeface="Segeo UI Light"/>
              </a:rPr>
              <a:t>điểm</a:t>
            </a:r>
            <a:r>
              <a:rPr lang="en-US" sz="1600" dirty="0">
                <a:latin typeface="Segeo UI Light"/>
              </a:rPr>
              <a:t> </a:t>
            </a:r>
            <a:r>
              <a:rPr lang="en-US" sz="1600" dirty="0" err="1">
                <a:latin typeface="Segeo UI Light"/>
              </a:rPr>
              <a:t>của</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dùng</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thường</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phân</a:t>
            </a:r>
            <a:r>
              <a:rPr lang="en-US" sz="1600" dirty="0">
                <a:latin typeface="Segeo UI Light"/>
              </a:rPr>
              <a:t> </a:t>
            </a:r>
            <a:r>
              <a:rPr lang="en-US" sz="1600" dirty="0" err="1">
                <a:latin typeface="Segeo UI Light"/>
              </a:rPr>
              <a:t>phối</a:t>
            </a:r>
            <a:r>
              <a:rPr lang="en-US" sz="1600" dirty="0">
                <a:latin typeface="Segeo UI Light"/>
              </a:rPr>
              <a:t> </a:t>
            </a:r>
            <a:r>
              <a:rPr lang="en-US" sz="1600" dirty="0" err="1">
                <a:latin typeface="Segeo UI Light"/>
              </a:rPr>
              <a:t>trong</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chỉ</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a:t>
            </a:r>
            <a:br>
              <a:rPr lang="en-US" sz="1600" dirty="0">
                <a:latin typeface="Segeo UI Light"/>
              </a:rPr>
            </a:br>
            <a:r>
              <a:rPr lang="en-US" sz="1600" dirty="0">
                <a:latin typeface="Segeo UI Light"/>
              </a:rPr>
              <a:t>- </a:t>
            </a:r>
            <a:r>
              <a:rPr lang="en-US" sz="1600" dirty="0" err="1">
                <a:latin typeface="Segeo UI Light"/>
              </a:rPr>
              <a:t>Khái</a:t>
            </a:r>
            <a:r>
              <a:rPr lang="en-US" sz="1600" dirty="0">
                <a:latin typeface="Segeo UI Light"/>
              </a:rPr>
              <a:t> </a:t>
            </a:r>
            <a:r>
              <a:rPr lang="en-US" sz="1600" dirty="0" err="1">
                <a:latin typeface="Segeo UI Light"/>
              </a:rPr>
              <a:t>niệm</a:t>
            </a:r>
            <a:r>
              <a:rPr lang="en-US" sz="1600" dirty="0">
                <a:latin typeface="Segeo UI Light"/>
              </a:rPr>
              <a:t> </a:t>
            </a:r>
            <a:r>
              <a:rPr lang="en-US" sz="1600" dirty="0" err="1">
                <a:latin typeface="Segeo UI Light"/>
              </a:rPr>
              <a:t>hạ</a:t>
            </a:r>
            <a:r>
              <a:rPr lang="en-US" sz="1600" dirty="0">
                <a:latin typeface="Segeo UI Light"/>
              </a:rPr>
              <a:t> </a:t>
            </a:r>
            <a:r>
              <a:rPr lang="en-US" sz="1600" dirty="0" err="1">
                <a:latin typeface="Segeo UI Light"/>
              </a:rPr>
              <a:t>tầng</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thường</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sử</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chỉ</a:t>
            </a:r>
            <a:r>
              <a:rPr lang="en-US" sz="1600" dirty="0">
                <a:latin typeface="Segeo UI Light"/>
              </a:rPr>
              <a:t> </a:t>
            </a:r>
            <a:r>
              <a:rPr lang="en-US" sz="1600" dirty="0" err="1">
                <a:latin typeface="Segeo UI Light"/>
              </a:rPr>
              <a:t>toàn</a:t>
            </a:r>
            <a:r>
              <a:rPr lang="en-US" sz="1600" dirty="0">
                <a:latin typeface="Segeo UI Light"/>
              </a:rPr>
              <a:t> </a:t>
            </a:r>
            <a:r>
              <a:rPr lang="en-US" sz="1600" dirty="0" err="1">
                <a:latin typeface="Segeo UI Light"/>
              </a:rPr>
              <a:t>bộ</a:t>
            </a:r>
            <a:r>
              <a:rPr lang="en-US" sz="1600" dirty="0">
                <a:latin typeface="Segeo UI Light"/>
              </a:rPr>
              <a:t> </a:t>
            </a:r>
            <a:r>
              <a:rPr lang="en-US" sz="1600" dirty="0" err="1">
                <a:latin typeface="Segeo UI Light"/>
              </a:rPr>
              <a:t>hệ</a:t>
            </a:r>
            <a:r>
              <a:rPr lang="en-US" sz="1600" dirty="0">
                <a:latin typeface="Segeo UI Light"/>
              </a:rPr>
              <a:t> </a:t>
            </a:r>
            <a:r>
              <a:rPr lang="en-US" sz="1600" dirty="0" err="1">
                <a:latin typeface="Segeo UI Light"/>
              </a:rPr>
              <a:t>thống</a:t>
            </a:r>
            <a:r>
              <a:rPr lang="en-US" sz="1600" dirty="0">
                <a:latin typeface="Segeo UI Light"/>
              </a:rPr>
              <a:t> bao </a:t>
            </a:r>
            <a:r>
              <a:rPr lang="en-US" sz="1600" dirty="0" err="1">
                <a:latin typeface="Segeo UI Light"/>
              </a:rPr>
              <a:t>gồm</a:t>
            </a:r>
            <a:r>
              <a:rPr lang="en-US" sz="1600" dirty="0">
                <a:latin typeface="Segeo UI Light"/>
              </a:rPr>
              <a:t> </a:t>
            </a:r>
            <a:r>
              <a:rPr lang="en-US" sz="1600" dirty="0" err="1">
                <a:latin typeface="Segeo UI Light"/>
              </a:rPr>
              <a:t>thẩm</a:t>
            </a:r>
            <a:r>
              <a:rPr lang="en-US" sz="1600" dirty="0">
                <a:latin typeface="Segeo UI Light"/>
              </a:rPr>
              <a:t> </a:t>
            </a:r>
            <a:r>
              <a:rPr lang="en-US" sz="1600" dirty="0" err="1">
                <a:latin typeface="Segeo UI Light"/>
              </a:rPr>
              <a:t>quyền</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cùng</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cơ</a:t>
            </a:r>
            <a:r>
              <a:rPr lang="en-US" sz="1600" dirty="0">
                <a:latin typeface="Segeo UI Light"/>
              </a:rPr>
              <a:t> </a:t>
            </a:r>
            <a:r>
              <a:rPr lang="en-US" sz="1600" dirty="0" err="1">
                <a:latin typeface="Segeo UI Light"/>
              </a:rPr>
              <a:t>chế</a:t>
            </a:r>
            <a:r>
              <a:rPr lang="en-US" sz="1600" dirty="0">
                <a:latin typeface="Segeo UI Light"/>
              </a:rPr>
              <a:t> </a:t>
            </a:r>
            <a:r>
              <a:rPr lang="en-US" sz="1600" dirty="0" err="1">
                <a:latin typeface="Segeo UI Light"/>
              </a:rPr>
              <a:t>liên</a:t>
            </a:r>
            <a:r>
              <a:rPr lang="en-US" sz="1600" dirty="0">
                <a:latin typeface="Segeo UI Light"/>
              </a:rPr>
              <a:t> </a:t>
            </a:r>
            <a:r>
              <a:rPr lang="en-US" sz="1600" dirty="0" err="1">
                <a:latin typeface="Segeo UI Light"/>
              </a:rPr>
              <a:t>quan</a:t>
            </a:r>
            <a:r>
              <a:rPr lang="en-US" sz="1600" dirty="0">
                <a:latin typeface="Segeo UI Light"/>
              </a:rPr>
              <a:t> </a:t>
            </a:r>
            <a:r>
              <a:rPr lang="en-US" sz="1600" dirty="0" err="1">
                <a:latin typeface="Segeo UI Light"/>
              </a:rPr>
              <a:t>đồng</a:t>
            </a:r>
            <a:r>
              <a:rPr lang="en-US" sz="1600" dirty="0">
                <a:latin typeface="Segeo UI Light"/>
              </a:rPr>
              <a:t> </a:t>
            </a:r>
            <a:r>
              <a:rPr lang="en-US" sz="1600" dirty="0" err="1">
                <a:latin typeface="Segeo UI Light"/>
              </a:rPr>
              <a:t>thời</a:t>
            </a:r>
            <a:r>
              <a:rPr lang="en-US" sz="1600" dirty="0">
                <a:latin typeface="Segeo UI Light"/>
              </a:rPr>
              <a:t> </a:t>
            </a:r>
            <a:r>
              <a:rPr lang="en-US" sz="1600" dirty="0" err="1">
                <a:latin typeface="Segeo UI Light"/>
              </a:rPr>
              <a:t>với</a:t>
            </a:r>
            <a:r>
              <a:rPr lang="en-US" sz="1600" dirty="0">
                <a:latin typeface="Segeo UI Light"/>
              </a:rPr>
              <a:t> </a:t>
            </a:r>
            <a:r>
              <a:rPr lang="en-US" sz="1600" dirty="0" err="1">
                <a:latin typeface="Segeo UI Light"/>
              </a:rPr>
              <a:t>toàn</a:t>
            </a:r>
            <a:r>
              <a:rPr lang="en-US" sz="1600" dirty="0">
                <a:latin typeface="Segeo UI Light"/>
              </a:rPr>
              <a:t> </a:t>
            </a:r>
            <a:r>
              <a:rPr lang="en-US" sz="1600" dirty="0" err="1">
                <a:latin typeface="Segeo UI Light"/>
              </a:rPr>
              <a:t>bộ</a:t>
            </a:r>
            <a:r>
              <a:rPr lang="en-US" sz="1600" dirty="0">
                <a:latin typeface="Segeo UI Light"/>
              </a:rPr>
              <a:t> </a:t>
            </a:r>
            <a:r>
              <a:rPr lang="en-US" sz="1600" dirty="0" err="1">
                <a:latin typeface="Segeo UI Light"/>
              </a:rPr>
              <a:t>việc</a:t>
            </a:r>
            <a:r>
              <a:rPr lang="en-US" sz="1600" dirty="0">
                <a:latin typeface="Segeo UI Light"/>
              </a:rPr>
              <a:t> </a:t>
            </a:r>
            <a:r>
              <a:rPr lang="en-US" sz="1600" dirty="0" err="1">
                <a:latin typeface="Segeo UI Light"/>
              </a:rPr>
              <a:t>sử</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thuật</a:t>
            </a:r>
            <a:r>
              <a:rPr lang="en-US" sz="1600" dirty="0">
                <a:latin typeface="Segeo UI Light"/>
              </a:rPr>
              <a:t> </a:t>
            </a:r>
            <a:r>
              <a:rPr lang="en-US" sz="1600" dirty="0" err="1">
                <a:latin typeface="Segeo UI Light"/>
              </a:rPr>
              <a:t>toán</a:t>
            </a:r>
            <a:r>
              <a:rPr lang="en-US" sz="1600" dirty="0">
                <a:latin typeface="Segeo UI Light"/>
              </a:rPr>
              <a:t> </a:t>
            </a:r>
            <a:r>
              <a:rPr lang="en-US" sz="1600" dirty="0" err="1">
                <a:latin typeface="Segeo UI Light"/>
              </a:rPr>
              <a:t>mật</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hóa</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trong</a:t>
            </a:r>
            <a:r>
              <a:rPr lang="en-US" sz="1600" dirty="0">
                <a:latin typeface="Segeo UI Light"/>
              </a:rPr>
              <a:t> </a:t>
            </a:r>
            <a:r>
              <a:rPr lang="en-US" sz="1600" dirty="0" err="1">
                <a:latin typeface="Segeo UI Light"/>
              </a:rPr>
              <a:t>trao</a:t>
            </a:r>
            <a:r>
              <a:rPr lang="en-US" sz="1600" dirty="0">
                <a:latin typeface="Segeo UI Light"/>
              </a:rPr>
              <a:t> </a:t>
            </a:r>
            <a:r>
              <a:rPr lang="en-US" sz="1600" dirty="0" err="1">
                <a:latin typeface="Segeo UI Light"/>
              </a:rPr>
              <a:t>đổi</a:t>
            </a:r>
            <a:r>
              <a:rPr lang="en-US" sz="1600" dirty="0">
                <a:latin typeface="Segeo UI Light"/>
              </a:rPr>
              <a:t> </a:t>
            </a:r>
            <a:r>
              <a:rPr lang="en-US" sz="1600" dirty="0" err="1">
                <a:latin typeface="Segeo UI Light"/>
              </a:rPr>
              <a:t>thông</a:t>
            </a:r>
            <a:r>
              <a:rPr lang="en-US" sz="1600" dirty="0">
                <a:latin typeface="Segeo UI Light"/>
              </a:rPr>
              <a:t> tin.</a:t>
            </a:r>
          </a:p>
        </p:txBody>
      </p:sp>
    </p:spTree>
    <p:extLst>
      <p:ext uri="{BB962C8B-B14F-4D97-AF65-F5344CB8AC3E}">
        <p14:creationId xmlns:p14="http://schemas.microsoft.com/office/powerpoint/2010/main" val="263785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9C758E9A-0564-AD4A-6859-5CBFDB0D0676}"/>
            </a:ext>
          </a:extLst>
        </p:cNvPr>
        <p:cNvGrpSpPr/>
        <p:nvPr/>
      </p:nvGrpSpPr>
      <p:grpSpPr>
        <a:xfrm>
          <a:off x="0" y="0"/>
          <a:ext cx="0" cy="0"/>
          <a:chOff x="0" y="0"/>
          <a:chExt cx="0" cy="0"/>
        </a:xfrm>
      </p:grpSpPr>
      <p:sp>
        <p:nvSpPr>
          <p:cNvPr id="529" name="Google Shape;529;p34">
            <a:extLst>
              <a:ext uri="{FF2B5EF4-FFF2-40B4-BE49-F238E27FC236}">
                <a16:creationId xmlns:a16="http://schemas.microsoft.com/office/drawing/2014/main" id="{870EE796-9229-C249-BCA7-3EE5067BA626}"/>
              </a:ext>
            </a:extLst>
          </p:cNvPr>
          <p:cNvSpPr txBox="1">
            <a:spLocks noGrp="1"/>
          </p:cNvSpPr>
          <p:nvPr>
            <p:ph type="title"/>
          </p:nvPr>
        </p:nvSpPr>
        <p:spPr>
          <a:xfrm>
            <a:off x="269549" y="1563270"/>
            <a:ext cx="4193733" cy="167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Segoe UI Black" panose="020B0A02040204020203" pitchFamily="34" charset="0"/>
                <a:ea typeface="Segoe UI Black" panose="020B0A02040204020203" pitchFamily="34" charset="0"/>
              </a:rPr>
              <a:t>Chứng</a:t>
            </a:r>
            <a:br>
              <a:rPr lang="en" dirty="0">
                <a:latin typeface="Segoe UI Black" panose="020B0A02040204020203" pitchFamily="34" charset="0"/>
                <a:ea typeface="Segoe UI Black" panose="020B0A02040204020203" pitchFamily="34" charset="0"/>
              </a:rPr>
            </a:br>
            <a:r>
              <a:rPr lang="en" dirty="0">
                <a:latin typeface="Segoe UI Black" panose="020B0A02040204020203" pitchFamily="34" charset="0"/>
                <a:ea typeface="Segoe UI Black" panose="020B0A02040204020203" pitchFamily="34" charset="0"/>
              </a:rPr>
              <a:t> thư số</a:t>
            </a:r>
            <a:endParaRPr dirty="0">
              <a:latin typeface="Segoe UI Black" panose="020B0A02040204020203" pitchFamily="34" charset="0"/>
              <a:ea typeface="Segoe UI Black" panose="020B0A02040204020203" pitchFamily="34" charset="0"/>
            </a:endParaRPr>
          </a:p>
        </p:txBody>
      </p:sp>
      <p:sp>
        <p:nvSpPr>
          <p:cNvPr id="530" name="Google Shape;530;p34">
            <a:extLst>
              <a:ext uri="{FF2B5EF4-FFF2-40B4-BE49-F238E27FC236}">
                <a16:creationId xmlns:a16="http://schemas.microsoft.com/office/drawing/2014/main" id="{9735B906-C818-4FA1-5E77-255BD24D516C}"/>
              </a:ext>
            </a:extLst>
          </p:cNvPr>
          <p:cNvSpPr/>
          <p:nvPr/>
        </p:nvSpPr>
        <p:spPr>
          <a:xfrm>
            <a:off x="3902050" y="1314599"/>
            <a:ext cx="4279065" cy="3330851"/>
          </a:xfrm>
          <a:custGeom>
            <a:avLst/>
            <a:gdLst/>
            <a:ahLst/>
            <a:cxnLst/>
            <a:rect l="l" t="t" r="r" b="b"/>
            <a:pathLst>
              <a:path w="209681" h="163217" extrusionOk="0">
                <a:moveTo>
                  <a:pt x="126215" y="0"/>
                </a:moveTo>
                <a:cubicBezTo>
                  <a:pt x="125383" y="0"/>
                  <a:pt x="124543" y="14"/>
                  <a:pt x="123697" y="42"/>
                </a:cubicBezTo>
                <a:cubicBezTo>
                  <a:pt x="87871" y="1241"/>
                  <a:pt x="57324" y="25234"/>
                  <a:pt x="32056" y="44028"/>
                </a:cubicBezTo>
                <a:cubicBezTo>
                  <a:pt x="6790" y="62820"/>
                  <a:pt x="0" y="92011"/>
                  <a:pt x="14709" y="114804"/>
                </a:cubicBezTo>
                <a:cubicBezTo>
                  <a:pt x="29416" y="137597"/>
                  <a:pt x="52798" y="127999"/>
                  <a:pt x="82590" y="142793"/>
                </a:cubicBezTo>
                <a:cubicBezTo>
                  <a:pt x="107746" y="155286"/>
                  <a:pt x="115695" y="163217"/>
                  <a:pt x="137537" y="163217"/>
                </a:cubicBezTo>
                <a:cubicBezTo>
                  <a:pt x="141563" y="163217"/>
                  <a:pt x="146062" y="162947"/>
                  <a:pt x="151227" y="162387"/>
                </a:cubicBezTo>
                <a:cubicBezTo>
                  <a:pt x="184414" y="158788"/>
                  <a:pt x="209680" y="122000"/>
                  <a:pt x="205910" y="82814"/>
                </a:cubicBezTo>
                <a:cubicBezTo>
                  <a:pt x="202138" y="43628"/>
                  <a:pt x="182150" y="23634"/>
                  <a:pt x="182150" y="23634"/>
                </a:cubicBezTo>
                <a:cubicBezTo>
                  <a:pt x="182150" y="23634"/>
                  <a:pt x="160581" y="0"/>
                  <a:pt x="126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 name="Google Shape;531;p34">
            <a:extLst>
              <a:ext uri="{FF2B5EF4-FFF2-40B4-BE49-F238E27FC236}">
                <a16:creationId xmlns:a16="http://schemas.microsoft.com/office/drawing/2014/main" id="{AB52DBE7-56DC-B9A5-F055-7677EED29D4C}"/>
              </a:ext>
            </a:extLst>
          </p:cNvPr>
          <p:cNvGrpSpPr/>
          <p:nvPr/>
        </p:nvGrpSpPr>
        <p:grpSpPr>
          <a:xfrm>
            <a:off x="6025569" y="1547598"/>
            <a:ext cx="1524512" cy="3199926"/>
            <a:chOff x="5431588" y="1307171"/>
            <a:chExt cx="1423580" cy="2988072"/>
          </a:xfrm>
        </p:grpSpPr>
        <p:sp>
          <p:nvSpPr>
            <p:cNvPr id="532" name="Google Shape;532;p34">
              <a:extLst>
                <a:ext uri="{FF2B5EF4-FFF2-40B4-BE49-F238E27FC236}">
                  <a16:creationId xmlns:a16="http://schemas.microsoft.com/office/drawing/2014/main" id="{7AE86576-7ED4-565D-4947-1ADC40D99538}"/>
                </a:ext>
              </a:extLst>
            </p:cNvPr>
            <p:cNvSpPr/>
            <p:nvPr/>
          </p:nvSpPr>
          <p:spPr>
            <a:xfrm>
              <a:off x="5536047" y="1312545"/>
              <a:ext cx="1313785" cy="2977344"/>
            </a:xfrm>
            <a:custGeom>
              <a:avLst/>
              <a:gdLst/>
              <a:ahLst/>
              <a:cxnLst/>
              <a:rect l="l" t="t" r="r" b="b"/>
              <a:pathLst>
                <a:path w="68947" h="156250" extrusionOk="0">
                  <a:moveTo>
                    <a:pt x="145" y="0"/>
                  </a:moveTo>
                  <a:cubicBezTo>
                    <a:pt x="65" y="0"/>
                    <a:pt x="0" y="64"/>
                    <a:pt x="0" y="145"/>
                  </a:cubicBezTo>
                  <a:lnTo>
                    <a:pt x="0" y="156105"/>
                  </a:lnTo>
                  <a:cubicBezTo>
                    <a:pt x="0" y="156185"/>
                    <a:pt x="65" y="156249"/>
                    <a:pt x="145" y="156249"/>
                  </a:cubicBezTo>
                  <a:lnTo>
                    <a:pt x="63378" y="156249"/>
                  </a:lnTo>
                  <a:cubicBezTo>
                    <a:pt x="66452" y="156249"/>
                    <a:pt x="68946" y="153757"/>
                    <a:pt x="68946" y="150682"/>
                  </a:cubicBezTo>
                  <a:lnTo>
                    <a:pt x="68946" y="5305"/>
                  </a:lnTo>
                  <a:cubicBezTo>
                    <a:pt x="68946" y="2375"/>
                    <a:pt x="66570" y="0"/>
                    <a:pt x="636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4">
              <a:extLst>
                <a:ext uri="{FF2B5EF4-FFF2-40B4-BE49-F238E27FC236}">
                  <a16:creationId xmlns:a16="http://schemas.microsoft.com/office/drawing/2014/main" id="{BC73B234-AFC8-8D0A-3276-1BFCCCCC9C95}"/>
                </a:ext>
              </a:extLst>
            </p:cNvPr>
            <p:cNvSpPr/>
            <p:nvPr/>
          </p:nvSpPr>
          <p:spPr>
            <a:xfrm>
              <a:off x="5530674" y="1307171"/>
              <a:ext cx="1324494" cy="2988072"/>
            </a:xfrm>
            <a:custGeom>
              <a:avLst/>
              <a:gdLst/>
              <a:ahLst/>
              <a:cxnLst/>
              <a:rect l="l" t="t" r="r" b="b"/>
              <a:pathLst>
                <a:path w="69509" h="156813" extrusionOk="0">
                  <a:moveTo>
                    <a:pt x="64778" y="564"/>
                  </a:moveTo>
                  <a:cubicBezTo>
                    <a:pt x="67077" y="564"/>
                    <a:pt x="68947" y="2433"/>
                    <a:pt x="68947" y="4732"/>
                  </a:cubicBezTo>
                  <a:lnTo>
                    <a:pt x="68947" y="152083"/>
                  </a:lnTo>
                  <a:cubicBezTo>
                    <a:pt x="68947" y="154380"/>
                    <a:pt x="67077" y="156250"/>
                    <a:pt x="64778" y="156250"/>
                  </a:cubicBezTo>
                  <a:lnTo>
                    <a:pt x="4731" y="156250"/>
                  </a:lnTo>
                  <a:cubicBezTo>
                    <a:pt x="2432" y="156250"/>
                    <a:pt x="562" y="154380"/>
                    <a:pt x="562" y="152083"/>
                  </a:cubicBezTo>
                  <a:lnTo>
                    <a:pt x="562" y="4732"/>
                  </a:lnTo>
                  <a:cubicBezTo>
                    <a:pt x="562" y="2433"/>
                    <a:pt x="2432" y="564"/>
                    <a:pt x="4731" y="564"/>
                  </a:cubicBezTo>
                  <a:close/>
                  <a:moveTo>
                    <a:pt x="4731" y="1"/>
                  </a:moveTo>
                  <a:cubicBezTo>
                    <a:pt x="2123" y="1"/>
                    <a:pt x="1" y="2123"/>
                    <a:pt x="1" y="4732"/>
                  </a:cubicBezTo>
                  <a:lnTo>
                    <a:pt x="1" y="152083"/>
                  </a:lnTo>
                  <a:cubicBezTo>
                    <a:pt x="1" y="154691"/>
                    <a:pt x="2123" y="156813"/>
                    <a:pt x="4731" y="156813"/>
                  </a:cubicBezTo>
                  <a:lnTo>
                    <a:pt x="64778" y="156813"/>
                  </a:lnTo>
                  <a:cubicBezTo>
                    <a:pt x="67386" y="156813"/>
                    <a:pt x="69508" y="154691"/>
                    <a:pt x="69508" y="152083"/>
                  </a:cubicBezTo>
                  <a:lnTo>
                    <a:pt x="69508" y="4732"/>
                  </a:lnTo>
                  <a:cubicBezTo>
                    <a:pt x="69508" y="2123"/>
                    <a:pt x="67386"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4">
              <a:extLst>
                <a:ext uri="{FF2B5EF4-FFF2-40B4-BE49-F238E27FC236}">
                  <a16:creationId xmlns:a16="http://schemas.microsoft.com/office/drawing/2014/main" id="{4F14CF6A-D5D1-A299-3944-13B7CFC5D4B8}"/>
                </a:ext>
              </a:extLst>
            </p:cNvPr>
            <p:cNvSpPr/>
            <p:nvPr/>
          </p:nvSpPr>
          <p:spPr>
            <a:xfrm>
              <a:off x="6788418" y="1565043"/>
              <a:ext cx="35004" cy="268733"/>
            </a:xfrm>
            <a:custGeom>
              <a:avLst/>
              <a:gdLst/>
              <a:ahLst/>
              <a:cxnLst/>
              <a:rect l="l" t="t" r="r" b="b"/>
              <a:pathLst>
                <a:path w="1837" h="14103" extrusionOk="0">
                  <a:moveTo>
                    <a:pt x="919" y="1"/>
                  </a:moveTo>
                  <a:cubicBezTo>
                    <a:pt x="416" y="1"/>
                    <a:pt x="8" y="403"/>
                    <a:pt x="0" y="906"/>
                  </a:cubicBezTo>
                  <a:lnTo>
                    <a:pt x="0" y="13185"/>
                  </a:lnTo>
                  <a:cubicBezTo>
                    <a:pt x="0" y="13691"/>
                    <a:pt x="412" y="14103"/>
                    <a:pt x="919" y="14103"/>
                  </a:cubicBezTo>
                  <a:cubicBezTo>
                    <a:pt x="1425" y="14103"/>
                    <a:pt x="1837" y="13691"/>
                    <a:pt x="1837" y="13184"/>
                  </a:cubicBezTo>
                  <a:lnTo>
                    <a:pt x="1837" y="906"/>
                  </a:lnTo>
                  <a:cubicBezTo>
                    <a:pt x="1829" y="403"/>
                    <a:pt x="1421" y="1"/>
                    <a:pt x="9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4">
              <a:extLst>
                <a:ext uri="{FF2B5EF4-FFF2-40B4-BE49-F238E27FC236}">
                  <a16:creationId xmlns:a16="http://schemas.microsoft.com/office/drawing/2014/main" id="{EADA45D5-8290-EC39-E56F-BE1BC769BCAD}"/>
                </a:ext>
              </a:extLst>
            </p:cNvPr>
            <p:cNvSpPr/>
            <p:nvPr/>
          </p:nvSpPr>
          <p:spPr>
            <a:xfrm>
              <a:off x="6788418" y="1885033"/>
              <a:ext cx="35004" cy="165512"/>
            </a:xfrm>
            <a:custGeom>
              <a:avLst/>
              <a:gdLst/>
              <a:ahLst/>
              <a:cxnLst/>
              <a:rect l="l" t="t" r="r" b="b"/>
              <a:pathLst>
                <a:path w="1837" h="8686" extrusionOk="0">
                  <a:moveTo>
                    <a:pt x="919" y="0"/>
                  </a:moveTo>
                  <a:cubicBezTo>
                    <a:pt x="416" y="0"/>
                    <a:pt x="8" y="403"/>
                    <a:pt x="0" y="906"/>
                  </a:cubicBezTo>
                  <a:lnTo>
                    <a:pt x="0" y="7767"/>
                  </a:lnTo>
                  <a:cubicBezTo>
                    <a:pt x="0" y="8274"/>
                    <a:pt x="412" y="8686"/>
                    <a:pt x="919" y="8686"/>
                  </a:cubicBezTo>
                  <a:cubicBezTo>
                    <a:pt x="1425" y="8684"/>
                    <a:pt x="1837" y="8274"/>
                    <a:pt x="1837" y="7767"/>
                  </a:cubicBezTo>
                  <a:lnTo>
                    <a:pt x="1837" y="906"/>
                  </a:lnTo>
                  <a:cubicBezTo>
                    <a:pt x="1829" y="403"/>
                    <a:pt x="1421" y="0"/>
                    <a:pt x="9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4">
              <a:extLst>
                <a:ext uri="{FF2B5EF4-FFF2-40B4-BE49-F238E27FC236}">
                  <a16:creationId xmlns:a16="http://schemas.microsoft.com/office/drawing/2014/main" id="{D528C9C4-B4A0-3337-B233-BB103227ADCA}"/>
                </a:ext>
              </a:extLst>
            </p:cNvPr>
            <p:cNvSpPr/>
            <p:nvPr/>
          </p:nvSpPr>
          <p:spPr>
            <a:xfrm>
              <a:off x="5436923" y="1312545"/>
              <a:ext cx="1313766" cy="2977344"/>
            </a:xfrm>
            <a:custGeom>
              <a:avLst/>
              <a:gdLst/>
              <a:ahLst/>
              <a:cxnLst/>
              <a:rect l="l" t="t" r="r" b="b"/>
              <a:pathLst>
                <a:path w="68946" h="156250" extrusionOk="0">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4">
              <a:extLst>
                <a:ext uri="{FF2B5EF4-FFF2-40B4-BE49-F238E27FC236}">
                  <a16:creationId xmlns:a16="http://schemas.microsoft.com/office/drawing/2014/main" id="{3DD96858-181D-9F54-B67F-D5606CEF0150}"/>
                </a:ext>
              </a:extLst>
            </p:cNvPr>
            <p:cNvSpPr/>
            <p:nvPr/>
          </p:nvSpPr>
          <p:spPr>
            <a:xfrm>
              <a:off x="5431588" y="1307171"/>
              <a:ext cx="1324475" cy="2988072"/>
            </a:xfrm>
            <a:custGeom>
              <a:avLst/>
              <a:gdLst/>
              <a:ahLst/>
              <a:cxnLst/>
              <a:rect l="l" t="t" r="r" b="b"/>
              <a:pathLst>
                <a:path w="69508" h="156813" extrusionOk="0">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4">
              <a:extLst>
                <a:ext uri="{FF2B5EF4-FFF2-40B4-BE49-F238E27FC236}">
                  <a16:creationId xmlns:a16="http://schemas.microsoft.com/office/drawing/2014/main" id="{E2C79F2C-125C-1A51-65E8-56F1B39BB35A}"/>
                </a:ext>
              </a:extLst>
            </p:cNvPr>
            <p:cNvSpPr/>
            <p:nvPr/>
          </p:nvSpPr>
          <p:spPr>
            <a:xfrm>
              <a:off x="5524405" y="1510774"/>
              <a:ext cx="1138841" cy="2553675"/>
            </a:xfrm>
            <a:custGeom>
              <a:avLst/>
              <a:gdLst/>
              <a:ahLst/>
              <a:cxnLst/>
              <a:rect l="l" t="t" r="r" b="b"/>
              <a:pathLst>
                <a:path w="59766" h="134016" extrusionOk="0">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4">
              <a:extLst>
                <a:ext uri="{FF2B5EF4-FFF2-40B4-BE49-F238E27FC236}">
                  <a16:creationId xmlns:a16="http://schemas.microsoft.com/office/drawing/2014/main" id="{1C92C3D2-07AA-B980-D6A3-4C04CBF929E6}"/>
                </a:ext>
              </a:extLst>
            </p:cNvPr>
            <p:cNvSpPr/>
            <p:nvPr/>
          </p:nvSpPr>
          <p:spPr>
            <a:xfrm>
              <a:off x="5908897" y="1413079"/>
              <a:ext cx="334834" cy="32146"/>
            </a:xfrm>
            <a:custGeom>
              <a:avLst/>
              <a:gdLst/>
              <a:ahLst/>
              <a:cxnLst/>
              <a:rect l="l" t="t" r="r" b="b"/>
              <a:pathLst>
                <a:path w="17572" h="1687" extrusionOk="0">
                  <a:moveTo>
                    <a:pt x="831" y="1"/>
                  </a:moveTo>
                  <a:cubicBezTo>
                    <a:pt x="371" y="8"/>
                    <a:pt x="0" y="383"/>
                    <a:pt x="0" y="844"/>
                  </a:cubicBezTo>
                  <a:cubicBezTo>
                    <a:pt x="0" y="1305"/>
                    <a:pt x="371" y="1680"/>
                    <a:pt x="831" y="1687"/>
                  </a:cubicBezTo>
                  <a:lnTo>
                    <a:pt x="16742" y="1687"/>
                  </a:lnTo>
                  <a:cubicBezTo>
                    <a:pt x="17203" y="1680"/>
                    <a:pt x="17572" y="1305"/>
                    <a:pt x="17572" y="844"/>
                  </a:cubicBezTo>
                  <a:cubicBezTo>
                    <a:pt x="17572" y="383"/>
                    <a:pt x="17203" y="8"/>
                    <a:pt x="167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4">
              <a:extLst>
                <a:ext uri="{FF2B5EF4-FFF2-40B4-BE49-F238E27FC236}">
                  <a16:creationId xmlns:a16="http://schemas.microsoft.com/office/drawing/2014/main" id="{E330D5C8-3D77-19E3-4DA5-ED6B6396FD73}"/>
                </a:ext>
              </a:extLst>
            </p:cNvPr>
            <p:cNvSpPr/>
            <p:nvPr/>
          </p:nvSpPr>
          <p:spPr>
            <a:xfrm>
              <a:off x="5994701" y="4116888"/>
              <a:ext cx="58308" cy="75839"/>
            </a:xfrm>
            <a:custGeom>
              <a:avLst/>
              <a:gdLst/>
              <a:ahLst/>
              <a:cxnLst/>
              <a:rect l="l" t="t" r="r" b="b"/>
              <a:pathLst>
                <a:path w="3060" h="3980" extrusionOk="0">
                  <a:moveTo>
                    <a:pt x="1531" y="1"/>
                  </a:moveTo>
                  <a:cubicBezTo>
                    <a:pt x="685" y="1"/>
                    <a:pt x="1" y="892"/>
                    <a:pt x="1" y="1990"/>
                  </a:cubicBezTo>
                  <a:cubicBezTo>
                    <a:pt x="1" y="3088"/>
                    <a:pt x="685" y="3979"/>
                    <a:pt x="1529" y="3979"/>
                  </a:cubicBezTo>
                  <a:cubicBezTo>
                    <a:pt x="2374" y="3979"/>
                    <a:pt x="3059" y="3088"/>
                    <a:pt x="3059" y="1990"/>
                  </a:cubicBezTo>
                  <a:cubicBezTo>
                    <a:pt x="3059" y="892"/>
                    <a:pt x="2375" y="1"/>
                    <a:pt x="1531"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4">
              <a:extLst>
                <a:ext uri="{FF2B5EF4-FFF2-40B4-BE49-F238E27FC236}">
                  <a16:creationId xmlns:a16="http://schemas.microsoft.com/office/drawing/2014/main" id="{EADC06DC-6432-55F4-6E00-5E49DB9BA8C1}"/>
                </a:ext>
              </a:extLst>
            </p:cNvPr>
            <p:cNvSpPr/>
            <p:nvPr/>
          </p:nvSpPr>
          <p:spPr>
            <a:xfrm>
              <a:off x="5896301" y="1685680"/>
              <a:ext cx="395010" cy="460597"/>
            </a:xfrm>
            <a:custGeom>
              <a:avLst/>
              <a:gdLst/>
              <a:ahLst/>
              <a:cxnLst/>
              <a:rect l="l" t="t" r="r" b="b"/>
              <a:pathLst>
                <a:path w="20730" h="24172" extrusionOk="0">
                  <a:moveTo>
                    <a:pt x="10366" y="1"/>
                  </a:moveTo>
                  <a:cubicBezTo>
                    <a:pt x="7617" y="1"/>
                    <a:pt x="4980" y="1274"/>
                    <a:pt x="3036" y="3541"/>
                  </a:cubicBezTo>
                  <a:cubicBezTo>
                    <a:pt x="1093" y="5807"/>
                    <a:pt x="0" y="8881"/>
                    <a:pt x="0" y="12086"/>
                  </a:cubicBezTo>
                  <a:cubicBezTo>
                    <a:pt x="0" y="15291"/>
                    <a:pt x="1093" y="18366"/>
                    <a:pt x="3036" y="20632"/>
                  </a:cubicBezTo>
                  <a:cubicBezTo>
                    <a:pt x="4980" y="22899"/>
                    <a:pt x="7617" y="24172"/>
                    <a:pt x="10366" y="24172"/>
                  </a:cubicBezTo>
                  <a:cubicBezTo>
                    <a:pt x="13113" y="24172"/>
                    <a:pt x="15750" y="22899"/>
                    <a:pt x="17694" y="20632"/>
                  </a:cubicBezTo>
                  <a:cubicBezTo>
                    <a:pt x="19639" y="18366"/>
                    <a:pt x="20730" y="15291"/>
                    <a:pt x="20730" y="12086"/>
                  </a:cubicBezTo>
                  <a:cubicBezTo>
                    <a:pt x="20730" y="8881"/>
                    <a:pt x="19639" y="5807"/>
                    <a:pt x="17694" y="3541"/>
                  </a:cubicBezTo>
                  <a:cubicBezTo>
                    <a:pt x="15750" y="1274"/>
                    <a:pt x="13113" y="1"/>
                    <a:pt x="103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4">
              <a:extLst>
                <a:ext uri="{FF2B5EF4-FFF2-40B4-BE49-F238E27FC236}">
                  <a16:creationId xmlns:a16="http://schemas.microsoft.com/office/drawing/2014/main" id="{8C36AB3B-3F00-02C2-23BB-4DD2A7B4FC0E}"/>
                </a:ext>
              </a:extLst>
            </p:cNvPr>
            <p:cNvSpPr/>
            <p:nvPr/>
          </p:nvSpPr>
          <p:spPr>
            <a:xfrm>
              <a:off x="6018806" y="1738157"/>
              <a:ext cx="150001" cy="174906"/>
            </a:xfrm>
            <a:custGeom>
              <a:avLst/>
              <a:gdLst/>
              <a:ahLst/>
              <a:cxnLst/>
              <a:rect l="l" t="t" r="r" b="b"/>
              <a:pathLst>
                <a:path w="7872" h="9179" extrusionOk="0">
                  <a:moveTo>
                    <a:pt x="3937" y="1"/>
                  </a:moveTo>
                  <a:cubicBezTo>
                    <a:pt x="1762" y="1"/>
                    <a:pt x="0" y="2055"/>
                    <a:pt x="0" y="4590"/>
                  </a:cubicBezTo>
                  <a:cubicBezTo>
                    <a:pt x="0" y="7125"/>
                    <a:pt x="1762" y="9179"/>
                    <a:pt x="3937" y="9179"/>
                  </a:cubicBezTo>
                  <a:cubicBezTo>
                    <a:pt x="6110" y="9179"/>
                    <a:pt x="7872" y="7125"/>
                    <a:pt x="7872" y="4590"/>
                  </a:cubicBezTo>
                  <a:cubicBezTo>
                    <a:pt x="7872" y="2055"/>
                    <a:pt x="6110" y="1"/>
                    <a:pt x="393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4">
              <a:extLst>
                <a:ext uri="{FF2B5EF4-FFF2-40B4-BE49-F238E27FC236}">
                  <a16:creationId xmlns:a16="http://schemas.microsoft.com/office/drawing/2014/main" id="{D7BBE275-6055-3C96-39D4-065E3BE67F41}"/>
                </a:ext>
              </a:extLst>
            </p:cNvPr>
            <p:cNvSpPr/>
            <p:nvPr/>
          </p:nvSpPr>
          <p:spPr>
            <a:xfrm>
              <a:off x="6013432" y="1732803"/>
              <a:ext cx="160748" cy="185634"/>
            </a:xfrm>
            <a:custGeom>
              <a:avLst/>
              <a:gdLst/>
              <a:ahLst/>
              <a:cxnLst/>
              <a:rect l="l" t="t" r="r" b="b"/>
              <a:pathLst>
                <a:path w="8436" h="9742" extrusionOk="0">
                  <a:moveTo>
                    <a:pt x="4219" y="562"/>
                  </a:moveTo>
                  <a:cubicBezTo>
                    <a:pt x="6234" y="562"/>
                    <a:pt x="7874" y="2494"/>
                    <a:pt x="7874" y="4871"/>
                  </a:cubicBezTo>
                  <a:cubicBezTo>
                    <a:pt x="7874" y="7247"/>
                    <a:pt x="6234" y="9180"/>
                    <a:pt x="4219" y="9180"/>
                  </a:cubicBezTo>
                  <a:cubicBezTo>
                    <a:pt x="2203" y="9180"/>
                    <a:pt x="562" y="7247"/>
                    <a:pt x="562" y="4871"/>
                  </a:cubicBezTo>
                  <a:cubicBezTo>
                    <a:pt x="562" y="2494"/>
                    <a:pt x="2203" y="562"/>
                    <a:pt x="4219" y="562"/>
                  </a:cubicBezTo>
                  <a:close/>
                  <a:moveTo>
                    <a:pt x="4219" y="0"/>
                  </a:moveTo>
                  <a:cubicBezTo>
                    <a:pt x="1892" y="0"/>
                    <a:pt x="1" y="2185"/>
                    <a:pt x="1" y="4871"/>
                  </a:cubicBezTo>
                  <a:cubicBezTo>
                    <a:pt x="1" y="7556"/>
                    <a:pt x="1892" y="9741"/>
                    <a:pt x="4219" y="9741"/>
                  </a:cubicBezTo>
                  <a:cubicBezTo>
                    <a:pt x="6544" y="9741"/>
                    <a:pt x="8435" y="7556"/>
                    <a:pt x="8435" y="4871"/>
                  </a:cubicBezTo>
                  <a:cubicBezTo>
                    <a:pt x="8435" y="2185"/>
                    <a:pt x="6544" y="0"/>
                    <a:pt x="42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4">
              <a:extLst>
                <a:ext uri="{FF2B5EF4-FFF2-40B4-BE49-F238E27FC236}">
                  <a16:creationId xmlns:a16="http://schemas.microsoft.com/office/drawing/2014/main" id="{8475D2C4-0283-9857-5F43-1041D1A85F30}"/>
                </a:ext>
              </a:extLst>
            </p:cNvPr>
            <p:cNvSpPr/>
            <p:nvPr/>
          </p:nvSpPr>
          <p:spPr>
            <a:xfrm>
              <a:off x="5957544" y="1936386"/>
              <a:ext cx="272525" cy="209891"/>
            </a:xfrm>
            <a:custGeom>
              <a:avLst/>
              <a:gdLst/>
              <a:ahLst/>
              <a:cxnLst/>
              <a:rect l="l" t="t" r="r" b="b"/>
              <a:pathLst>
                <a:path w="14302" h="11015" extrusionOk="0">
                  <a:moveTo>
                    <a:pt x="7152" y="1"/>
                  </a:moveTo>
                  <a:cubicBezTo>
                    <a:pt x="3202" y="1"/>
                    <a:pt x="1" y="3014"/>
                    <a:pt x="1" y="6731"/>
                  </a:cubicBezTo>
                  <a:cubicBezTo>
                    <a:pt x="4" y="7077"/>
                    <a:pt x="34" y="7421"/>
                    <a:pt x="93" y="7763"/>
                  </a:cubicBezTo>
                  <a:cubicBezTo>
                    <a:pt x="1945" y="9775"/>
                    <a:pt x="4421" y="11015"/>
                    <a:pt x="7152" y="11015"/>
                  </a:cubicBezTo>
                  <a:cubicBezTo>
                    <a:pt x="9882" y="11015"/>
                    <a:pt x="12358" y="9775"/>
                    <a:pt x="14209" y="7763"/>
                  </a:cubicBezTo>
                  <a:cubicBezTo>
                    <a:pt x="14268" y="7421"/>
                    <a:pt x="14298" y="7077"/>
                    <a:pt x="14301" y="6731"/>
                  </a:cubicBezTo>
                  <a:cubicBezTo>
                    <a:pt x="14301" y="3014"/>
                    <a:pt x="11100" y="1"/>
                    <a:pt x="71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4">
              <a:extLst>
                <a:ext uri="{FF2B5EF4-FFF2-40B4-BE49-F238E27FC236}">
                  <a16:creationId xmlns:a16="http://schemas.microsoft.com/office/drawing/2014/main" id="{C1E433B3-9DF0-70C1-873F-5CEE73E9E144}"/>
                </a:ext>
              </a:extLst>
            </p:cNvPr>
            <p:cNvSpPr/>
            <p:nvPr/>
          </p:nvSpPr>
          <p:spPr>
            <a:xfrm>
              <a:off x="5952190" y="1931032"/>
              <a:ext cx="283234" cy="220619"/>
            </a:xfrm>
            <a:custGeom>
              <a:avLst/>
              <a:gdLst/>
              <a:ahLst/>
              <a:cxnLst/>
              <a:rect l="l" t="t" r="r" b="b"/>
              <a:pathLst>
                <a:path w="14864" h="11578" extrusionOk="0">
                  <a:moveTo>
                    <a:pt x="7433" y="562"/>
                  </a:moveTo>
                  <a:cubicBezTo>
                    <a:pt x="11220" y="562"/>
                    <a:pt x="14302" y="3455"/>
                    <a:pt x="14302" y="7012"/>
                  </a:cubicBezTo>
                  <a:cubicBezTo>
                    <a:pt x="14299" y="7314"/>
                    <a:pt x="14274" y="7616"/>
                    <a:pt x="14226" y="7915"/>
                  </a:cubicBezTo>
                  <a:cubicBezTo>
                    <a:pt x="12358" y="9913"/>
                    <a:pt x="9949" y="11014"/>
                    <a:pt x="7433" y="11014"/>
                  </a:cubicBezTo>
                  <a:cubicBezTo>
                    <a:pt x="4917" y="11014"/>
                    <a:pt x="2506" y="9915"/>
                    <a:pt x="638" y="7915"/>
                  </a:cubicBezTo>
                  <a:cubicBezTo>
                    <a:pt x="590" y="7616"/>
                    <a:pt x="565" y="7314"/>
                    <a:pt x="563" y="7012"/>
                  </a:cubicBezTo>
                  <a:cubicBezTo>
                    <a:pt x="563" y="3455"/>
                    <a:pt x="3644" y="562"/>
                    <a:pt x="7433" y="562"/>
                  </a:cubicBezTo>
                  <a:close/>
                  <a:moveTo>
                    <a:pt x="7433" y="0"/>
                  </a:moveTo>
                  <a:cubicBezTo>
                    <a:pt x="3334" y="0"/>
                    <a:pt x="0" y="3146"/>
                    <a:pt x="0" y="7012"/>
                  </a:cubicBezTo>
                  <a:cubicBezTo>
                    <a:pt x="0" y="7345"/>
                    <a:pt x="31" y="7688"/>
                    <a:pt x="97" y="8089"/>
                  </a:cubicBezTo>
                  <a:cubicBezTo>
                    <a:pt x="105" y="8143"/>
                    <a:pt x="130" y="8194"/>
                    <a:pt x="167" y="8235"/>
                  </a:cubicBezTo>
                  <a:cubicBezTo>
                    <a:pt x="2152" y="10390"/>
                    <a:pt x="4732" y="11577"/>
                    <a:pt x="7433" y="11577"/>
                  </a:cubicBezTo>
                  <a:cubicBezTo>
                    <a:pt x="10134" y="11577"/>
                    <a:pt x="12714" y="10390"/>
                    <a:pt x="14697" y="8235"/>
                  </a:cubicBezTo>
                  <a:cubicBezTo>
                    <a:pt x="14734" y="8194"/>
                    <a:pt x="14759" y="8143"/>
                    <a:pt x="14767" y="8089"/>
                  </a:cubicBezTo>
                  <a:cubicBezTo>
                    <a:pt x="14833" y="7688"/>
                    <a:pt x="14864" y="7345"/>
                    <a:pt x="14864" y="7012"/>
                  </a:cubicBezTo>
                  <a:cubicBezTo>
                    <a:pt x="14864" y="3146"/>
                    <a:pt x="11530" y="0"/>
                    <a:pt x="743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4">
              <a:extLst>
                <a:ext uri="{FF2B5EF4-FFF2-40B4-BE49-F238E27FC236}">
                  <a16:creationId xmlns:a16="http://schemas.microsoft.com/office/drawing/2014/main" id="{DD34FACB-829E-A4EB-D06E-62EBA64DE705}"/>
                </a:ext>
              </a:extLst>
            </p:cNvPr>
            <p:cNvSpPr/>
            <p:nvPr/>
          </p:nvSpPr>
          <p:spPr>
            <a:xfrm>
              <a:off x="5807695" y="2262875"/>
              <a:ext cx="572222" cy="655835"/>
            </a:xfrm>
            <a:custGeom>
              <a:avLst/>
              <a:gdLst/>
              <a:ahLst/>
              <a:cxnLst/>
              <a:rect l="l" t="t" r="r" b="b"/>
              <a:pathLst>
                <a:path w="30030" h="34418" extrusionOk="0">
                  <a:moveTo>
                    <a:pt x="15016" y="5228"/>
                  </a:moveTo>
                  <a:cubicBezTo>
                    <a:pt x="20632" y="5228"/>
                    <a:pt x="25203" y="10176"/>
                    <a:pt x="25203" y="16261"/>
                  </a:cubicBezTo>
                  <a:lnTo>
                    <a:pt x="25203" y="29190"/>
                  </a:lnTo>
                  <a:lnTo>
                    <a:pt x="4827" y="29190"/>
                  </a:lnTo>
                  <a:lnTo>
                    <a:pt x="4827" y="16261"/>
                  </a:lnTo>
                  <a:cubicBezTo>
                    <a:pt x="4827" y="10176"/>
                    <a:pt x="9398" y="5228"/>
                    <a:pt x="15016" y="5228"/>
                  </a:cubicBezTo>
                  <a:close/>
                  <a:moveTo>
                    <a:pt x="15016" y="1"/>
                  </a:moveTo>
                  <a:cubicBezTo>
                    <a:pt x="6736" y="1"/>
                    <a:pt x="1" y="7294"/>
                    <a:pt x="1" y="16261"/>
                  </a:cubicBezTo>
                  <a:lnTo>
                    <a:pt x="1" y="31804"/>
                  </a:lnTo>
                  <a:cubicBezTo>
                    <a:pt x="1" y="33248"/>
                    <a:pt x="1082" y="34417"/>
                    <a:pt x="2415" y="34417"/>
                  </a:cubicBezTo>
                  <a:lnTo>
                    <a:pt x="27617" y="34417"/>
                  </a:lnTo>
                  <a:cubicBezTo>
                    <a:pt x="28950" y="34417"/>
                    <a:pt x="30029" y="33248"/>
                    <a:pt x="30029" y="31804"/>
                  </a:cubicBezTo>
                  <a:lnTo>
                    <a:pt x="30029" y="16261"/>
                  </a:lnTo>
                  <a:cubicBezTo>
                    <a:pt x="30029" y="7294"/>
                    <a:pt x="23294" y="1"/>
                    <a:pt x="1501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4">
              <a:extLst>
                <a:ext uri="{FF2B5EF4-FFF2-40B4-BE49-F238E27FC236}">
                  <a16:creationId xmlns:a16="http://schemas.microsoft.com/office/drawing/2014/main" id="{89359363-0707-E1C0-5CD4-AA0EA57F3795}"/>
                </a:ext>
              </a:extLst>
            </p:cNvPr>
            <p:cNvSpPr/>
            <p:nvPr/>
          </p:nvSpPr>
          <p:spPr>
            <a:xfrm>
              <a:off x="5760458" y="2716555"/>
              <a:ext cx="666715" cy="630778"/>
            </a:xfrm>
            <a:custGeom>
              <a:avLst/>
              <a:gdLst/>
              <a:ahLst/>
              <a:cxnLst/>
              <a:rect l="l" t="t" r="r" b="b"/>
              <a:pathLst>
                <a:path w="34989" h="33103" extrusionOk="0">
                  <a:moveTo>
                    <a:pt x="1" y="1"/>
                  </a:moveTo>
                  <a:lnTo>
                    <a:pt x="1" y="33102"/>
                  </a:lnTo>
                  <a:lnTo>
                    <a:pt x="34989" y="33102"/>
                  </a:lnTo>
                  <a:lnTo>
                    <a:pt x="349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4">
              <a:extLst>
                <a:ext uri="{FF2B5EF4-FFF2-40B4-BE49-F238E27FC236}">
                  <a16:creationId xmlns:a16="http://schemas.microsoft.com/office/drawing/2014/main" id="{97E41DDD-9400-1137-4314-D4CFEB3F6234}"/>
                </a:ext>
              </a:extLst>
            </p:cNvPr>
            <p:cNvSpPr/>
            <p:nvPr/>
          </p:nvSpPr>
          <p:spPr>
            <a:xfrm>
              <a:off x="6003181" y="2875188"/>
              <a:ext cx="187806" cy="275745"/>
            </a:xfrm>
            <a:custGeom>
              <a:avLst/>
              <a:gdLst/>
              <a:ahLst/>
              <a:cxnLst/>
              <a:rect l="l" t="t" r="r" b="b"/>
              <a:pathLst>
                <a:path w="9856" h="14471" extrusionOk="0">
                  <a:moveTo>
                    <a:pt x="4927" y="1"/>
                  </a:moveTo>
                  <a:cubicBezTo>
                    <a:pt x="2633" y="1"/>
                    <a:pt x="772" y="2016"/>
                    <a:pt x="772" y="4502"/>
                  </a:cubicBezTo>
                  <a:cubicBezTo>
                    <a:pt x="772" y="6052"/>
                    <a:pt x="1496" y="7417"/>
                    <a:pt x="2595" y="8227"/>
                  </a:cubicBezTo>
                  <a:lnTo>
                    <a:pt x="1" y="14470"/>
                  </a:lnTo>
                  <a:lnTo>
                    <a:pt x="9856" y="14470"/>
                  </a:lnTo>
                  <a:lnTo>
                    <a:pt x="7261" y="8227"/>
                  </a:lnTo>
                  <a:cubicBezTo>
                    <a:pt x="8361" y="7417"/>
                    <a:pt x="9084" y="6050"/>
                    <a:pt x="9084" y="4502"/>
                  </a:cubicBezTo>
                  <a:cubicBezTo>
                    <a:pt x="9084" y="2016"/>
                    <a:pt x="7223" y="1"/>
                    <a:pt x="492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4">
              <a:extLst>
                <a:ext uri="{FF2B5EF4-FFF2-40B4-BE49-F238E27FC236}">
                  <a16:creationId xmlns:a16="http://schemas.microsoft.com/office/drawing/2014/main" id="{BB71D531-57AC-7A69-024F-EE80D8F74EEC}"/>
                </a:ext>
              </a:extLst>
            </p:cNvPr>
            <p:cNvSpPr/>
            <p:nvPr/>
          </p:nvSpPr>
          <p:spPr>
            <a:xfrm>
              <a:off x="5996759" y="2869853"/>
              <a:ext cx="200611" cy="286435"/>
            </a:xfrm>
            <a:custGeom>
              <a:avLst/>
              <a:gdLst/>
              <a:ahLst/>
              <a:cxnLst/>
              <a:rect l="l" t="t" r="r" b="b"/>
              <a:pathLst>
                <a:path w="10528" h="15032" extrusionOk="0">
                  <a:moveTo>
                    <a:pt x="5264" y="562"/>
                  </a:moveTo>
                  <a:cubicBezTo>
                    <a:pt x="7401" y="562"/>
                    <a:pt x="9139" y="2455"/>
                    <a:pt x="9139" y="4782"/>
                  </a:cubicBezTo>
                  <a:cubicBezTo>
                    <a:pt x="9139" y="6185"/>
                    <a:pt x="8501" y="7493"/>
                    <a:pt x="7430" y="8280"/>
                  </a:cubicBezTo>
                  <a:cubicBezTo>
                    <a:pt x="7327" y="8356"/>
                    <a:pt x="7287" y="8495"/>
                    <a:pt x="7337" y="8614"/>
                  </a:cubicBezTo>
                  <a:lnTo>
                    <a:pt x="9771" y="14469"/>
                  </a:lnTo>
                  <a:lnTo>
                    <a:pt x="759" y="14469"/>
                  </a:lnTo>
                  <a:lnTo>
                    <a:pt x="3192" y="8614"/>
                  </a:lnTo>
                  <a:cubicBezTo>
                    <a:pt x="3241" y="8495"/>
                    <a:pt x="3204" y="8356"/>
                    <a:pt x="3099" y="8280"/>
                  </a:cubicBezTo>
                  <a:cubicBezTo>
                    <a:pt x="2028" y="7493"/>
                    <a:pt x="1391" y="6185"/>
                    <a:pt x="1391" y="4782"/>
                  </a:cubicBezTo>
                  <a:cubicBezTo>
                    <a:pt x="1391" y="2455"/>
                    <a:pt x="3129" y="562"/>
                    <a:pt x="5264" y="562"/>
                  </a:cubicBezTo>
                  <a:close/>
                  <a:moveTo>
                    <a:pt x="5264" y="1"/>
                  </a:moveTo>
                  <a:cubicBezTo>
                    <a:pt x="2819" y="1"/>
                    <a:pt x="828" y="2146"/>
                    <a:pt x="828" y="4782"/>
                  </a:cubicBezTo>
                  <a:cubicBezTo>
                    <a:pt x="828" y="6285"/>
                    <a:pt x="1483" y="7696"/>
                    <a:pt x="2591" y="8598"/>
                  </a:cubicBezTo>
                  <a:lnTo>
                    <a:pt x="78" y="14642"/>
                  </a:lnTo>
                  <a:cubicBezTo>
                    <a:pt x="1" y="14827"/>
                    <a:pt x="136" y="15030"/>
                    <a:pt x="338" y="15032"/>
                  </a:cubicBezTo>
                  <a:lnTo>
                    <a:pt x="10193" y="15032"/>
                  </a:lnTo>
                  <a:cubicBezTo>
                    <a:pt x="10392" y="15032"/>
                    <a:pt x="10528" y="14827"/>
                    <a:pt x="10452" y="14642"/>
                  </a:cubicBezTo>
                  <a:lnTo>
                    <a:pt x="7939" y="8598"/>
                  </a:lnTo>
                  <a:cubicBezTo>
                    <a:pt x="9046" y="7696"/>
                    <a:pt x="9701" y="6285"/>
                    <a:pt x="9701" y="4782"/>
                  </a:cubicBezTo>
                  <a:cubicBezTo>
                    <a:pt x="9701" y="2146"/>
                    <a:pt x="7712" y="1"/>
                    <a:pt x="526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4">
              <a:extLst>
                <a:ext uri="{FF2B5EF4-FFF2-40B4-BE49-F238E27FC236}">
                  <a16:creationId xmlns:a16="http://schemas.microsoft.com/office/drawing/2014/main" id="{DA99C370-33F5-95C4-1409-57E179154477}"/>
                </a:ext>
              </a:extLst>
            </p:cNvPr>
            <p:cNvSpPr/>
            <p:nvPr/>
          </p:nvSpPr>
          <p:spPr>
            <a:xfrm>
              <a:off x="5887574" y="2853485"/>
              <a:ext cx="775672" cy="1061878"/>
            </a:xfrm>
            <a:custGeom>
              <a:avLst/>
              <a:gdLst/>
              <a:ahLst/>
              <a:cxnLst/>
              <a:rect l="l" t="t" r="r" b="b"/>
              <a:pathLst>
                <a:path w="40707" h="55727" extrusionOk="0">
                  <a:moveTo>
                    <a:pt x="40706" y="1"/>
                  </a:moveTo>
                  <a:lnTo>
                    <a:pt x="100" y="55240"/>
                  </a:lnTo>
                  <a:cubicBezTo>
                    <a:pt x="1" y="55375"/>
                    <a:pt x="30" y="55568"/>
                    <a:pt x="165" y="55667"/>
                  </a:cubicBezTo>
                  <a:cubicBezTo>
                    <a:pt x="220" y="55707"/>
                    <a:pt x="283" y="55727"/>
                    <a:pt x="346" y="55727"/>
                  </a:cubicBezTo>
                  <a:cubicBezTo>
                    <a:pt x="441" y="55727"/>
                    <a:pt x="534" y="55683"/>
                    <a:pt x="594" y="55601"/>
                  </a:cubicBezTo>
                  <a:lnTo>
                    <a:pt x="40706" y="1035"/>
                  </a:lnTo>
                  <a:lnTo>
                    <a:pt x="407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4">
              <a:extLst>
                <a:ext uri="{FF2B5EF4-FFF2-40B4-BE49-F238E27FC236}">
                  <a16:creationId xmlns:a16="http://schemas.microsoft.com/office/drawing/2014/main" id="{2B1880D8-D41F-B549-3E8C-179D50622680}"/>
                </a:ext>
              </a:extLst>
            </p:cNvPr>
            <p:cNvSpPr/>
            <p:nvPr/>
          </p:nvSpPr>
          <p:spPr>
            <a:xfrm>
              <a:off x="6507643" y="1676190"/>
              <a:ext cx="155603" cy="218351"/>
            </a:xfrm>
            <a:custGeom>
              <a:avLst/>
              <a:gdLst/>
              <a:ahLst/>
              <a:cxnLst/>
              <a:rect l="l" t="t" r="r" b="b"/>
              <a:pathLst>
                <a:path w="8166" h="11459" extrusionOk="0">
                  <a:moveTo>
                    <a:pt x="8165" y="0"/>
                  </a:moveTo>
                  <a:lnTo>
                    <a:pt x="95" y="10977"/>
                  </a:lnTo>
                  <a:cubicBezTo>
                    <a:pt x="1" y="11112"/>
                    <a:pt x="31" y="11300"/>
                    <a:pt x="165" y="11398"/>
                  </a:cubicBezTo>
                  <a:cubicBezTo>
                    <a:pt x="220" y="11438"/>
                    <a:pt x="284" y="11458"/>
                    <a:pt x="347" y="11458"/>
                  </a:cubicBezTo>
                  <a:cubicBezTo>
                    <a:pt x="439" y="11458"/>
                    <a:pt x="529" y="11417"/>
                    <a:pt x="590" y="11338"/>
                  </a:cubicBezTo>
                  <a:lnTo>
                    <a:pt x="8165" y="1034"/>
                  </a:lnTo>
                  <a:lnTo>
                    <a:pt x="81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4">
              <a:extLst>
                <a:ext uri="{FF2B5EF4-FFF2-40B4-BE49-F238E27FC236}">
                  <a16:creationId xmlns:a16="http://schemas.microsoft.com/office/drawing/2014/main" id="{260CCFB8-C5A9-7CF5-23F4-CF65F980649C}"/>
                </a:ext>
              </a:extLst>
            </p:cNvPr>
            <p:cNvSpPr/>
            <p:nvPr/>
          </p:nvSpPr>
          <p:spPr>
            <a:xfrm>
              <a:off x="5524405" y="1952545"/>
              <a:ext cx="945204" cy="1292558"/>
            </a:xfrm>
            <a:custGeom>
              <a:avLst/>
              <a:gdLst/>
              <a:ahLst/>
              <a:cxnLst/>
              <a:rect l="l" t="t" r="r" b="b"/>
              <a:pathLst>
                <a:path w="49604" h="67833" extrusionOk="0">
                  <a:moveTo>
                    <a:pt x="49258" y="0"/>
                  </a:moveTo>
                  <a:cubicBezTo>
                    <a:pt x="49164" y="0"/>
                    <a:pt x="49071" y="44"/>
                    <a:pt x="49010" y="125"/>
                  </a:cubicBezTo>
                  <a:lnTo>
                    <a:pt x="0" y="66799"/>
                  </a:lnTo>
                  <a:lnTo>
                    <a:pt x="0" y="67833"/>
                  </a:lnTo>
                  <a:lnTo>
                    <a:pt x="49505" y="489"/>
                  </a:lnTo>
                  <a:cubicBezTo>
                    <a:pt x="49604" y="352"/>
                    <a:pt x="49575" y="160"/>
                    <a:pt x="49439" y="60"/>
                  </a:cubicBezTo>
                  <a:cubicBezTo>
                    <a:pt x="49384" y="20"/>
                    <a:pt x="49321" y="0"/>
                    <a:pt x="49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4">
              <a:extLst>
                <a:ext uri="{FF2B5EF4-FFF2-40B4-BE49-F238E27FC236}">
                  <a16:creationId xmlns:a16="http://schemas.microsoft.com/office/drawing/2014/main" id="{4F784D08-6E4B-4B77-3670-E056A0199F8C}"/>
                </a:ext>
              </a:extLst>
            </p:cNvPr>
            <p:cNvSpPr/>
            <p:nvPr/>
          </p:nvSpPr>
          <p:spPr>
            <a:xfrm>
              <a:off x="5795367" y="3956807"/>
              <a:ext cx="66388" cy="83975"/>
            </a:xfrm>
            <a:custGeom>
              <a:avLst/>
              <a:gdLst/>
              <a:ahLst/>
              <a:cxnLst/>
              <a:rect l="l" t="t" r="r" b="b"/>
              <a:pathLst>
                <a:path w="3484" h="4407" extrusionOk="0">
                  <a:moveTo>
                    <a:pt x="3136" y="0"/>
                  </a:moveTo>
                  <a:cubicBezTo>
                    <a:pt x="3042" y="0"/>
                    <a:pt x="2949" y="44"/>
                    <a:pt x="2890" y="125"/>
                  </a:cubicBezTo>
                  <a:lnTo>
                    <a:pt x="100" y="3920"/>
                  </a:lnTo>
                  <a:cubicBezTo>
                    <a:pt x="0" y="4057"/>
                    <a:pt x="30" y="4248"/>
                    <a:pt x="165" y="4349"/>
                  </a:cubicBezTo>
                  <a:cubicBezTo>
                    <a:pt x="218" y="4387"/>
                    <a:pt x="282" y="4407"/>
                    <a:pt x="347" y="4407"/>
                  </a:cubicBezTo>
                  <a:cubicBezTo>
                    <a:pt x="444" y="4407"/>
                    <a:pt x="536" y="4360"/>
                    <a:pt x="594" y="4283"/>
                  </a:cubicBezTo>
                  <a:lnTo>
                    <a:pt x="3383" y="488"/>
                  </a:lnTo>
                  <a:cubicBezTo>
                    <a:pt x="3483" y="351"/>
                    <a:pt x="3454" y="160"/>
                    <a:pt x="3317" y="59"/>
                  </a:cubicBezTo>
                  <a:cubicBezTo>
                    <a:pt x="3263" y="20"/>
                    <a:pt x="3199" y="0"/>
                    <a:pt x="3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4">
              <a:extLst>
                <a:ext uri="{FF2B5EF4-FFF2-40B4-BE49-F238E27FC236}">
                  <a16:creationId xmlns:a16="http://schemas.microsoft.com/office/drawing/2014/main" id="{0B6E6DBD-5B43-CF0A-3B4E-AB02972B78E8}"/>
                </a:ext>
              </a:extLst>
            </p:cNvPr>
            <p:cNvSpPr/>
            <p:nvPr/>
          </p:nvSpPr>
          <p:spPr>
            <a:xfrm>
              <a:off x="6033802" y="3081344"/>
              <a:ext cx="629444" cy="862906"/>
            </a:xfrm>
            <a:custGeom>
              <a:avLst/>
              <a:gdLst/>
              <a:ahLst/>
              <a:cxnLst/>
              <a:rect l="l" t="t" r="r" b="b"/>
              <a:pathLst>
                <a:path w="33033" h="45285" extrusionOk="0">
                  <a:moveTo>
                    <a:pt x="33032" y="1"/>
                  </a:moveTo>
                  <a:lnTo>
                    <a:pt x="102" y="44797"/>
                  </a:lnTo>
                  <a:cubicBezTo>
                    <a:pt x="1" y="44934"/>
                    <a:pt x="32" y="45125"/>
                    <a:pt x="167" y="45224"/>
                  </a:cubicBezTo>
                  <a:cubicBezTo>
                    <a:pt x="222" y="45265"/>
                    <a:pt x="286" y="45284"/>
                    <a:pt x="349" y="45284"/>
                  </a:cubicBezTo>
                  <a:cubicBezTo>
                    <a:pt x="443" y="45284"/>
                    <a:pt x="535" y="45241"/>
                    <a:pt x="595" y="45159"/>
                  </a:cubicBezTo>
                  <a:lnTo>
                    <a:pt x="33032" y="1036"/>
                  </a:lnTo>
                  <a:lnTo>
                    <a:pt x="330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 name="Google Shape;555;p34">
            <a:extLst>
              <a:ext uri="{FF2B5EF4-FFF2-40B4-BE49-F238E27FC236}">
                <a16:creationId xmlns:a16="http://schemas.microsoft.com/office/drawing/2014/main" id="{929C4B2A-6D9E-100D-D5F3-88607E8B222B}"/>
              </a:ext>
            </a:extLst>
          </p:cNvPr>
          <p:cNvGrpSpPr/>
          <p:nvPr/>
        </p:nvGrpSpPr>
        <p:grpSpPr>
          <a:xfrm>
            <a:off x="4330173" y="1963985"/>
            <a:ext cx="1891146" cy="2887347"/>
            <a:chOff x="3605604" y="1716301"/>
            <a:chExt cx="1765941" cy="2696187"/>
          </a:xfrm>
        </p:grpSpPr>
        <p:sp>
          <p:nvSpPr>
            <p:cNvPr id="556" name="Google Shape;556;p34">
              <a:extLst>
                <a:ext uri="{FF2B5EF4-FFF2-40B4-BE49-F238E27FC236}">
                  <a16:creationId xmlns:a16="http://schemas.microsoft.com/office/drawing/2014/main" id="{27AD5CB8-D3C8-02D4-5613-BC261146CD14}"/>
                </a:ext>
              </a:extLst>
            </p:cNvPr>
            <p:cNvSpPr/>
            <p:nvPr/>
          </p:nvSpPr>
          <p:spPr>
            <a:xfrm>
              <a:off x="3611854" y="1721637"/>
              <a:ext cx="862372" cy="1070872"/>
            </a:xfrm>
            <a:custGeom>
              <a:avLst/>
              <a:gdLst/>
              <a:ahLst/>
              <a:cxnLst/>
              <a:rect l="l" t="t" r="r" b="b"/>
              <a:pathLst>
                <a:path w="45257" h="56199" extrusionOk="0">
                  <a:moveTo>
                    <a:pt x="37476" y="1"/>
                  </a:moveTo>
                  <a:cubicBezTo>
                    <a:pt x="34727" y="1"/>
                    <a:pt x="33541" y="1233"/>
                    <a:pt x="34009" y="2053"/>
                  </a:cubicBezTo>
                  <a:cubicBezTo>
                    <a:pt x="34538" y="2979"/>
                    <a:pt x="35994" y="4038"/>
                    <a:pt x="35994" y="4038"/>
                  </a:cubicBezTo>
                  <a:cubicBezTo>
                    <a:pt x="35994" y="4038"/>
                    <a:pt x="34170" y="3024"/>
                    <a:pt x="32260" y="3024"/>
                  </a:cubicBezTo>
                  <a:cubicBezTo>
                    <a:pt x="31497" y="3024"/>
                    <a:pt x="30719" y="3186"/>
                    <a:pt x="30039" y="3640"/>
                  </a:cubicBezTo>
                  <a:cubicBezTo>
                    <a:pt x="27657" y="5228"/>
                    <a:pt x="31098" y="4566"/>
                    <a:pt x="30436" y="6154"/>
                  </a:cubicBezTo>
                  <a:cubicBezTo>
                    <a:pt x="29774" y="7743"/>
                    <a:pt x="26069" y="7081"/>
                    <a:pt x="25143" y="11316"/>
                  </a:cubicBezTo>
                  <a:cubicBezTo>
                    <a:pt x="24217" y="15550"/>
                    <a:pt x="26864" y="19785"/>
                    <a:pt x="24481" y="21637"/>
                  </a:cubicBezTo>
                  <a:cubicBezTo>
                    <a:pt x="22099" y="23490"/>
                    <a:pt x="14954" y="20975"/>
                    <a:pt x="12837" y="25607"/>
                  </a:cubicBezTo>
                  <a:cubicBezTo>
                    <a:pt x="10719" y="30239"/>
                    <a:pt x="13712" y="32291"/>
                    <a:pt x="8684" y="35202"/>
                  </a:cubicBezTo>
                  <a:cubicBezTo>
                    <a:pt x="3657" y="38112"/>
                    <a:pt x="1" y="40958"/>
                    <a:pt x="1456" y="48103"/>
                  </a:cubicBezTo>
                  <a:cubicBezTo>
                    <a:pt x="2544" y="53444"/>
                    <a:pt x="5480" y="56198"/>
                    <a:pt x="10818" y="56198"/>
                  </a:cubicBezTo>
                  <a:cubicBezTo>
                    <a:pt x="12621" y="56198"/>
                    <a:pt x="14698" y="55884"/>
                    <a:pt x="17070" y="55249"/>
                  </a:cubicBezTo>
                  <a:cubicBezTo>
                    <a:pt x="26466" y="52736"/>
                    <a:pt x="25805" y="47045"/>
                    <a:pt x="28848" y="41223"/>
                  </a:cubicBezTo>
                  <a:cubicBezTo>
                    <a:pt x="31891" y="35399"/>
                    <a:pt x="36655" y="36591"/>
                    <a:pt x="38112" y="33283"/>
                  </a:cubicBezTo>
                  <a:cubicBezTo>
                    <a:pt x="39567" y="29974"/>
                    <a:pt x="37714" y="26004"/>
                    <a:pt x="37846" y="22962"/>
                  </a:cubicBezTo>
                  <a:cubicBezTo>
                    <a:pt x="37979" y="19918"/>
                    <a:pt x="41023" y="19256"/>
                    <a:pt x="42213" y="15683"/>
                  </a:cubicBezTo>
                  <a:cubicBezTo>
                    <a:pt x="43404" y="12111"/>
                    <a:pt x="44471" y="8399"/>
                    <a:pt x="44471" y="8399"/>
                  </a:cubicBezTo>
                  <a:cubicBezTo>
                    <a:pt x="44471" y="8399"/>
                    <a:pt x="45257" y="6949"/>
                    <a:pt x="45257" y="4435"/>
                  </a:cubicBezTo>
                  <a:cubicBezTo>
                    <a:pt x="45257" y="1921"/>
                    <a:pt x="42213" y="465"/>
                    <a:pt x="38640" y="68"/>
                  </a:cubicBezTo>
                  <a:cubicBezTo>
                    <a:pt x="38225" y="22"/>
                    <a:pt x="37837" y="1"/>
                    <a:pt x="3747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4">
              <a:extLst>
                <a:ext uri="{FF2B5EF4-FFF2-40B4-BE49-F238E27FC236}">
                  <a16:creationId xmlns:a16="http://schemas.microsoft.com/office/drawing/2014/main" id="{DECC47D4-A58A-D586-145D-49AC68020E1C}"/>
                </a:ext>
              </a:extLst>
            </p:cNvPr>
            <p:cNvSpPr/>
            <p:nvPr/>
          </p:nvSpPr>
          <p:spPr>
            <a:xfrm>
              <a:off x="3605604" y="1716301"/>
              <a:ext cx="873958" cy="1081600"/>
            </a:xfrm>
            <a:custGeom>
              <a:avLst/>
              <a:gdLst/>
              <a:ahLst/>
              <a:cxnLst/>
              <a:rect l="l" t="t" r="r" b="b"/>
              <a:pathLst>
                <a:path w="45865" h="56762" extrusionOk="0">
                  <a:moveTo>
                    <a:pt x="37811" y="562"/>
                  </a:moveTo>
                  <a:cubicBezTo>
                    <a:pt x="38161" y="562"/>
                    <a:pt x="38537" y="582"/>
                    <a:pt x="38937" y="627"/>
                  </a:cubicBezTo>
                  <a:cubicBezTo>
                    <a:pt x="42014" y="968"/>
                    <a:pt x="45303" y="2222"/>
                    <a:pt x="45303" y="4715"/>
                  </a:cubicBezTo>
                  <a:cubicBezTo>
                    <a:pt x="45303" y="7117"/>
                    <a:pt x="44558" y="8530"/>
                    <a:pt x="44551" y="8545"/>
                  </a:cubicBezTo>
                  <a:cubicBezTo>
                    <a:pt x="44540" y="8562"/>
                    <a:pt x="44533" y="8581"/>
                    <a:pt x="44527" y="8600"/>
                  </a:cubicBezTo>
                  <a:cubicBezTo>
                    <a:pt x="44516" y="8638"/>
                    <a:pt x="43449" y="12347"/>
                    <a:pt x="42274" y="15874"/>
                  </a:cubicBezTo>
                  <a:cubicBezTo>
                    <a:pt x="41733" y="17498"/>
                    <a:pt x="40810" y="18483"/>
                    <a:pt x="39917" y="19435"/>
                  </a:cubicBezTo>
                  <a:cubicBezTo>
                    <a:pt x="38914" y="20504"/>
                    <a:pt x="37967" y="21515"/>
                    <a:pt x="37893" y="23229"/>
                  </a:cubicBezTo>
                  <a:cubicBezTo>
                    <a:pt x="37845" y="24365"/>
                    <a:pt x="38059" y="25596"/>
                    <a:pt x="38285" y="26899"/>
                  </a:cubicBezTo>
                  <a:cubicBezTo>
                    <a:pt x="38673" y="29122"/>
                    <a:pt x="39074" y="31421"/>
                    <a:pt x="38182" y="33449"/>
                  </a:cubicBezTo>
                  <a:cubicBezTo>
                    <a:pt x="37589" y="34794"/>
                    <a:pt x="36424" y="35337"/>
                    <a:pt x="34948" y="36022"/>
                  </a:cubicBezTo>
                  <a:cubicBezTo>
                    <a:pt x="33049" y="36906"/>
                    <a:pt x="30688" y="38003"/>
                    <a:pt x="28926" y="41372"/>
                  </a:cubicBezTo>
                  <a:cubicBezTo>
                    <a:pt x="28171" y="42819"/>
                    <a:pt x="27644" y="44246"/>
                    <a:pt x="27135" y="45628"/>
                  </a:cubicBezTo>
                  <a:cubicBezTo>
                    <a:pt x="25599" y="49797"/>
                    <a:pt x="24272" y="53398"/>
                    <a:pt x="17326" y="55258"/>
                  </a:cubicBezTo>
                  <a:cubicBezTo>
                    <a:pt x="14977" y="55886"/>
                    <a:pt x="12922" y="56201"/>
                    <a:pt x="11140" y="56201"/>
                  </a:cubicBezTo>
                  <a:cubicBezTo>
                    <a:pt x="9077" y="56201"/>
                    <a:pt x="7379" y="55779"/>
                    <a:pt x="6015" y="54935"/>
                  </a:cubicBezTo>
                  <a:cubicBezTo>
                    <a:pt x="4005" y="53691"/>
                    <a:pt x="2712" y="51530"/>
                    <a:pt x="2058" y="48329"/>
                  </a:cubicBezTo>
                  <a:cubicBezTo>
                    <a:pt x="625" y="41289"/>
                    <a:pt x="4256" y="38561"/>
                    <a:pt x="9152" y="35726"/>
                  </a:cubicBezTo>
                  <a:cubicBezTo>
                    <a:pt x="12377" y="33859"/>
                    <a:pt x="12441" y="32288"/>
                    <a:pt x="12523" y="30301"/>
                  </a:cubicBezTo>
                  <a:cubicBezTo>
                    <a:pt x="12571" y="29100"/>
                    <a:pt x="12626" y="27740"/>
                    <a:pt x="13420" y="26005"/>
                  </a:cubicBezTo>
                  <a:cubicBezTo>
                    <a:pt x="14654" y="23303"/>
                    <a:pt x="17779" y="23170"/>
                    <a:pt x="20537" y="23052"/>
                  </a:cubicBezTo>
                  <a:cubicBezTo>
                    <a:pt x="22318" y="22976"/>
                    <a:pt x="23998" y="22903"/>
                    <a:pt x="24982" y="22139"/>
                  </a:cubicBezTo>
                  <a:cubicBezTo>
                    <a:pt x="26461" y="20988"/>
                    <a:pt x="26181" y="19076"/>
                    <a:pt x="25858" y="16862"/>
                  </a:cubicBezTo>
                  <a:cubicBezTo>
                    <a:pt x="25621" y="15258"/>
                    <a:pt x="25354" y="13439"/>
                    <a:pt x="25745" y="11656"/>
                  </a:cubicBezTo>
                  <a:cubicBezTo>
                    <a:pt x="26299" y="9122"/>
                    <a:pt x="27905" y="8438"/>
                    <a:pt x="29195" y="7890"/>
                  </a:cubicBezTo>
                  <a:cubicBezTo>
                    <a:pt x="30021" y="7537"/>
                    <a:pt x="30736" y="7234"/>
                    <a:pt x="31023" y="6542"/>
                  </a:cubicBezTo>
                  <a:cubicBezTo>
                    <a:pt x="31429" y="5570"/>
                    <a:pt x="30609" y="5189"/>
                    <a:pt x="30169" y="4985"/>
                  </a:cubicBezTo>
                  <a:cubicBezTo>
                    <a:pt x="30032" y="4921"/>
                    <a:pt x="29825" y="4824"/>
                    <a:pt x="29797" y="4794"/>
                  </a:cubicBezTo>
                  <a:cubicBezTo>
                    <a:pt x="29800" y="4776"/>
                    <a:pt x="29846" y="4606"/>
                    <a:pt x="30523" y="4155"/>
                  </a:cubicBezTo>
                  <a:cubicBezTo>
                    <a:pt x="31147" y="3738"/>
                    <a:pt x="31871" y="3588"/>
                    <a:pt x="32585" y="3588"/>
                  </a:cubicBezTo>
                  <a:cubicBezTo>
                    <a:pt x="34395" y="3588"/>
                    <a:pt x="36160" y="4550"/>
                    <a:pt x="36185" y="4562"/>
                  </a:cubicBezTo>
                  <a:cubicBezTo>
                    <a:pt x="36228" y="4586"/>
                    <a:pt x="36276" y="4598"/>
                    <a:pt x="36322" y="4598"/>
                  </a:cubicBezTo>
                  <a:cubicBezTo>
                    <a:pt x="36415" y="4598"/>
                    <a:pt x="36505" y="4552"/>
                    <a:pt x="36558" y="4468"/>
                  </a:cubicBezTo>
                  <a:cubicBezTo>
                    <a:pt x="36638" y="4343"/>
                    <a:pt x="36606" y="4177"/>
                    <a:pt x="36487" y="4089"/>
                  </a:cubicBezTo>
                  <a:cubicBezTo>
                    <a:pt x="36472" y="4080"/>
                    <a:pt x="35074" y="3057"/>
                    <a:pt x="34581" y="2193"/>
                  </a:cubicBezTo>
                  <a:cubicBezTo>
                    <a:pt x="34455" y="1974"/>
                    <a:pt x="34543" y="1756"/>
                    <a:pt x="34637" y="1611"/>
                  </a:cubicBezTo>
                  <a:cubicBezTo>
                    <a:pt x="35008" y="1048"/>
                    <a:pt x="36104" y="562"/>
                    <a:pt x="37811" y="562"/>
                  </a:cubicBezTo>
                  <a:close/>
                  <a:moveTo>
                    <a:pt x="37814" y="0"/>
                  </a:moveTo>
                  <a:cubicBezTo>
                    <a:pt x="35780" y="0"/>
                    <a:pt x="34592" y="659"/>
                    <a:pt x="34168" y="1304"/>
                  </a:cubicBezTo>
                  <a:cubicBezTo>
                    <a:pt x="33916" y="1689"/>
                    <a:pt x="33888" y="2114"/>
                    <a:pt x="34092" y="2473"/>
                  </a:cubicBezTo>
                  <a:cubicBezTo>
                    <a:pt x="34268" y="2782"/>
                    <a:pt x="34537" y="3100"/>
                    <a:pt x="34823" y="3392"/>
                  </a:cubicBezTo>
                  <a:cubicBezTo>
                    <a:pt x="34176" y="3190"/>
                    <a:pt x="33397" y="3021"/>
                    <a:pt x="32598" y="3021"/>
                  </a:cubicBezTo>
                  <a:cubicBezTo>
                    <a:pt x="31784" y="3021"/>
                    <a:pt x="30949" y="3196"/>
                    <a:pt x="30211" y="3688"/>
                  </a:cubicBezTo>
                  <a:cubicBezTo>
                    <a:pt x="29492" y="4167"/>
                    <a:pt x="29209" y="4498"/>
                    <a:pt x="29235" y="4830"/>
                  </a:cubicBezTo>
                  <a:cubicBezTo>
                    <a:pt x="29262" y="5183"/>
                    <a:pt x="29603" y="5342"/>
                    <a:pt x="29931" y="5495"/>
                  </a:cubicBezTo>
                  <a:cubicBezTo>
                    <a:pt x="30491" y="5753"/>
                    <a:pt x="30685" y="5893"/>
                    <a:pt x="30504" y="6326"/>
                  </a:cubicBezTo>
                  <a:cubicBezTo>
                    <a:pt x="30304" y="6806"/>
                    <a:pt x="29717" y="7056"/>
                    <a:pt x="28974" y="7374"/>
                  </a:cubicBezTo>
                  <a:cubicBezTo>
                    <a:pt x="27638" y="7941"/>
                    <a:pt x="25811" y="8720"/>
                    <a:pt x="25195" y="11536"/>
                  </a:cubicBezTo>
                  <a:cubicBezTo>
                    <a:pt x="24784" y="13419"/>
                    <a:pt x="25058" y="15292"/>
                    <a:pt x="25300" y="16944"/>
                  </a:cubicBezTo>
                  <a:cubicBezTo>
                    <a:pt x="25611" y="19069"/>
                    <a:pt x="25858" y="20746"/>
                    <a:pt x="24635" y="21696"/>
                  </a:cubicBezTo>
                  <a:cubicBezTo>
                    <a:pt x="23794" y="22351"/>
                    <a:pt x="22200" y="22418"/>
                    <a:pt x="20512" y="22491"/>
                  </a:cubicBezTo>
                  <a:cubicBezTo>
                    <a:pt x="17594" y="22616"/>
                    <a:pt x="14286" y="22757"/>
                    <a:pt x="12908" y="25771"/>
                  </a:cubicBezTo>
                  <a:cubicBezTo>
                    <a:pt x="12069" y="27605"/>
                    <a:pt x="12011" y="29026"/>
                    <a:pt x="11960" y="30279"/>
                  </a:cubicBezTo>
                  <a:cubicBezTo>
                    <a:pt x="11883" y="32165"/>
                    <a:pt x="11827" y="33527"/>
                    <a:pt x="8871" y="35240"/>
                  </a:cubicBezTo>
                  <a:cubicBezTo>
                    <a:pt x="3950" y="38087"/>
                    <a:pt x="1" y="41047"/>
                    <a:pt x="1507" y="48439"/>
                  </a:cubicBezTo>
                  <a:cubicBezTo>
                    <a:pt x="2193" y="51803"/>
                    <a:pt x="3569" y="54082"/>
                    <a:pt x="5719" y="55412"/>
                  </a:cubicBezTo>
                  <a:cubicBezTo>
                    <a:pt x="7173" y="56312"/>
                    <a:pt x="8969" y="56761"/>
                    <a:pt x="11142" y="56761"/>
                  </a:cubicBezTo>
                  <a:cubicBezTo>
                    <a:pt x="12975" y="56761"/>
                    <a:pt x="15078" y="56441"/>
                    <a:pt x="17471" y="55800"/>
                  </a:cubicBezTo>
                  <a:cubicBezTo>
                    <a:pt x="24698" y="53866"/>
                    <a:pt x="26138" y="49959"/>
                    <a:pt x="27662" y="45821"/>
                  </a:cubicBezTo>
                  <a:cubicBezTo>
                    <a:pt x="28165" y="44458"/>
                    <a:pt x="28684" y="43048"/>
                    <a:pt x="29423" y="41633"/>
                  </a:cubicBezTo>
                  <a:cubicBezTo>
                    <a:pt x="31098" y="38433"/>
                    <a:pt x="33269" y="37422"/>
                    <a:pt x="35184" y="36533"/>
                  </a:cubicBezTo>
                  <a:cubicBezTo>
                    <a:pt x="36706" y="35825"/>
                    <a:pt x="38020" y="35214"/>
                    <a:pt x="38696" y="33675"/>
                  </a:cubicBezTo>
                  <a:cubicBezTo>
                    <a:pt x="39657" y="31492"/>
                    <a:pt x="39240" y="29108"/>
                    <a:pt x="38839" y="26803"/>
                  </a:cubicBezTo>
                  <a:cubicBezTo>
                    <a:pt x="38618" y="25531"/>
                    <a:pt x="38409" y="24328"/>
                    <a:pt x="38454" y="23253"/>
                  </a:cubicBezTo>
                  <a:cubicBezTo>
                    <a:pt x="38520" y="21747"/>
                    <a:pt x="39359" y="20854"/>
                    <a:pt x="40327" y="19820"/>
                  </a:cubicBezTo>
                  <a:cubicBezTo>
                    <a:pt x="41217" y="18869"/>
                    <a:pt x="42227" y="17793"/>
                    <a:pt x="42806" y="16051"/>
                  </a:cubicBezTo>
                  <a:cubicBezTo>
                    <a:pt x="43932" y="12675"/>
                    <a:pt x="44960" y="9130"/>
                    <a:pt x="45060" y="8784"/>
                  </a:cubicBezTo>
                  <a:cubicBezTo>
                    <a:pt x="45175" y="8558"/>
                    <a:pt x="45865" y="7111"/>
                    <a:pt x="45865" y="4715"/>
                  </a:cubicBezTo>
                  <a:cubicBezTo>
                    <a:pt x="45865" y="2320"/>
                    <a:pt x="43234" y="539"/>
                    <a:pt x="38998" y="68"/>
                  </a:cubicBezTo>
                  <a:cubicBezTo>
                    <a:pt x="38576" y="21"/>
                    <a:pt x="38181" y="0"/>
                    <a:pt x="3781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4">
              <a:extLst>
                <a:ext uri="{FF2B5EF4-FFF2-40B4-BE49-F238E27FC236}">
                  <a16:creationId xmlns:a16="http://schemas.microsoft.com/office/drawing/2014/main" id="{DDD5B81D-A6AE-DDDD-4D6A-691CC6794C58}"/>
                </a:ext>
              </a:extLst>
            </p:cNvPr>
            <p:cNvSpPr/>
            <p:nvPr/>
          </p:nvSpPr>
          <p:spPr>
            <a:xfrm>
              <a:off x="3675879" y="1804945"/>
              <a:ext cx="751834" cy="809971"/>
            </a:xfrm>
            <a:custGeom>
              <a:avLst/>
              <a:gdLst/>
              <a:ahLst/>
              <a:cxnLst/>
              <a:rect l="l" t="t" r="r" b="b"/>
              <a:pathLst>
                <a:path w="39456" h="42507" extrusionOk="0">
                  <a:moveTo>
                    <a:pt x="36226" y="0"/>
                  </a:moveTo>
                  <a:cubicBezTo>
                    <a:pt x="35872" y="0"/>
                    <a:pt x="35644" y="89"/>
                    <a:pt x="35530" y="269"/>
                  </a:cubicBezTo>
                  <a:cubicBezTo>
                    <a:pt x="35258" y="700"/>
                    <a:pt x="35854" y="1411"/>
                    <a:pt x="35924" y="1491"/>
                  </a:cubicBezTo>
                  <a:cubicBezTo>
                    <a:pt x="35951" y="1522"/>
                    <a:pt x="35990" y="1539"/>
                    <a:pt x="36029" y="1539"/>
                  </a:cubicBezTo>
                  <a:cubicBezTo>
                    <a:pt x="36061" y="1539"/>
                    <a:pt x="36095" y="1527"/>
                    <a:pt x="36121" y="1504"/>
                  </a:cubicBezTo>
                  <a:cubicBezTo>
                    <a:pt x="36181" y="1454"/>
                    <a:pt x="36187" y="1365"/>
                    <a:pt x="36136" y="1307"/>
                  </a:cubicBezTo>
                  <a:cubicBezTo>
                    <a:pt x="35961" y="1104"/>
                    <a:pt x="35641" y="620"/>
                    <a:pt x="35768" y="419"/>
                  </a:cubicBezTo>
                  <a:cubicBezTo>
                    <a:pt x="35803" y="364"/>
                    <a:pt x="35909" y="281"/>
                    <a:pt x="36224" y="281"/>
                  </a:cubicBezTo>
                  <a:cubicBezTo>
                    <a:pt x="36486" y="281"/>
                    <a:pt x="36892" y="338"/>
                    <a:pt x="37521" y="514"/>
                  </a:cubicBezTo>
                  <a:cubicBezTo>
                    <a:pt x="38426" y="767"/>
                    <a:pt x="38917" y="1221"/>
                    <a:pt x="38983" y="1861"/>
                  </a:cubicBezTo>
                  <a:cubicBezTo>
                    <a:pt x="39161" y="3622"/>
                    <a:pt x="36257" y="6288"/>
                    <a:pt x="34984" y="6942"/>
                  </a:cubicBezTo>
                  <a:cubicBezTo>
                    <a:pt x="33616" y="7645"/>
                    <a:pt x="32046" y="8003"/>
                    <a:pt x="30529" y="8348"/>
                  </a:cubicBezTo>
                  <a:cubicBezTo>
                    <a:pt x="28040" y="8914"/>
                    <a:pt x="25464" y="9501"/>
                    <a:pt x="23691" y="11628"/>
                  </a:cubicBezTo>
                  <a:cubicBezTo>
                    <a:pt x="22232" y="13380"/>
                    <a:pt x="22683" y="15200"/>
                    <a:pt x="23080" y="16807"/>
                  </a:cubicBezTo>
                  <a:cubicBezTo>
                    <a:pt x="23395" y="18079"/>
                    <a:pt x="23692" y="19281"/>
                    <a:pt x="23043" y="20308"/>
                  </a:cubicBezTo>
                  <a:cubicBezTo>
                    <a:pt x="22346" y="21410"/>
                    <a:pt x="20602" y="21689"/>
                    <a:pt x="18755" y="21985"/>
                  </a:cubicBezTo>
                  <a:cubicBezTo>
                    <a:pt x="16645" y="22323"/>
                    <a:pt x="14463" y="22672"/>
                    <a:pt x="13363" y="24253"/>
                  </a:cubicBezTo>
                  <a:cubicBezTo>
                    <a:pt x="12532" y="25446"/>
                    <a:pt x="12932" y="27145"/>
                    <a:pt x="13355" y="28942"/>
                  </a:cubicBezTo>
                  <a:cubicBezTo>
                    <a:pt x="13998" y="31678"/>
                    <a:pt x="14727" y="34779"/>
                    <a:pt x="11241" y="36825"/>
                  </a:cubicBezTo>
                  <a:cubicBezTo>
                    <a:pt x="9299" y="37964"/>
                    <a:pt x="7241" y="38794"/>
                    <a:pt x="5426" y="39526"/>
                  </a:cubicBezTo>
                  <a:cubicBezTo>
                    <a:pt x="3227" y="40413"/>
                    <a:pt x="1327" y="41178"/>
                    <a:pt x="97" y="42262"/>
                  </a:cubicBezTo>
                  <a:cubicBezTo>
                    <a:pt x="1" y="42346"/>
                    <a:pt x="61" y="42507"/>
                    <a:pt x="191" y="42507"/>
                  </a:cubicBezTo>
                  <a:cubicBezTo>
                    <a:pt x="226" y="42507"/>
                    <a:pt x="258" y="42494"/>
                    <a:pt x="284" y="42472"/>
                  </a:cubicBezTo>
                  <a:cubicBezTo>
                    <a:pt x="1475" y="41420"/>
                    <a:pt x="3355" y="40662"/>
                    <a:pt x="5530" y="39785"/>
                  </a:cubicBezTo>
                  <a:cubicBezTo>
                    <a:pt x="7356" y="39050"/>
                    <a:pt x="9423" y="38218"/>
                    <a:pt x="11383" y="37067"/>
                  </a:cubicBezTo>
                  <a:cubicBezTo>
                    <a:pt x="15046" y="34916"/>
                    <a:pt x="14292" y="31708"/>
                    <a:pt x="13627" y="28878"/>
                  </a:cubicBezTo>
                  <a:cubicBezTo>
                    <a:pt x="13219" y="27142"/>
                    <a:pt x="12834" y="25503"/>
                    <a:pt x="13592" y="24412"/>
                  </a:cubicBezTo>
                  <a:cubicBezTo>
                    <a:pt x="14623" y="22930"/>
                    <a:pt x="16746" y="22590"/>
                    <a:pt x="18798" y="22262"/>
                  </a:cubicBezTo>
                  <a:cubicBezTo>
                    <a:pt x="20710" y="21956"/>
                    <a:pt x="22515" y="21667"/>
                    <a:pt x="23279" y="20456"/>
                  </a:cubicBezTo>
                  <a:cubicBezTo>
                    <a:pt x="23993" y="19328"/>
                    <a:pt x="23681" y="18070"/>
                    <a:pt x="23351" y="16739"/>
                  </a:cubicBezTo>
                  <a:cubicBezTo>
                    <a:pt x="22951" y="15121"/>
                    <a:pt x="22537" y="13450"/>
                    <a:pt x="23907" y="11808"/>
                  </a:cubicBezTo>
                  <a:cubicBezTo>
                    <a:pt x="25619" y="9751"/>
                    <a:pt x="28034" y="9203"/>
                    <a:pt x="30591" y="8621"/>
                  </a:cubicBezTo>
                  <a:cubicBezTo>
                    <a:pt x="32126" y="8273"/>
                    <a:pt x="33713" y="7912"/>
                    <a:pt x="35112" y="7192"/>
                  </a:cubicBezTo>
                  <a:cubicBezTo>
                    <a:pt x="36474" y="6492"/>
                    <a:pt x="39455" y="3741"/>
                    <a:pt x="39261" y="1832"/>
                  </a:cubicBezTo>
                  <a:cubicBezTo>
                    <a:pt x="39184" y="1065"/>
                    <a:pt x="38624" y="531"/>
                    <a:pt x="37597" y="244"/>
                  </a:cubicBezTo>
                  <a:cubicBezTo>
                    <a:pt x="37017" y="81"/>
                    <a:pt x="36564" y="0"/>
                    <a:pt x="362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4">
              <a:extLst>
                <a:ext uri="{FF2B5EF4-FFF2-40B4-BE49-F238E27FC236}">
                  <a16:creationId xmlns:a16="http://schemas.microsoft.com/office/drawing/2014/main" id="{D9ABCA0E-3113-FDBB-5806-FFEA0A21B152}"/>
                </a:ext>
              </a:extLst>
            </p:cNvPr>
            <p:cNvSpPr/>
            <p:nvPr/>
          </p:nvSpPr>
          <p:spPr>
            <a:xfrm>
              <a:off x="3755434" y="2044505"/>
              <a:ext cx="476127" cy="739029"/>
            </a:xfrm>
            <a:custGeom>
              <a:avLst/>
              <a:gdLst/>
              <a:ahLst/>
              <a:cxnLst/>
              <a:rect l="l" t="t" r="r" b="b"/>
              <a:pathLst>
                <a:path w="24987" h="38784" extrusionOk="0">
                  <a:moveTo>
                    <a:pt x="22347" y="0"/>
                  </a:moveTo>
                  <a:cubicBezTo>
                    <a:pt x="22292" y="0"/>
                    <a:pt x="22239" y="33"/>
                    <a:pt x="22217" y="88"/>
                  </a:cubicBezTo>
                  <a:cubicBezTo>
                    <a:pt x="21838" y="1113"/>
                    <a:pt x="21734" y="2007"/>
                    <a:pt x="21908" y="2745"/>
                  </a:cubicBezTo>
                  <a:cubicBezTo>
                    <a:pt x="22037" y="3298"/>
                    <a:pt x="22322" y="3974"/>
                    <a:pt x="22624" y="4689"/>
                  </a:cubicBezTo>
                  <a:cubicBezTo>
                    <a:pt x="23525" y="6829"/>
                    <a:pt x="24647" y="9489"/>
                    <a:pt x="22717" y="11143"/>
                  </a:cubicBezTo>
                  <a:cubicBezTo>
                    <a:pt x="21595" y="12105"/>
                    <a:pt x="20143" y="12629"/>
                    <a:pt x="18740" y="13136"/>
                  </a:cubicBezTo>
                  <a:cubicBezTo>
                    <a:pt x="16872" y="13812"/>
                    <a:pt x="15105" y="14449"/>
                    <a:pt x="14647" y="16053"/>
                  </a:cubicBezTo>
                  <a:cubicBezTo>
                    <a:pt x="14369" y="17028"/>
                    <a:pt x="14388" y="18575"/>
                    <a:pt x="14410" y="20366"/>
                  </a:cubicBezTo>
                  <a:cubicBezTo>
                    <a:pt x="14449" y="23472"/>
                    <a:pt x="14496" y="27340"/>
                    <a:pt x="12886" y="29513"/>
                  </a:cubicBezTo>
                  <a:cubicBezTo>
                    <a:pt x="11443" y="31460"/>
                    <a:pt x="9206" y="32204"/>
                    <a:pt x="7042" y="32925"/>
                  </a:cubicBezTo>
                  <a:cubicBezTo>
                    <a:pt x="5410" y="33467"/>
                    <a:pt x="3869" y="33979"/>
                    <a:pt x="2714" y="34969"/>
                  </a:cubicBezTo>
                  <a:cubicBezTo>
                    <a:pt x="0" y="37296"/>
                    <a:pt x="360" y="38630"/>
                    <a:pt x="378" y="38684"/>
                  </a:cubicBezTo>
                  <a:cubicBezTo>
                    <a:pt x="395" y="38744"/>
                    <a:pt x="449" y="38783"/>
                    <a:pt x="512" y="38783"/>
                  </a:cubicBezTo>
                  <a:cubicBezTo>
                    <a:pt x="524" y="38783"/>
                    <a:pt x="537" y="38782"/>
                    <a:pt x="550" y="38778"/>
                  </a:cubicBezTo>
                  <a:cubicBezTo>
                    <a:pt x="624" y="38756"/>
                    <a:pt x="667" y="38678"/>
                    <a:pt x="646" y="38604"/>
                  </a:cubicBezTo>
                  <a:cubicBezTo>
                    <a:pt x="643" y="38592"/>
                    <a:pt x="347" y="37367"/>
                    <a:pt x="2897" y="35182"/>
                  </a:cubicBezTo>
                  <a:cubicBezTo>
                    <a:pt x="4009" y="34229"/>
                    <a:pt x="5525" y="33724"/>
                    <a:pt x="7129" y="33190"/>
                  </a:cubicBezTo>
                  <a:cubicBezTo>
                    <a:pt x="9336" y="32457"/>
                    <a:pt x="11615" y="31698"/>
                    <a:pt x="13110" y="29681"/>
                  </a:cubicBezTo>
                  <a:cubicBezTo>
                    <a:pt x="14777" y="27431"/>
                    <a:pt x="14729" y="23510"/>
                    <a:pt x="14690" y="20362"/>
                  </a:cubicBezTo>
                  <a:cubicBezTo>
                    <a:pt x="14668" y="18592"/>
                    <a:pt x="14649" y="17065"/>
                    <a:pt x="14917" y="16131"/>
                  </a:cubicBezTo>
                  <a:cubicBezTo>
                    <a:pt x="15336" y="14665"/>
                    <a:pt x="16958" y="14079"/>
                    <a:pt x="18835" y="13400"/>
                  </a:cubicBezTo>
                  <a:cubicBezTo>
                    <a:pt x="20262" y="12884"/>
                    <a:pt x="21740" y="12352"/>
                    <a:pt x="22901" y="11357"/>
                  </a:cubicBezTo>
                  <a:cubicBezTo>
                    <a:pt x="24986" y="9569"/>
                    <a:pt x="23820" y="6802"/>
                    <a:pt x="22883" y="4581"/>
                  </a:cubicBezTo>
                  <a:cubicBezTo>
                    <a:pt x="22586" y="3877"/>
                    <a:pt x="22306" y="3210"/>
                    <a:pt x="22180" y="2681"/>
                  </a:cubicBezTo>
                  <a:cubicBezTo>
                    <a:pt x="22020" y="1998"/>
                    <a:pt x="22121" y="1158"/>
                    <a:pt x="22481" y="185"/>
                  </a:cubicBezTo>
                  <a:cubicBezTo>
                    <a:pt x="22506" y="114"/>
                    <a:pt x="22468" y="35"/>
                    <a:pt x="22396" y="9"/>
                  </a:cubicBezTo>
                  <a:cubicBezTo>
                    <a:pt x="22380" y="3"/>
                    <a:pt x="22364" y="0"/>
                    <a:pt x="22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4">
              <a:extLst>
                <a:ext uri="{FF2B5EF4-FFF2-40B4-BE49-F238E27FC236}">
                  <a16:creationId xmlns:a16="http://schemas.microsoft.com/office/drawing/2014/main" id="{1C9B9A55-6386-2112-4FF4-5C8B5AC33D27}"/>
                </a:ext>
              </a:extLst>
            </p:cNvPr>
            <p:cNvSpPr/>
            <p:nvPr/>
          </p:nvSpPr>
          <p:spPr>
            <a:xfrm>
              <a:off x="4191431" y="1996448"/>
              <a:ext cx="18617" cy="24695"/>
            </a:xfrm>
            <a:custGeom>
              <a:avLst/>
              <a:gdLst/>
              <a:ahLst/>
              <a:cxnLst/>
              <a:rect l="l" t="t" r="r" b="b"/>
              <a:pathLst>
                <a:path w="977" h="1296" extrusionOk="0">
                  <a:moveTo>
                    <a:pt x="818" y="1"/>
                  </a:moveTo>
                  <a:cubicBezTo>
                    <a:pt x="775" y="1"/>
                    <a:pt x="734" y="20"/>
                    <a:pt x="707" y="56"/>
                  </a:cubicBezTo>
                  <a:cubicBezTo>
                    <a:pt x="694" y="73"/>
                    <a:pt x="402" y="471"/>
                    <a:pt x="53" y="1086"/>
                  </a:cubicBezTo>
                  <a:cubicBezTo>
                    <a:pt x="1" y="1179"/>
                    <a:pt x="68" y="1296"/>
                    <a:pt x="176" y="1296"/>
                  </a:cubicBezTo>
                  <a:cubicBezTo>
                    <a:pt x="227" y="1296"/>
                    <a:pt x="274" y="1268"/>
                    <a:pt x="298" y="1224"/>
                  </a:cubicBezTo>
                  <a:cubicBezTo>
                    <a:pt x="491" y="878"/>
                    <a:pt x="702" y="544"/>
                    <a:pt x="933" y="224"/>
                  </a:cubicBezTo>
                  <a:cubicBezTo>
                    <a:pt x="977" y="161"/>
                    <a:pt x="963" y="73"/>
                    <a:pt x="902" y="28"/>
                  </a:cubicBezTo>
                  <a:cubicBezTo>
                    <a:pt x="877" y="10"/>
                    <a:pt x="847" y="1"/>
                    <a:pt x="8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4">
              <a:extLst>
                <a:ext uri="{FF2B5EF4-FFF2-40B4-BE49-F238E27FC236}">
                  <a16:creationId xmlns:a16="http://schemas.microsoft.com/office/drawing/2014/main" id="{1C5DC116-A0EA-0170-6A46-C956290F08B4}"/>
                </a:ext>
              </a:extLst>
            </p:cNvPr>
            <p:cNvSpPr/>
            <p:nvPr/>
          </p:nvSpPr>
          <p:spPr>
            <a:xfrm>
              <a:off x="4388670" y="2630732"/>
              <a:ext cx="395296" cy="343219"/>
            </a:xfrm>
            <a:custGeom>
              <a:avLst/>
              <a:gdLst/>
              <a:ahLst/>
              <a:cxnLst/>
              <a:rect l="l" t="t" r="r" b="b"/>
              <a:pathLst>
                <a:path w="20745" h="18012" extrusionOk="0">
                  <a:moveTo>
                    <a:pt x="5074" y="0"/>
                  </a:moveTo>
                  <a:cubicBezTo>
                    <a:pt x="3271" y="0"/>
                    <a:pt x="0" y="5987"/>
                    <a:pt x="609" y="6838"/>
                  </a:cubicBezTo>
                  <a:cubicBezTo>
                    <a:pt x="1258" y="7749"/>
                    <a:pt x="2817" y="10735"/>
                    <a:pt x="4895" y="11256"/>
                  </a:cubicBezTo>
                  <a:cubicBezTo>
                    <a:pt x="6975" y="11777"/>
                    <a:pt x="17496" y="18012"/>
                    <a:pt x="17496" y="18012"/>
                  </a:cubicBezTo>
                  <a:lnTo>
                    <a:pt x="20744" y="17102"/>
                  </a:lnTo>
                  <a:cubicBezTo>
                    <a:pt x="20744" y="17102"/>
                    <a:pt x="14378" y="12685"/>
                    <a:pt x="11910" y="10606"/>
                  </a:cubicBezTo>
                  <a:cubicBezTo>
                    <a:pt x="9443" y="8527"/>
                    <a:pt x="6065" y="5150"/>
                    <a:pt x="6065" y="5150"/>
                  </a:cubicBezTo>
                  <a:lnTo>
                    <a:pt x="5416" y="84"/>
                  </a:lnTo>
                  <a:cubicBezTo>
                    <a:pt x="5310" y="27"/>
                    <a:pt x="5195" y="0"/>
                    <a:pt x="5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4">
              <a:extLst>
                <a:ext uri="{FF2B5EF4-FFF2-40B4-BE49-F238E27FC236}">
                  <a16:creationId xmlns:a16="http://schemas.microsoft.com/office/drawing/2014/main" id="{0E516B6E-C5F4-BDE8-AFAB-AAC2E6C9A83F}"/>
                </a:ext>
              </a:extLst>
            </p:cNvPr>
            <p:cNvSpPr/>
            <p:nvPr/>
          </p:nvSpPr>
          <p:spPr>
            <a:xfrm>
              <a:off x="4384249" y="2625301"/>
              <a:ext cx="406500" cy="353985"/>
            </a:xfrm>
            <a:custGeom>
              <a:avLst/>
              <a:gdLst/>
              <a:ahLst/>
              <a:cxnLst/>
              <a:rect l="l" t="t" r="r" b="b"/>
              <a:pathLst>
                <a:path w="21333" h="18577" extrusionOk="0">
                  <a:moveTo>
                    <a:pt x="5320" y="567"/>
                  </a:moveTo>
                  <a:cubicBezTo>
                    <a:pt x="5344" y="567"/>
                    <a:pt x="5367" y="570"/>
                    <a:pt x="5390" y="574"/>
                  </a:cubicBezTo>
                  <a:lnTo>
                    <a:pt x="6018" y="5471"/>
                  </a:lnTo>
                  <a:cubicBezTo>
                    <a:pt x="6026" y="5532"/>
                    <a:pt x="6053" y="5591"/>
                    <a:pt x="6098" y="5634"/>
                  </a:cubicBezTo>
                  <a:cubicBezTo>
                    <a:pt x="6132" y="5668"/>
                    <a:pt x="9513" y="9044"/>
                    <a:pt x="11961" y="11107"/>
                  </a:cubicBezTo>
                  <a:cubicBezTo>
                    <a:pt x="14012" y="12833"/>
                    <a:pt x="18786" y="16198"/>
                    <a:pt x="20327" y="17276"/>
                  </a:cubicBezTo>
                  <a:lnTo>
                    <a:pt x="17768" y="17993"/>
                  </a:lnTo>
                  <a:cubicBezTo>
                    <a:pt x="16608" y="17308"/>
                    <a:pt x="7203" y="11770"/>
                    <a:pt x="5196" y="11268"/>
                  </a:cubicBezTo>
                  <a:cubicBezTo>
                    <a:pt x="3571" y="10861"/>
                    <a:pt x="2207" y="8726"/>
                    <a:pt x="1475" y="7577"/>
                  </a:cubicBezTo>
                  <a:cubicBezTo>
                    <a:pt x="1315" y="7328"/>
                    <a:pt x="1179" y="7115"/>
                    <a:pt x="1070" y="6962"/>
                  </a:cubicBezTo>
                  <a:cubicBezTo>
                    <a:pt x="806" y="6558"/>
                    <a:pt x="2134" y="3419"/>
                    <a:pt x="3858" y="1542"/>
                  </a:cubicBezTo>
                  <a:cubicBezTo>
                    <a:pt x="4440" y="908"/>
                    <a:pt x="4952" y="568"/>
                    <a:pt x="5305" y="568"/>
                  </a:cubicBezTo>
                  <a:cubicBezTo>
                    <a:pt x="5310" y="567"/>
                    <a:pt x="5315" y="567"/>
                    <a:pt x="5320" y="567"/>
                  </a:cubicBezTo>
                  <a:close/>
                  <a:moveTo>
                    <a:pt x="5302" y="1"/>
                  </a:moveTo>
                  <a:cubicBezTo>
                    <a:pt x="4746" y="1"/>
                    <a:pt x="4084" y="433"/>
                    <a:pt x="3326" y="1293"/>
                  </a:cubicBezTo>
                  <a:cubicBezTo>
                    <a:pt x="1870" y="2945"/>
                    <a:pt x="1" y="6431"/>
                    <a:pt x="612" y="7288"/>
                  </a:cubicBezTo>
                  <a:cubicBezTo>
                    <a:pt x="718" y="7436"/>
                    <a:pt x="848" y="7640"/>
                    <a:pt x="1001" y="7880"/>
                  </a:cubicBezTo>
                  <a:cubicBezTo>
                    <a:pt x="1831" y="9178"/>
                    <a:pt x="3218" y="11353"/>
                    <a:pt x="5060" y="11814"/>
                  </a:cubicBezTo>
                  <a:cubicBezTo>
                    <a:pt x="7076" y="12317"/>
                    <a:pt x="17480" y="18476"/>
                    <a:pt x="17585" y="18537"/>
                  </a:cubicBezTo>
                  <a:cubicBezTo>
                    <a:pt x="17629" y="18564"/>
                    <a:pt x="17679" y="18577"/>
                    <a:pt x="17728" y="18577"/>
                  </a:cubicBezTo>
                  <a:cubicBezTo>
                    <a:pt x="17754" y="18577"/>
                    <a:pt x="17781" y="18574"/>
                    <a:pt x="17805" y="18567"/>
                  </a:cubicBezTo>
                  <a:lnTo>
                    <a:pt x="21052" y="17656"/>
                  </a:lnTo>
                  <a:cubicBezTo>
                    <a:pt x="21281" y="17592"/>
                    <a:pt x="21332" y="17292"/>
                    <a:pt x="21137" y="17156"/>
                  </a:cubicBezTo>
                  <a:cubicBezTo>
                    <a:pt x="21074" y="17112"/>
                    <a:pt x="14754" y="12722"/>
                    <a:pt x="12325" y="10676"/>
                  </a:cubicBezTo>
                  <a:cubicBezTo>
                    <a:pt x="10084" y="8790"/>
                    <a:pt x="7054" y="5792"/>
                    <a:pt x="6564" y="5305"/>
                  </a:cubicBezTo>
                  <a:lnTo>
                    <a:pt x="5926" y="333"/>
                  </a:lnTo>
                  <a:cubicBezTo>
                    <a:pt x="5915" y="244"/>
                    <a:pt x="5861" y="164"/>
                    <a:pt x="5781" y="121"/>
                  </a:cubicBezTo>
                  <a:cubicBezTo>
                    <a:pt x="5631" y="41"/>
                    <a:pt x="5471" y="1"/>
                    <a:pt x="5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4">
              <a:extLst>
                <a:ext uri="{FF2B5EF4-FFF2-40B4-BE49-F238E27FC236}">
                  <a16:creationId xmlns:a16="http://schemas.microsoft.com/office/drawing/2014/main" id="{0167AB5E-88C7-C8AB-069F-A5726501D534}"/>
                </a:ext>
              </a:extLst>
            </p:cNvPr>
            <p:cNvSpPr/>
            <p:nvPr/>
          </p:nvSpPr>
          <p:spPr>
            <a:xfrm>
              <a:off x="4508811" y="4188573"/>
              <a:ext cx="245352" cy="128126"/>
            </a:xfrm>
            <a:custGeom>
              <a:avLst/>
              <a:gdLst/>
              <a:ahLst/>
              <a:cxnLst/>
              <a:rect l="l" t="t" r="r" b="b"/>
              <a:pathLst>
                <a:path w="12876" h="6724" extrusionOk="0">
                  <a:moveTo>
                    <a:pt x="1681" y="0"/>
                  </a:moveTo>
                  <a:cubicBezTo>
                    <a:pt x="1681" y="0"/>
                    <a:pt x="0" y="3882"/>
                    <a:pt x="1061" y="4534"/>
                  </a:cubicBezTo>
                  <a:cubicBezTo>
                    <a:pt x="1589" y="4860"/>
                    <a:pt x="2199" y="4921"/>
                    <a:pt x="2749" y="4921"/>
                  </a:cubicBezTo>
                  <a:cubicBezTo>
                    <a:pt x="3080" y="4921"/>
                    <a:pt x="3389" y="4899"/>
                    <a:pt x="3645" y="4899"/>
                  </a:cubicBezTo>
                  <a:cubicBezTo>
                    <a:pt x="3815" y="4899"/>
                    <a:pt x="3961" y="4909"/>
                    <a:pt x="4075" y="4941"/>
                  </a:cubicBezTo>
                  <a:cubicBezTo>
                    <a:pt x="4646" y="5105"/>
                    <a:pt x="5543" y="6163"/>
                    <a:pt x="8639" y="6572"/>
                  </a:cubicBezTo>
                  <a:cubicBezTo>
                    <a:pt x="9448" y="6678"/>
                    <a:pt x="10090" y="6723"/>
                    <a:pt x="10602" y="6723"/>
                  </a:cubicBezTo>
                  <a:cubicBezTo>
                    <a:pt x="12048" y="6723"/>
                    <a:pt x="12450" y="6362"/>
                    <a:pt x="12631" y="6002"/>
                  </a:cubicBezTo>
                  <a:cubicBezTo>
                    <a:pt x="12876" y="5512"/>
                    <a:pt x="11328" y="5105"/>
                    <a:pt x="10024" y="4208"/>
                  </a:cubicBezTo>
                  <a:cubicBezTo>
                    <a:pt x="8721" y="3312"/>
                    <a:pt x="5543" y="623"/>
                    <a:pt x="5543" y="623"/>
                  </a:cubicBezTo>
                  <a:cubicBezTo>
                    <a:pt x="4966" y="952"/>
                    <a:pt x="4433" y="1076"/>
                    <a:pt x="3960" y="1076"/>
                  </a:cubicBezTo>
                  <a:cubicBezTo>
                    <a:pt x="2562" y="1076"/>
                    <a:pt x="1681" y="0"/>
                    <a:pt x="16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4">
              <a:extLst>
                <a:ext uri="{FF2B5EF4-FFF2-40B4-BE49-F238E27FC236}">
                  <a16:creationId xmlns:a16="http://schemas.microsoft.com/office/drawing/2014/main" id="{50C4F7C0-0743-E4BF-8B46-6FEADDCC6743}"/>
                </a:ext>
              </a:extLst>
            </p:cNvPr>
            <p:cNvSpPr/>
            <p:nvPr/>
          </p:nvSpPr>
          <p:spPr>
            <a:xfrm>
              <a:off x="4503228" y="4183200"/>
              <a:ext cx="256366" cy="138854"/>
            </a:xfrm>
            <a:custGeom>
              <a:avLst/>
              <a:gdLst/>
              <a:ahLst/>
              <a:cxnLst/>
              <a:rect l="l" t="t" r="r" b="b"/>
              <a:pathLst>
                <a:path w="13454" h="7287" extrusionOk="0">
                  <a:moveTo>
                    <a:pt x="2076" y="772"/>
                  </a:moveTo>
                  <a:cubicBezTo>
                    <a:pt x="2481" y="1121"/>
                    <a:pt x="3252" y="1636"/>
                    <a:pt x="4264" y="1636"/>
                  </a:cubicBezTo>
                  <a:cubicBezTo>
                    <a:pt x="4729" y="1636"/>
                    <a:pt x="5245" y="1527"/>
                    <a:pt x="5801" y="1243"/>
                  </a:cubicBezTo>
                  <a:cubicBezTo>
                    <a:pt x="6448" y="1787"/>
                    <a:pt x="9002" y="3928"/>
                    <a:pt x="10158" y="4722"/>
                  </a:cubicBezTo>
                  <a:cubicBezTo>
                    <a:pt x="10672" y="5074"/>
                    <a:pt x="11206" y="5346"/>
                    <a:pt x="11677" y="5585"/>
                  </a:cubicBezTo>
                  <a:cubicBezTo>
                    <a:pt x="12075" y="5786"/>
                    <a:pt x="12617" y="6063"/>
                    <a:pt x="12673" y="6157"/>
                  </a:cubicBezTo>
                  <a:cubicBezTo>
                    <a:pt x="12586" y="6331"/>
                    <a:pt x="12390" y="6724"/>
                    <a:pt x="10903" y="6724"/>
                  </a:cubicBezTo>
                  <a:cubicBezTo>
                    <a:pt x="10413" y="6724"/>
                    <a:pt x="9782" y="6681"/>
                    <a:pt x="8968" y="6574"/>
                  </a:cubicBezTo>
                  <a:cubicBezTo>
                    <a:pt x="6737" y="6281"/>
                    <a:pt x="5687" y="5645"/>
                    <a:pt x="5060" y="5266"/>
                  </a:cubicBezTo>
                  <a:cubicBezTo>
                    <a:pt x="4821" y="5121"/>
                    <a:pt x="4631" y="5006"/>
                    <a:pt x="4446" y="4953"/>
                  </a:cubicBezTo>
                  <a:cubicBezTo>
                    <a:pt x="4301" y="4913"/>
                    <a:pt x="4129" y="4899"/>
                    <a:pt x="3937" y="4899"/>
                  </a:cubicBezTo>
                  <a:cubicBezTo>
                    <a:pt x="3813" y="4899"/>
                    <a:pt x="3679" y="4905"/>
                    <a:pt x="3537" y="4910"/>
                  </a:cubicBezTo>
                  <a:cubicBezTo>
                    <a:pt x="3379" y="4916"/>
                    <a:pt x="3212" y="4922"/>
                    <a:pt x="3040" y="4922"/>
                  </a:cubicBezTo>
                  <a:cubicBezTo>
                    <a:pt x="2526" y="4922"/>
                    <a:pt x="1969" y="4865"/>
                    <a:pt x="1501" y="4577"/>
                  </a:cubicBezTo>
                  <a:cubicBezTo>
                    <a:pt x="967" y="4249"/>
                    <a:pt x="1492" y="2241"/>
                    <a:pt x="2076" y="772"/>
                  </a:cubicBezTo>
                  <a:close/>
                  <a:moveTo>
                    <a:pt x="1977" y="0"/>
                  </a:moveTo>
                  <a:cubicBezTo>
                    <a:pt x="1963" y="0"/>
                    <a:pt x="1949" y="1"/>
                    <a:pt x="1936" y="3"/>
                  </a:cubicBezTo>
                  <a:cubicBezTo>
                    <a:pt x="1838" y="17"/>
                    <a:pt x="1756" y="81"/>
                    <a:pt x="1717" y="170"/>
                  </a:cubicBezTo>
                  <a:cubicBezTo>
                    <a:pt x="1419" y="855"/>
                    <a:pt x="0" y="4313"/>
                    <a:pt x="1206" y="5056"/>
                  </a:cubicBezTo>
                  <a:cubicBezTo>
                    <a:pt x="1796" y="5419"/>
                    <a:pt x="2469" y="5484"/>
                    <a:pt x="3052" y="5484"/>
                  </a:cubicBezTo>
                  <a:cubicBezTo>
                    <a:pt x="3231" y="5484"/>
                    <a:pt x="3401" y="5478"/>
                    <a:pt x="3557" y="5473"/>
                  </a:cubicBezTo>
                  <a:cubicBezTo>
                    <a:pt x="3690" y="5467"/>
                    <a:pt x="3820" y="5463"/>
                    <a:pt x="3937" y="5463"/>
                  </a:cubicBezTo>
                  <a:cubicBezTo>
                    <a:pt x="4082" y="5463"/>
                    <a:pt x="4207" y="5470"/>
                    <a:pt x="4291" y="5495"/>
                  </a:cubicBezTo>
                  <a:cubicBezTo>
                    <a:pt x="4405" y="5527"/>
                    <a:pt x="4565" y="5623"/>
                    <a:pt x="4769" y="5747"/>
                  </a:cubicBezTo>
                  <a:cubicBezTo>
                    <a:pt x="5435" y="6149"/>
                    <a:pt x="6547" y="6822"/>
                    <a:pt x="8895" y="7132"/>
                  </a:cubicBezTo>
                  <a:cubicBezTo>
                    <a:pt x="9712" y="7240"/>
                    <a:pt x="10370" y="7287"/>
                    <a:pt x="10902" y="7287"/>
                  </a:cubicBezTo>
                  <a:cubicBezTo>
                    <a:pt x="12472" y="7287"/>
                    <a:pt x="12941" y="6877"/>
                    <a:pt x="13177" y="6409"/>
                  </a:cubicBezTo>
                  <a:cubicBezTo>
                    <a:pt x="13453" y="5856"/>
                    <a:pt x="12782" y="5516"/>
                    <a:pt x="11932" y="5085"/>
                  </a:cubicBezTo>
                  <a:cubicBezTo>
                    <a:pt x="11477" y="4853"/>
                    <a:pt x="10959" y="4590"/>
                    <a:pt x="10476" y="4259"/>
                  </a:cubicBezTo>
                  <a:cubicBezTo>
                    <a:pt x="9200" y="3381"/>
                    <a:pt x="6049" y="717"/>
                    <a:pt x="6018" y="690"/>
                  </a:cubicBezTo>
                  <a:cubicBezTo>
                    <a:pt x="5966" y="647"/>
                    <a:pt x="5901" y="624"/>
                    <a:pt x="5836" y="624"/>
                  </a:cubicBezTo>
                  <a:cubicBezTo>
                    <a:pt x="5788" y="624"/>
                    <a:pt x="5740" y="636"/>
                    <a:pt x="5697" y="661"/>
                  </a:cubicBezTo>
                  <a:cubicBezTo>
                    <a:pt x="5168" y="964"/>
                    <a:pt x="4681" y="1077"/>
                    <a:pt x="4250" y="1077"/>
                  </a:cubicBezTo>
                  <a:cubicBezTo>
                    <a:pt x="3017" y="1077"/>
                    <a:pt x="2236" y="154"/>
                    <a:pt x="2192" y="103"/>
                  </a:cubicBezTo>
                  <a:cubicBezTo>
                    <a:pt x="2139" y="38"/>
                    <a:pt x="2059" y="0"/>
                    <a:pt x="197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4">
              <a:extLst>
                <a:ext uri="{FF2B5EF4-FFF2-40B4-BE49-F238E27FC236}">
                  <a16:creationId xmlns:a16="http://schemas.microsoft.com/office/drawing/2014/main" id="{E665D3F1-7487-B429-210A-CA7864E74342}"/>
                </a:ext>
              </a:extLst>
            </p:cNvPr>
            <p:cNvSpPr/>
            <p:nvPr/>
          </p:nvSpPr>
          <p:spPr>
            <a:xfrm>
              <a:off x="4521483" y="4255837"/>
              <a:ext cx="228431" cy="60843"/>
            </a:xfrm>
            <a:custGeom>
              <a:avLst/>
              <a:gdLst/>
              <a:ahLst/>
              <a:cxnLst/>
              <a:rect l="l" t="t" r="r" b="b"/>
              <a:pathLst>
                <a:path w="11988" h="3193" extrusionOk="0">
                  <a:moveTo>
                    <a:pt x="1" y="1"/>
                  </a:moveTo>
                  <a:lnTo>
                    <a:pt x="1" y="1"/>
                  </a:lnTo>
                  <a:cubicBezTo>
                    <a:pt x="11" y="457"/>
                    <a:pt x="117" y="834"/>
                    <a:pt x="396" y="1003"/>
                  </a:cubicBezTo>
                  <a:cubicBezTo>
                    <a:pt x="926" y="1329"/>
                    <a:pt x="1538" y="1390"/>
                    <a:pt x="2089" y="1390"/>
                  </a:cubicBezTo>
                  <a:cubicBezTo>
                    <a:pt x="2417" y="1390"/>
                    <a:pt x="2723" y="1369"/>
                    <a:pt x="2977" y="1369"/>
                  </a:cubicBezTo>
                  <a:cubicBezTo>
                    <a:pt x="3148" y="1369"/>
                    <a:pt x="3296" y="1378"/>
                    <a:pt x="3410" y="1411"/>
                  </a:cubicBezTo>
                  <a:cubicBezTo>
                    <a:pt x="3981" y="1573"/>
                    <a:pt x="4878" y="2633"/>
                    <a:pt x="7974" y="3040"/>
                  </a:cubicBezTo>
                  <a:cubicBezTo>
                    <a:pt x="8784" y="3147"/>
                    <a:pt x="9427" y="3192"/>
                    <a:pt x="9940" y="3192"/>
                  </a:cubicBezTo>
                  <a:cubicBezTo>
                    <a:pt x="11384" y="3192"/>
                    <a:pt x="11786" y="2832"/>
                    <a:pt x="11967" y="2472"/>
                  </a:cubicBezTo>
                  <a:cubicBezTo>
                    <a:pt x="11977" y="2447"/>
                    <a:pt x="11985" y="2422"/>
                    <a:pt x="11988" y="2396"/>
                  </a:cubicBezTo>
                  <a:lnTo>
                    <a:pt x="11988" y="2396"/>
                  </a:lnTo>
                  <a:cubicBezTo>
                    <a:pt x="11557" y="2454"/>
                    <a:pt x="11130" y="2480"/>
                    <a:pt x="10710" y="2480"/>
                  </a:cubicBezTo>
                  <a:cubicBezTo>
                    <a:pt x="9291" y="2480"/>
                    <a:pt x="7936" y="2190"/>
                    <a:pt x="6676" y="1893"/>
                  </a:cubicBezTo>
                  <a:cubicBezTo>
                    <a:pt x="4670" y="1421"/>
                    <a:pt x="4081" y="360"/>
                    <a:pt x="2195" y="360"/>
                  </a:cubicBezTo>
                  <a:cubicBezTo>
                    <a:pt x="1242" y="360"/>
                    <a:pt x="501" y="179"/>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4">
              <a:extLst>
                <a:ext uri="{FF2B5EF4-FFF2-40B4-BE49-F238E27FC236}">
                  <a16:creationId xmlns:a16="http://schemas.microsoft.com/office/drawing/2014/main" id="{C7502933-4B6A-AF14-7D6C-B0B0573B746E}"/>
                </a:ext>
              </a:extLst>
            </p:cNvPr>
            <p:cNvSpPr/>
            <p:nvPr/>
          </p:nvSpPr>
          <p:spPr>
            <a:xfrm>
              <a:off x="4516052" y="4250483"/>
              <a:ext cx="239426" cy="71571"/>
            </a:xfrm>
            <a:custGeom>
              <a:avLst/>
              <a:gdLst/>
              <a:ahLst/>
              <a:cxnLst/>
              <a:rect l="l" t="t" r="r" b="b"/>
              <a:pathLst>
                <a:path w="12565" h="3756" extrusionOk="0">
                  <a:moveTo>
                    <a:pt x="612" y="679"/>
                  </a:moveTo>
                  <a:cubicBezTo>
                    <a:pt x="1196" y="841"/>
                    <a:pt x="1821" y="922"/>
                    <a:pt x="2480" y="922"/>
                  </a:cubicBezTo>
                  <a:cubicBezTo>
                    <a:pt x="3481" y="922"/>
                    <a:pt x="4092" y="1242"/>
                    <a:pt x="4801" y="1612"/>
                  </a:cubicBezTo>
                  <a:cubicBezTo>
                    <a:pt x="5359" y="1904"/>
                    <a:pt x="5994" y="2235"/>
                    <a:pt x="6895" y="2446"/>
                  </a:cubicBezTo>
                  <a:cubicBezTo>
                    <a:pt x="8194" y="2753"/>
                    <a:pt x="9561" y="3041"/>
                    <a:pt x="10990" y="3041"/>
                  </a:cubicBezTo>
                  <a:cubicBezTo>
                    <a:pt x="11164" y="3041"/>
                    <a:pt x="11338" y="3037"/>
                    <a:pt x="11514" y="3028"/>
                  </a:cubicBezTo>
                  <a:lnTo>
                    <a:pt x="11514" y="3028"/>
                  </a:lnTo>
                  <a:cubicBezTo>
                    <a:pt x="11258" y="3122"/>
                    <a:pt x="10860" y="3193"/>
                    <a:pt x="10231" y="3193"/>
                  </a:cubicBezTo>
                  <a:cubicBezTo>
                    <a:pt x="9740" y="3193"/>
                    <a:pt x="9109" y="3150"/>
                    <a:pt x="8295" y="3043"/>
                  </a:cubicBezTo>
                  <a:cubicBezTo>
                    <a:pt x="6064" y="2750"/>
                    <a:pt x="5014" y="2114"/>
                    <a:pt x="4387" y="1735"/>
                  </a:cubicBezTo>
                  <a:cubicBezTo>
                    <a:pt x="4148" y="1590"/>
                    <a:pt x="3958" y="1475"/>
                    <a:pt x="3773" y="1422"/>
                  </a:cubicBezTo>
                  <a:cubicBezTo>
                    <a:pt x="3628" y="1382"/>
                    <a:pt x="3456" y="1368"/>
                    <a:pt x="3264" y="1368"/>
                  </a:cubicBezTo>
                  <a:cubicBezTo>
                    <a:pt x="3140" y="1368"/>
                    <a:pt x="3006" y="1374"/>
                    <a:pt x="2864" y="1379"/>
                  </a:cubicBezTo>
                  <a:cubicBezTo>
                    <a:pt x="2706" y="1385"/>
                    <a:pt x="2538" y="1391"/>
                    <a:pt x="2366" y="1391"/>
                  </a:cubicBezTo>
                  <a:cubicBezTo>
                    <a:pt x="1852" y="1391"/>
                    <a:pt x="1296" y="1334"/>
                    <a:pt x="828" y="1046"/>
                  </a:cubicBezTo>
                  <a:cubicBezTo>
                    <a:pt x="716" y="976"/>
                    <a:pt x="650" y="838"/>
                    <a:pt x="612" y="679"/>
                  </a:cubicBezTo>
                  <a:close/>
                  <a:moveTo>
                    <a:pt x="286" y="0"/>
                  </a:moveTo>
                  <a:cubicBezTo>
                    <a:pt x="134" y="0"/>
                    <a:pt x="0" y="124"/>
                    <a:pt x="4" y="288"/>
                  </a:cubicBezTo>
                  <a:cubicBezTo>
                    <a:pt x="19" y="900"/>
                    <a:pt x="197" y="1316"/>
                    <a:pt x="533" y="1525"/>
                  </a:cubicBezTo>
                  <a:cubicBezTo>
                    <a:pt x="1123" y="1888"/>
                    <a:pt x="1796" y="1953"/>
                    <a:pt x="2379" y="1953"/>
                  </a:cubicBezTo>
                  <a:cubicBezTo>
                    <a:pt x="2558" y="1953"/>
                    <a:pt x="2728" y="1947"/>
                    <a:pt x="2884" y="1942"/>
                  </a:cubicBezTo>
                  <a:cubicBezTo>
                    <a:pt x="3017" y="1936"/>
                    <a:pt x="3147" y="1932"/>
                    <a:pt x="3264" y="1932"/>
                  </a:cubicBezTo>
                  <a:cubicBezTo>
                    <a:pt x="3409" y="1932"/>
                    <a:pt x="3534" y="1939"/>
                    <a:pt x="3618" y="1964"/>
                  </a:cubicBezTo>
                  <a:cubicBezTo>
                    <a:pt x="3732" y="1996"/>
                    <a:pt x="3892" y="2092"/>
                    <a:pt x="4096" y="2216"/>
                  </a:cubicBezTo>
                  <a:cubicBezTo>
                    <a:pt x="4762" y="2618"/>
                    <a:pt x="5874" y="3291"/>
                    <a:pt x="8222" y="3601"/>
                  </a:cubicBezTo>
                  <a:cubicBezTo>
                    <a:pt x="9039" y="3709"/>
                    <a:pt x="9697" y="3756"/>
                    <a:pt x="10229" y="3756"/>
                  </a:cubicBezTo>
                  <a:cubicBezTo>
                    <a:pt x="11799" y="3756"/>
                    <a:pt x="12268" y="3346"/>
                    <a:pt x="12504" y="2879"/>
                  </a:cubicBezTo>
                  <a:cubicBezTo>
                    <a:pt x="12529" y="2827"/>
                    <a:pt x="12545" y="2772"/>
                    <a:pt x="12553" y="2715"/>
                  </a:cubicBezTo>
                  <a:cubicBezTo>
                    <a:pt x="12564" y="2627"/>
                    <a:pt x="12535" y="2540"/>
                    <a:pt x="12472" y="2478"/>
                  </a:cubicBezTo>
                  <a:cubicBezTo>
                    <a:pt x="12418" y="2425"/>
                    <a:pt x="12346" y="2396"/>
                    <a:pt x="12270" y="2396"/>
                  </a:cubicBezTo>
                  <a:cubicBezTo>
                    <a:pt x="12259" y="2396"/>
                    <a:pt x="12248" y="2397"/>
                    <a:pt x="12236" y="2398"/>
                  </a:cubicBezTo>
                  <a:cubicBezTo>
                    <a:pt x="11822" y="2454"/>
                    <a:pt x="11410" y="2479"/>
                    <a:pt x="11003" y="2479"/>
                  </a:cubicBezTo>
                  <a:cubicBezTo>
                    <a:pt x="9627" y="2479"/>
                    <a:pt x="8293" y="2199"/>
                    <a:pt x="7025" y="1899"/>
                  </a:cubicBezTo>
                  <a:cubicBezTo>
                    <a:pt x="6192" y="1704"/>
                    <a:pt x="5618" y="1403"/>
                    <a:pt x="5062" y="1115"/>
                  </a:cubicBezTo>
                  <a:cubicBezTo>
                    <a:pt x="4321" y="727"/>
                    <a:pt x="3620" y="361"/>
                    <a:pt x="2482" y="361"/>
                  </a:cubicBezTo>
                  <a:cubicBezTo>
                    <a:pt x="1540" y="361"/>
                    <a:pt x="819" y="174"/>
                    <a:pt x="380" y="16"/>
                  </a:cubicBezTo>
                  <a:cubicBezTo>
                    <a:pt x="349" y="5"/>
                    <a:pt x="317" y="0"/>
                    <a:pt x="28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4">
              <a:extLst>
                <a:ext uri="{FF2B5EF4-FFF2-40B4-BE49-F238E27FC236}">
                  <a16:creationId xmlns:a16="http://schemas.microsoft.com/office/drawing/2014/main" id="{A6FCAE63-A1A1-77B6-B798-514B6E4842C3}"/>
                </a:ext>
              </a:extLst>
            </p:cNvPr>
            <p:cNvSpPr/>
            <p:nvPr/>
          </p:nvSpPr>
          <p:spPr>
            <a:xfrm>
              <a:off x="3818982" y="2130728"/>
              <a:ext cx="867593" cy="2102071"/>
            </a:xfrm>
            <a:custGeom>
              <a:avLst/>
              <a:gdLst/>
              <a:ahLst/>
              <a:cxnLst/>
              <a:rect l="l" t="t" r="r" b="b"/>
              <a:pathLst>
                <a:path w="45531" h="110316" extrusionOk="0">
                  <a:moveTo>
                    <a:pt x="25090" y="1"/>
                  </a:moveTo>
                  <a:cubicBezTo>
                    <a:pt x="25090" y="1"/>
                    <a:pt x="25704" y="4124"/>
                    <a:pt x="24915" y="5791"/>
                  </a:cubicBezTo>
                  <a:cubicBezTo>
                    <a:pt x="24125" y="7458"/>
                    <a:pt x="21670" y="7631"/>
                    <a:pt x="19564" y="7984"/>
                  </a:cubicBezTo>
                  <a:cubicBezTo>
                    <a:pt x="17458" y="8336"/>
                    <a:pt x="12634" y="10176"/>
                    <a:pt x="13160" y="14913"/>
                  </a:cubicBezTo>
                  <a:cubicBezTo>
                    <a:pt x="13687" y="19650"/>
                    <a:pt x="19739" y="29915"/>
                    <a:pt x="19739" y="32810"/>
                  </a:cubicBezTo>
                  <a:cubicBezTo>
                    <a:pt x="19739" y="35705"/>
                    <a:pt x="17897" y="37196"/>
                    <a:pt x="15879" y="42811"/>
                  </a:cubicBezTo>
                  <a:cubicBezTo>
                    <a:pt x="13862" y="48426"/>
                    <a:pt x="14124" y="58864"/>
                    <a:pt x="14738" y="65620"/>
                  </a:cubicBezTo>
                  <a:cubicBezTo>
                    <a:pt x="15352" y="72374"/>
                    <a:pt x="17371" y="78778"/>
                    <a:pt x="17371" y="78778"/>
                  </a:cubicBezTo>
                  <a:cubicBezTo>
                    <a:pt x="17371" y="78778"/>
                    <a:pt x="12282" y="86936"/>
                    <a:pt x="10090" y="90445"/>
                  </a:cubicBezTo>
                  <a:cubicBezTo>
                    <a:pt x="7897" y="93956"/>
                    <a:pt x="1" y="109219"/>
                    <a:pt x="1" y="109219"/>
                  </a:cubicBezTo>
                  <a:cubicBezTo>
                    <a:pt x="1" y="109219"/>
                    <a:pt x="1" y="109745"/>
                    <a:pt x="1229" y="110097"/>
                  </a:cubicBezTo>
                  <a:cubicBezTo>
                    <a:pt x="1841" y="110272"/>
                    <a:pt x="2498" y="110316"/>
                    <a:pt x="3002" y="110316"/>
                  </a:cubicBezTo>
                  <a:cubicBezTo>
                    <a:pt x="3509" y="110316"/>
                    <a:pt x="3861" y="110272"/>
                    <a:pt x="3861" y="110272"/>
                  </a:cubicBezTo>
                  <a:cubicBezTo>
                    <a:pt x="3861" y="110272"/>
                    <a:pt x="18950" y="92112"/>
                    <a:pt x="21756" y="89042"/>
                  </a:cubicBezTo>
                  <a:cubicBezTo>
                    <a:pt x="24564" y="85972"/>
                    <a:pt x="27196" y="80621"/>
                    <a:pt x="27546" y="78164"/>
                  </a:cubicBezTo>
                  <a:cubicBezTo>
                    <a:pt x="27898" y="75706"/>
                    <a:pt x="27459" y="60707"/>
                    <a:pt x="27459" y="60706"/>
                  </a:cubicBezTo>
                  <a:lnTo>
                    <a:pt x="27459" y="60706"/>
                  </a:lnTo>
                  <a:cubicBezTo>
                    <a:pt x="27459" y="60706"/>
                    <a:pt x="30618" y="68251"/>
                    <a:pt x="33074" y="72111"/>
                  </a:cubicBezTo>
                  <a:cubicBezTo>
                    <a:pt x="35532" y="75972"/>
                    <a:pt x="37191" y="79392"/>
                    <a:pt x="37191" y="79392"/>
                  </a:cubicBezTo>
                  <a:cubicBezTo>
                    <a:pt x="37191" y="79392"/>
                    <a:pt x="36583" y="84568"/>
                    <a:pt x="37197" y="88955"/>
                  </a:cubicBezTo>
                  <a:cubicBezTo>
                    <a:pt x="37811" y="93340"/>
                    <a:pt x="37293" y="107423"/>
                    <a:pt x="37907" y="108564"/>
                  </a:cubicBezTo>
                  <a:cubicBezTo>
                    <a:pt x="38185" y="109079"/>
                    <a:pt x="38821" y="109264"/>
                    <a:pt x="39484" y="109264"/>
                  </a:cubicBezTo>
                  <a:cubicBezTo>
                    <a:pt x="40288" y="109264"/>
                    <a:pt x="41132" y="108991"/>
                    <a:pt x="41421" y="108702"/>
                  </a:cubicBezTo>
                  <a:cubicBezTo>
                    <a:pt x="41947" y="108176"/>
                    <a:pt x="42198" y="104746"/>
                    <a:pt x="42198" y="104746"/>
                  </a:cubicBezTo>
                  <a:cubicBezTo>
                    <a:pt x="42198" y="104746"/>
                    <a:pt x="43250" y="94043"/>
                    <a:pt x="43864" y="89042"/>
                  </a:cubicBezTo>
                  <a:cubicBezTo>
                    <a:pt x="44479" y="84043"/>
                    <a:pt x="45531" y="79743"/>
                    <a:pt x="45181" y="78603"/>
                  </a:cubicBezTo>
                  <a:cubicBezTo>
                    <a:pt x="44829" y="77462"/>
                    <a:pt x="42636" y="65270"/>
                    <a:pt x="40969" y="59479"/>
                  </a:cubicBezTo>
                  <a:cubicBezTo>
                    <a:pt x="39302" y="53689"/>
                    <a:pt x="34215" y="42900"/>
                    <a:pt x="33074" y="40092"/>
                  </a:cubicBezTo>
                  <a:cubicBezTo>
                    <a:pt x="31934" y="37285"/>
                    <a:pt x="31320" y="34741"/>
                    <a:pt x="31495" y="33863"/>
                  </a:cubicBezTo>
                  <a:cubicBezTo>
                    <a:pt x="31670" y="32987"/>
                    <a:pt x="35091" y="27723"/>
                    <a:pt x="35969" y="26319"/>
                  </a:cubicBezTo>
                  <a:cubicBezTo>
                    <a:pt x="36846" y="24915"/>
                    <a:pt x="37197" y="22372"/>
                    <a:pt x="36144" y="20091"/>
                  </a:cubicBezTo>
                  <a:cubicBezTo>
                    <a:pt x="35091" y="17810"/>
                    <a:pt x="36144" y="14740"/>
                    <a:pt x="35969" y="12898"/>
                  </a:cubicBezTo>
                  <a:cubicBezTo>
                    <a:pt x="35793" y="11054"/>
                    <a:pt x="33074" y="10265"/>
                    <a:pt x="31670" y="9564"/>
                  </a:cubicBezTo>
                  <a:cubicBezTo>
                    <a:pt x="30267" y="8862"/>
                    <a:pt x="29740" y="7281"/>
                    <a:pt x="29740" y="5967"/>
                  </a:cubicBezTo>
                  <a:cubicBezTo>
                    <a:pt x="29740" y="4652"/>
                    <a:pt x="30529" y="2808"/>
                    <a:pt x="30529" y="2808"/>
                  </a:cubicBezTo>
                  <a:cubicBezTo>
                    <a:pt x="30529" y="2808"/>
                    <a:pt x="26231" y="1"/>
                    <a:pt x="250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4">
              <a:extLst>
                <a:ext uri="{FF2B5EF4-FFF2-40B4-BE49-F238E27FC236}">
                  <a16:creationId xmlns:a16="http://schemas.microsoft.com/office/drawing/2014/main" id="{4372A6A9-CE82-D1F9-05E0-C6FF158F8727}"/>
                </a:ext>
              </a:extLst>
            </p:cNvPr>
            <p:cNvSpPr/>
            <p:nvPr/>
          </p:nvSpPr>
          <p:spPr>
            <a:xfrm>
              <a:off x="3813647" y="2125393"/>
              <a:ext cx="875825" cy="2112780"/>
            </a:xfrm>
            <a:custGeom>
              <a:avLst/>
              <a:gdLst/>
              <a:ahLst/>
              <a:cxnLst/>
              <a:rect l="l" t="t" r="r" b="b"/>
              <a:pathLst>
                <a:path w="45963" h="110878" extrusionOk="0">
                  <a:moveTo>
                    <a:pt x="25697" y="619"/>
                  </a:moveTo>
                  <a:lnTo>
                    <a:pt x="25697" y="619"/>
                  </a:lnTo>
                  <a:cubicBezTo>
                    <a:pt x="26709" y="908"/>
                    <a:pt x="28945" y="2219"/>
                    <a:pt x="30460" y="3196"/>
                  </a:cubicBezTo>
                  <a:cubicBezTo>
                    <a:pt x="30248" y="3736"/>
                    <a:pt x="29737" y="5146"/>
                    <a:pt x="29737" y="6246"/>
                  </a:cubicBezTo>
                  <a:cubicBezTo>
                    <a:pt x="29737" y="7602"/>
                    <a:pt x="30285" y="9325"/>
                    <a:pt x="31823" y="10093"/>
                  </a:cubicBezTo>
                  <a:cubicBezTo>
                    <a:pt x="32084" y="10224"/>
                    <a:pt x="32390" y="10359"/>
                    <a:pt x="32718" y="10502"/>
                  </a:cubicBezTo>
                  <a:cubicBezTo>
                    <a:pt x="34110" y="11108"/>
                    <a:pt x="35839" y="11864"/>
                    <a:pt x="35968" y="13203"/>
                  </a:cubicBezTo>
                  <a:cubicBezTo>
                    <a:pt x="36026" y="13820"/>
                    <a:pt x="35937" y="14611"/>
                    <a:pt x="35842" y="15450"/>
                  </a:cubicBezTo>
                  <a:cubicBezTo>
                    <a:pt x="35658" y="17084"/>
                    <a:pt x="35451" y="18936"/>
                    <a:pt x="36167" y="20488"/>
                  </a:cubicBezTo>
                  <a:cubicBezTo>
                    <a:pt x="37209" y="22742"/>
                    <a:pt x="36815" y="25159"/>
                    <a:pt x="36008" y="26448"/>
                  </a:cubicBezTo>
                  <a:cubicBezTo>
                    <a:pt x="35864" y="26680"/>
                    <a:pt x="35651" y="27016"/>
                    <a:pt x="35394" y="27418"/>
                  </a:cubicBezTo>
                  <a:cubicBezTo>
                    <a:pt x="33584" y="30265"/>
                    <a:pt x="31642" y="33363"/>
                    <a:pt x="31497" y="34086"/>
                  </a:cubicBezTo>
                  <a:cubicBezTo>
                    <a:pt x="31303" y="35059"/>
                    <a:pt x="31958" y="37687"/>
                    <a:pt x="33092" y="40476"/>
                  </a:cubicBezTo>
                  <a:cubicBezTo>
                    <a:pt x="33383" y="41192"/>
                    <a:pt x="33923" y="42408"/>
                    <a:pt x="34605" y="43947"/>
                  </a:cubicBezTo>
                  <a:cubicBezTo>
                    <a:pt x="36649" y="48560"/>
                    <a:pt x="39738" y="55531"/>
                    <a:pt x="40977" y="59835"/>
                  </a:cubicBezTo>
                  <a:cubicBezTo>
                    <a:pt x="42093" y="63707"/>
                    <a:pt x="43435" y="70406"/>
                    <a:pt x="44322" y="74838"/>
                  </a:cubicBezTo>
                  <a:cubicBezTo>
                    <a:pt x="44756" y="77007"/>
                    <a:pt x="45070" y="78576"/>
                    <a:pt x="45189" y="78964"/>
                  </a:cubicBezTo>
                  <a:cubicBezTo>
                    <a:pt x="45386" y="79602"/>
                    <a:pt x="45054" y="81609"/>
                    <a:pt x="44669" y="83932"/>
                  </a:cubicBezTo>
                  <a:cubicBezTo>
                    <a:pt x="44403" y="85533"/>
                    <a:pt x="44101" y="87349"/>
                    <a:pt x="43864" y="89287"/>
                  </a:cubicBezTo>
                  <a:cubicBezTo>
                    <a:pt x="43257" y="94233"/>
                    <a:pt x="42207" y="104890"/>
                    <a:pt x="42197" y="105004"/>
                  </a:cubicBezTo>
                  <a:cubicBezTo>
                    <a:pt x="42076" y="106639"/>
                    <a:pt x="41784" y="108498"/>
                    <a:pt x="41501" y="108783"/>
                  </a:cubicBezTo>
                  <a:cubicBezTo>
                    <a:pt x="41278" y="109004"/>
                    <a:pt x="40505" y="109262"/>
                    <a:pt x="39761" y="109262"/>
                  </a:cubicBezTo>
                  <a:cubicBezTo>
                    <a:pt x="39623" y="109262"/>
                    <a:pt x="39486" y="109253"/>
                    <a:pt x="39354" y="109233"/>
                  </a:cubicBezTo>
                  <a:cubicBezTo>
                    <a:pt x="39038" y="109187"/>
                    <a:pt x="38621" y="109058"/>
                    <a:pt x="38434" y="108710"/>
                  </a:cubicBezTo>
                  <a:cubicBezTo>
                    <a:pt x="38157" y="108196"/>
                    <a:pt x="38132" y="103924"/>
                    <a:pt x="38112" y="100156"/>
                  </a:cubicBezTo>
                  <a:cubicBezTo>
                    <a:pt x="38088" y="96047"/>
                    <a:pt x="38062" y="91389"/>
                    <a:pt x="37754" y="89195"/>
                  </a:cubicBezTo>
                  <a:cubicBezTo>
                    <a:pt x="37152" y="84896"/>
                    <a:pt x="37743" y="79755"/>
                    <a:pt x="37748" y="79704"/>
                  </a:cubicBezTo>
                  <a:cubicBezTo>
                    <a:pt x="37756" y="79651"/>
                    <a:pt x="37747" y="79597"/>
                    <a:pt x="37722" y="79548"/>
                  </a:cubicBezTo>
                  <a:cubicBezTo>
                    <a:pt x="37706" y="79514"/>
                    <a:pt x="36027" y="76068"/>
                    <a:pt x="33590" y="72239"/>
                  </a:cubicBezTo>
                  <a:cubicBezTo>
                    <a:pt x="31175" y="68445"/>
                    <a:pt x="28029" y="60952"/>
                    <a:pt x="27999" y="60878"/>
                  </a:cubicBezTo>
                  <a:cubicBezTo>
                    <a:pt x="27953" y="60772"/>
                    <a:pt x="27850" y="60705"/>
                    <a:pt x="27739" y="60705"/>
                  </a:cubicBezTo>
                  <a:cubicBezTo>
                    <a:pt x="27720" y="60705"/>
                    <a:pt x="27699" y="60707"/>
                    <a:pt x="27679" y="60712"/>
                  </a:cubicBezTo>
                  <a:cubicBezTo>
                    <a:pt x="27546" y="60741"/>
                    <a:pt x="27453" y="60859"/>
                    <a:pt x="27458" y="60995"/>
                  </a:cubicBezTo>
                  <a:cubicBezTo>
                    <a:pt x="27463" y="61145"/>
                    <a:pt x="27892" y="75999"/>
                    <a:pt x="27549" y="78404"/>
                  </a:cubicBezTo>
                  <a:cubicBezTo>
                    <a:pt x="27205" y="80805"/>
                    <a:pt x="24579" y="86127"/>
                    <a:pt x="21829" y="89133"/>
                  </a:cubicBezTo>
                  <a:cubicBezTo>
                    <a:pt x="19152" y="92063"/>
                    <a:pt x="5143" y="108907"/>
                    <a:pt x="3998" y="110283"/>
                  </a:cubicBezTo>
                  <a:cubicBezTo>
                    <a:pt x="3861" y="110296"/>
                    <a:pt x="3604" y="110314"/>
                    <a:pt x="3282" y="110314"/>
                  </a:cubicBezTo>
                  <a:cubicBezTo>
                    <a:pt x="2798" y="110314"/>
                    <a:pt x="2169" y="110272"/>
                    <a:pt x="1586" y="110107"/>
                  </a:cubicBezTo>
                  <a:cubicBezTo>
                    <a:pt x="835" y="109891"/>
                    <a:pt x="632" y="109628"/>
                    <a:pt x="580" y="109534"/>
                  </a:cubicBezTo>
                  <a:cubicBezTo>
                    <a:pt x="1249" y="108243"/>
                    <a:pt x="8535" y="94192"/>
                    <a:pt x="10606" y="90874"/>
                  </a:cubicBezTo>
                  <a:cubicBezTo>
                    <a:pt x="12799" y="87365"/>
                    <a:pt x="17887" y="79207"/>
                    <a:pt x="17887" y="79207"/>
                  </a:cubicBezTo>
                  <a:cubicBezTo>
                    <a:pt x="17931" y="79137"/>
                    <a:pt x="17943" y="79050"/>
                    <a:pt x="17918" y="78973"/>
                  </a:cubicBezTo>
                  <a:cubicBezTo>
                    <a:pt x="17897" y="78909"/>
                    <a:pt x="15902" y="72521"/>
                    <a:pt x="15297" y="65873"/>
                  </a:cubicBezTo>
                  <a:cubicBezTo>
                    <a:pt x="14611" y="58327"/>
                    <a:pt x="14546" y="48404"/>
                    <a:pt x="16423" y="43186"/>
                  </a:cubicBezTo>
                  <a:cubicBezTo>
                    <a:pt x="17279" y="40801"/>
                    <a:pt x="18106" y="39163"/>
                    <a:pt x="18769" y="37845"/>
                  </a:cubicBezTo>
                  <a:cubicBezTo>
                    <a:pt x="19658" y="36086"/>
                    <a:pt x="20299" y="34814"/>
                    <a:pt x="20299" y="33089"/>
                  </a:cubicBezTo>
                  <a:cubicBezTo>
                    <a:pt x="20299" y="31656"/>
                    <a:pt x="18968" y="28694"/>
                    <a:pt x="17428" y="25264"/>
                  </a:cubicBezTo>
                  <a:cubicBezTo>
                    <a:pt x="15816" y="21676"/>
                    <a:pt x="13990" y="17610"/>
                    <a:pt x="13717" y="15163"/>
                  </a:cubicBezTo>
                  <a:cubicBezTo>
                    <a:pt x="13235" y="10819"/>
                    <a:pt x="17543" y="8931"/>
                    <a:pt x="19888" y="8540"/>
                  </a:cubicBezTo>
                  <a:cubicBezTo>
                    <a:pt x="20132" y="8499"/>
                    <a:pt x="20380" y="8461"/>
                    <a:pt x="20629" y="8423"/>
                  </a:cubicBezTo>
                  <a:cubicBezTo>
                    <a:pt x="22624" y="8116"/>
                    <a:pt x="24686" y="7798"/>
                    <a:pt x="25448" y="6190"/>
                  </a:cubicBezTo>
                  <a:cubicBezTo>
                    <a:pt x="26129" y="4754"/>
                    <a:pt x="25830" y="1697"/>
                    <a:pt x="25697" y="619"/>
                  </a:cubicBezTo>
                  <a:close/>
                  <a:moveTo>
                    <a:pt x="25368" y="1"/>
                  </a:moveTo>
                  <a:cubicBezTo>
                    <a:pt x="25197" y="1"/>
                    <a:pt x="25067" y="153"/>
                    <a:pt x="25092" y="323"/>
                  </a:cubicBezTo>
                  <a:cubicBezTo>
                    <a:pt x="25099" y="362"/>
                    <a:pt x="25685" y="4379"/>
                    <a:pt x="24942" y="5951"/>
                  </a:cubicBezTo>
                  <a:cubicBezTo>
                    <a:pt x="24307" y="7289"/>
                    <a:pt x="22395" y="7585"/>
                    <a:pt x="20546" y="7869"/>
                  </a:cubicBezTo>
                  <a:cubicBezTo>
                    <a:pt x="20294" y="7907"/>
                    <a:pt x="20044" y="7946"/>
                    <a:pt x="19798" y="7987"/>
                  </a:cubicBezTo>
                  <a:cubicBezTo>
                    <a:pt x="17270" y="8409"/>
                    <a:pt x="12632" y="10464"/>
                    <a:pt x="13160" y="15225"/>
                  </a:cubicBezTo>
                  <a:cubicBezTo>
                    <a:pt x="13442" y="17762"/>
                    <a:pt x="15288" y="21870"/>
                    <a:pt x="16916" y="25496"/>
                  </a:cubicBezTo>
                  <a:cubicBezTo>
                    <a:pt x="18367" y="28726"/>
                    <a:pt x="19738" y="31778"/>
                    <a:pt x="19738" y="33090"/>
                  </a:cubicBezTo>
                  <a:cubicBezTo>
                    <a:pt x="19738" y="34681"/>
                    <a:pt x="19154" y="35839"/>
                    <a:pt x="18269" y="37594"/>
                  </a:cubicBezTo>
                  <a:cubicBezTo>
                    <a:pt x="17598" y="38924"/>
                    <a:pt x="16763" y="40581"/>
                    <a:pt x="15895" y="42996"/>
                  </a:cubicBezTo>
                  <a:cubicBezTo>
                    <a:pt x="13496" y="49673"/>
                    <a:pt x="14403" y="62234"/>
                    <a:pt x="14738" y="65926"/>
                  </a:cubicBezTo>
                  <a:cubicBezTo>
                    <a:pt x="15303" y="72120"/>
                    <a:pt x="17062" y="78089"/>
                    <a:pt x="17345" y="79018"/>
                  </a:cubicBezTo>
                  <a:cubicBezTo>
                    <a:pt x="16735" y="79996"/>
                    <a:pt x="12176" y="87305"/>
                    <a:pt x="10131" y="90577"/>
                  </a:cubicBezTo>
                  <a:cubicBezTo>
                    <a:pt x="7956" y="94055"/>
                    <a:pt x="110" y="109217"/>
                    <a:pt x="31" y="109370"/>
                  </a:cubicBezTo>
                  <a:cubicBezTo>
                    <a:pt x="11" y="109410"/>
                    <a:pt x="1" y="109455"/>
                    <a:pt x="1" y="109499"/>
                  </a:cubicBezTo>
                  <a:cubicBezTo>
                    <a:pt x="1" y="109623"/>
                    <a:pt x="69" y="110257"/>
                    <a:pt x="1431" y="110646"/>
                  </a:cubicBezTo>
                  <a:cubicBezTo>
                    <a:pt x="2079" y="110832"/>
                    <a:pt x="2763" y="110877"/>
                    <a:pt x="3286" y="110877"/>
                  </a:cubicBezTo>
                  <a:cubicBezTo>
                    <a:pt x="3311" y="110877"/>
                    <a:pt x="3336" y="110877"/>
                    <a:pt x="3361" y="110877"/>
                  </a:cubicBezTo>
                  <a:cubicBezTo>
                    <a:pt x="3633" y="110877"/>
                    <a:pt x="3905" y="110863"/>
                    <a:pt x="4176" y="110833"/>
                  </a:cubicBezTo>
                  <a:cubicBezTo>
                    <a:pt x="4248" y="110824"/>
                    <a:pt x="4312" y="110788"/>
                    <a:pt x="4358" y="110734"/>
                  </a:cubicBezTo>
                  <a:cubicBezTo>
                    <a:pt x="4509" y="110552"/>
                    <a:pt x="19474" y="92544"/>
                    <a:pt x="22245" y="89513"/>
                  </a:cubicBezTo>
                  <a:cubicBezTo>
                    <a:pt x="25105" y="86385"/>
                    <a:pt x="27745" y="81016"/>
                    <a:pt x="28107" y="78486"/>
                  </a:cubicBezTo>
                  <a:cubicBezTo>
                    <a:pt x="28395" y="76466"/>
                    <a:pt x="28162" y="66301"/>
                    <a:pt x="28061" y="62446"/>
                  </a:cubicBezTo>
                  <a:lnTo>
                    <a:pt x="28061" y="62446"/>
                  </a:lnTo>
                  <a:cubicBezTo>
                    <a:pt x="29092" y="64804"/>
                    <a:pt x="31305" y="69694"/>
                    <a:pt x="33118" y="72544"/>
                  </a:cubicBezTo>
                  <a:cubicBezTo>
                    <a:pt x="35342" y="76039"/>
                    <a:pt x="36929" y="79211"/>
                    <a:pt x="37183" y="79724"/>
                  </a:cubicBezTo>
                  <a:cubicBezTo>
                    <a:pt x="37110" y="80411"/>
                    <a:pt x="36630" y="85207"/>
                    <a:pt x="37199" y="89276"/>
                  </a:cubicBezTo>
                  <a:cubicBezTo>
                    <a:pt x="37500" y="91433"/>
                    <a:pt x="37527" y="96071"/>
                    <a:pt x="37550" y="100162"/>
                  </a:cubicBezTo>
                  <a:cubicBezTo>
                    <a:pt x="37579" y="105234"/>
                    <a:pt x="37614" y="108373"/>
                    <a:pt x="37939" y="108978"/>
                  </a:cubicBezTo>
                  <a:cubicBezTo>
                    <a:pt x="38176" y="109418"/>
                    <a:pt x="38638" y="109700"/>
                    <a:pt x="39274" y="109793"/>
                  </a:cubicBezTo>
                  <a:cubicBezTo>
                    <a:pt x="39434" y="109816"/>
                    <a:pt x="39599" y="109827"/>
                    <a:pt x="39765" y="109827"/>
                  </a:cubicBezTo>
                  <a:cubicBezTo>
                    <a:pt x="40643" y="109827"/>
                    <a:pt x="41554" y="109527"/>
                    <a:pt x="41899" y="109182"/>
                  </a:cubicBezTo>
                  <a:cubicBezTo>
                    <a:pt x="42469" y="108610"/>
                    <a:pt x="42713" y="105638"/>
                    <a:pt x="42755" y="105055"/>
                  </a:cubicBezTo>
                  <a:cubicBezTo>
                    <a:pt x="42765" y="104947"/>
                    <a:pt x="43816" y="94297"/>
                    <a:pt x="44422" y="89357"/>
                  </a:cubicBezTo>
                  <a:cubicBezTo>
                    <a:pt x="44659" y="87431"/>
                    <a:pt x="44958" y="85622"/>
                    <a:pt x="45223" y="84027"/>
                  </a:cubicBezTo>
                  <a:cubicBezTo>
                    <a:pt x="45652" y="81436"/>
                    <a:pt x="45962" y="79564"/>
                    <a:pt x="45728" y="78803"/>
                  </a:cubicBezTo>
                  <a:cubicBezTo>
                    <a:pt x="45615" y="78439"/>
                    <a:pt x="45289" y="76803"/>
                    <a:pt x="44873" y="74729"/>
                  </a:cubicBezTo>
                  <a:cubicBezTo>
                    <a:pt x="43983" y="70288"/>
                    <a:pt x="42640" y="63576"/>
                    <a:pt x="41519" y="59682"/>
                  </a:cubicBezTo>
                  <a:cubicBezTo>
                    <a:pt x="40270" y="55342"/>
                    <a:pt x="37169" y="48350"/>
                    <a:pt x="35119" y="43722"/>
                  </a:cubicBezTo>
                  <a:cubicBezTo>
                    <a:pt x="34439" y="42187"/>
                    <a:pt x="33901" y="40975"/>
                    <a:pt x="33614" y="40267"/>
                  </a:cubicBezTo>
                  <a:cubicBezTo>
                    <a:pt x="32405" y="37290"/>
                    <a:pt x="31906" y="34919"/>
                    <a:pt x="32050" y="34199"/>
                  </a:cubicBezTo>
                  <a:cubicBezTo>
                    <a:pt x="32186" y="33517"/>
                    <a:pt x="34767" y="29457"/>
                    <a:pt x="35870" y="27723"/>
                  </a:cubicBezTo>
                  <a:cubicBezTo>
                    <a:pt x="36128" y="27318"/>
                    <a:pt x="36342" y="26981"/>
                    <a:pt x="36487" y="26749"/>
                  </a:cubicBezTo>
                  <a:cubicBezTo>
                    <a:pt x="37371" y="25334"/>
                    <a:pt x="37808" y="22699"/>
                    <a:pt x="36679" y="20253"/>
                  </a:cubicBezTo>
                  <a:cubicBezTo>
                    <a:pt x="36029" y="18844"/>
                    <a:pt x="36227" y="17075"/>
                    <a:pt x="36402" y="15516"/>
                  </a:cubicBezTo>
                  <a:cubicBezTo>
                    <a:pt x="36500" y="14646"/>
                    <a:pt x="36592" y="13827"/>
                    <a:pt x="36528" y="13152"/>
                  </a:cubicBezTo>
                  <a:cubicBezTo>
                    <a:pt x="36370" y="11483"/>
                    <a:pt x="34390" y="10618"/>
                    <a:pt x="32944" y="9988"/>
                  </a:cubicBezTo>
                  <a:cubicBezTo>
                    <a:pt x="32626" y="9850"/>
                    <a:pt x="32329" y="9720"/>
                    <a:pt x="32075" y="9593"/>
                  </a:cubicBezTo>
                  <a:cubicBezTo>
                    <a:pt x="30767" y="8938"/>
                    <a:pt x="30301" y="7436"/>
                    <a:pt x="30301" y="6247"/>
                  </a:cubicBezTo>
                  <a:cubicBezTo>
                    <a:pt x="30301" y="5006"/>
                    <a:pt x="31060" y="3218"/>
                    <a:pt x="31067" y="3199"/>
                  </a:cubicBezTo>
                  <a:cubicBezTo>
                    <a:pt x="31121" y="3074"/>
                    <a:pt x="31077" y="2928"/>
                    <a:pt x="30964" y="2853"/>
                  </a:cubicBezTo>
                  <a:cubicBezTo>
                    <a:pt x="30516" y="2562"/>
                    <a:pt x="26561" y="1"/>
                    <a:pt x="25370" y="1"/>
                  </a:cubicBezTo>
                  <a:cubicBezTo>
                    <a:pt x="25370" y="1"/>
                    <a:pt x="25369" y="1"/>
                    <a:pt x="253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4">
              <a:extLst>
                <a:ext uri="{FF2B5EF4-FFF2-40B4-BE49-F238E27FC236}">
                  <a16:creationId xmlns:a16="http://schemas.microsoft.com/office/drawing/2014/main" id="{3DFCC6F6-5FA5-F911-5847-328C087BA36A}"/>
                </a:ext>
              </a:extLst>
            </p:cNvPr>
            <p:cNvSpPr/>
            <p:nvPr/>
          </p:nvSpPr>
          <p:spPr>
            <a:xfrm>
              <a:off x="4471959" y="2414229"/>
              <a:ext cx="34032" cy="79383"/>
            </a:xfrm>
            <a:custGeom>
              <a:avLst/>
              <a:gdLst/>
              <a:ahLst/>
              <a:cxnLst/>
              <a:rect l="l" t="t" r="r" b="b"/>
              <a:pathLst>
                <a:path w="1786" h="4166" extrusionOk="0">
                  <a:moveTo>
                    <a:pt x="303" y="0"/>
                  </a:moveTo>
                  <a:cubicBezTo>
                    <a:pt x="289" y="0"/>
                    <a:pt x="274" y="1"/>
                    <a:pt x="260" y="3"/>
                  </a:cubicBezTo>
                  <a:cubicBezTo>
                    <a:pt x="107" y="28"/>
                    <a:pt x="1" y="172"/>
                    <a:pt x="27" y="327"/>
                  </a:cubicBezTo>
                  <a:cubicBezTo>
                    <a:pt x="181" y="1341"/>
                    <a:pt x="1150" y="3878"/>
                    <a:pt x="1191" y="3985"/>
                  </a:cubicBezTo>
                  <a:cubicBezTo>
                    <a:pt x="1231" y="4094"/>
                    <a:pt x="1336" y="4166"/>
                    <a:pt x="1453" y="4166"/>
                  </a:cubicBezTo>
                  <a:cubicBezTo>
                    <a:pt x="1650" y="4166"/>
                    <a:pt x="1786" y="3969"/>
                    <a:pt x="1716" y="3785"/>
                  </a:cubicBezTo>
                  <a:cubicBezTo>
                    <a:pt x="1705" y="3759"/>
                    <a:pt x="728" y="1196"/>
                    <a:pt x="581" y="241"/>
                  </a:cubicBezTo>
                  <a:cubicBezTo>
                    <a:pt x="561" y="101"/>
                    <a:pt x="440" y="0"/>
                    <a:pt x="3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4">
              <a:extLst>
                <a:ext uri="{FF2B5EF4-FFF2-40B4-BE49-F238E27FC236}">
                  <a16:creationId xmlns:a16="http://schemas.microsoft.com/office/drawing/2014/main" id="{60544110-CB6D-C7E7-48B2-CDA3787947E1}"/>
                </a:ext>
              </a:extLst>
            </p:cNvPr>
            <p:cNvSpPr/>
            <p:nvPr/>
          </p:nvSpPr>
          <p:spPr>
            <a:xfrm>
              <a:off x="4276817" y="2645537"/>
              <a:ext cx="102554" cy="34871"/>
            </a:xfrm>
            <a:custGeom>
              <a:avLst/>
              <a:gdLst/>
              <a:ahLst/>
              <a:cxnLst/>
              <a:rect l="l" t="t" r="r" b="b"/>
              <a:pathLst>
                <a:path w="5382" h="1830" extrusionOk="0">
                  <a:moveTo>
                    <a:pt x="5061" y="1"/>
                  </a:moveTo>
                  <a:cubicBezTo>
                    <a:pt x="5020" y="1"/>
                    <a:pt x="4979" y="9"/>
                    <a:pt x="4940" y="28"/>
                  </a:cubicBezTo>
                  <a:cubicBezTo>
                    <a:pt x="2779" y="1110"/>
                    <a:pt x="1374" y="1265"/>
                    <a:pt x="744" y="1265"/>
                  </a:cubicBezTo>
                  <a:cubicBezTo>
                    <a:pt x="497" y="1265"/>
                    <a:pt x="369" y="1241"/>
                    <a:pt x="362" y="1240"/>
                  </a:cubicBezTo>
                  <a:cubicBezTo>
                    <a:pt x="344" y="1236"/>
                    <a:pt x="326" y="1235"/>
                    <a:pt x="308" y="1235"/>
                  </a:cubicBezTo>
                  <a:cubicBezTo>
                    <a:pt x="178" y="1235"/>
                    <a:pt x="62" y="1325"/>
                    <a:pt x="32" y="1456"/>
                  </a:cubicBezTo>
                  <a:cubicBezTo>
                    <a:pt x="0" y="1604"/>
                    <a:pt x="94" y="1753"/>
                    <a:pt x="241" y="1790"/>
                  </a:cubicBezTo>
                  <a:cubicBezTo>
                    <a:pt x="263" y="1794"/>
                    <a:pt x="433" y="1829"/>
                    <a:pt x="753" y="1829"/>
                  </a:cubicBezTo>
                  <a:cubicBezTo>
                    <a:pt x="1475" y="1829"/>
                    <a:pt x="2955" y="1648"/>
                    <a:pt x="5192" y="531"/>
                  </a:cubicBezTo>
                  <a:cubicBezTo>
                    <a:pt x="5328" y="460"/>
                    <a:pt x="5382" y="293"/>
                    <a:pt x="5313" y="156"/>
                  </a:cubicBezTo>
                  <a:cubicBezTo>
                    <a:pt x="5264" y="58"/>
                    <a:pt x="5164" y="1"/>
                    <a:pt x="506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4">
              <a:extLst>
                <a:ext uri="{FF2B5EF4-FFF2-40B4-BE49-F238E27FC236}">
                  <a16:creationId xmlns:a16="http://schemas.microsoft.com/office/drawing/2014/main" id="{FDB8174A-8B47-FC5F-B8E0-24D2E365A44F}"/>
                </a:ext>
              </a:extLst>
            </p:cNvPr>
            <p:cNvSpPr/>
            <p:nvPr/>
          </p:nvSpPr>
          <p:spPr>
            <a:xfrm>
              <a:off x="3818982" y="2883248"/>
              <a:ext cx="867593" cy="1349551"/>
            </a:xfrm>
            <a:custGeom>
              <a:avLst/>
              <a:gdLst/>
              <a:ahLst/>
              <a:cxnLst/>
              <a:rect l="l" t="t" r="r" b="b"/>
              <a:pathLst>
                <a:path w="45531" h="70824" extrusionOk="0">
                  <a:moveTo>
                    <a:pt x="17240" y="1"/>
                  </a:moveTo>
                  <a:cubicBezTo>
                    <a:pt x="16809" y="931"/>
                    <a:pt x="16350" y="2009"/>
                    <a:pt x="15879" y="3319"/>
                  </a:cubicBezTo>
                  <a:cubicBezTo>
                    <a:pt x="13862" y="8934"/>
                    <a:pt x="14124" y="19372"/>
                    <a:pt x="14738" y="26128"/>
                  </a:cubicBezTo>
                  <a:cubicBezTo>
                    <a:pt x="15352" y="32882"/>
                    <a:pt x="17371" y="39286"/>
                    <a:pt x="17371" y="39286"/>
                  </a:cubicBezTo>
                  <a:cubicBezTo>
                    <a:pt x="17371" y="39286"/>
                    <a:pt x="12282" y="47444"/>
                    <a:pt x="10090" y="50953"/>
                  </a:cubicBezTo>
                  <a:cubicBezTo>
                    <a:pt x="7897" y="54462"/>
                    <a:pt x="1" y="69727"/>
                    <a:pt x="1" y="69727"/>
                  </a:cubicBezTo>
                  <a:cubicBezTo>
                    <a:pt x="1" y="69727"/>
                    <a:pt x="1" y="70253"/>
                    <a:pt x="1229" y="70605"/>
                  </a:cubicBezTo>
                  <a:cubicBezTo>
                    <a:pt x="1843" y="70780"/>
                    <a:pt x="2501" y="70823"/>
                    <a:pt x="3006" y="70823"/>
                  </a:cubicBezTo>
                  <a:cubicBezTo>
                    <a:pt x="3510" y="70823"/>
                    <a:pt x="3861" y="70780"/>
                    <a:pt x="3861" y="70780"/>
                  </a:cubicBezTo>
                  <a:cubicBezTo>
                    <a:pt x="3861" y="70780"/>
                    <a:pt x="18950" y="52620"/>
                    <a:pt x="21756" y="49550"/>
                  </a:cubicBezTo>
                  <a:cubicBezTo>
                    <a:pt x="24564" y="46479"/>
                    <a:pt x="27196" y="41129"/>
                    <a:pt x="27546" y="38672"/>
                  </a:cubicBezTo>
                  <a:cubicBezTo>
                    <a:pt x="27898" y="36214"/>
                    <a:pt x="27459" y="21215"/>
                    <a:pt x="27459" y="21214"/>
                  </a:cubicBezTo>
                  <a:lnTo>
                    <a:pt x="27459" y="21214"/>
                  </a:lnTo>
                  <a:cubicBezTo>
                    <a:pt x="27459" y="21214"/>
                    <a:pt x="30618" y="28759"/>
                    <a:pt x="33074" y="32619"/>
                  </a:cubicBezTo>
                  <a:cubicBezTo>
                    <a:pt x="35532" y="36478"/>
                    <a:pt x="37191" y="39900"/>
                    <a:pt x="37191" y="39900"/>
                  </a:cubicBezTo>
                  <a:cubicBezTo>
                    <a:pt x="37191" y="39900"/>
                    <a:pt x="36583" y="45076"/>
                    <a:pt x="37197" y="49463"/>
                  </a:cubicBezTo>
                  <a:cubicBezTo>
                    <a:pt x="37811" y="53848"/>
                    <a:pt x="37293" y="67931"/>
                    <a:pt x="37907" y="69072"/>
                  </a:cubicBezTo>
                  <a:cubicBezTo>
                    <a:pt x="38185" y="69587"/>
                    <a:pt x="38821" y="69772"/>
                    <a:pt x="39484" y="69772"/>
                  </a:cubicBezTo>
                  <a:cubicBezTo>
                    <a:pt x="40288" y="69772"/>
                    <a:pt x="41132" y="69499"/>
                    <a:pt x="41421" y="69210"/>
                  </a:cubicBezTo>
                  <a:cubicBezTo>
                    <a:pt x="41947" y="68684"/>
                    <a:pt x="42198" y="65254"/>
                    <a:pt x="42198" y="65254"/>
                  </a:cubicBezTo>
                  <a:cubicBezTo>
                    <a:pt x="42198" y="65254"/>
                    <a:pt x="43250" y="54551"/>
                    <a:pt x="43864" y="49550"/>
                  </a:cubicBezTo>
                  <a:cubicBezTo>
                    <a:pt x="44479" y="44551"/>
                    <a:pt x="45531" y="40251"/>
                    <a:pt x="45181" y="39111"/>
                  </a:cubicBezTo>
                  <a:cubicBezTo>
                    <a:pt x="44829" y="37970"/>
                    <a:pt x="42636" y="25776"/>
                    <a:pt x="40969" y="19986"/>
                  </a:cubicBezTo>
                  <a:cubicBezTo>
                    <a:pt x="39376" y="14453"/>
                    <a:pt x="34661" y="4357"/>
                    <a:pt x="33251" y="1023"/>
                  </a:cubicBezTo>
                  <a:cubicBezTo>
                    <a:pt x="30986" y="1871"/>
                    <a:pt x="28774" y="2193"/>
                    <a:pt x="26723" y="2193"/>
                  </a:cubicBezTo>
                  <a:cubicBezTo>
                    <a:pt x="22649" y="2193"/>
                    <a:pt x="19208" y="926"/>
                    <a:pt x="172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4">
              <a:extLst>
                <a:ext uri="{FF2B5EF4-FFF2-40B4-BE49-F238E27FC236}">
                  <a16:creationId xmlns:a16="http://schemas.microsoft.com/office/drawing/2014/main" id="{81DA9013-399C-BF02-D0BE-D39F9E47EBFA}"/>
                </a:ext>
              </a:extLst>
            </p:cNvPr>
            <p:cNvSpPr/>
            <p:nvPr/>
          </p:nvSpPr>
          <p:spPr>
            <a:xfrm>
              <a:off x="3813647" y="2877894"/>
              <a:ext cx="875844" cy="1360260"/>
            </a:xfrm>
            <a:custGeom>
              <a:avLst/>
              <a:gdLst/>
              <a:ahLst/>
              <a:cxnLst/>
              <a:rect l="l" t="t" r="r" b="b"/>
              <a:pathLst>
                <a:path w="45964" h="71386" extrusionOk="0">
                  <a:moveTo>
                    <a:pt x="17657" y="654"/>
                  </a:moveTo>
                  <a:cubicBezTo>
                    <a:pt x="19756" y="1609"/>
                    <a:pt x="23090" y="2759"/>
                    <a:pt x="26989" y="2759"/>
                  </a:cubicBezTo>
                  <a:cubicBezTo>
                    <a:pt x="28999" y="2759"/>
                    <a:pt x="31158" y="2453"/>
                    <a:pt x="33376" y="1659"/>
                  </a:cubicBezTo>
                  <a:cubicBezTo>
                    <a:pt x="33681" y="2372"/>
                    <a:pt x="34108" y="3334"/>
                    <a:pt x="34607" y="4460"/>
                  </a:cubicBezTo>
                  <a:cubicBezTo>
                    <a:pt x="36650" y="9072"/>
                    <a:pt x="39739" y="16040"/>
                    <a:pt x="40979" y="20344"/>
                  </a:cubicBezTo>
                  <a:cubicBezTo>
                    <a:pt x="42093" y="24216"/>
                    <a:pt x="43435" y="30915"/>
                    <a:pt x="44322" y="35347"/>
                  </a:cubicBezTo>
                  <a:cubicBezTo>
                    <a:pt x="44756" y="37516"/>
                    <a:pt x="45071" y="39085"/>
                    <a:pt x="45191" y="39473"/>
                  </a:cubicBezTo>
                  <a:cubicBezTo>
                    <a:pt x="45386" y="40111"/>
                    <a:pt x="45054" y="42118"/>
                    <a:pt x="44669" y="44441"/>
                  </a:cubicBezTo>
                  <a:cubicBezTo>
                    <a:pt x="44403" y="46042"/>
                    <a:pt x="44101" y="47858"/>
                    <a:pt x="43864" y="49796"/>
                  </a:cubicBezTo>
                  <a:cubicBezTo>
                    <a:pt x="43257" y="54742"/>
                    <a:pt x="42207" y="65399"/>
                    <a:pt x="42197" y="65513"/>
                  </a:cubicBezTo>
                  <a:cubicBezTo>
                    <a:pt x="42077" y="67148"/>
                    <a:pt x="41784" y="69007"/>
                    <a:pt x="41501" y="69292"/>
                  </a:cubicBezTo>
                  <a:cubicBezTo>
                    <a:pt x="41278" y="69513"/>
                    <a:pt x="40505" y="69771"/>
                    <a:pt x="39761" y="69771"/>
                  </a:cubicBezTo>
                  <a:cubicBezTo>
                    <a:pt x="39623" y="69771"/>
                    <a:pt x="39486" y="69762"/>
                    <a:pt x="39354" y="69742"/>
                  </a:cubicBezTo>
                  <a:cubicBezTo>
                    <a:pt x="39038" y="69696"/>
                    <a:pt x="38622" y="69567"/>
                    <a:pt x="38434" y="69219"/>
                  </a:cubicBezTo>
                  <a:cubicBezTo>
                    <a:pt x="38157" y="68705"/>
                    <a:pt x="38133" y="64433"/>
                    <a:pt x="38112" y="60665"/>
                  </a:cubicBezTo>
                  <a:cubicBezTo>
                    <a:pt x="38088" y="56556"/>
                    <a:pt x="38062" y="51898"/>
                    <a:pt x="37754" y="49704"/>
                  </a:cubicBezTo>
                  <a:cubicBezTo>
                    <a:pt x="37153" y="45405"/>
                    <a:pt x="37743" y="40264"/>
                    <a:pt x="37750" y="40213"/>
                  </a:cubicBezTo>
                  <a:cubicBezTo>
                    <a:pt x="37756" y="40160"/>
                    <a:pt x="37747" y="40106"/>
                    <a:pt x="37724" y="40057"/>
                  </a:cubicBezTo>
                  <a:cubicBezTo>
                    <a:pt x="37706" y="40023"/>
                    <a:pt x="36027" y="36577"/>
                    <a:pt x="33590" y="32748"/>
                  </a:cubicBezTo>
                  <a:cubicBezTo>
                    <a:pt x="31175" y="28954"/>
                    <a:pt x="28029" y="21461"/>
                    <a:pt x="27999" y="21387"/>
                  </a:cubicBezTo>
                  <a:cubicBezTo>
                    <a:pt x="27953" y="21281"/>
                    <a:pt x="27850" y="21214"/>
                    <a:pt x="27739" y="21214"/>
                  </a:cubicBezTo>
                  <a:cubicBezTo>
                    <a:pt x="27720" y="21214"/>
                    <a:pt x="27699" y="21216"/>
                    <a:pt x="27679" y="21221"/>
                  </a:cubicBezTo>
                  <a:cubicBezTo>
                    <a:pt x="27546" y="21250"/>
                    <a:pt x="27453" y="21368"/>
                    <a:pt x="27458" y="21504"/>
                  </a:cubicBezTo>
                  <a:cubicBezTo>
                    <a:pt x="27462" y="21654"/>
                    <a:pt x="27892" y="36508"/>
                    <a:pt x="27549" y="38913"/>
                  </a:cubicBezTo>
                  <a:cubicBezTo>
                    <a:pt x="27205" y="41314"/>
                    <a:pt x="24579" y="46636"/>
                    <a:pt x="21829" y="49642"/>
                  </a:cubicBezTo>
                  <a:cubicBezTo>
                    <a:pt x="19152" y="52572"/>
                    <a:pt x="5143" y="69416"/>
                    <a:pt x="3998" y="70792"/>
                  </a:cubicBezTo>
                  <a:cubicBezTo>
                    <a:pt x="3861" y="70805"/>
                    <a:pt x="3604" y="70823"/>
                    <a:pt x="3282" y="70823"/>
                  </a:cubicBezTo>
                  <a:cubicBezTo>
                    <a:pt x="2798" y="70823"/>
                    <a:pt x="2169" y="70781"/>
                    <a:pt x="1586" y="70616"/>
                  </a:cubicBezTo>
                  <a:cubicBezTo>
                    <a:pt x="835" y="70400"/>
                    <a:pt x="632" y="70137"/>
                    <a:pt x="580" y="70043"/>
                  </a:cubicBezTo>
                  <a:cubicBezTo>
                    <a:pt x="1249" y="68752"/>
                    <a:pt x="8535" y="54701"/>
                    <a:pt x="10606" y="51383"/>
                  </a:cubicBezTo>
                  <a:cubicBezTo>
                    <a:pt x="12800" y="47873"/>
                    <a:pt x="17889" y="39716"/>
                    <a:pt x="17889" y="39716"/>
                  </a:cubicBezTo>
                  <a:cubicBezTo>
                    <a:pt x="17932" y="39646"/>
                    <a:pt x="17943" y="39559"/>
                    <a:pt x="17918" y="39482"/>
                  </a:cubicBezTo>
                  <a:cubicBezTo>
                    <a:pt x="17897" y="39418"/>
                    <a:pt x="15902" y="33030"/>
                    <a:pt x="15298" y="26382"/>
                  </a:cubicBezTo>
                  <a:cubicBezTo>
                    <a:pt x="14613" y="18836"/>
                    <a:pt x="14547" y="8913"/>
                    <a:pt x="16423" y="3693"/>
                  </a:cubicBezTo>
                  <a:cubicBezTo>
                    <a:pt x="16796" y="2655"/>
                    <a:pt x="17202" y="1657"/>
                    <a:pt x="17657" y="654"/>
                  </a:cubicBezTo>
                  <a:close/>
                  <a:moveTo>
                    <a:pt x="17519" y="1"/>
                  </a:moveTo>
                  <a:cubicBezTo>
                    <a:pt x="17486" y="1"/>
                    <a:pt x="17454" y="6"/>
                    <a:pt x="17423" y="18"/>
                  </a:cubicBezTo>
                  <a:cubicBezTo>
                    <a:pt x="17353" y="44"/>
                    <a:pt x="17296" y="97"/>
                    <a:pt x="17264" y="164"/>
                  </a:cubicBezTo>
                  <a:cubicBezTo>
                    <a:pt x="16754" y="1269"/>
                    <a:pt x="16306" y="2363"/>
                    <a:pt x="15895" y="3505"/>
                  </a:cubicBezTo>
                  <a:cubicBezTo>
                    <a:pt x="13496" y="10182"/>
                    <a:pt x="14403" y="22743"/>
                    <a:pt x="14738" y="26435"/>
                  </a:cubicBezTo>
                  <a:cubicBezTo>
                    <a:pt x="15303" y="32629"/>
                    <a:pt x="17062" y="38598"/>
                    <a:pt x="17345" y="39527"/>
                  </a:cubicBezTo>
                  <a:cubicBezTo>
                    <a:pt x="16735" y="40505"/>
                    <a:pt x="12176" y="47814"/>
                    <a:pt x="10131" y="51086"/>
                  </a:cubicBezTo>
                  <a:cubicBezTo>
                    <a:pt x="7956" y="54564"/>
                    <a:pt x="110" y="69726"/>
                    <a:pt x="31" y="69879"/>
                  </a:cubicBezTo>
                  <a:cubicBezTo>
                    <a:pt x="11" y="69919"/>
                    <a:pt x="1" y="69964"/>
                    <a:pt x="1" y="70008"/>
                  </a:cubicBezTo>
                  <a:cubicBezTo>
                    <a:pt x="1" y="70132"/>
                    <a:pt x="69" y="70766"/>
                    <a:pt x="1433" y="71155"/>
                  </a:cubicBezTo>
                  <a:cubicBezTo>
                    <a:pt x="2079" y="71341"/>
                    <a:pt x="2763" y="71386"/>
                    <a:pt x="3286" y="71386"/>
                  </a:cubicBezTo>
                  <a:cubicBezTo>
                    <a:pt x="3300" y="71386"/>
                    <a:pt x="3313" y="71386"/>
                    <a:pt x="3327" y="71386"/>
                  </a:cubicBezTo>
                  <a:cubicBezTo>
                    <a:pt x="3611" y="71386"/>
                    <a:pt x="3895" y="71371"/>
                    <a:pt x="4178" y="71341"/>
                  </a:cubicBezTo>
                  <a:cubicBezTo>
                    <a:pt x="4249" y="71332"/>
                    <a:pt x="4315" y="71295"/>
                    <a:pt x="4360" y="71242"/>
                  </a:cubicBezTo>
                  <a:cubicBezTo>
                    <a:pt x="4510" y="71059"/>
                    <a:pt x="19477" y="53052"/>
                    <a:pt x="22248" y="50021"/>
                  </a:cubicBezTo>
                  <a:cubicBezTo>
                    <a:pt x="25108" y="46893"/>
                    <a:pt x="27746" y="41524"/>
                    <a:pt x="28108" y="38994"/>
                  </a:cubicBezTo>
                  <a:cubicBezTo>
                    <a:pt x="28397" y="36972"/>
                    <a:pt x="28163" y="26808"/>
                    <a:pt x="28063" y="22953"/>
                  </a:cubicBezTo>
                  <a:lnTo>
                    <a:pt x="28063" y="22953"/>
                  </a:lnTo>
                  <a:cubicBezTo>
                    <a:pt x="29094" y="25312"/>
                    <a:pt x="31306" y="30202"/>
                    <a:pt x="33119" y="33052"/>
                  </a:cubicBezTo>
                  <a:cubicBezTo>
                    <a:pt x="35343" y="36546"/>
                    <a:pt x="36932" y="39718"/>
                    <a:pt x="37185" y="40232"/>
                  </a:cubicBezTo>
                  <a:cubicBezTo>
                    <a:pt x="37111" y="40919"/>
                    <a:pt x="36631" y="45714"/>
                    <a:pt x="37201" y="49783"/>
                  </a:cubicBezTo>
                  <a:cubicBezTo>
                    <a:pt x="37503" y="51940"/>
                    <a:pt x="37530" y="56578"/>
                    <a:pt x="37553" y="60669"/>
                  </a:cubicBezTo>
                  <a:cubicBezTo>
                    <a:pt x="37581" y="65742"/>
                    <a:pt x="37616" y="68880"/>
                    <a:pt x="37941" y="69486"/>
                  </a:cubicBezTo>
                  <a:cubicBezTo>
                    <a:pt x="38179" y="69926"/>
                    <a:pt x="38640" y="70207"/>
                    <a:pt x="39275" y="70301"/>
                  </a:cubicBezTo>
                  <a:cubicBezTo>
                    <a:pt x="39435" y="70324"/>
                    <a:pt x="39600" y="70335"/>
                    <a:pt x="39767" y="70335"/>
                  </a:cubicBezTo>
                  <a:cubicBezTo>
                    <a:pt x="40646" y="70335"/>
                    <a:pt x="41556" y="70034"/>
                    <a:pt x="41901" y="69690"/>
                  </a:cubicBezTo>
                  <a:cubicBezTo>
                    <a:pt x="42471" y="69118"/>
                    <a:pt x="42714" y="66146"/>
                    <a:pt x="42757" y="65562"/>
                  </a:cubicBezTo>
                  <a:cubicBezTo>
                    <a:pt x="42768" y="65454"/>
                    <a:pt x="43817" y="54805"/>
                    <a:pt x="44424" y="49865"/>
                  </a:cubicBezTo>
                  <a:cubicBezTo>
                    <a:pt x="44660" y="47938"/>
                    <a:pt x="44960" y="46130"/>
                    <a:pt x="45224" y="44534"/>
                  </a:cubicBezTo>
                  <a:cubicBezTo>
                    <a:pt x="45653" y="41944"/>
                    <a:pt x="45964" y="40071"/>
                    <a:pt x="45729" y="39310"/>
                  </a:cubicBezTo>
                  <a:cubicBezTo>
                    <a:pt x="45618" y="38947"/>
                    <a:pt x="45290" y="37311"/>
                    <a:pt x="44874" y="35237"/>
                  </a:cubicBezTo>
                  <a:cubicBezTo>
                    <a:pt x="43985" y="30796"/>
                    <a:pt x="42642" y="24084"/>
                    <a:pt x="41520" y="20190"/>
                  </a:cubicBezTo>
                  <a:cubicBezTo>
                    <a:pt x="40270" y="15849"/>
                    <a:pt x="37171" y="8859"/>
                    <a:pt x="35120" y="4234"/>
                  </a:cubicBezTo>
                  <a:cubicBezTo>
                    <a:pt x="34563" y="2977"/>
                    <a:pt x="34096" y="1924"/>
                    <a:pt x="33789" y="1195"/>
                  </a:cubicBezTo>
                  <a:cubicBezTo>
                    <a:pt x="33744" y="1088"/>
                    <a:pt x="33640" y="1023"/>
                    <a:pt x="33531" y="1023"/>
                  </a:cubicBezTo>
                  <a:cubicBezTo>
                    <a:pt x="33498" y="1023"/>
                    <a:pt x="33464" y="1029"/>
                    <a:pt x="33431" y="1042"/>
                  </a:cubicBezTo>
                  <a:cubicBezTo>
                    <a:pt x="31195" y="1879"/>
                    <a:pt x="29014" y="2198"/>
                    <a:pt x="26988" y="2198"/>
                  </a:cubicBezTo>
                  <a:cubicBezTo>
                    <a:pt x="23030" y="2198"/>
                    <a:pt x="19665" y="980"/>
                    <a:pt x="17639" y="28"/>
                  </a:cubicBezTo>
                  <a:cubicBezTo>
                    <a:pt x="17601" y="10"/>
                    <a:pt x="17560" y="1"/>
                    <a:pt x="175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4">
              <a:extLst>
                <a:ext uri="{FF2B5EF4-FFF2-40B4-BE49-F238E27FC236}">
                  <a16:creationId xmlns:a16="http://schemas.microsoft.com/office/drawing/2014/main" id="{FC6E64B2-F508-02B3-6F22-1253CEA1090D}"/>
                </a:ext>
              </a:extLst>
            </p:cNvPr>
            <p:cNvSpPr/>
            <p:nvPr/>
          </p:nvSpPr>
          <p:spPr>
            <a:xfrm>
              <a:off x="5055175" y="2964518"/>
              <a:ext cx="217551" cy="233233"/>
            </a:xfrm>
            <a:custGeom>
              <a:avLst/>
              <a:gdLst/>
              <a:ahLst/>
              <a:cxnLst/>
              <a:rect l="l" t="t" r="r" b="b"/>
              <a:pathLst>
                <a:path w="11417" h="12240" extrusionOk="0">
                  <a:moveTo>
                    <a:pt x="4" y="0"/>
                  </a:moveTo>
                  <a:lnTo>
                    <a:pt x="4" y="9002"/>
                  </a:lnTo>
                  <a:lnTo>
                    <a:pt x="968" y="9002"/>
                  </a:lnTo>
                  <a:lnTo>
                    <a:pt x="968" y="10150"/>
                  </a:lnTo>
                  <a:lnTo>
                    <a:pt x="1" y="10150"/>
                  </a:lnTo>
                  <a:lnTo>
                    <a:pt x="1" y="12240"/>
                  </a:lnTo>
                  <a:lnTo>
                    <a:pt x="3704" y="12240"/>
                  </a:lnTo>
                  <a:lnTo>
                    <a:pt x="3704" y="11538"/>
                  </a:lnTo>
                  <a:lnTo>
                    <a:pt x="7713" y="11538"/>
                  </a:lnTo>
                  <a:lnTo>
                    <a:pt x="7713" y="12240"/>
                  </a:lnTo>
                  <a:lnTo>
                    <a:pt x="11416" y="12240"/>
                  </a:lnTo>
                  <a:lnTo>
                    <a:pt x="11416" y="10150"/>
                  </a:lnTo>
                  <a:lnTo>
                    <a:pt x="10451" y="10150"/>
                  </a:lnTo>
                  <a:lnTo>
                    <a:pt x="10451" y="9002"/>
                  </a:lnTo>
                  <a:lnTo>
                    <a:pt x="11415" y="9002"/>
                  </a:lnTo>
                  <a:lnTo>
                    <a:pt x="1141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4">
              <a:extLst>
                <a:ext uri="{FF2B5EF4-FFF2-40B4-BE49-F238E27FC236}">
                  <a16:creationId xmlns:a16="http://schemas.microsoft.com/office/drawing/2014/main" id="{C0F25742-9613-7ABC-418A-6A2BE3E360BD}"/>
                </a:ext>
              </a:extLst>
            </p:cNvPr>
            <p:cNvSpPr/>
            <p:nvPr/>
          </p:nvSpPr>
          <p:spPr>
            <a:xfrm>
              <a:off x="5049840" y="2959183"/>
              <a:ext cx="228241" cy="243904"/>
            </a:xfrm>
            <a:custGeom>
              <a:avLst/>
              <a:gdLst/>
              <a:ahLst/>
              <a:cxnLst/>
              <a:rect l="l" t="t" r="r" b="b"/>
              <a:pathLst>
                <a:path w="11978" h="12800" extrusionOk="0">
                  <a:moveTo>
                    <a:pt x="11415" y="562"/>
                  </a:moveTo>
                  <a:lnTo>
                    <a:pt x="11415" y="9000"/>
                  </a:lnTo>
                  <a:lnTo>
                    <a:pt x="10732" y="9000"/>
                  </a:lnTo>
                  <a:cubicBezTo>
                    <a:pt x="10576" y="9000"/>
                    <a:pt x="10451" y="9126"/>
                    <a:pt x="10451" y="9282"/>
                  </a:cubicBezTo>
                  <a:lnTo>
                    <a:pt x="10451" y="10430"/>
                  </a:lnTo>
                  <a:cubicBezTo>
                    <a:pt x="10451" y="10584"/>
                    <a:pt x="10576" y="10711"/>
                    <a:pt x="10732" y="10711"/>
                  </a:cubicBezTo>
                  <a:lnTo>
                    <a:pt x="11416" y="10711"/>
                  </a:lnTo>
                  <a:lnTo>
                    <a:pt x="11416" y="12238"/>
                  </a:lnTo>
                  <a:lnTo>
                    <a:pt x="8276" y="12238"/>
                  </a:lnTo>
                  <a:lnTo>
                    <a:pt x="8275" y="11817"/>
                  </a:lnTo>
                  <a:cubicBezTo>
                    <a:pt x="8275" y="11662"/>
                    <a:pt x="8149" y="11537"/>
                    <a:pt x="7993" y="11537"/>
                  </a:cubicBezTo>
                  <a:lnTo>
                    <a:pt x="3984" y="11537"/>
                  </a:lnTo>
                  <a:cubicBezTo>
                    <a:pt x="3829" y="11537"/>
                    <a:pt x="3702" y="11662"/>
                    <a:pt x="3704" y="11817"/>
                  </a:cubicBezTo>
                  <a:lnTo>
                    <a:pt x="3704" y="12238"/>
                  </a:lnTo>
                  <a:lnTo>
                    <a:pt x="562" y="12238"/>
                  </a:lnTo>
                  <a:lnTo>
                    <a:pt x="562" y="10711"/>
                  </a:lnTo>
                  <a:lnTo>
                    <a:pt x="1248" y="10711"/>
                  </a:lnTo>
                  <a:cubicBezTo>
                    <a:pt x="1402" y="10711"/>
                    <a:pt x="1528" y="10584"/>
                    <a:pt x="1528" y="10430"/>
                  </a:cubicBezTo>
                  <a:lnTo>
                    <a:pt x="1528" y="9282"/>
                  </a:lnTo>
                  <a:cubicBezTo>
                    <a:pt x="1528" y="9126"/>
                    <a:pt x="1402" y="9000"/>
                    <a:pt x="1248" y="9000"/>
                  </a:cubicBezTo>
                  <a:lnTo>
                    <a:pt x="564" y="9000"/>
                  </a:lnTo>
                  <a:lnTo>
                    <a:pt x="564" y="562"/>
                  </a:lnTo>
                  <a:close/>
                  <a:moveTo>
                    <a:pt x="284" y="0"/>
                  </a:moveTo>
                  <a:cubicBezTo>
                    <a:pt x="128" y="0"/>
                    <a:pt x="2" y="126"/>
                    <a:pt x="2" y="280"/>
                  </a:cubicBezTo>
                  <a:lnTo>
                    <a:pt x="2" y="9282"/>
                  </a:lnTo>
                  <a:cubicBezTo>
                    <a:pt x="2" y="9436"/>
                    <a:pt x="128" y="9563"/>
                    <a:pt x="284" y="9563"/>
                  </a:cubicBezTo>
                  <a:lnTo>
                    <a:pt x="966" y="9563"/>
                  </a:lnTo>
                  <a:lnTo>
                    <a:pt x="966" y="10148"/>
                  </a:lnTo>
                  <a:lnTo>
                    <a:pt x="281" y="10148"/>
                  </a:lnTo>
                  <a:cubicBezTo>
                    <a:pt x="126" y="10148"/>
                    <a:pt x="1" y="10275"/>
                    <a:pt x="1" y="10430"/>
                  </a:cubicBezTo>
                  <a:lnTo>
                    <a:pt x="1" y="12520"/>
                  </a:lnTo>
                  <a:cubicBezTo>
                    <a:pt x="1" y="12674"/>
                    <a:pt x="126" y="12800"/>
                    <a:pt x="281" y="12800"/>
                  </a:cubicBezTo>
                  <a:lnTo>
                    <a:pt x="3984" y="12800"/>
                  </a:lnTo>
                  <a:cubicBezTo>
                    <a:pt x="4138" y="12800"/>
                    <a:pt x="4265" y="12674"/>
                    <a:pt x="4265" y="12520"/>
                  </a:cubicBezTo>
                  <a:lnTo>
                    <a:pt x="4265" y="12098"/>
                  </a:lnTo>
                  <a:lnTo>
                    <a:pt x="7713" y="12098"/>
                  </a:lnTo>
                  <a:lnTo>
                    <a:pt x="7713" y="12520"/>
                  </a:lnTo>
                  <a:cubicBezTo>
                    <a:pt x="7713" y="12674"/>
                    <a:pt x="7838" y="12800"/>
                    <a:pt x="7993" y="12800"/>
                  </a:cubicBezTo>
                  <a:lnTo>
                    <a:pt x="11696" y="12800"/>
                  </a:lnTo>
                  <a:cubicBezTo>
                    <a:pt x="11852" y="12800"/>
                    <a:pt x="11978" y="12674"/>
                    <a:pt x="11978" y="12520"/>
                  </a:cubicBezTo>
                  <a:lnTo>
                    <a:pt x="11978" y="10430"/>
                  </a:lnTo>
                  <a:cubicBezTo>
                    <a:pt x="11978" y="10275"/>
                    <a:pt x="11852" y="10148"/>
                    <a:pt x="11696" y="10148"/>
                  </a:cubicBezTo>
                  <a:lnTo>
                    <a:pt x="11012" y="10148"/>
                  </a:lnTo>
                  <a:lnTo>
                    <a:pt x="11012" y="9563"/>
                  </a:lnTo>
                  <a:lnTo>
                    <a:pt x="11696" y="9563"/>
                  </a:lnTo>
                  <a:cubicBezTo>
                    <a:pt x="11851" y="9563"/>
                    <a:pt x="11976" y="9436"/>
                    <a:pt x="11976" y="9282"/>
                  </a:cubicBezTo>
                  <a:lnTo>
                    <a:pt x="11976" y="280"/>
                  </a:lnTo>
                  <a:cubicBezTo>
                    <a:pt x="11976" y="126"/>
                    <a:pt x="11851" y="0"/>
                    <a:pt x="116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4">
              <a:extLst>
                <a:ext uri="{FF2B5EF4-FFF2-40B4-BE49-F238E27FC236}">
                  <a16:creationId xmlns:a16="http://schemas.microsoft.com/office/drawing/2014/main" id="{EC05755A-004E-20CA-C345-08BF3D3BD6B3}"/>
                </a:ext>
              </a:extLst>
            </p:cNvPr>
            <p:cNvSpPr/>
            <p:nvPr/>
          </p:nvSpPr>
          <p:spPr>
            <a:xfrm>
              <a:off x="4085943" y="2913203"/>
              <a:ext cx="1280229" cy="76601"/>
            </a:xfrm>
            <a:custGeom>
              <a:avLst/>
              <a:gdLst/>
              <a:ahLst/>
              <a:cxnLst/>
              <a:rect l="l" t="t" r="r" b="b"/>
              <a:pathLst>
                <a:path w="67186" h="4020" extrusionOk="0">
                  <a:moveTo>
                    <a:pt x="1" y="1"/>
                  </a:moveTo>
                  <a:lnTo>
                    <a:pt x="1" y="4019"/>
                  </a:lnTo>
                  <a:lnTo>
                    <a:pt x="67154" y="4019"/>
                  </a:lnTo>
                  <a:cubicBezTo>
                    <a:pt x="67171" y="4019"/>
                    <a:pt x="67186" y="4006"/>
                    <a:pt x="67186" y="3987"/>
                  </a:cubicBezTo>
                  <a:lnTo>
                    <a:pt x="67186" y="35"/>
                  </a:lnTo>
                  <a:cubicBezTo>
                    <a:pt x="67186" y="16"/>
                    <a:pt x="67171" y="1"/>
                    <a:pt x="67154"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4">
              <a:extLst>
                <a:ext uri="{FF2B5EF4-FFF2-40B4-BE49-F238E27FC236}">
                  <a16:creationId xmlns:a16="http://schemas.microsoft.com/office/drawing/2014/main" id="{B507607A-E03A-561B-F6F4-984A7433C442}"/>
                </a:ext>
              </a:extLst>
            </p:cNvPr>
            <p:cNvSpPr/>
            <p:nvPr/>
          </p:nvSpPr>
          <p:spPr>
            <a:xfrm>
              <a:off x="4080588" y="2907868"/>
              <a:ext cx="1290957" cy="87291"/>
            </a:xfrm>
            <a:custGeom>
              <a:avLst/>
              <a:gdLst/>
              <a:ahLst/>
              <a:cxnLst/>
              <a:rect l="l" t="t" r="r" b="b"/>
              <a:pathLst>
                <a:path w="67749" h="4581" extrusionOk="0">
                  <a:moveTo>
                    <a:pt x="66465" y="562"/>
                  </a:moveTo>
                  <a:cubicBezTo>
                    <a:pt x="66863" y="562"/>
                    <a:pt x="67185" y="886"/>
                    <a:pt x="67185" y="1284"/>
                  </a:cubicBezTo>
                  <a:lnTo>
                    <a:pt x="67185" y="3297"/>
                  </a:lnTo>
                  <a:cubicBezTo>
                    <a:pt x="67185" y="3695"/>
                    <a:pt x="66863" y="4018"/>
                    <a:pt x="66465" y="4019"/>
                  </a:cubicBezTo>
                  <a:lnTo>
                    <a:pt x="563" y="4019"/>
                  </a:lnTo>
                  <a:lnTo>
                    <a:pt x="563" y="562"/>
                  </a:lnTo>
                  <a:close/>
                  <a:moveTo>
                    <a:pt x="282" y="1"/>
                  </a:moveTo>
                  <a:cubicBezTo>
                    <a:pt x="127" y="1"/>
                    <a:pt x="0" y="126"/>
                    <a:pt x="0" y="282"/>
                  </a:cubicBezTo>
                  <a:lnTo>
                    <a:pt x="0" y="4299"/>
                  </a:lnTo>
                  <a:cubicBezTo>
                    <a:pt x="0" y="4455"/>
                    <a:pt x="127" y="4581"/>
                    <a:pt x="282" y="4581"/>
                  </a:cubicBezTo>
                  <a:lnTo>
                    <a:pt x="66465" y="4581"/>
                  </a:lnTo>
                  <a:cubicBezTo>
                    <a:pt x="67174" y="4581"/>
                    <a:pt x="67747" y="4006"/>
                    <a:pt x="67748" y="3297"/>
                  </a:cubicBezTo>
                  <a:lnTo>
                    <a:pt x="67748" y="1284"/>
                  </a:lnTo>
                  <a:cubicBezTo>
                    <a:pt x="67747" y="576"/>
                    <a:pt x="67174" y="1"/>
                    <a:pt x="6646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4">
              <a:extLst>
                <a:ext uri="{FF2B5EF4-FFF2-40B4-BE49-F238E27FC236}">
                  <a16:creationId xmlns:a16="http://schemas.microsoft.com/office/drawing/2014/main" id="{38C12118-877D-D9F3-3144-B1D17AE711FD}"/>
                </a:ext>
              </a:extLst>
            </p:cNvPr>
            <p:cNvSpPr/>
            <p:nvPr/>
          </p:nvSpPr>
          <p:spPr>
            <a:xfrm>
              <a:off x="4903783" y="2901732"/>
              <a:ext cx="98000" cy="99562"/>
            </a:xfrm>
            <a:custGeom>
              <a:avLst/>
              <a:gdLst/>
              <a:ahLst/>
              <a:cxnLst/>
              <a:rect l="l" t="t" r="r" b="b"/>
              <a:pathLst>
                <a:path w="5143" h="5225" extrusionOk="0">
                  <a:moveTo>
                    <a:pt x="18" y="1"/>
                  </a:moveTo>
                  <a:cubicBezTo>
                    <a:pt x="7" y="1"/>
                    <a:pt x="0" y="9"/>
                    <a:pt x="0" y="18"/>
                  </a:cubicBezTo>
                  <a:lnTo>
                    <a:pt x="0" y="5206"/>
                  </a:lnTo>
                  <a:cubicBezTo>
                    <a:pt x="0" y="5216"/>
                    <a:pt x="7" y="5225"/>
                    <a:pt x="18" y="5225"/>
                  </a:cubicBezTo>
                  <a:lnTo>
                    <a:pt x="5125" y="5225"/>
                  </a:lnTo>
                  <a:cubicBezTo>
                    <a:pt x="5135" y="5225"/>
                    <a:pt x="5143" y="5216"/>
                    <a:pt x="5143" y="5206"/>
                  </a:cubicBezTo>
                  <a:lnTo>
                    <a:pt x="5143" y="18"/>
                  </a:lnTo>
                  <a:cubicBezTo>
                    <a:pt x="5143" y="9"/>
                    <a:pt x="5135" y="1"/>
                    <a:pt x="5125"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4">
              <a:extLst>
                <a:ext uri="{FF2B5EF4-FFF2-40B4-BE49-F238E27FC236}">
                  <a16:creationId xmlns:a16="http://schemas.microsoft.com/office/drawing/2014/main" id="{4BA8D7C1-DD26-D6AB-EC27-6B89BF128296}"/>
                </a:ext>
              </a:extLst>
            </p:cNvPr>
            <p:cNvSpPr/>
            <p:nvPr/>
          </p:nvSpPr>
          <p:spPr>
            <a:xfrm>
              <a:off x="4898391" y="2896396"/>
              <a:ext cx="108766" cy="110271"/>
            </a:xfrm>
            <a:custGeom>
              <a:avLst/>
              <a:gdLst/>
              <a:ahLst/>
              <a:cxnLst/>
              <a:rect l="l" t="t" r="r" b="b"/>
              <a:pathLst>
                <a:path w="5708" h="5787" extrusionOk="0">
                  <a:moveTo>
                    <a:pt x="4871" y="562"/>
                  </a:moveTo>
                  <a:cubicBezTo>
                    <a:pt x="5022" y="562"/>
                    <a:pt x="5144" y="685"/>
                    <a:pt x="5144" y="836"/>
                  </a:cubicBezTo>
                  <a:lnTo>
                    <a:pt x="5144" y="4949"/>
                  </a:lnTo>
                  <a:cubicBezTo>
                    <a:pt x="5144" y="5101"/>
                    <a:pt x="5022" y="5223"/>
                    <a:pt x="4871" y="5223"/>
                  </a:cubicBezTo>
                  <a:lnTo>
                    <a:pt x="837" y="5223"/>
                  </a:lnTo>
                  <a:cubicBezTo>
                    <a:pt x="686" y="5223"/>
                    <a:pt x="563" y="5101"/>
                    <a:pt x="563" y="4949"/>
                  </a:cubicBezTo>
                  <a:lnTo>
                    <a:pt x="563" y="835"/>
                  </a:lnTo>
                  <a:cubicBezTo>
                    <a:pt x="563" y="685"/>
                    <a:pt x="686" y="562"/>
                    <a:pt x="837" y="562"/>
                  </a:cubicBezTo>
                  <a:close/>
                  <a:moveTo>
                    <a:pt x="837" y="1"/>
                  </a:moveTo>
                  <a:cubicBezTo>
                    <a:pt x="375" y="1"/>
                    <a:pt x="2" y="374"/>
                    <a:pt x="0" y="836"/>
                  </a:cubicBezTo>
                  <a:lnTo>
                    <a:pt x="0" y="4951"/>
                  </a:lnTo>
                  <a:cubicBezTo>
                    <a:pt x="2" y="5411"/>
                    <a:pt x="375" y="5785"/>
                    <a:pt x="837" y="5786"/>
                  </a:cubicBezTo>
                  <a:lnTo>
                    <a:pt x="4871" y="5786"/>
                  </a:lnTo>
                  <a:cubicBezTo>
                    <a:pt x="5332" y="5785"/>
                    <a:pt x="5707" y="5411"/>
                    <a:pt x="5707" y="4951"/>
                  </a:cubicBezTo>
                  <a:lnTo>
                    <a:pt x="5707" y="836"/>
                  </a:lnTo>
                  <a:cubicBezTo>
                    <a:pt x="5707" y="374"/>
                    <a:pt x="5332" y="1"/>
                    <a:pt x="48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4">
              <a:extLst>
                <a:ext uri="{FF2B5EF4-FFF2-40B4-BE49-F238E27FC236}">
                  <a16:creationId xmlns:a16="http://schemas.microsoft.com/office/drawing/2014/main" id="{0AFE3038-B464-5B70-DD60-8852D51E8F5C}"/>
                </a:ext>
              </a:extLst>
            </p:cNvPr>
            <p:cNvSpPr/>
            <p:nvPr/>
          </p:nvSpPr>
          <p:spPr>
            <a:xfrm>
              <a:off x="3729919" y="2752436"/>
              <a:ext cx="398154" cy="398154"/>
            </a:xfrm>
            <a:custGeom>
              <a:avLst/>
              <a:gdLst/>
              <a:ahLst/>
              <a:cxnLst/>
              <a:rect l="l" t="t" r="r" b="b"/>
              <a:pathLst>
                <a:path w="20895" h="20895" extrusionOk="0">
                  <a:moveTo>
                    <a:pt x="10447" y="1"/>
                  </a:moveTo>
                  <a:cubicBezTo>
                    <a:pt x="7676" y="1"/>
                    <a:pt x="5019" y="1100"/>
                    <a:pt x="3060" y="3061"/>
                  </a:cubicBezTo>
                  <a:cubicBezTo>
                    <a:pt x="1100" y="5019"/>
                    <a:pt x="0" y="7677"/>
                    <a:pt x="0" y="10448"/>
                  </a:cubicBezTo>
                  <a:cubicBezTo>
                    <a:pt x="0" y="13219"/>
                    <a:pt x="1100" y="15876"/>
                    <a:pt x="3060" y="17835"/>
                  </a:cubicBezTo>
                  <a:cubicBezTo>
                    <a:pt x="5019" y="19795"/>
                    <a:pt x="7676" y="20895"/>
                    <a:pt x="10447" y="20895"/>
                  </a:cubicBezTo>
                  <a:cubicBezTo>
                    <a:pt x="13218" y="20895"/>
                    <a:pt x="15876" y="19795"/>
                    <a:pt x="17834" y="17835"/>
                  </a:cubicBezTo>
                  <a:cubicBezTo>
                    <a:pt x="19794" y="15876"/>
                    <a:pt x="20894" y="13219"/>
                    <a:pt x="20894" y="10448"/>
                  </a:cubicBezTo>
                  <a:cubicBezTo>
                    <a:pt x="20894" y="7677"/>
                    <a:pt x="19794" y="5019"/>
                    <a:pt x="17834" y="3061"/>
                  </a:cubicBezTo>
                  <a:cubicBezTo>
                    <a:pt x="15876" y="1100"/>
                    <a:pt x="13218" y="1"/>
                    <a:pt x="10447"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4">
              <a:extLst>
                <a:ext uri="{FF2B5EF4-FFF2-40B4-BE49-F238E27FC236}">
                  <a16:creationId xmlns:a16="http://schemas.microsoft.com/office/drawing/2014/main" id="{139E5695-53BB-1DA7-69C2-2917F3528C4D}"/>
                </a:ext>
              </a:extLst>
            </p:cNvPr>
            <p:cNvSpPr/>
            <p:nvPr/>
          </p:nvSpPr>
          <p:spPr>
            <a:xfrm>
              <a:off x="3724546" y="2747101"/>
              <a:ext cx="408882" cy="408882"/>
            </a:xfrm>
            <a:custGeom>
              <a:avLst/>
              <a:gdLst/>
              <a:ahLst/>
              <a:cxnLst/>
              <a:rect l="l" t="t" r="r" b="b"/>
              <a:pathLst>
                <a:path w="21458" h="21458" extrusionOk="0">
                  <a:moveTo>
                    <a:pt x="10729" y="561"/>
                  </a:moveTo>
                  <a:cubicBezTo>
                    <a:pt x="16335" y="561"/>
                    <a:pt x="20896" y="5123"/>
                    <a:pt x="20896" y="10729"/>
                  </a:cubicBezTo>
                  <a:cubicBezTo>
                    <a:pt x="20896" y="16334"/>
                    <a:pt x="16335" y="20895"/>
                    <a:pt x="10729" y="20895"/>
                  </a:cubicBezTo>
                  <a:cubicBezTo>
                    <a:pt x="5123" y="20895"/>
                    <a:pt x="562" y="16334"/>
                    <a:pt x="562" y="10729"/>
                  </a:cubicBezTo>
                  <a:cubicBezTo>
                    <a:pt x="562" y="5123"/>
                    <a:pt x="5123" y="562"/>
                    <a:pt x="10729" y="562"/>
                  </a:cubicBezTo>
                  <a:lnTo>
                    <a:pt x="10729" y="561"/>
                  </a:lnTo>
                  <a:close/>
                  <a:moveTo>
                    <a:pt x="10729" y="1"/>
                  </a:moveTo>
                  <a:cubicBezTo>
                    <a:pt x="4814" y="1"/>
                    <a:pt x="1" y="4814"/>
                    <a:pt x="1" y="10729"/>
                  </a:cubicBezTo>
                  <a:cubicBezTo>
                    <a:pt x="1" y="16645"/>
                    <a:pt x="4814" y="21458"/>
                    <a:pt x="10729" y="21458"/>
                  </a:cubicBezTo>
                  <a:cubicBezTo>
                    <a:pt x="16645" y="21458"/>
                    <a:pt x="21458" y="16643"/>
                    <a:pt x="21458" y="10728"/>
                  </a:cubicBezTo>
                  <a:cubicBezTo>
                    <a:pt x="21458" y="4812"/>
                    <a:pt x="16645" y="1"/>
                    <a:pt x="1072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4">
              <a:extLst>
                <a:ext uri="{FF2B5EF4-FFF2-40B4-BE49-F238E27FC236}">
                  <a16:creationId xmlns:a16="http://schemas.microsoft.com/office/drawing/2014/main" id="{D8C71657-98F6-0E85-32E7-A37258AC1D32}"/>
                </a:ext>
              </a:extLst>
            </p:cNvPr>
            <p:cNvSpPr/>
            <p:nvPr/>
          </p:nvSpPr>
          <p:spPr>
            <a:xfrm>
              <a:off x="3848575" y="2819814"/>
              <a:ext cx="160824" cy="263416"/>
            </a:xfrm>
            <a:custGeom>
              <a:avLst/>
              <a:gdLst/>
              <a:ahLst/>
              <a:cxnLst/>
              <a:rect l="l" t="t" r="r" b="b"/>
              <a:pathLst>
                <a:path w="8440" h="13824" extrusionOk="0">
                  <a:moveTo>
                    <a:pt x="4220" y="0"/>
                  </a:moveTo>
                  <a:cubicBezTo>
                    <a:pt x="1890" y="0"/>
                    <a:pt x="1" y="1664"/>
                    <a:pt x="1" y="3716"/>
                  </a:cubicBezTo>
                  <a:cubicBezTo>
                    <a:pt x="1" y="5077"/>
                    <a:pt x="834" y="6264"/>
                    <a:pt x="2072" y="6912"/>
                  </a:cubicBezTo>
                  <a:cubicBezTo>
                    <a:pt x="834" y="7559"/>
                    <a:pt x="1" y="8745"/>
                    <a:pt x="1" y="10106"/>
                  </a:cubicBezTo>
                  <a:cubicBezTo>
                    <a:pt x="1" y="12159"/>
                    <a:pt x="1890" y="13823"/>
                    <a:pt x="4220" y="13823"/>
                  </a:cubicBezTo>
                  <a:cubicBezTo>
                    <a:pt x="6551" y="13823"/>
                    <a:pt x="8439" y="12159"/>
                    <a:pt x="8439" y="10107"/>
                  </a:cubicBezTo>
                  <a:cubicBezTo>
                    <a:pt x="8439" y="8746"/>
                    <a:pt x="7607" y="7559"/>
                    <a:pt x="6368" y="6912"/>
                  </a:cubicBezTo>
                  <a:cubicBezTo>
                    <a:pt x="7607" y="6266"/>
                    <a:pt x="8439" y="5077"/>
                    <a:pt x="8439" y="3716"/>
                  </a:cubicBezTo>
                  <a:cubicBezTo>
                    <a:pt x="8439" y="1664"/>
                    <a:pt x="6551" y="0"/>
                    <a:pt x="42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4">
              <a:extLst>
                <a:ext uri="{FF2B5EF4-FFF2-40B4-BE49-F238E27FC236}">
                  <a16:creationId xmlns:a16="http://schemas.microsoft.com/office/drawing/2014/main" id="{517A1797-9109-7D6D-A25E-6736334763FF}"/>
                </a:ext>
              </a:extLst>
            </p:cNvPr>
            <p:cNvSpPr/>
            <p:nvPr/>
          </p:nvSpPr>
          <p:spPr>
            <a:xfrm>
              <a:off x="3843220" y="2814441"/>
              <a:ext cx="171533" cy="274144"/>
            </a:xfrm>
            <a:custGeom>
              <a:avLst/>
              <a:gdLst/>
              <a:ahLst/>
              <a:cxnLst/>
              <a:rect l="l" t="t" r="r" b="b"/>
              <a:pathLst>
                <a:path w="9002" h="14387" extrusionOk="0">
                  <a:moveTo>
                    <a:pt x="4501" y="564"/>
                  </a:moveTo>
                  <a:cubicBezTo>
                    <a:pt x="6673" y="564"/>
                    <a:pt x="8439" y="2104"/>
                    <a:pt x="8439" y="3998"/>
                  </a:cubicBezTo>
                  <a:cubicBezTo>
                    <a:pt x="8439" y="5215"/>
                    <a:pt x="7721" y="6316"/>
                    <a:pt x="6518" y="6944"/>
                  </a:cubicBezTo>
                  <a:cubicBezTo>
                    <a:pt x="6317" y="7049"/>
                    <a:pt x="6317" y="7338"/>
                    <a:pt x="6518" y="7443"/>
                  </a:cubicBezTo>
                  <a:cubicBezTo>
                    <a:pt x="7721" y="8072"/>
                    <a:pt x="8439" y="9173"/>
                    <a:pt x="8439" y="10389"/>
                  </a:cubicBezTo>
                  <a:cubicBezTo>
                    <a:pt x="8439" y="12282"/>
                    <a:pt x="6673" y="13824"/>
                    <a:pt x="4501" y="13824"/>
                  </a:cubicBezTo>
                  <a:cubicBezTo>
                    <a:pt x="2330" y="13824"/>
                    <a:pt x="563" y="12282"/>
                    <a:pt x="563" y="10389"/>
                  </a:cubicBezTo>
                  <a:cubicBezTo>
                    <a:pt x="563" y="9173"/>
                    <a:pt x="1281" y="8072"/>
                    <a:pt x="2484" y="7443"/>
                  </a:cubicBezTo>
                  <a:cubicBezTo>
                    <a:pt x="2685" y="7338"/>
                    <a:pt x="2685" y="7049"/>
                    <a:pt x="2484" y="6944"/>
                  </a:cubicBezTo>
                  <a:cubicBezTo>
                    <a:pt x="1281" y="6316"/>
                    <a:pt x="563" y="5215"/>
                    <a:pt x="563" y="3998"/>
                  </a:cubicBezTo>
                  <a:cubicBezTo>
                    <a:pt x="563" y="2104"/>
                    <a:pt x="2330" y="564"/>
                    <a:pt x="4501" y="564"/>
                  </a:cubicBezTo>
                  <a:close/>
                  <a:moveTo>
                    <a:pt x="4501" y="1"/>
                  </a:moveTo>
                  <a:cubicBezTo>
                    <a:pt x="2020" y="1"/>
                    <a:pt x="0" y="1795"/>
                    <a:pt x="0" y="3998"/>
                  </a:cubicBezTo>
                  <a:cubicBezTo>
                    <a:pt x="0" y="5257"/>
                    <a:pt x="681" y="6444"/>
                    <a:pt x="1803" y="7194"/>
                  </a:cubicBezTo>
                  <a:cubicBezTo>
                    <a:pt x="681" y="7943"/>
                    <a:pt x="0" y="9131"/>
                    <a:pt x="0" y="10389"/>
                  </a:cubicBezTo>
                  <a:cubicBezTo>
                    <a:pt x="0" y="12593"/>
                    <a:pt x="2020" y="14387"/>
                    <a:pt x="4501" y="14387"/>
                  </a:cubicBezTo>
                  <a:cubicBezTo>
                    <a:pt x="6982" y="14387"/>
                    <a:pt x="9002" y="12593"/>
                    <a:pt x="9002" y="10389"/>
                  </a:cubicBezTo>
                  <a:cubicBezTo>
                    <a:pt x="9002" y="9131"/>
                    <a:pt x="8322" y="7943"/>
                    <a:pt x="7199" y="7194"/>
                  </a:cubicBezTo>
                  <a:cubicBezTo>
                    <a:pt x="8322" y="6444"/>
                    <a:pt x="9002" y="5257"/>
                    <a:pt x="9002" y="3998"/>
                  </a:cubicBezTo>
                  <a:cubicBezTo>
                    <a:pt x="9002" y="1795"/>
                    <a:pt x="6982" y="1"/>
                    <a:pt x="45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4">
              <a:extLst>
                <a:ext uri="{FF2B5EF4-FFF2-40B4-BE49-F238E27FC236}">
                  <a16:creationId xmlns:a16="http://schemas.microsoft.com/office/drawing/2014/main" id="{EB54990D-E3EC-AAA1-43EF-FECFDF75BF45}"/>
                </a:ext>
              </a:extLst>
            </p:cNvPr>
            <p:cNvSpPr/>
            <p:nvPr/>
          </p:nvSpPr>
          <p:spPr>
            <a:xfrm>
              <a:off x="4744636" y="2935878"/>
              <a:ext cx="144913" cy="81841"/>
            </a:xfrm>
            <a:custGeom>
              <a:avLst/>
              <a:gdLst/>
              <a:ahLst/>
              <a:cxnLst/>
              <a:rect l="l" t="t" r="r" b="b"/>
              <a:pathLst>
                <a:path w="7605" h="4295" extrusionOk="0">
                  <a:moveTo>
                    <a:pt x="6557" y="1"/>
                  </a:moveTo>
                  <a:cubicBezTo>
                    <a:pt x="6528" y="1"/>
                    <a:pt x="6495" y="5"/>
                    <a:pt x="6459" y="13"/>
                  </a:cubicBezTo>
                  <a:cubicBezTo>
                    <a:pt x="5806" y="157"/>
                    <a:pt x="5444" y="883"/>
                    <a:pt x="5444" y="883"/>
                  </a:cubicBezTo>
                  <a:cubicBezTo>
                    <a:pt x="5444" y="883"/>
                    <a:pt x="5396" y="168"/>
                    <a:pt x="5069" y="168"/>
                  </a:cubicBezTo>
                  <a:cubicBezTo>
                    <a:pt x="4992" y="168"/>
                    <a:pt x="4900" y="207"/>
                    <a:pt x="4791" y="303"/>
                  </a:cubicBezTo>
                  <a:cubicBezTo>
                    <a:pt x="4210" y="811"/>
                    <a:pt x="3774" y="1464"/>
                    <a:pt x="3774" y="1464"/>
                  </a:cubicBezTo>
                  <a:cubicBezTo>
                    <a:pt x="3774" y="1464"/>
                    <a:pt x="3717" y="387"/>
                    <a:pt x="3454" y="387"/>
                  </a:cubicBezTo>
                  <a:cubicBezTo>
                    <a:pt x="3419" y="387"/>
                    <a:pt x="3381" y="405"/>
                    <a:pt x="3339" y="447"/>
                  </a:cubicBezTo>
                  <a:cubicBezTo>
                    <a:pt x="2976" y="811"/>
                    <a:pt x="1598" y="2771"/>
                    <a:pt x="1598" y="2771"/>
                  </a:cubicBezTo>
                  <a:lnTo>
                    <a:pt x="1" y="2917"/>
                  </a:lnTo>
                  <a:cubicBezTo>
                    <a:pt x="1" y="2917"/>
                    <a:pt x="3266" y="4295"/>
                    <a:pt x="4283" y="4295"/>
                  </a:cubicBezTo>
                  <a:cubicBezTo>
                    <a:pt x="5300" y="4295"/>
                    <a:pt x="6460" y="3278"/>
                    <a:pt x="7041" y="2044"/>
                  </a:cubicBezTo>
                  <a:cubicBezTo>
                    <a:pt x="7523" y="1021"/>
                    <a:pt x="7605" y="447"/>
                    <a:pt x="7411" y="447"/>
                  </a:cubicBezTo>
                  <a:cubicBezTo>
                    <a:pt x="7371" y="447"/>
                    <a:pt x="7320" y="471"/>
                    <a:pt x="7258" y="520"/>
                  </a:cubicBezTo>
                  <a:lnTo>
                    <a:pt x="6532" y="1101"/>
                  </a:lnTo>
                  <a:cubicBezTo>
                    <a:pt x="6532" y="1101"/>
                    <a:pt x="7049" y="1"/>
                    <a:pt x="65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4">
              <a:extLst>
                <a:ext uri="{FF2B5EF4-FFF2-40B4-BE49-F238E27FC236}">
                  <a16:creationId xmlns:a16="http://schemas.microsoft.com/office/drawing/2014/main" id="{42C4D50C-4FFA-3D91-1C1B-A1889A77827E}"/>
                </a:ext>
              </a:extLst>
            </p:cNvPr>
            <p:cNvSpPr/>
            <p:nvPr/>
          </p:nvSpPr>
          <p:spPr>
            <a:xfrm>
              <a:off x="4738977" y="2930543"/>
              <a:ext cx="158976" cy="92550"/>
            </a:xfrm>
            <a:custGeom>
              <a:avLst/>
              <a:gdLst/>
              <a:ahLst/>
              <a:cxnLst/>
              <a:rect l="l" t="t" r="r" b="b"/>
              <a:pathLst>
                <a:path w="8343" h="4857" extrusionOk="0">
                  <a:moveTo>
                    <a:pt x="6787" y="580"/>
                  </a:moveTo>
                  <a:cubicBezTo>
                    <a:pt x="6776" y="730"/>
                    <a:pt x="6689" y="1021"/>
                    <a:pt x="6575" y="1261"/>
                  </a:cubicBezTo>
                  <a:cubicBezTo>
                    <a:pt x="6520" y="1381"/>
                    <a:pt x="6553" y="1521"/>
                    <a:pt x="6655" y="1602"/>
                  </a:cubicBezTo>
                  <a:cubicBezTo>
                    <a:pt x="6707" y="1642"/>
                    <a:pt x="6769" y="1662"/>
                    <a:pt x="6830" y="1662"/>
                  </a:cubicBezTo>
                  <a:cubicBezTo>
                    <a:pt x="6892" y="1662"/>
                    <a:pt x="6954" y="1642"/>
                    <a:pt x="7005" y="1601"/>
                  </a:cubicBezTo>
                  <a:lnTo>
                    <a:pt x="7465" y="1235"/>
                  </a:lnTo>
                  <a:lnTo>
                    <a:pt x="7465" y="1235"/>
                  </a:lnTo>
                  <a:cubicBezTo>
                    <a:pt x="7404" y="1451"/>
                    <a:pt x="7290" y="1766"/>
                    <a:pt x="7083" y="2205"/>
                  </a:cubicBezTo>
                  <a:cubicBezTo>
                    <a:pt x="6523" y="3396"/>
                    <a:pt x="5446" y="4293"/>
                    <a:pt x="4580" y="4293"/>
                  </a:cubicBezTo>
                  <a:cubicBezTo>
                    <a:pt x="4017" y="4293"/>
                    <a:pt x="2583" y="3793"/>
                    <a:pt x="1485" y="3370"/>
                  </a:cubicBezTo>
                  <a:lnTo>
                    <a:pt x="1920" y="3331"/>
                  </a:lnTo>
                  <a:cubicBezTo>
                    <a:pt x="2001" y="3323"/>
                    <a:pt x="2077" y="3280"/>
                    <a:pt x="2124" y="3213"/>
                  </a:cubicBezTo>
                  <a:cubicBezTo>
                    <a:pt x="2456" y="2740"/>
                    <a:pt x="3299" y="1562"/>
                    <a:pt x="3698" y="1082"/>
                  </a:cubicBezTo>
                  <a:cubicBezTo>
                    <a:pt x="3749" y="1305"/>
                    <a:pt x="3779" y="1531"/>
                    <a:pt x="3791" y="1758"/>
                  </a:cubicBezTo>
                  <a:cubicBezTo>
                    <a:pt x="3800" y="1925"/>
                    <a:pt x="3936" y="2026"/>
                    <a:pt x="4074" y="2026"/>
                  </a:cubicBezTo>
                  <a:cubicBezTo>
                    <a:pt x="4161" y="2026"/>
                    <a:pt x="4248" y="1986"/>
                    <a:pt x="4306" y="1900"/>
                  </a:cubicBezTo>
                  <a:cubicBezTo>
                    <a:pt x="4310" y="1894"/>
                    <a:pt x="4726" y="1273"/>
                    <a:pt x="5273" y="794"/>
                  </a:cubicBezTo>
                  <a:cubicBezTo>
                    <a:pt x="5309" y="764"/>
                    <a:pt x="5335" y="746"/>
                    <a:pt x="5344" y="736"/>
                  </a:cubicBezTo>
                  <a:cubicBezTo>
                    <a:pt x="5394" y="808"/>
                    <a:pt x="5449" y="1010"/>
                    <a:pt x="5461" y="1182"/>
                  </a:cubicBezTo>
                  <a:cubicBezTo>
                    <a:pt x="5470" y="1309"/>
                    <a:pt x="5562" y="1414"/>
                    <a:pt x="5685" y="1439"/>
                  </a:cubicBezTo>
                  <a:cubicBezTo>
                    <a:pt x="5704" y="1443"/>
                    <a:pt x="5722" y="1445"/>
                    <a:pt x="5741" y="1445"/>
                  </a:cubicBezTo>
                  <a:cubicBezTo>
                    <a:pt x="5845" y="1445"/>
                    <a:pt x="5943" y="1386"/>
                    <a:pt x="5992" y="1289"/>
                  </a:cubicBezTo>
                  <a:cubicBezTo>
                    <a:pt x="5995" y="1283"/>
                    <a:pt x="6283" y="732"/>
                    <a:pt x="6787" y="580"/>
                  </a:cubicBezTo>
                  <a:close/>
                  <a:moveTo>
                    <a:pt x="6854" y="1"/>
                  </a:moveTo>
                  <a:cubicBezTo>
                    <a:pt x="6807" y="1"/>
                    <a:pt x="6755" y="6"/>
                    <a:pt x="6698" y="19"/>
                  </a:cubicBezTo>
                  <a:cubicBezTo>
                    <a:pt x="6345" y="97"/>
                    <a:pt x="6066" y="309"/>
                    <a:pt x="5866" y="519"/>
                  </a:cubicBezTo>
                  <a:cubicBezTo>
                    <a:pt x="5796" y="383"/>
                    <a:pt x="5697" y="265"/>
                    <a:pt x="5556" y="205"/>
                  </a:cubicBezTo>
                  <a:cubicBezTo>
                    <a:pt x="5504" y="183"/>
                    <a:pt x="5440" y="166"/>
                    <a:pt x="5367" y="166"/>
                  </a:cubicBezTo>
                  <a:cubicBezTo>
                    <a:pt x="5240" y="166"/>
                    <a:pt x="5083" y="216"/>
                    <a:pt x="4904" y="373"/>
                  </a:cubicBezTo>
                  <a:cubicBezTo>
                    <a:pt x="4675" y="574"/>
                    <a:pt x="4462" y="794"/>
                    <a:pt x="4266" y="1029"/>
                  </a:cubicBezTo>
                  <a:cubicBezTo>
                    <a:pt x="4150" y="512"/>
                    <a:pt x="3959" y="440"/>
                    <a:pt x="3887" y="411"/>
                  </a:cubicBezTo>
                  <a:cubicBezTo>
                    <a:pt x="3858" y="400"/>
                    <a:pt x="3810" y="386"/>
                    <a:pt x="3751" y="386"/>
                  </a:cubicBezTo>
                  <a:cubicBezTo>
                    <a:pt x="3664" y="386"/>
                    <a:pt x="3551" y="416"/>
                    <a:pt x="3438" y="529"/>
                  </a:cubicBezTo>
                  <a:cubicBezTo>
                    <a:pt x="3105" y="862"/>
                    <a:pt x="2052" y="2340"/>
                    <a:pt x="1740" y="2782"/>
                  </a:cubicBezTo>
                  <a:lnTo>
                    <a:pt x="273" y="2917"/>
                  </a:lnTo>
                  <a:cubicBezTo>
                    <a:pt x="143" y="2927"/>
                    <a:pt x="40" y="3024"/>
                    <a:pt x="19" y="3153"/>
                  </a:cubicBezTo>
                  <a:cubicBezTo>
                    <a:pt x="0" y="3280"/>
                    <a:pt x="69" y="3405"/>
                    <a:pt x="189" y="3455"/>
                  </a:cubicBezTo>
                  <a:cubicBezTo>
                    <a:pt x="528" y="3598"/>
                    <a:pt x="3537" y="4856"/>
                    <a:pt x="4580" y="4856"/>
                  </a:cubicBezTo>
                  <a:cubicBezTo>
                    <a:pt x="5668" y="4856"/>
                    <a:pt x="6934" y="3841"/>
                    <a:pt x="7592" y="2445"/>
                  </a:cubicBezTo>
                  <a:cubicBezTo>
                    <a:pt x="8343" y="848"/>
                    <a:pt x="8042" y="612"/>
                    <a:pt x="7930" y="523"/>
                  </a:cubicBezTo>
                  <a:cubicBezTo>
                    <a:pt x="7890" y="492"/>
                    <a:pt x="7814" y="446"/>
                    <a:pt x="7708" y="446"/>
                  </a:cubicBezTo>
                  <a:cubicBezTo>
                    <a:pt x="7618" y="446"/>
                    <a:pt x="7508" y="479"/>
                    <a:pt x="7380" y="582"/>
                  </a:cubicBezTo>
                  <a:lnTo>
                    <a:pt x="7348" y="608"/>
                  </a:lnTo>
                  <a:cubicBezTo>
                    <a:pt x="7355" y="442"/>
                    <a:pt x="7325" y="287"/>
                    <a:pt x="7234" y="173"/>
                  </a:cubicBezTo>
                  <a:cubicBezTo>
                    <a:pt x="7177" y="102"/>
                    <a:pt x="7061" y="1"/>
                    <a:pt x="685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4">
              <a:extLst>
                <a:ext uri="{FF2B5EF4-FFF2-40B4-BE49-F238E27FC236}">
                  <a16:creationId xmlns:a16="http://schemas.microsoft.com/office/drawing/2014/main" id="{60AACAEC-58C2-E05D-5EBD-5B48CF191E6B}"/>
                </a:ext>
              </a:extLst>
            </p:cNvPr>
            <p:cNvSpPr/>
            <p:nvPr/>
          </p:nvSpPr>
          <p:spPr>
            <a:xfrm>
              <a:off x="4791664" y="2963756"/>
              <a:ext cx="24924" cy="38758"/>
            </a:xfrm>
            <a:custGeom>
              <a:avLst/>
              <a:gdLst/>
              <a:ahLst/>
              <a:cxnLst/>
              <a:rect l="l" t="t" r="r" b="b"/>
              <a:pathLst>
                <a:path w="1308" h="2034" extrusionOk="0">
                  <a:moveTo>
                    <a:pt x="1307" y="1"/>
                  </a:moveTo>
                  <a:lnTo>
                    <a:pt x="1" y="2034"/>
                  </a:lnTo>
                  <a:cubicBezTo>
                    <a:pt x="1089" y="1744"/>
                    <a:pt x="1307" y="1"/>
                    <a:pt x="13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4">
              <a:extLst>
                <a:ext uri="{FF2B5EF4-FFF2-40B4-BE49-F238E27FC236}">
                  <a16:creationId xmlns:a16="http://schemas.microsoft.com/office/drawing/2014/main" id="{801E5A3C-4E56-CC1D-7D73-FA58DCE4C7BA}"/>
                </a:ext>
              </a:extLst>
            </p:cNvPr>
            <p:cNvSpPr/>
            <p:nvPr/>
          </p:nvSpPr>
          <p:spPr>
            <a:xfrm>
              <a:off x="4785966" y="2958306"/>
              <a:ext cx="36338" cy="49562"/>
            </a:xfrm>
            <a:custGeom>
              <a:avLst/>
              <a:gdLst/>
              <a:ahLst/>
              <a:cxnLst/>
              <a:rect l="l" t="t" r="r" b="b"/>
              <a:pathLst>
                <a:path w="1907" h="2601" extrusionOk="0">
                  <a:moveTo>
                    <a:pt x="1606" y="0"/>
                  </a:moveTo>
                  <a:cubicBezTo>
                    <a:pt x="1464" y="0"/>
                    <a:pt x="1341" y="108"/>
                    <a:pt x="1326" y="253"/>
                  </a:cubicBezTo>
                  <a:cubicBezTo>
                    <a:pt x="1325" y="268"/>
                    <a:pt x="1108" y="1812"/>
                    <a:pt x="227" y="2047"/>
                  </a:cubicBezTo>
                  <a:cubicBezTo>
                    <a:pt x="90" y="2084"/>
                    <a:pt x="1" y="2216"/>
                    <a:pt x="20" y="2356"/>
                  </a:cubicBezTo>
                  <a:cubicBezTo>
                    <a:pt x="38" y="2496"/>
                    <a:pt x="157" y="2600"/>
                    <a:pt x="297" y="2600"/>
                  </a:cubicBezTo>
                  <a:cubicBezTo>
                    <a:pt x="298" y="2600"/>
                    <a:pt x="299" y="2600"/>
                    <a:pt x="300" y="2600"/>
                  </a:cubicBezTo>
                  <a:cubicBezTo>
                    <a:pt x="323" y="2600"/>
                    <a:pt x="348" y="2597"/>
                    <a:pt x="371" y="2591"/>
                  </a:cubicBezTo>
                  <a:cubicBezTo>
                    <a:pt x="1628" y="2256"/>
                    <a:pt x="1873" y="401"/>
                    <a:pt x="1884" y="322"/>
                  </a:cubicBezTo>
                  <a:cubicBezTo>
                    <a:pt x="1907" y="166"/>
                    <a:pt x="1796" y="23"/>
                    <a:pt x="1640" y="3"/>
                  </a:cubicBezTo>
                  <a:cubicBezTo>
                    <a:pt x="1628" y="1"/>
                    <a:pt x="1617" y="0"/>
                    <a:pt x="160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4">
              <a:extLst>
                <a:ext uri="{FF2B5EF4-FFF2-40B4-BE49-F238E27FC236}">
                  <a16:creationId xmlns:a16="http://schemas.microsoft.com/office/drawing/2014/main" id="{7D89752B-6CCE-847A-3574-F3CD1D954756}"/>
                </a:ext>
              </a:extLst>
            </p:cNvPr>
            <p:cNvSpPr/>
            <p:nvPr/>
          </p:nvSpPr>
          <p:spPr>
            <a:xfrm>
              <a:off x="4820704" y="2952704"/>
              <a:ext cx="27668" cy="60881"/>
            </a:xfrm>
            <a:custGeom>
              <a:avLst/>
              <a:gdLst/>
              <a:ahLst/>
              <a:cxnLst/>
              <a:rect l="l" t="t" r="r" b="b"/>
              <a:pathLst>
                <a:path w="1452" h="3195" extrusionOk="0">
                  <a:moveTo>
                    <a:pt x="1452" y="0"/>
                  </a:moveTo>
                  <a:lnTo>
                    <a:pt x="1" y="3194"/>
                  </a:lnTo>
                  <a:cubicBezTo>
                    <a:pt x="871" y="2758"/>
                    <a:pt x="1452" y="1"/>
                    <a:pt x="14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4">
              <a:extLst>
                <a:ext uri="{FF2B5EF4-FFF2-40B4-BE49-F238E27FC236}">
                  <a16:creationId xmlns:a16="http://schemas.microsoft.com/office/drawing/2014/main" id="{ED9B4460-532E-8FEB-9EE0-285BC47A18B8}"/>
                </a:ext>
              </a:extLst>
            </p:cNvPr>
            <p:cNvSpPr/>
            <p:nvPr/>
          </p:nvSpPr>
          <p:spPr>
            <a:xfrm>
              <a:off x="4814930" y="2947464"/>
              <a:ext cx="39234" cy="71475"/>
            </a:xfrm>
            <a:custGeom>
              <a:avLst/>
              <a:gdLst/>
              <a:ahLst/>
              <a:cxnLst/>
              <a:rect l="l" t="t" r="r" b="b"/>
              <a:pathLst>
                <a:path w="2059" h="3751" extrusionOk="0">
                  <a:moveTo>
                    <a:pt x="1752" y="1"/>
                  </a:moveTo>
                  <a:cubicBezTo>
                    <a:pt x="1625" y="1"/>
                    <a:pt x="1511" y="88"/>
                    <a:pt x="1481" y="217"/>
                  </a:cubicBezTo>
                  <a:cubicBezTo>
                    <a:pt x="1266" y="1232"/>
                    <a:pt x="724" y="2944"/>
                    <a:pt x="178" y="3219"/>
                  </a:cubicBezTo>
                  <a:cubicBezTo>
                    <a:pt x="62" y="3275"/>
                    <a:pt x="0" y="3407"/>
                    <a:pt x="30" y="3534"/>
                  </a:cubicBezTo>
                  <a:cubicBezTo>
                    <a:pt x="60" y="3661"/>
                    <a:pt x="174" y="3751"/>
                    <a:pt x="304" y="3751"/>
                  </a:cubicBezTo>
                  <a:cubicBezTo>
                    <a:pt x="347" y="3751"/>
                    <a:pt x="390" y="3741"/>
                    <a:pt x="429" y="3720"/>
                  </a:cubicBezTo>
                  <a:cubicBezTo>
                    <a:pt x="1393" y="3238"/>
                    <a:pt x="1968" y="630"/>
                    <a:pt x="2031" y="334"/>
                  </a:cubicBezTo>
                  <a:cubicBezTo>
                    <a:pt x="2058" y="184"/>
                    <a:pt x="1961" y="38"/>
                    <a:pt x="1812" y="7"/>
                  </a:cubicBezTo>
                  <a:cubicBezTo>
                    <a:pt x="1792" y="3"/>
                    <a:pt x="1772" y="1"/>
                    <a:pt x="17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4">
              <a:extLst>
                <a:ext uri="{FF2B5EF4-FFF2-40B4-BE49-F238E27FC236}">
                  <a16:creationId xmlns:a16="http://schemas.microsoft.com/office/drawing/2014/main" id="{48F85E25-B262-ABD0-1C68-4AAAE2631AE6}"/>
                </a:ext>
              </a:extLst>
            </p:cNvPr>
            <p:cNvSpPr/>
            <p:nvPr/>
          </p:nvSpPr>
          <p:spPr>
            <a:xfrm>
              <a:off x="4846961" y="2956877"/>
              <a:ext cx="22180" cy="55317"/>
            </a:xfrm>
            <a:custGeom>
              <a:avLst/>
              <a:gdLst/>
              <a:ahLst/>
              <a:cxnLst/>
              <a:rect l="l" t="t" r="r" b="b"/>
              <a:pathLst>
                <a:path w="1164" h="2903" extrusionOk="0">
                  <a:moveTo>
                    <a:pt x="1163" y="0"/>
                  </a:moveTo>
                  <a:lnTo>
                    <a:pt x="1" y="2903"/>
                  </a:lnTo>
                  <a:cubicBezTo>
                    <a:pt x="510" y="2176"/>
                    <a:pt x="1163" y="1"/>
                    <a:pt x="1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4">
              <a:extLst>
                <a:ext uri="{FF2B5EF4-FFF2-40B4-BE49-F238E27FC236}">
                  <a16:creationId xmlns:a16="http://schemas.microsoft.com/office/drawing/2014/main" id="{1EF00F6F-E57A-01EB-F1CA-87098E85955F}"/>
                </a:ext>
              </a:extLst>
            </p:cNvPr>
            <p:cNvSpPr/>
            <p:nvPr/>
          </p:nvSpPr>
          <p:spPr>
            <a:xfrm>
              <a:off x="4840883" y="2951504"/>
              <a:ext cx="34223" cy="66026"/>
            </a:xfrm>
            <a:custGeom>
              <a:avLst/>
              <a:gdLst/>
              <a:ahLst/>
              <a:cxnLst/>
              <a:rect l="l" t="t" r="r" b="b"/>
              <a:pathLst>
                <a:path w="1796" h="3465" extrusionOk="0">
                  <a:moveTo>
                    <a:pt x="1481" y="0"/>
                  </a:moveTo>
                  <a:cubicBezTo>
                    <a:pt x="1360" y="0"/>
                    <a:pt x="1248" y="79"/>
                    <a:pt x="1213" y="201"/>
                  </a:cubicBezTo>
                  <a:cubicBezTo>
                    <a:pt x="1207" y="222"/>
                    <a:pt x="566" y="2343"/>
                    <a:pt x="90" y="3023"/>
                  </a:cubicBezTo>
                  <a:cubicBezTo>
                    <a:pt x="1" y="3150"/>
                    <a:pt x="31" y="3325"/>
                    <a:pt x="160" y="3414"/>
                  </a:cubicBezTo>
                  <a:cubicBezTo>
                    <a:pt x="206" y="3447"/>
                    <a:pt x="263" y="3465"/>
                    <a:pt x="320" y="3465"/>
                  </a:cubicBezTo>
                  <a:cubicBezTo>
                    <a:pt x="412" y="3465"/>
                    <a:pt x="498" y="3421"/>
                    <a:pt x="550" y="3345"/>
                  </a:cubicBezTo>
                  <a:cubicBezTo>
                    <a:pt x="1078" y="2591"/>
                    <a:pt x="1723" y="453"/>
                    <a:pt x="1751" y="362"/>
                  </a:cubicBezTo>
                  <a:cubicBezTo>
                    <a:pt x="1796" y="214"/>
                    <a:pt x="1711" y="56"/>
                    <a:pt x="1563" y="12"/>
                  </a:cubicBezTo>
                  <a:cubicBezTo>
                    <a:pt x="1535" y="4"/>
                    <a:pt x="1508" y="0"/>
                    <a:pt x="14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4">
              <a:extLst>
                <a:ext uri="{FF2B5EF4-FFF2-40B4-BE49-F238E27FC236}">
                  <a16:creationId xmlns:a16="http://schemas.microsoft.com/office/drawing/2014/main" id="{F9730585-9D65-B1F7-6010-A5DEF6E58715}"/>
                </a:ext>
              </a:extLst>
            </p:cNvPr>
            <p:cNvSpPr/>
            <p:nvPr/>
          </p:nvSpPr>
          <p:spPr>
            <a:xfrm>
              <a:off x="4270967" y="2130728"/>
              <a:ext cx="148038" cy="292799"/>
            </a:xfrm>
            <a:custGeom>
              <a:avLst/>
              <a:gdLst/>
              <a:ahLst/>
              <a:cxnLst/>
              <a:rect l="l" t="t" r="r" b="b"/>
              <a:pathLst>
                <a:path w="7769" h="15366" extrusionOk="0">
                  <a:moveTo>
                    <a:pt x="1370" y="1"/>
                  </a:moveTo>
                  <a:cubicBezTo>
                    <a:pt x="1370" y="1"/>
                    <a:pt x="1984" y="4124"/>
                    <a:pt x="1195" y="5791"/>
                  </a:cubicBezTo>
                  <a:cubicBezTo>
                    <a:pt x="945" y="6320"/>
                    <a:pt x="523" y="6698"/>
                    <a:pt x="1" y="6979"/>
                  </a:cubicBezTo>
                  <a:cubicBezTo>
                    <a:pt x="576" y="8931"/>
                    <a:pt x="2912" y="13287"/>
                    <a:pt x="4185" y="14855"/>
                  </a:cubicBezTo>
                  <a:cubicBezTo>
                    <a:pt x="4473" y="15209"/>
                    <a:pt x="4733" y="15365"/>
                    <a:pt x="4975" y="15365"/>
                  </a:cubicBezTo>
                  <a:cubicBezTo>
                    <a:pt x="6081" y="15365"/>
                    <a:pt x="6780" y="12079"/>
                    <a:pt x="7769" y="9450"/>
                  </a:cubicBezTo>
                  <a:cubicBezTo>
                    <a:pt x="6509" y="8706"/>
                    <a:pt x="6020" y="7220"/>
                    <a:pt x="6020" y="5966"/>
                  </a:cubicBezTo>
                  <a:cubicBezTo>
                    <a:pt x="6020" y="4650"/>
                    <a:pt x="6809" y="2808"/>
                    <a:pt x="6809" y="2808"/>
                  </a:cubicBezTo>
                  <a:cubicBezTo>
                    <a:pt x="6809" y="2808"/>
                    <a:pt x="2511" y="1"/>
                    <a:pt x="13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4">
              <a:extLst>
                <a:ext uri="{FF2B5EF4-FFF2-40B4-BE49-F238E27FC236}">
                  <a16:creationId xmlns:a16="http://schemas.microsoft.com/office/drawing/2014/main" id="{32D249FA-5C48-8228-E19A-1A01F30A95B9}"/>
                </a:ext>
              </a:extLst>
            </p:cNvPr>
            <p:cNvSpPr/>
            <p:nvPr/>
          </p:nvSpPr>
          <p:spPr>
            <a:xfrm>
              <a:off x="4265117" y="2125393"/>
              <a:ext cx="159833" cy="303489"/>
            </a:xfrm>
            <a:custGeom>
              <a:avLst/>
              <a:gdLst/>
              <a:ahLst/>
              <a:cxnLst/>
              <a:rect l="l" t="t" r="r" b="b"/>
              <a:pathLst>
                <a:path w="8388" h="15927" extrusionOk="0">
                  <a:moveTo>
                    <a:pt x="2006" y="618"/>
                  </a:moveTo>
                  <a:lnTo>
                    <a:pt x="2006" y="618"/>
                  </a:lnTo>
                  <a:cubicBezTo>
                    <a:pt x="3018" y="908"/>
                    <a:pt x="5254" y="2218"/>
                    <a:pt x="6769" y="3196"/>
                  </a:cubicBezTo>
                  <a:cubicBezTo>
                    <a:pt x="6556" y="3734"/>
                    <a:pt x="6046" y="5146"/>
                    <a:pt x="6046" y="6244"/>
                  </a:cubicBezTo>
                  <a:cubicBezTo>
                    <a:pt x="6046" y="7445"/>
                    <a:pt x="6495" y="8988"/>
                    <a:pt x="7734" y="9844"/>
                  </a:cubicBezTo>
                  <a:cubicBezTo>
                    <a:pt x="7510" y="10455"/>
                    <a:pt x="7301" y="11092"/>
                    <a:pt x="7097" y="11712"/>
                  </a:cubicBezTo>
                  <a:cubicBezTo>
                    <a:pt x="6556" y="13369"/>
                    <a:pt x="5941" y="15246"/>
                    <a:pt x="5332" y="15358"/>
                  </a:cubicBezTo>
                  <a:cubicBezTo>
                    <a:pt x="5317" y="15361"/>
                    <a:pt x="5302" y="15362"/>
                    <a:pt x="5286" y="15362"/>
                  </a:cubicBezTo>
                  <a:cubicBezTo>
                    <a:pt x="5082" y="15362"/>
                    <a:pt x="4864" y="15148"/>
                    <a:pt x="4711" y="14957"/>
                  </a:cubicBezTo>
                  <a:cubicBezTo>
                    <a:pt x="3487" y="13453"/>
                    <a:pt x="1289" y="9346"/>
                    <a:pt x="643" y="7392"/>
                  </a:cubicBezTo>
                  <a:cubicBezTo>
                    <a:pt x="1160" y="7073"/>
                    <a:pt x="1526" y="6679"/>
                    <a:pt x="1756" y="6189"/>
                  </a:cubicBezTo>
                  <a:cubicBezTo>
                    <a:pt x="2437" y="4752"/>
                    <a:pt x="2140" y="1695"/>
                    <a:pt x="2006" y="618"/>
                  </a:cubicBezTo>
                  <a:close/>
                  <a:moveTo>
                    <a:pt x="1675" y="1"/>
                  </a:moveTo>
                  <a:cubicBezTo>
                    <a:pt x="1504" y="1"/>
                    <a:pt x="1374" y="153"/>
                    <a:pt x="1400" y="323"/>
                  </a:cubicBezTo>
                  <a:cubicBezTo>
                    <a:pt x="1406" y="362"/>
                    <a:pt x="1992" y="4380"/>
                    <a:pt x="1249" y="5951"/>
                  </a:cubicBezTo>
                  <a:cubicBezTo>
                    <a:pt x="1040" y="6389"/>
                    <a:pt x="690" y="6736"/>
                    <a:pt x="174" y="7014"/>
                  </a:cubicBezTo>
                  <a:cubicBezTo>
                    <a:pt x="57" y="7077"/>
                    <a:pt x="0" y="7213"/>
                    <a:pt x="38" y="7341"/>
                  </a:cubicBezTo>
                  <a:cubicBezTo>
                    <a:pt x="611" y="9282"/>
                    <a:pt x="2946" y="13680"/>
                    <a:pt x="4274" y="15313"/>
                  </a:cubicBezTo>
                  <a:cubicBezTo>
                    <a:pt x="4606" y="15721"/>
                    <a:pt x="4944" y="15927"/>
                    <a:pt x="5281" y="15927"/>
                  </a:cubicBezTo>
                  <a:cubicBezTo>
                    <a:pt x="5332" y="15927"/>
                    <a:pt x="5383" y="15923"/>
                    <a:pt x="5434" y="15914"/>
                  </a:cubicBezTo>
                  <a:cubicBezTo>
                    <a:pt x="6371" y="15740"/>
                    <a:pt x="6928" y="14041"/>
                    <a:pt x="7632" y="11890"/>
                  </a:cubicBezTo>
                  <a:cubicBezTo>
                    <a:pt x="7857" y="11205"/>
                    <a:pt x="8089" y="10494"/>
                    <a:pt x="8340" y="9831"/>
                  </a:cubicBezTo>
                  <a:cubicBezTo>
                    <a:pt x="8388" y="9702"/>
                    <a:pt x="8337" y="9559"/>
                    <a:pt x="8219" y="9489"/>
                  </a:cubicBezTo>
                  <a:cubicBezTo>
                    <a:pt x="7031" y="8788"/>
                    <a:pt x="6608" y="7354"/>
                    <a:pt x="6608" y="6247"/>
                  </a:cubicBezTo>
                  <a:cubicBezTo>
                    <a:pt x="6608" y="5006"/>
                    <a:pt x="7367" y="3218"/>
                    <a:pt x="7374" y="3199"/>
                  </a:cubicBezTo>
                  <a:cubicBezTo>
                    <a:pt x="7430" y="3074"/>
                    <a:pt x="7384" y="2928"/>
                    <a:pt x="7271" y="2853"/>
                  </a:cubicBezTo>
                  <a:cubicBezTo>
                    <a:pt x="6823" y="2560"/>
                    <a:pt x="2868" y="1"/>
                    <a:pt x="1677" y="1"/>
                  </a:cubicBezTo>
                  <a:cubicBezTo>
                    <a:pt x="1677" y="1"/>
                    <a:pt x="1676" y="1"/>
                    <a:pt x="167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4">
              <a:extLst>
                <a:ext uri="{FF2B5EF4-FFF2-40B4-BE49-F238E27FC236}">
                  <a16:creationId xmlns:a16="http://schemas.microsoft.com/office/drawing/2014/main" id="{182211FB-68AA-1B93-C1F7-680EDD5C6094}"/>
                </a:ext>
              </a:extLst>
            </p:cNvPr>
            <p:cNvSpPr/>
            <p:nvPr/>
          </p:nvSpPr>
          <p:spPr>
            <a:xfrm>
              <a:off x="3892630" y="2293668"/>
              <a:ext cx="561932" cy="719231"/>
            </a:xfrm>
            <a:custGeom>
              <a:avLst/>
              <a:gdLst/>
              <a:ahLst/>
              <a:cxnLst/>
              <a:rect l="l" t="t" r="r" b="b"/>
              <a:pathLst>
                <a:path w="29490" h="37745" extrusionOk="0">
                  <a:moveTo>
                    <a:pt x="14359" y="1"/>
                  </a:moveTo>
                  <a:cubicBezTo>
                    <a:pt x="14359" y="1"/>
                    <a:pt x="11024" y="371"/>
                    <a:pt x="9291" y="3708"/>
                  </a:cubicBezTo>
                  <a:cubicBezTo>
                    <a:pt x="7560" y="7046"/>
                    <a:pt x="0" y="22197"/>
                    <a:pt x="645" y="23103"/>
                  </a:cubicBezTo>
                  <a:cubicBezTo>
                    <a:pt x="4320" y="28273"/>
                    <a:pt x="17690" y="31992"/>
                    <a:pt x="19051" y="33351"/>
                  </a:cubicBezTo>
                  <a:cubicBezTo>
                    <a:pt x="20410" y="34710"/>
                    <a:pt x="22146" y="36337"/>
                    <a:pt x="23505" y="37203"/>
                  </a:cubicBezTo>
                  <a:cubicBezTo>
                    <a:pt x="24148" y="37612"/>
                    <a:pt x="25097" y="37745"/>
                    <a:pt x="25970" y="37745"/>
                  </a:cubicBezTo>
                  <a:cubicBezTo>
                    <a:pt x="26941" y="37745"/>
                    <a:pt x="27819" y="37581"/>
                    <a:pt x="28079" y="37451"/>
                  </a:cubicBezTo>
                  <a:cubicBezTo>
                    <a:pt x="28572" y="37203"/>
                    <a:pt x="28944" y="36090"/>
                    <a:pt x="28079" y="36090"/>
                  </a:cubicBezTo>
                  <a:cubicBezTo>
                    <a:pt x="27214" y="36090"/>
                    <a:pt x="26771" y="35466"/>
                    <a:pt x="26647" y="34971"/>
                  </a:cubicBezTo>
                  <a:cubicBezTo>
                    <a:pt x="26621" y="34869"/>
                    <a:pt x="26665" y="34830"/>
                    <a:pt x="26757" y="34830"/>
                  </a:cubicBezTo>
                  <a:cubicBezTo>
                    <a:pt x="27035" y="34830"/>
                    <a:pt x="27753" y="35181"/>
                    <a:pt x="28332" y="35181"/>
                  </a:cubicBezTo>
                  <a:cubicBezTo>
                    <a:pt x="28484" y="35181"/>
                    <a:pt x="28626" y="35156"/>
                    <a:pt x="28748" y="35095"/>
                  </a:cubicBezTo>
                  <a:cubicBezTo>
                    <a:pt x="29489" y="34725"/>
                    <a:pt x="27088" y="33372"/>
                    <a:pt x="26348" y="32753"/>
                  </a:cubicBezTo>
                  <a:cubicBezTo>
                    <a:pt x="25607" y="32136"/>
                    <a:pt x="24988" y="31270"/>
                    <a:pt x="23999" y="31270"/>
                  </a:cubicBezTo>
                  <a:cubicBezTo>
                    <a:pt x="23011" y="31270"/>
                    <a:pt x="21154" y="31248"/>
                    <a:pt x="21154" y="31248"/>
                  </a:cubicBezTo>
                  <a:cubicBezTo>
                    <a:pt x="21154" y="31248"/>
                    <a:pt x="16599" y="27949"/>
                    <a:pt x="13849" y="25493"/>
                  </a:cubicBezTo>
                  <a:cubicBezTo>
                    <a:pt x="10143" y="22185"/>
                    <a:pt x="6876" y="20401"/>
                    <a:pt x="6876" y="20401"/>
                  </a:cubicBezTo>
                  <a:lnTo>
                    <a:pt x="15225" y="6675"/>
                  </a:lnTo>
                  <a:lnTo>
                    <a:pt x="143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4">
              <a:extLst>
                <a:ext uri="{FF2B5EF4-FFF2-40B4-BE49-F238E27FC236}">
                  <a16:creationId xmlns:a16="http://schemas.microsoft.com/office/drawing/2014/main" id="{C8572A20-E125-F94B-3825-F433C61A5A29}"/>
                </a:ext>
              </a:extLst>
            </p:cNvPr>
            <p:cNvSpPr/>
            <p:nvPr/>
          </p:nvSpPr>
          <p:spPr>
            <a:xfrm>
              <a:off x="3890801" y="2288332"/>
              <a:ext cx="558273" cy="729845"/>
            </a:xfrm>
            <a:custGeom>
              <a:avLst/>
              <a:gdLst/>
              <a:ahLst/>
              <a:cxnLst/>
              <a:rect l="l" t="t" r="r" b="b"/>
              <a:pathLst>
                <a:path w="29298" h="38302" extrusionOk="0">
                  <a:moveTo>
                    <a:pt x="14455" y="0"/>
                  </a:moveTo>
                  <a:cubicBezTo>
                    <a:pt x="14444" y="0"/>
                    <a:pt x="14434" y="1"/>
                    <a:pt x="14423" y="2"/>
                  </a:cubicBezTo>
                  <a:cubicBezTo>
                    <a:pt x="14281" y="18"/>
                    <a:pt x="10917" y="428"/>
                    <a:pt x="9137" y="3860"/>
                  </a:cubicBezTo>
                  <a:cubicBezTo>
                    <a:pt x="8325" y="5426"/>
                    <a:pt x="5981" y="10083"/>
                    <a:pt x="3919" y="14477"/>
                  </a:cubicBezTo>
                  <a:cubicBezTo>
                    <a:pt x="0" y="22828"/>
                    <a:pt x="333" y="23295"/>
                    <a:pt x="511" y="23546"/>
                  </a:cubicBezTo>
                  <a:cubicBezTo>
                    <a:pt x="3062" y="27132"/>
                    <a:pt x="10112" y="30001"/>
                    <a:pt x="14776" y="31900"/>
                  </a:cubicBezTo>
                  <a:cubicBezTo>
                    <a:pt x="16803" y="32724"/>
                    <a:pt x="18553" y="33437"/>
                    <a:pt x="18947" y="33831"/>
                  </a:cubicBezTo>
                  <a:cubicBezTo>
                    <a:pt x="20817" y="35699"/>
                    <a:pt x="22331" y="37007"/>
                    <a:pt x="23451" y="37721"/>
                  </a:cubicBezTo>
                  <a:cubicBezTo>
                    <a:pt x="24142" y="38160"/>
                    <a:pt x="25135" y="38301"/>
                    <a:pt x="26050" y="38301"/>
                  </a:cubicBezTo>
                  <a:cubicBezTo>
                    <a:pt x="27090" y="38301"/>
                    <a:pt x="28026" y="38119"/>
                    <a:pt x="28299" y="37982"/>
                  </a:cubicBezTo>
                  <a:cubicBezTo>
                    <a:pt x="28745" y="37760"/>
                    <a:pt x="29061" y="37107"/>
                    <a:pt x="28951" y="36638"/>
                  </a:cubicBezTo>
                  <a:cubicBezTo>
                    <a:pt x="28870" y="36296"/>
                    <a:pt x="28580" y="36090"/>
                    <a:pt x="28173" y="36090"/>
                  </a:cubicBezTo>
                  <a:cubicBezTo>
                    <a:pt x="27631" y="36090"/>
                    <a:pt x="27288" y="35785"/>
                    <a:pt x="27116" y="35451"/>
                  </a:cubicBezTo>
                  <a:lnTo>
                    <a:pt x="27116" y="35451"/>
                  </a:lnTo>
                  <a:cubicBezTo>
                    <a:pt x="27176" y="35469"/>
                    <a:pt x="27237" y="35489"/>
                    <a:pt x="27292" y="35505"/>
                  </a:cubicBezTo>
                  <a:cubicBezTo>
                    <a:pt x="27625" y="35610"/>
                    <a:pt x="28041" y="35740"/>
                    <a:pt x="28429" y="35740"/>
                  </a:cubicBezTo>
                  <a:cubicBezTo>
                    <a:pt x="28620" y="35740"/>
                    <a:pt x="28805" y="35708"/>
                    <a:pt x="28970" y="35626"/>
                  </a:cubicBezTo>
                  <a:cubicBezTo>
                    <a:pt x="29209" y="35507"/>
                    <a:pt x="29257" y="35319"/>
                    <a:pt x="29263" y="35216"/>
                  </a:cubicBezTo>
                  <a:cubicBezTo>
                    <a:pt x="29298" y="34728"/>
                    <a:pt x="28590" y="34203"/>
                    <a:pt x="27422" y="33395"/>
                  </a:cubicBezTo>
                  <a:cubicBezTo>
                    <a:pt x="27104" y="33175"/>
                    <a:pt x="26804" y="32968"/>
                    <a:pt x="26623" y="32817"/>
                  </a:cubicBezTo>
                  <a:cubicBezTo>
                    <a:pt x="26457" y="32679"/>
                    <a:pt x="26298" y="32527"/>
                    <a:pt x="26137" y="32377"/>
                  </a:cubicBezTo>
                  <a:cubicBezTo>
                    <a:pt x="25564" y="31831"/>
                    <a:pt x="24969" y="31268"/>
                    <a:pt x="24095" y="31268"/>
                  </a:cubicBezTo>
                  <a:cubicBezTo>
                    <a:pt x="23239" y="31268"/>
                    <a:pt x="21725" y="31254"/>
                    <a:pt x="21343" y="31249"/>
                  </a:cubicBezTo>
                  <a:cubicBezTo>
                    <a:pt x="20750" y="30816"/>
                    <a:pt x="16653" y="27813"/>
                    <a:pt x="14133" y="25564"/>
                  </a:cubicBezTo>
                  <a:cubicBezTo>
                    <a:pt x="11035" y="22799"/>
                    <a:pt x="8208" y="21074"/>
                    <a:pt x="7363" y="20581"/>
                  </a:cubicBezTo>
                  <a:lnTo>
                    <a:pt x="15562" y="7100"/>
                  </a:lnTo>
                  <a:cubicBezTo>
                    <a:pt x="15641" y="6968"/>
                    <a:pt x="15597" y="6797"/>
                    <a:pt x="15466" y="6717"/>
                  </a:cubicBezTo>
                  <a:cubicBezTo>
                    <a:pt x="15420" y="6689"/>
                    <a:pt x="15370" y="6676"/>
                    <a:pt x="15320" y="6676"/>
                  </a:cubicBezTo>
                  <a:cubicBezTo>
                    <a:pt x="15226" y="6676"/>
                    <a:pt x="15134" y="6723"/>
                    <a:pt x="15081" y="6809"/>
                  </a:cubicBezTo>
                  <a:lnTo>
                    <a:pt x="6732" y="20537"/>
                  </a:lnTo>
                  <a:cubicBezTo>
                    <a:pt x="6649" y="20674"/>
                    <a:pt x="6697" y="20852"/>
                    <a:pt x="6837" y="20929"/>
                  </a:cubicBezTo>
                  <a:cubicBezTo>
                    <a:pt x="6871" y="20947"/>
                    <a:pt x="10122" y="22738"/>
                    <a:pt x="13758" y="25983"/>
                  </a:cubicBezTo>
                  <a:cubicBezTo>
                    <a:pt x="16488" y="28420"/>
                    <a:pt x="21040" y="31723"/>
                    <a:pt x="21085" y="31757"/>
                  </a:cubicBezTo>
                  <a:cubicBezTo>
                    <a:pt x="21132" y="31791"/>
                    <a:pt x="21189" y="31810"/>
                    <a:pt x="21247" y="31811"/>
                  </a:cubicBezTo>
                  <a:cubicBezTo>
                    <a:pt x="21247" y="31811"/>
                    <a:pt x="23107" y="31831"/>
                    <a:pt x="24097" y="31831"/>
                  </a:cubicBezTo>
                  <a:cubicBezTo>
                    <a:pt x="24746" y="31831"/>
                    <a:pt x="25234" y="32295"/>
                    <a:pt x="25752" y="32785"/>
                  </a:cubicBezTo>
                  <a:cubicBezTo>
                    <a:pt x="25921" y="32944"/>
                    <a:pt x="26089" y="33103"/>
                    <a:pt x="26264" y="33249"/>
                  </a:cubicBezTo>
                  <a:cubicBezTo>
                    <a:pt x="26465" y="33417"/>
                    <a:pt x="26775" y="33631"/>
                    <a:pt x="27103" y="33859"/>
                  </a:cubicBezTo>
                  <a:cubicBezTo>
                    <a:pt x="27577" y="34185"/>
                    <a:pt x="28534" y="34846"/>
                    <a:pt x="28685" y="35138"/>
                  </a:cubicBezTo>
                  <a:cubicBezTo>
                    <a:pt x="28611" y="35168"/>
                    <a:pt x="28523" y="35180"/>
                    <a:pt x="28426" y="35180"/>
                  </a:cubicBezTo>
                  <a:cubicBezTo>
                    <a:pt x="28130" y="35180"/>
                    <a:pt x="27756" y="35062"/>
                    <a:pt x="27460" y="34970"/>
                  </a:cubicBezTo>
                  <a:cubicBezTo>
                    <a:pt x="27210" y="34891"/>
                    <a:pt x="27010" y="34828"/>
                    <a:pt x="26848" y="34828"/>
                  </a:cubicBezTo>
                  <a:cubicBezTo>
                    <a:pt x="26737" y="34828"/>
                    <a:pt x="26644" y="34858"/>
                    <a:pt x="26566" y="34932"/>
                  </a:cubicBezTo>
                  <a:cubicBezTo>
                    <a:pt x="26508" y="34987"/>
                    <a:pt x="26417" y="35110"/>
                    <a:pt x="26470" y="35320"/>
                  </a:cubicBezTo>
                  <a:cubicBezTo>
                    <a:pt x="26624" y="35934"/>
                    <a:pt x="27163" y="36652"/>
                    <a:pt x="28175" y="36652"/>
                  </a:cubicBezTo>
                  <a:cubicBezTo>
                    <a:pt x="28377" y="36652"/>
                    <a:pt x="28395" y="36727"/>
                    <a:pt x="28405" y="36767"/>
                  </a:cubicBezTo>
                  <a:cubicBezTo>
                    <a:pt x="28455" y="36981"/>
                    <a:pt x="28259" y="37374"/>
                    <a:pt x="28048" y="37479"/>
                  </a:cubicBezTo>
                  <a:cubicBezTo>
                    <a:pt x="27823" y="37591"/>
                    <a:pt x="26986" y="37744"/>
                    <a:pt x="26061" y="37744"/>
                  </a:cubicBezTo>
                  <a:cubicBezTo>
                    <a:pt x="25238" y="37744"/>
                    <a:pt x="24345" y="37623"/>
                    <a:pt x="23753" y="37245"/>
                  </a:cubicBezTo>
                  <a:cubicBezTo>
                    <a:pt x="22668" y="36555"/>
                    <a:pt x="21184" y="35272"/>
                    <a:pt x="19345" y="33433"/>
                  </a:cubicBezTo>
                  <a:cubicBezTo>
                    <a:pt x="18871" y="32959"/>
                    <a:pt x="17242" y="32297"/>
                    <a:pt x="14989" y="31379"/>
                  </a:cubicBezTo>
                  <a:cubicBezTo>
                    <a:pt x="10383" y="29505"/>
                    <a:pt x="3425" y="26674"/>
                    <a:pt x="986" y="23253"/>
                  </a:cubicBezTo>
                  <a:cubicBezTo>
                    <a:pt x="713" y="22192"/>
                    <a:pt x="6557" y="10057"/>
                    <a:pt x="9636" y="4118"/>
                  </a:cubicBezTo>
                  <a:cubicBezTo>
                    <a:pt x="11274" y="962"/>
                    <a:pt x="14454" y="564"/>
                    <a:pt x="14486" y="561"/>
                  </a:cubicBezTo>
                  <a:cubicBezTo>
                    <a:pt x="14640" y="543"/>
                    <a:pt x="14751" y="403"/>
                    <a:pt x="14734" y="250"/>
                  </a:cubicBezTo>
                  <a:cubicBezTo>
                    <a:pt x="14719" y="106"/>
                    <a:pt x="14596" y="0"/>
                    <a:pt x="14455"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4">
              <a:extLst>
                <a:ext uri="{FF2B5EF4-FFF2-40B4-BE49-F238E27FC236}">
                  <a16:creationId xmlns:a16="http://schemas.microsoft.com/office/drawing/2014/main" id="{5C196502-A213-56EA-035B-E26323E68291}"/>
                </a:ext>
              </a:extLst>
            </p:cNvPr>
            <p:cNvSpPr/>
            <p:nvPr/>
          </p:nvSpPr>
          <p:spPr>
            <a:xfrm>
              <a:off x="3898308" y="2547004"/>
              <a:ext cx="556254" cy="465895"/>
            </a:xfrm>
            <a:custGeom>
              <a:avLst/>
              <a:gdLst/>
              <a:ahLst/>
              <a:cxnLst/>
              <a:rect l="l" t="t" r="r" b="b"/>
              <a:pathLst>
                <a:path w="29192" h="24450" extrusionOk="0">
                  <a:moveTo>
                    <a:pt x="4262" y="1"/>
                  </a:moveTo>
                  <a:cubicBezTo>
                    <a:pt x="2037" y="4688"/>
                    <a:pt x="0" y="9319"/>
                    <a:pt x="347" y="9808"/>
                  </a:cubicBezTo>
                  <a:cubicBezTo>
                    <a:pt x="4022" y="14978"/>
                    <a:pt x="17392" y="18697"/>
                    <a:pt x="18753" y="20056"/>
                  </a:cubicBezTo>
                  <a:cubicBezTo>
                    <a:pt x="20112" y="21415"/>
                    <a:pt x="21848" y="23042"/>
                    <a:pt x="23207" y="23908"/>
                  </a:cubicBezTo>
                  <a:cubicBezTo>
                    <a:pt x="23850" y="24317"/>
                    <a:pt x="24799" y="24450"/>
                    <a:pt x="25672" y="24450"/>
                  </a:cubicBezTo>
                  <a:cubicBezTo>
                    <a:pt x="26643" y="24450"/>
                    <a:pt x="27521" y="24286"/>
                    <a:pt x="27781" y="24156"/>
                  </a:cubicBezTo>
                  <a:cubicBezTo>
                    <a:pt x="28274" y="23908"/>
                    <a:pt x="28646" y="22795"/>
                    <a:pt x="27781" y="22795"/>
                  </a:cubicBezTo>
                  <a:cubicBezTo>
                    <a:pt x="26916" y="22795"/>
                    <a:pt x="26473" y="22171"/>
                    <a:pt x="26349" y="21676"/>
                  </a:cubicBezTo>
                  <a:cubicBezTo>
                    <a:pt x="26323" y="21574"/>
                    <a:pt x="26367" y="21535"/>
                    <a:pt x="26459" y="21535"/>
                  </a:cubicBezTo>
                  <a:cubicBezTo>
                    <a:pt x="26737" y="21535"/>
                    <a:pt x="27455" y="21886"/>
                    <a:pt x="28034" y="21886"/>
                  </a:cubicBezTo>
                  <a:cubicBezTo>
                    <a:pt x="28186" y="21886"/>
                    <a:pt x="28328" y="21861"/>
                    <a:pt x="28450" y="21800"/>
                  </a:cubicBezTo>
                  <a:cubicBezTo>
                    <a:pt x="29191" y="21429"/>
                    <a:pt x="26792" y="20077"/>
                    <a:pt x="26050" y="19458"/>
                  </a:cubicBezTo>
                  <a:cubicBezTo>
                    <a:pt x="25309" y="18840"/>
                    <a:pt x="24690" y="17975"/>
                    <a:pt x="23701" y="17975"/>
                  </a:cubicBezTo>
                  <a:cubicBezTo>
                    <a:pt x="22713" y="17975"/>
                    <a:pt x="20856" y="17953"/>
                    <a:pt x="20856" y="17953"/>
                  </a:cubicBezTo>
                  <a:cubicBezTo>
                    <a:pt x="20856" y="17953"/>
                    <a:pt x="16301" y="14654"/>
                    <a:pt x="13551" y="12198"/>
                  </a:cubicBezTo>
                  <a:cubicBezTo>
                    <a:pt x="9845" y="8890"/>
                    <a:pt x="6578" y="7106"/>
                    <a:pt x="6578" y="7106"/>
                  </a:cubicBezTo>
                  <a:lnTo>
                    <a:pt x="9919" y="1614"/>
                  </a:lnTo>
                  <a:cubicBezTo>
                    <a:pt x="7727" y="240"/>
                    <a:pt x="5424" y="15"/>
                    <a:pt x="42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4">
              <a:extLst>
                <a:ext uri="{FF2B5EF4-FFF2-40B4-BE49-F238E27FC236}">
                  <a16:creationId xmlns:a16="http://schemas.microsoft.com/office/drawing/2014/main" id="{EAA543BB-130B-DB10-31BC-9C8869EC1B8C}"/>
                </a:ext>
              </a:extLst>
            </p:cNvPr>
            <p:cNvSpPr/>
            <p:nvPr/>
          </p:nvSpPr>
          <p:spPr>
            <a:xfrm>
              <a:off x="3890286" y="2541669"/>
              <a:ext cx="558788" cy="476508"/>
            </a:xfrm>
            <a:custGeom>
              <a:avLst/>
              <a:gdLst/>
              <a:ahLst/>
              <a:cxnLst/>
              <a:rect l="l" t="t" r="r" b="b"/>
              <a:pathLst>
                <a:path w="29325" h="25007" extrusionOk="0">
                  <a:moveTo>
                    <a:pt x="4859" y="567"/>
                  </a:moveTo>
                  <a:cubicBezTo>
                    <a:pt x="6001" y="600"/>
                    <a:pt x="8006" y="845"/>
                    <a:pt x="9955" y="1989"/>
                  </a:cubicBezTo>
                  <a:lnTo>
                    <a:pt x="6761" y="7242"/>
                  </a:lnTo>
                  <a:cubicBezTo>
                    <a:pt x="6676" y="7379"/>
                    <a:pt x="6724" y="7557"/>
                    <a:pt x="6866" y="7634"/>
                  </a:cubicBezTo>
                  <a:cubicBezTo>
                    <a:pt x="6898" y="7652"/>
                    <a:pt x="10146" y="9440"/>
                    <a:pt x="13786" y="12688"/>
                  </a:cubicBezTo>
                  <a:cubicBezTo>
                    <a:pt x="16517" y="15125"/>
                    <a:pt x="21067" y="18428"/>
                    <a:pt x="21112" y="18462"/>
                  </a:cubicBezTo>
                  <a:cubicBezTo>
                    <a:pt x="21160" y="18496"/>
                    <a:pt x="21217" y="18515"/>
                    <a:pt x="21276" y="18516"/>
                  </a:cubicBezTo>
                  <a:cubicBezTo>
                    <a:pt x="21276" y="18516"/>
                    <a:pt x="23134" y="18536"/>
                    <a:pt x="24124" y="18536"/>
                  </a:cubicBezTo>
                  <a:cubicBezTo>
                    <a:pt x="24773" y="18536"/>
                    <a:pt x="25261" y="18999"/>
                    <a:pt x="25781" y="19489"/>
                  </a:cubicBezTo>
                  <a:cubicBezTo>
                    <a:pt x="25948" y="19649"/>
                    <a:pt x="26118" y="19808"/>
                    <a:pt x="26293" y="19954"/>
                  </a:cubicBezTo>
                  <a:cubicBezTo>
                    <a:pt x="26492" y="20122"/>
                    <a:pt x="26803" y="20336"/>
                    <a:pt x="27131" y="20564"/>
                  </a:cubicBezTo>
                  <a:cubicBezTo>
                    <a:pt x="27605" y="20890"/>
                    <a:pt x="28561" y="21551"/>
                    <a:pt x="28712" y="21843"/>
                  </a:cubicBezTo>
                  <a:cubicBezTo>
                    <a:pt x="28638" y="21873"/>
                    <a:pt x="28550" y="21885"/>
                    <a:pt x="28453" y="21885"/>
                  </a:cubicBezTo>
                  <a:cubicBezTo>
                    <a:pt x="28158" y="21885"/>
                    <a:pt x="27783" y="21767"/>
                    <a:pt x="27489" y="21675"/>
                  </a:cubicBezTo>
                  <a:cubicBezTo>
                    <a:pt x="27238" y="21596"/>
                    <a:pt x="27037" y="21533"/>
                    <a:pt x="26876" y="21533"/>
                  </a:cubicBezTo>
                  <a:cubicBezTo>
                    <a:pt x="26765" y="21533"/>
                    <a:pt x="26672" y="21563"/>
                    <a:pt x="26593" y="21637"/>
                  </a:cubicBezTo>
                  <a:cubicBezTo>
                    <a:pt x="26536" y="21692"/>
                    <a:pt x="26446" y="21815"/>
                    <a:pt x="26498" y="22025"/>
                  </a:cubicBezTo>
                  <a:cubicBezTo>
                    <a:pt x="26653" y="22639"/>
                    <a:pt x="27191" y="23357"/>
                    <a:pt x="28202" y="23357"/>
                  </a:cubicBezTo>
                  <a:cubicBezTo>
                    <a:pt x="28406" y="23357"/>
                    <a:pt x="28423" y="23432"/>
                    <a:pt x="28432" y="23472"/>
                  </a:cubicBezTo>
                  <a:cubicBezTo>
                    <a:pt x="28483" y="23686"/>
                    <a:pt x="28286" y="24079"/>
                    <a:pt x="28076" y="24184"/>
                  </a:cubicBezTo>
                  <a:cubicBezTo>
                    <a:pt x="27851" y="24296"/>
                    <a:pt x="27014" y="24449"/>
                    <a:pt x="26089" y="24449"/>
                  </a:cubicBezTo>
                  <a:cubicBezTo>
                    <a:pt x="25266" y="24449"/>
                    <a:pt x="24373" y="24328"/>
                    <a:pt x="23780" y="23950"/>
                  </a:cubicBezTo>
                  <a:cubicBezTo>
                    <a:pt x="22696" y="23260"/>
                    <a:pt x="21213" y="21977"/>
                    <a:pt x="19374" y="20138"/>
                  </a:cubicBezTo>
                  <a:cubicBezTo>
                    <a:pt x="18900" y="19664"/>
                    <a:pt x="17271" y="19002"/>
                    <a:pt x="15016" y="18084"/>
                  </a:cubicBezTo>
                  <a:cubicBezTo>
                    <a:pt x="10411" y="16210"/>
                    <a:pt x="3452" y="13379"/>
                    <a:pt x="1013" y="9958"/>
                  </a:cubicBezTo>
                  <a:cubicBezTo>
                    <a:pt x="964" y="9762"/>
                    <a:pt x="1096" y="8511"/>
                    <a:pt x="4859" y="567"/>
                  </a:cubicBezTo>
                  <a:close/>
                  <a:moveTo>
                    <a:pt x="4686" y="1"/>
                  </a:moveTo>
                  <a:cubicBezTo>
                    <a:pt x="4562" y="13"/>
                    <a:pt x="4476" y="62"/>
                    <a:pt x="4429" y="161"/>
                  </a:cubicBezTo>
                  <a:cubicBezTo>
                    <a:pt x="1" y="9494"/>
                    <a:pt x="350" y="9987"/>
                    <a:pt x="538" y="10251"/>
                  </a:cubicBezTo>
                  <a:cubicBezTo>
                    <a:pt x="3089" y="13837"/>
                    <a:pt x="10139" y="16706"/>
                    <a:pt x="14803" y="18605"/>
                  </a:cubicBezTo>
                  <a:cubicBezTo>
                    <a:pt x="16830" y="19429"/>
                    <a:pt x="18580" y="20142"/>
                    <a:pt x="18974" y="20536"/>
                  </a:cubicBezTo>
                  <a:cubicBezTo>
                    <a:pt x="20844" y="22404"/>
                    <a:pt x="22358" y="23712"/>
                    <a:pt x="23478" y="24426"/>
                  </a:cubicBezTo>
                  <a:cubicBezTo>
                    <a:pt x="24169" y="24865"/>
                    <a:pt x="25162" y="25006"/>
                    <a:pt x="26077" y="25006"/>
                  </a:cubicBezTo>
                  <a:cubicBezTo>
                    <a:pt x="27117" y="25006"/>
                    <a:pt x="28053" y="24824"/>
                    <a:pt x="28326" y="24687"/>
                  </a:cubicBezTo>
                  <a:cubicBezTo>
                    <a:pt x="28772" y="24465"/>
                    <a:pt x="29088" y="23812"/>
                    <a:pt x="28978" y="23343"/>
                  </a:cubicBezTo>
                  <a:cubicBezTo>
                    <a:pt x="28897" y="23001"/>
                    <a:pt x="28606" y="22795"/>
                    <a:pt x="28200" y="22795"/>
                  </a:cubicBezTo>
                  <a:cubicBezTo>
                    <a:pt x="27658" y="22795"/>
                    <a:pt x="27315" y="22490"/>
                    <a:pt x="27143" y="22156"/>
                  </a:cubicBezTo>
                  <a:lnTo>
                    <a:pt x="27143" y="22156"/>
                  </a:lnTo>
                  <a:cubicBezTo>
                    <a:pt x="27203" y="22174"/>
                    <a:pt x="27264" y="22194"/>
                    <a:pt x="27318" y="22210"/>
                  </a:cubicBezTo>
                  <a:cubicBezTo>
                    <a:pt x="27652" y="22315"/>
                    <a:pt x="28068" y="22445"/>
                    <a:pt x="28455" y="22445"/>
                  </a:cubicBezTo>
                  <a:cubicBezTo>
                    <a:pt x="28647" y="22445"/>
                    <a:pt x="28831" y="22413"/>
                    <a:pt x="28995" y="22331"/>
                  </a:cubicBezTo>
                  <a:cubicBezTo>
                    <a:pt x="29236" y="22212"/>
                    <a:pt x="29282" y="22024"/>
                    <a:pt x="29290" y="21921"/>
                  </a:cubicBezTo>
                  <a:cubicBezTo>
                    <a:pt x="29325" y="21433"/>
                    <a:pt x="28617" y="20908"/>
                    <a:pt x="27449" y="20100"/>
                  </a:cubicBezTo>
                  <a:cubicBezTo>
                    <a:pt x="27131" y="19881"/>
                    <a:pt x="26831" y="19673"/>
                    <a:pt x="26650" y="19522"/>
                  </a:cubicBezTo>
                  <a:cubicBezTo>
                    <a:pt x="26484" y="19384"/>
                    <a:pt x="26323" y="19232"/>
                    <a:pt x="26164" y="19080"/>
                  </a:cubicBezTo>
                  <a:cubicBezTo>
                    <a:pt x="25590" y="18536"/>
                    <a:pt x="24995" y="17973"/>
                    <a:pt x="24122" y="17973"/>
                  </a:cubicBezTo>
                  <a:cubicBezTo>
                    <a:pt x="23266" y="17973"/>
                    <a:pt x="21752" y="17957"/>
                    <a:pt x="21369" y="17954"/>
                  </a:cubicBezTo>
                  <a:cubicBezTo>
                    <a:pt x="20777" y="17521"/>
                    <a:pt x="16680" y="14518"/>
                    <a:pt x="14160" y="12268"/>
                  </a:cubicBezTo>
                  <a:cubicBezTo>
                    <a:pt x="11062" y="9504"/>
                    <a:pt x="8235" y="7779"/>
                    <a:pt x="7390" y="7286"/>
                  </a:cubicBezTo>
                  <a:lnTo>
                    <a:pt x="10581" y="2040"/>
                  </a:lnTo>
                  <a:cubicBezTo>
                    <a:pt x="10659" y="1909"/>
                    <a:pt x="10619" y="1736"/>
                    <a:pt x="10489" y="1655"/>
                  </a:cubicBezTo>
                  <a:cubicBezTo>
                    <a:pt x="8246" y="250"/>
                    <a:pt x="5889" y="15"/>
                    <a:pt x="468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4">
              <a:extLst>
                <a:ext uri="{FF2B5EF4-FFF2-40B4-BE49-F238E27FC236}">
                  <a16:creationId xmlns:a16="http://schemas.microsoft.com/office/drawing/2014/main" id="{2F30651D-CBC7-DBA5-ECAC-41260E2AB4C5}"/>
                </a:ext>
              </a:extLst>
            </p:cNvPr>
            <p:cNvSpPr/>
            <p:nvPr/>
          </p:nvSpPr>
          <p:spPr>
            <a:xfrm>
              <a:off x="4220147" y="1881641"/>
              <a:ext cx="299278" cy="334987"/>
            </a:xfrm>
            <a:custGeom>
              <a:avLst/>
              <a:gdLst/>
              <a:ahLst/>
              <a:cxnLst/>
              <a:rect l="l" t="t" r="r" b="b"/>
              <a:pathLst>
                <a:path w="15706" h="17580" extrusionOk="0">
                  <a:moveTo>
                    <a:pt x="12548" y="1"/>
                  </a:moveTo>
                  <a:lnTo>
                    <a:pt x="12532" y="12"/>
                  </a:lnTo>
                  <a:cubicBezTo>
                    <a:pt x="11458" y="1872"/>
                    <a:pt x="8354" y="2973"/>
                    <a:pt x="6979" y="3396"/>
                  </a:cubicBezTo>
                  <a:cubicBezTo>
                    <a:pt x="5468" y="3861"/>
                    <a:pt x="7676" y="4907"/>
                    <a:pt x="7444" y="6303"/>
                  </a:cubicBezTo>
                  <a:cubicBezTo>
                    <a:pt x="7211" y="7698"/>
                    <a:pt x="4189" y="8512"/>
                    <a:pt x="4189" y="8512"/>
                  </a:cubicBezTo>
                  <a:cubicBezTo>
                    <a:pt x="4189" y="8512"/>
                    <a:pt x="3324" y="6653"/>
                    <a:pt x="2096" y="6653"/>
                  </a:cubicBezTo>
                  <a:cubicBezTo>
                    <a:pt x="868" y="6653"/>
                    <a:pt x="0" y="9462"/>
                    <a:pt x="702" y="10955"/>
                  </a:cubicBezTo>
                  <a:cubicBezTo>
                    <a:pt x="1184" y="11981"/>
                    <a:pt x="2041" y="12142"/>
                    <a:pt x="2530" y="12142"/>
                  </a:cubicBezTo>
                  <a:cubicBezTo>
                    <a:pt x="2751" y="12142"/>
                    <a:pt x="2897" y="12109"/>
                    <a:pt x="2897" y="12109"/>
                  </a:cubicBezTo>
                  <a:lnTo>
                    <a:pt x="2897" y="12109"/>
                  </a:lnTo>
                  <a:cubicBezTo>
                    <a:pt x="2897" y="12109"/>
                    <a:pt x="2809" y="14740"/>
                    <a:pt x="4476" y="15529"/>
                  </a:cubicBezTo>
                  <a:cubicBezTo>
                    <a:pt x="6143" y="16319"/>
                    <a:pt x="8951" y="17372"/>
                    <a:pt x="10003" y="17547"/>
                  </a:cubicBezTo>
                  <a:cubicBezTo>
                    <a:pt x="10130" y="17568"/>
                    <a:pt x="10258" y="17579"/>
                    <a:pt x="10384" y="17579"/>
                  </a:cubicBezTo>
                  <a:cubicBezTo>
                    <a:pt x="11302" y="17579"/>
                    <a:pt x="12162" y="17005"/>
                    <a:pt x="12548" y="15618"/>
                  </a:cubicBezTo>
                  <a:cubicBezTo>
                    <a:pt x="12985" y="14038"/>
                    <a:pt x="13249" y="10792"/>
                    <a:pt x="13249" y="10792"/>
                  </a:cubicBezTo>
                  <a:cubicBezTo>
                    <a:pt x="13249" y="10792"/>
                    <a:pt x="14829" y="9740"/>
                    <a:pt x="15266" y="9126"/>
                  </a:cubicBezTo>
                  <a:cubicBezTo>
                    <a:pt x="15705" y="8512"/>
                    <a:pt x="14126" y="7897"/>
                    <a:pt x="13688" y="7020"/>
                  </a:cubicBezTo>
                  <a:cubicBezTo>
                    <a:pt x="13249" y="6142"/>
                    <a:pt x="13249" y="5441"/>
                    <a:pt x="13424" y="4211"/>
                  </a:cubicBezTo>
                  <a:cubicBezTo>
                    <a:pt x="13601" y="2983"/>
                    <a:pt x="12548" y="1"/>
                    <a:pt x="125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4">
              <a:extLst>
                <a:ext uri="{FF2B5EF4-FFF2-40B4-BE49-F238E27FC236}">
                  <a16:creationId xmlns:a16="http://schemas.microsoft.com/office/drawing/2014/main" id="{73B3B361-4CE4-0DB6-0D27-822ED3E408E1}"/>
                </a:ext>
              </a:extLst>
            </p:cNvPr>
            <p:cNvSpPr/>
            <p:nvPr/>
          </p:nvSpPr>
          <p:spPr>
            <a:xfrm>
              <a:off x="4218337" y="1876439"/>
              <a:ext cx="304842" cy="345581"/>
            </a:xfrm>
            <a:custGeom>
              <a:avLst/>
              <a:gdLst/>
              <a:ahLst/>
              <a:cxnLst/>
              <a:rect l="l" t="t" r="r" b="b"/>
              <a:pathLst>
                <a:path w="15998" h="18136" extrusionOk="0">
                  <a:moveTo>
                    <a:pt x="12552" y="892"/>
                  </a:moveTo>
                  <a:cubicBezTo>
                    <a:pt x="12880" y="1920"/>
                    <a:pt x="13354" y="3654"/>
                    <a:pt x="13242" y="4446"/>
                  </a:cubicBezTo>
                  <a:cubicBezTo>
                    <a:pt x="13061" y="5706"/>
                    <a:pt x="13058" y="6473"/>
                    <a:pt x="13532" y="7419"/>
                  </a:cubicBezTo>
                  <a:cubicBezTo>
                    <a:pt x="13741" y="7839"/>
                    <a:pt x="14156" y="8186"/>
                    <a:pt x="14523" y="8492"/>
                  </a:cubicBezTo>
                  <a:cubicBezTo>
                    <a:pt x="14927" y="8830"/>
                    <a:pt x="15228" y="9100"/>
                    <a:pt x="15134" y="9234"/>
                  </a:cubicBezTo>
                  <a:cubicBezTo>
                    <a:pt x="14798" y="9704"/>
                    <a:pt x="13615" y="10545"/>
                    <a:pt x="13188" y="10831"/>
                  </a:cubicBezTo>
                  <a:cubicBezTo>
                    <a:pt x="13117" y="10879"/>
                    <a:pt x="13071" y="10957"/>
                    <a:pt x="13064" y="11043"/>
                  </a:cubicBezTo>
                  <a:cubicBezTo>
                    <a:pt x="13061" y="11075"/>
                    <a:pt x="12797" y="14281"/>
                    <a:pt x="12371" y="15815"/>
                  </a:cubicBezTo>
                  <a:cubicBezTo>
                    <a:pt x="12056" y="16949"/>
                    <a:pt x="11379" y="17572"/>
                    <a:pt x="10487" y="17572"/>
                  </a:cubicBezTo>
                  <a:cubicBezTo>
                    <a:pt x="10376" y="17572"/>
                    <a:pt x="10262" y="17563"/>
                    <a:pt x="10144" y="17543"/>
                  </a:cubicBezTo>
                  <a:cubicBezTo>
                    <a:pt x="9112" y="17371"/>
                    <a:pt x="6284" y="16302"/>
                    <a:pt x="4691" y="15548"/>
                  </a:cubicBezTo>
                  <a:cubicBezTo>
                    <a:pt x="3214" y="14848"/>
                    <a:pt x="3273" y="12414"/>
                    <a:pt x="3273" y="12390"/>
                  </a:cubicBezTo>
                  <a:cubicBezTo>
                    <a:pt x="3278" y="12231"/>
                    <a:pt x="3149" y="12100"/>
                    <a:pt x="2990" y="12100"/>
                  </a:cubicBezTo>
                  <a:cubicBezTo>
                    <a:pt x="2972" y="12100"/>
                    <a:pt x="2951" y="12102"/>
                    <a:pt x="2931" y="12106"/>
                  </a:cubicBezTo>
                  <a:cubicBezTo>
                    <a:pt x="2915" y="12109"/>
                    <a:pt x="2796" y="12134"/>
                    <a:pt x="2621" y="12134"/>
                  </a:cubicBezTo>
                  <a:cubicBezTo>
                    <a:pt x="2205" y="12134"/>
                    <a:pt x="1469" y="11996"/>
                    <a:pt x="1051" y="11107"/>
                  </a:cubicBezTo>
                  <a:cubicBezTo>
                    <a:pt x="606" y="10162"/>
                    <a:pt x="871" y="8636"/>
                    <a:pt x="1399" y="7805"/>
                  </a:cubicBezTo>
                  <a:cubicBezTo>
                    <a:pt x="1541" y="7582"/>
                    <a:pt x="1832" y="7207"/>
                    <a:pt x="2191" y="7207"/>
                  </a:cubicBezTo>
                  <a:cubicBezTo>
                    <a:pt x="3049" y="7207"/>
                    <a:pt x="3809" y="8432"/>
                    <a:pt x="4029" y="8905"/>
                  </a:cubicBezTo>
                  <a:cubicBezTo>
                    <a:pt x="4076" y="9005"/>
                    <a:pt x="4176" y="9067"/>
                    <a:pt x="4283" y="9067"/>
                  </a:cubicBezTo>
                  <a:cubicBezTo>
                    <a:pt x="4307" y="9067"/>
                    <a:pt x="4332" y="9063"/>
                    <a:pt x="4357" y="9056"/>
                  </a:cubicBezTo>
                  <a:cubicBezTo>
                    <a:pt x="4685" y="8969"/>
                    <a:pt x="7561" y="8152"/>
                    <a:pt x="7817" y="6622"/>
                  </a:cubicBezTo>
                  <a:cubicBezTo>
                    <a:pt x="7939" y="5887"/>
                    <a:pt x="7512" y="5270"/>
                    <a:pt x="7169" y="4774"/>
                  </a:cubicBezTo>
                  <a:cubicBezTo>
                    <a:pt x="7009" y="4544"/>
                    <a:pt x="6790" y="4227"/>
                    <a:pt x="6826" y="4121"/>
                  </a:cubicBezTo>
                  <a:cubicBezTo>
                    <a:pt x="6829" y="4112"/>
                    <a:pt x="6866" y="4029"/>
                    <a:pt x="7157" y="3939"/>
                  </a:cubicBezTo>
                  <a:cubicBezTo>
                    <a:pt x="8687" y="3469"/>
                    <a:pt x="11296" y="2476"/>
                    <a:pt x="12552" y="892"/>
                  </a:cubicBezTo>
                  <a:close/>
                  <a:moveTo>
                    <a:pt x="12638" y="0"/>
                  </a:moveTo>
                  <a:cubicBezTo>
                    <a:pt x="12571" y="0"/>
                    <a:pt x="12505" y="22"/>
                    <a:pt x="12451" y="65"/>
                  </a:cubicBezTo>
                  <a:cubicBezTo>
                    <a:pt x="12424" y="87"/>
                    <a:pt x="12400" y="115"/>
                    <a:pt x="12383" y="145"/>
                  </a:cubicBezTo>
                  <a:cubicBezTo>
                    <a:pt x="11409" y="1834"/>
                    <a:pt x="8587" y="2910"/>
                    <a:pt x="6992" y="3400"/>
                  </a:cubicBezTo>
                  <a:cubicBezTo>
                    <a:pt x="6606" y="3519"/>
                    <a:pt x="6378" y="3694"/>
                    <a:pt x="6295" y="3937"/>
                  </a:cubicBezTo>
                  <a:cubicBezTo>
                    <a:pt x="6166" y="4312"/>
                    <a:pt x="6428" y="4693"/>
                    <a:pt x="6707" y="5094"/>
                  </a:cubicBezTo>
                  <a:cubicBezTo>
                    <a:pt x="7007" y="5527"/>
                    <a:pt x="7348" y="6018"/>
                    <a:pt x="7262" y="6529"/>
                  </a:cubicBezTo>
                  <a:cubicBezTo>
                    <a:pt x="7111" y="7445"/>
                    <a:pt x="5331" y="8173"/>
                    <a:pt x="4429" y="8450"/>
                  </a:cubicBezTo>
                  <a:cubicBezTo>
                    <a:pt x="4143" y="7926"/>
                    <a:pt x="3323" y="6643"/>
                    <a:pt x="2191" y="6643"/>
                  </a:cubicBezTo>
                  <a:cubicBezTo>
                    <a:pt x="1720" y="6643"/>
                    <a:pt x="1283" y="6940"/>
                    <a:pt x="925" y="7503"/>
                  </a:cubicBezTo>
                  <a:cubicBezTo>
                    <a:pt x="320" y="8455"/>
                    <a:pt x="1" y="10197"/>
                    <a:pt x="542" y="11346"/>
                  </a:cubicBezTo>
                  <a:cubicBezTo>
                    <a:pt x="1046" y="12417"/>
                    <a:pt x="1973" y="12699"/>
                    <a:pt x="2623" y="12699"/>
                  </a:cubicBezTo>
                  <a:cubicBezTo>
                    <a:pt x="2655" y="12699"/>
                    <a:pt x="2686" y="12698"/>
                    <a:pt x="2716" y="12697"/>
                  </a:cubicBezTo>
                  <a:cubicBezTo>
                    <a:pt x="2751" y="13465"/>
                    <a:pt x="2989" y="15363"/>
                    <a:pt x="4450" y="16055"/>
                  </a:cubicBezTo>
                  <a:cubicBezTo>
                    <a:pt x="6085" y="16830"/>
                    <a:pt x="8948" y="17912"/>
                    <a:pt x="10051" y="18097"/>
                  </a:cubicBezTo>
                  <a:cubicBezTo>
                    <a:pt x="10198" y="18122"/>
                    <a:pt x="10348" y="18134"/>
                    <a:pt x="10497" y="18135"/>
                  </a:cubicBezTo>
                  <a:cubicBezTo>
                    <a:pt x="11642" y="18135"/>
                    <a:pt x="12527" y="17351"/>
                    <a:pt x="12914" y="15964"/>
                  </a:cubicBezTo>
                  <a:cubicBezTo>
                    <a:pt x="13309" y="14542"/>
                    <a:pt x="13558" y="11860"/>
                    <a:pt x="13614" y="11221"/>
                  </a:cubicBezTo>
                  <a:cubicBezTo>
                    <a:pt x="13992" y="10963"/>
                    <a:pt x="15195" y="10115"/>
                    <a:pt x="15592" y="9560"/>
                  </a:cubicBezTo>
                  <a:cubicBezTo>
                    <a:pt x="15997" y="8991"/>
                    <a:pt x="15406" y="8496"/>
                    <a:pt x="14884" y="8059"/>
                  </a:cubicBezTo>
                  <a:cubicBezTo>
                    <a:pt x="14560" y="7787"/>
                    <a:pt x="14193" y="7481"/>
                    <a:pt x="14035" y="7166"/>
                  </a:cubicBezTo>
                  <a:cubicBezTo>
                    <a:pt x="13626" y="6349"/>
                    <a:pt x="13631" y="5690"/>
                    <a:pt x="13798" y="4523"/>
                  </a:cubicBezTo>
                  <a:cubicBezTo>
                    <a:pt x="13981" y="3243"/>
                    <a:pt x="12952" y="304"/>
                    <a:pt x="12908" y="180"/>
                  </a:cubicBezTo>
                  <a:cubicBezTo>
                    <a:pt x="12877" y="94"/>
                    <a:pt x="12800" y="34"/>
                    <a:pt x="12713" y="10"/>
                  </a:cubicBezTo>
                  <a:cubicBezTo>
                    <a:pt x="12688" y="3"/>
                    <a:pt x="12663" y="0"/>
                    <a:pt x="1263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4">
              <a:extLst>
                <a:ext uri="{FF2B5EF4-FFF2-40B4-BE49-F238E27FC236}">
                  <a16:creationId xmlns:a16="http://schemas.microsoft.com/office/drawing/2014/main" id="{563F9889-66B5-185C-7ED9-F86A0AA4616D}"/>
                </a:ext>
              </a:extLst>
            </p:cNvPr>
            <p:cNvSpPr/>
            <p:nvPr/>
          </p:nvSpPr>
          <p:spPr>
            <a:xfrm>
              <a:off x="4435088" y="1999535"/>
              <a:ext cx="13319" cy="33251"/>
            </a:xfrm>
            <a:custGeom>
              <a:avLst/>
              <a:gdLst/>
              <a:ahLst/>
              <a:cxnLst/>
              <a:rect l="l" t="t" r="r" b="b"/>
              <a:pathLst>
                <a:path w="699" h="1745" extrusionOk="0">
                  <a:moveTo>
                    <a:pt x="350" y="0"/>
                  </a:moveTo>
                  <a:cubicBezTo>
                    <a:pt x="158" y="0"/>
                    <a:pt x="0" y="391"/>
                    <a:pt x="0" y="872"/>
                  </a:cubicBezTo>
                  <a:cubicBezTo>
                    <a:pt x="0" y="1354"/>
                    <a:pt x="156" y="1745"/>
                    <a:pt x="350" y="1745"/>
                  </a:cubicBezTo>
                  <a:cubicBezTo>
                    <a:pt x="543" y="1745"/>
                    <a:pt x="699" y="1354"/>
                    <a:pt x="699" y="872"/>
                  </a:cubicBezTo>
                  <a:cubicBezTo>
                    <a:pt x="699" y="391"/>
                    <a:pt x="543" y="0"/>
                    <a:pt x="35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4">
              <a:extLst>
                <a:ext uri="{FF2B5EF4-FFF2-40B4-BE49-F238E27FC236}">
                  <a16:creationId xmlns:a16="http://schemas.microsoft.com/office/drawing/2014/main" id="{45B52602-4A25-EB5E-2C99-84906D9EAB28}"/>
                </a:ext>
              </a:extLst>
            </p:cNvPr>
            <p:cNvSpPr/>
            <p:nvPr/>
          </p:nvSpPr>
          <p:spPr>
            <a:xfrm>
              <a:off x="4412507" y="1966951"/>
              <a:ext cx="43998" cy="26868"/>
            </a:xfrm>
            <a:custGeom>
              <a:avLst/>
              <a:gdLst/>
              <a:ahLst/>
              <a:cxnLst/>
              <a:rect l="l" t="t" r="r" b="b"/>
              <a:pathLst>
                <a:path w="2309" h="1410" extrusionOk="0">
                  <a:moveTo>
                    <a:pt x="1783" y="0"/>
                  </a:moveTo>
                  <a:cubicBezTo>
                    <a:pt x="1021" y="0"/>
                    <a:pt x="257" y="835"/>
                    <a:pt x="163" y="942"/>
                  </a:cubicBezTo>
                  <a:cubicBezTo>
                    <a:pt x="1" y="1124"/>
                    <a:pt x="129" y="1410"/>
                    <a:pt x="371" y="1410"/>
                  </a:cubicBezTo>
                  <a:cubicBezTo>
                    <a:pt x="452" y="1410"/>
                    <a:pt x="529" y="1376"/>
                    <a:pt x="581" y="1317"/>
                  </a:cubicBezTo>
                  <a:cubicBezTo>
                    <a:pt x="771" y="1103"/>
                    <a:pt x="1359" y="562"/>
                    <a:pt x="1781" y="562"/>
                  </a:cubicBezTo>
                  <a:cubicBezTo>
                    <a:pt x="1826" y="562"/>
                    <a:pt x="1869" y="568"/>
                    <a:pt x="1910" y="581"/>
                  </a:cubicBezTo>
                  <a:cubicBezTo>
                    <a:pt x="1938" y="590"/>
                    <a:pt x="1966" y="594"/>
                    <a:pt x="1994" y="594"/>
                  </a:cubicBezTo>
                  <a:cubicBezTo>
                    <a:pt x="2111" y="594"/>
                    <a:pt x="2221" y="520"/>
                    <a:pt x="2260" y="402"/>
                  </a:cubicBezTo>
                  <a:cubicBezTo>
                    <a:pt x="2308" y="258"/>
                    <a:pt x="2232" y="100"/>
                    <a:pt x="2088" y="49"/>
                  </a:cubicBezTo>
                  <a:cubicBezTo>
                    <a:pt x="1987" y="15"/>
                    <a:pt x="1885" y="0"/>
                    <a:pt x="178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4">
              <a:extLst>
                <a:ext uri="{FF2B5EF4-FFF2-40B4-BE49-F238E27FC236}">
                  <a16:creationId xmlns:a16="http://schemas.microsoft.com/office/drawing/2014/main" id="{F49FF940-C129-3C7D-F8C2-E0D3925EC70A}"/>
                </a:ext>
              </a:extLst>
            </p:cNvPr>
            <p:cNvSpPr/>
            <p:nvPr/>
          </p:nvSpPr>
          <p:spPr>
            <a:xfrm>
              <a:off x="4398121" y="2109368"/>
              <a:ext cx="58537" cy="23800"/>
            </a:xfrm>
            <a:custGeom>
              <a:avLst/>
              <a:gdLst/>
              <a:ahLst/>
              <a:cxnLst/>
              <a:rect l="l" t="t" r="r" b="b"/>
              <a:pathLst>
                <a:path w="3072" h="1249" extrusionOk="0">
                  <a:moveTo>
                    <a:pt x="312" y="1"/>
                  </a:moveTo>
                  <a:cubicBezTo>
                    <a:pt x="236" y="1"/>
                    <a:pt x="159" y="32"/>
                    <a:pt x="104" y="93"/>
                  </a:cubicBezTo>
                  <a:cubicBezTo>
                    <a:pt x="0" y="209"/>
                    <a:pt x="11" y="387"/>
                    <a:pt x="126" y="490"/>
                  </a:cubicBezTo>
                  <a:cubicBezTo>
                    <a:pt x="805" y="1103"/>
                    <a:pt x="1519" y="1249"/>
                    <a:pt x="2045" y="1249"/>
                  </a:cubicBezTo>
                  <a:cubicBezTo>
                    <a:pt x="2506" y="1249"/>
                    <a:pt x="2823" y="1138"/>
                    <a:pt x="2850" y="1128"/>
                  </a:cubicBezTo>
                  <a:cubicBezTo>
                    <a:pt x="2996" y="1074"/>
                    <a:pt x="3072" y="913"/>
                    <a:pt x="3019" y="767"/>
                  </a:cubicBezTo>
                  <a:cubicBezTo>
                    <a:pt x="2978" y="653"/>
                    <a:pt x="2870" y="581"/>
                    <a:pt x="2754" y="581"/>
                  </a:cubicBezTo>
                  <a:cubicBezTo>
                    <a:pt x="2723" y="581"/>
                    <a:pt x="2691" y="587"/>
                    <a:pt x="2659" y="598"/>
                  </a:cubicBezTo>
                  <a:cubicBezTo>
                    <a:pt x="2639" y="605"/>
                    <a:pt x="2400" y="687"/>
                    <a:pt x="2049" y="687"/>
                  </a:cubicBezTo>
                  <a:cubicBezTo>
                    <a:pt x="1631" y="687"/>
                    <a:pt x="1054" y="571"/>
                    <a:pt x="501" y="73"/>
                  </a:cubicBezTo>
                  <a:cubicBezTo>
                    <a:pt x="447" y="25"/>
                    <a:pt x="379" y="1"/>
                    <a:pt x="31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4">
              <a:extLst>
                <a:ext uri="{FF2B5EF4-FFF2-40B4-BE49-F238E27FC236}">
                  <a16:creationId xmlns:a16="http://schemas.microsoft.com/office/drawing/2014/main" id="{B2CA94F3-E7A0-4293-4E08-3D46A33F5954}"/>
                </a:ext>
              </a:extLst>
            </p:cNvPr>
            <p:cNvSpPr/>
            <p:nvPr/>
          </p:nvSpPr>
          <p:spPr>
            <a:xfrm>
              <a:off x="3779024" y="4211877"/>
              <a:ext cx="221324" cy="195276"/>
            </a:xfrm>
            <a:custGeom>
              <a:avLst/>
              <a:gdLst/>
              <a:ahLst/>
              <a:cxnLst/>
              <a:rect l="l" t="t" r="r" b="b"/>
              <a:pathLst>
                <a:path w="11615" h="10248" extrusionOk="0">
                  <a:moveTo>
                    <a:pt x="2098" y="1"/>
                  </a:moveTo>
                  <a:cubicBezTo>
                    <a:pt x="2098" y="1"/>
                    <a:pt x="0" y="4207"/>
                    <a:pt x="82" y="4777"/>
                  </a:cubicBezTo>
                  <a:cubicBezTo>
                    <a:pt x="164" y="5347"/>
                    <a:pt x="4319" y="8363"/>
                    <a:pt x="6275" y="9422"/>
                  </a:cubicBezTo>
                  <a:cubicBezTo>
                    <a:pt x="7237" y="9943"/>
                    <a:pt x="8573" y="10247"/>
                    <a:pt x="9654" y="10247"/>
                  </a:cubicBezTo>
                  <a:cubicBezTo>
                    <a:pt x="10771" y="10247"/>
                    <a:pt x="11615" y="9923"/>
                    <a:pt x="11490" y="9177"/>
                  </a:cubicBezTo>
                  <a:cubicBezTo>
                    <a:pt x="11245" y="7712"/>
                    <a:pt x="7905" y="6733"/>
                    <a:pt x="7090" y="4534"/>
                  </a:cubicBezTo>
                  <a:cubicBezTo>
                    <a:pt x="6275" y="2333"/>
                    <a:pt x="5958" y="1054"/>
                    <a:pt x="5958" y="1054"/>
                  </a:cubicBezTo>
                  <a:cubicBezTo>
                    <a:pt x="5958" y="1054"/>
                    <a:pt x="5901" y="1057"/>
                    <a:pt x="5796" y="1057"/>
                  </a:cubicBezTo>
                  <a:cubicBezTo>
                    <a:pt x="5283" y="1057"/>
                    <a:pt x="3637" y="975"/>
                    <a:pt x="20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4">
              <a:extLst>
                <a:ext uri="{FF2B5EF4-FFF2-40B4-BE49-F238E27FC236}">
                  <a16:creationId xmlns:a16="http://schemas.microsoft.com/office/drawing/2014/main" id="{A5DCE4D4-20D9-1187-E31B-EE9F4E670D06}"/>
                </a:ext>
              </a:extLst>
            </p:cNvPr>
            <p:cNvSpPr/>
            <p:nvPr/>
          </p:nvSpPr>
          <p:spPr>
            <a:xfrm>
              <a:off x="3773650" y="4206542"/>
              <a:ext cx="230889" cy="205946"/>
            </a:xfrm>
            <a:custGeom>
              <a:avLst/>
              <a:gdLst/>
              <a:ahLst/>
              <a:cxnLst/>
              <a:rect l="l" t="t" r="r" b="b"/>
              <a:pathLst>
                <a:path w="12117" h="10808" extrusionOk="0">
                  <a:moveTo>
                    <a:pt x="2496" y="679"/>
                  </a:moveTo>
                  <a:cubicBezTo>
                    <a:pt x="3971" y="1516"/>
                    <a:pt x="5463" y="1614"/>
                    <a:pt x="6024" y="1618"/>
                  </a:cubicBezTo>
                  <a:cubicBezTo>
                    <a:pt x="6148" y="2072"/>
                    <a:pt x="6481" y="3214"/>
                    <a:pt x="7108" y="4910"/>
                  </a:cubicBezTo>
                  <a:cubicBezTo>
                    <a:pt x="7569" y="6152"/>
                    <a:pt x="8744" y="7004"/>
                    <a:pt x="9781" y="7754"/>
                  </a:cubicBezTo>
                  <a:cubicBezTo>
                    <a:pt x="10613" y="8356"/>
                    <a:pt x="11399" y="8926"/>
                    <a:pt x="11495" y="9504"/>
                  </a:cubicBezTo>
                  <a:cubicBezTo>
                    <a:pt x="11527" y="9698"/>
                    <a:pt x="11467" y="9838"/>
                    <a:pt x="11300" y="9956"/>
                  </a:cubicBezTo>
                  <a:cubicBezTo>
                    <a:pt x="11019" y="10157"/>
                    <a:pt x="10528" y="10251"/>
                    <a:pt x="9947" y="10251"/>
                  </a:cubicBezTo>
                  <a:cubicBezTo>
                    <a:pt x="8926" y="10251"/>
                    <a:pt x="7625" y="9962"/>
                    <a:pt x="6691" y="9456"/>
                  </a:cubicBezTo>
                  <a:cubicBezTo>
                    <a:pt x="4541" y="8292"/>
                    <a:pt x="831" y="5499"/>
                    <a:pt x="643" y="5024"/>
                  </a:cubicBezTo>
                  <a:cubicBezTo>
                    <a:pt x="627" y="4679"/>
                    <a:pt x="1551" y="2595"/>
                    <a:pt x="2496" y="679"/>
                  </a:cubicBezTo>
                  <a:close/>
                  <a:moveTo>
                    <a:pt x="2381" y="0"/>
                  </a:moveTo>
                  <a:cubicBezTo>
                    <a:pt x="2278" y="0"/>
                    <a:pt x="2178" y="56"/>
                    <a:pt x="2129" y="155"/>
                  </a:cubicBezTo>
                  <a:cubicBezTo>
                    <a:pt x="1486" y="1445"/>
                    <a:pt x="1" y="4504"/>
                    <a:pt x="85" y="5096"/>
                  </a:cubicBezTo>
                  <a:cubicBezTo>
                    <a:pt x="198" y="5887"/>
                    <a:pt x="4757" y="9047"/>
                    <a:pt x="6422" y="9950"/>
                  </a:cubicBezTo>
                  <a:cubicBezTo>
                    <a:pt x="7372" y="10464"/>
                    <a:pt x="8776" y="10808"/>
                    <a:pt x="9945" y="10808"/>
                  </a:cubicBezTo>
                  <a:cubicBezTo>
                    <a:pt x="10634" y="10808"/>
                    <a:pt x="11241" y="10688"/>
                    <a:pt x="11626" y="10415"/>
                  </a:cubicBezTo>
                  <a:cubicBezTo>
                    <a:pt x="11966" y="10172"/>
                    <a:pt x="12116" y="9816"/>
                    <a:pt x="12049" y="9412"/>
                  </a:cubicBezTo>
                  <a:cubicBezTo>
                    <a:pt x="11915" y="8606"/>
                    <a:pt x="11078" y="8000"/>
                    <a:pt x="10111" y="7300"/>
                  </a:cubicBezTo>
                  <a:cubicBezTo>
                    <a:pt x="9138" y="6596"/>
                    <a:pt x="8035" y="5797"/>
                    <a:pt x="7634" y="4716"/>
                  </a:cubicBezTo>
                  <a:cubicBezTo>
                    <a:pt x="6837" y="2559"/>
                    <a:pt x="6516" y="1278"/>
                    <a:pt x="6513" y="1267"/>
                  </a:cubicBezTo>
                  <a:cubicBezTo>
                    <a:pt x="6482" y="1140"/>
                    <a:pt x="6369" y="1053"/>
                    <a:pt x="6241" y="1053"/>
                  </a:cubicBezTo>
                  <a:cubicBezTo>
                    <a:pt x="6235" y="1053"/>
                    <a:pt x="6229" y="1053"/>
                    <a:pt x="6223" y="1054"/>
                  </a:cubicBezTo>
                  <a:cubicBezTo>
                    <a:pt x="6220" y="1054"/>
                    <a:pt x="6175" y="1056"/>
                    <a:pt x="6095" y="1056"/>
                  </a:cubicBezTo>
                  <a:cubicBezTo>
                    <a:pt x="5636" y="1056"/>
                    <a:pt x="4021" y="986"/>
                    <a:pt x="2530" y="43"/>
                  </a:cubicBezTo>
                  <a:cubicBezTo>
                    <a:pt x="2483" y="14"/>
                    <a:pt x="2432" y="0"/>
                    <a:pt x="23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4">
              <a:extLst>
                <a:ext uri="{FF2B5EF4-FFF2-40B4-BE49-F238E27FC236}">
                  <a16:creationId xmlns:a16="http://schemas.microsoft.com/office/drawing/2014/main" id="{F96966A7-EBBE-4D3B-321F-000BBCB8A2D9}"/>
                </a:ext>
              </a:extLst>
            </p:cNvPr>
            <p:cNvSpPr/>
            <p:nvPr/>
          </p:nvSpPr>
          <p:spPr>
            <a:xfrm>
              <a:off x="3780186" y="4284687"/>
              <a:ext cx="219742" cy="122466"/>
            </a:xfrm>
            <a:custGeom>
              <a:avLst/>
              <a:gdLst/>
              <a:ahLst/>
              <a:cxnLst/>
              <a:rect l="l" t="t" r="r" b="b"/>
              <a:pathLst>
                <a:path w="11532" h="6427" extrusionOk="0">
                  <a:moveTo>
                    <a:pt x="291" y="1"/>
                  </a:moveTo>
                  <a:cubicBezTo>
                    <a:pt x="113" y="460"/>
                    <a:pt x="1" y="818"/>
                    <a:pt x="21" y="958"/>
                  </a:cubicBezTo>
                  <a:cubicBezTo>
                    <a:pt x="103" y="1528"/>
                    <a:pt x="4258" y="4542"/>
                    <a:pt x="6214" y="5603"/>
                  </a:cubicBezTo>
                  <a:cubicBezTo>
                    <a:pt x="7175" y="6123"/>
                    <a:pt x="8509" y="6427"/>
                    <a:pt x="9589" y="6427"/>
                  </a:cubicBezTo>
                  <a:cubicBezTo>
                    <a:pt x="10694" y="6427"/>
                    <a:pt x="11532" y="6109"/>
                    <a:pt x="11429" y="5380"/>
                  </a:cubicBezTo>
                  <a:lnTo>
                    <a:pt x="11429" y="5380"/>
                  </a:lnTo>
                  <a:cubicBezTo>
                    <a:pt x="11107" y="5424"/>
                    <a:pt x="10751" y="5453"/>
                    <a:pt x="10364" y="5453"/>
                  </a:cubicBezTo>
                  <a:cubicBezTo>
                    <a:pt x="9408" y="5453"/>
                    <a:pt x="8269" y="5279"/>
                    <a:pt x="7027" y="4741"/>
                  </a:cubicBezTo>
                  <a:cubicBezTo>
                    <a:pt x="4010" y="3433"/>
                    <a:pt x="1084" y="758"/>
                    <a:pt x="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4">
              <a:extLst>
                <a:ext uri="{FF2B5EF4-FFF2-40B4-BE49-F238E27FC236}">
                  <a16:creationId xmlns:a16="http://schemas.microsoft.com/office/drawing/2014/main" id="{97A32C6F-5B55-8FC4-4166-C77AE0231D52}"/>
                </a:ext>
              </a:extLst>
            </p:cNvPr>
            <p:cNvSpPr/>
            <p:nvPr/>
          </p:nvSpPr>
          <p:spPr>
            <a:xfrm>
              <a:off x="3774908" y="4279313"/>
              <a:ext cx="229441" cy="133156"/>
            </a:xfrm>
            <a:custGeom>
              <a:avLst/>
              <a:gdLst/>
              <a:ahLst/>
              <a:cxnLst/>
              <a:rect l="l" t="t" r="r" b="b"/>
              <a:pathLst>
                <a:path w="12041" h="6988" extrusionOk="0">
                  <a:moveTo>
                    <a:pt x="686" y="777"/>
                  </a:moveTo>
                  <a:cubicBezTo>
                    <a:pt x="1796" y="1801"/>
                    <a:pt x="4455" y="4094"/>
                    <a:pt x="7192" y="5281"/>
                  </a:cubicBezTo>
                  <a:cubicBezTo>
                    <a:pt x="8325" y="5772"/>
                    <a:pt x="9478" y="6017"/>
                    <a:pt x="10633" y="6017"/>
                  </a:cubicBezTo>
                  <a:cubicBezTo>
                    <a:pt x="10883" y="6017"/>
                    <a:pt x="11132" y="6005"/>
                    <a:pt x="11381" y="5982"/>
                  </a:cubicBezTo>
                  <a:lnTo>
                    <a:pt x="11381" y="5982"/>
                  </a:lnTo>
                  <a:cubicBezTo>
                    <a:pt x="11340" y="6047"/>
                    <a:pt x="11286" y="6101"/>
                    <a:pt x="11222" y="6143"/>
                  </a:cubicBezTo>
                  <a:cubicBezTo>
                    <a:pt x="10941" y="6338"/>
                    <a:pt x="10455" y="6429"/>
                    <a:pt x="9880" y="6429"/>
                  </a:cubicBezTo>
                  <a:cubicBezTo>
                    <a:pt x="8858" y="6429"/>
                    <a:pt x="7555" y="6141"/>
                    <a:pt x="6625" y="5637"/>
                  </a:cubicBezTo>
                  <a:cubicBezTo>
                    <a:pt x="4475" y="4473"/>
                    <a:pt x="765" y="1680"/>
                    <a:pt x="577" y="1205"/>
                  </a:cubicBezTo>
                  <a:cubicBezTo>
                    <a:pt x="577" y="1193"/>
                    <a:pt x="577" y="1101"/>
                    <a:pt x="686" y="777"/>
                  </a:cubicBezTo>
                  <a:close/>
                  <a:moveTo>
                    <a:pt x="568" y="1"/>
                  </a:moveTo>
                  <a:cubicBezTo>
                    <a:pt x="457" y="1"/>
                    <a:pt x="349" y="65"/>
                    <a:pt x="305" y="181"/>
                  </a:cubicBezTo>
                  <a:cubicBezTo>
                    <a:pt x="21" y="914"/>
                    <a:pt x="0" y="1142"/>
                    <a:pt x="19" y="1279"/>
                  </a:cubicBezTo>
                  <a:cubicBezTo>
                    <a:pt x="132" y="2069"/>
                    <a:pt x="4691" y="5228"/>
                    <a:pt x="6356" y="6131"/>
                  </a:cubicBezTo>
                  <a:cubicBezTo>
                    <a:pt x="7302" y="6643"/>
                    <a:pt x="8709" y="6987"/>
                    <a:pt x="9879" y="6987"/>
                  </a:cubicBezTo>
                  <a:cubicBezTo>
                    <a:pt x="10558" y="6987"/>
                    <a:pt x="11159" y="6871"/>
                    <a:pt x="11543" y="6604"/>
                  </a:cubicBezTo>
                  <a:cubicBezTo>
                    <a:pt x="11884" y="6367"/>
                    <a:pt x="12040" y="6019"/>
                    <a:pt x="11985" y="5624"/>
                  </a:cubicBezTo>
                  <a:cubicBezTo>
                    <a:pt x="11965" y="5482"/>
                    <a:pt x="11844" y="5381"/>
                    <a:pt x="11706" y="5381"/>
                  </a:cubicBezTo>
                  <a:cubicBezTo>
                    <a:pt x="11693" y="5381"/>
                    <a:pt x="11681" y="5381"/>
                    <a:pt x="11668" y="5383"/>
                  </a:cubicBezTo>
                  <a:cubicBezTo>
                    <a:pt x="11323" y="5431"/>
                    <a:pt x="10976" y="5455"/>
                    <a:pt x="10630" y="5455"/>
                  </a:cubicBezTo>
                  <a:cubicBezTo>
                    <a:pt x="9553" y="5455"/>
                    <a:pt x="8476" y="5223"/>
                    <a:pt x="7417" y="4763"/>
                  </a:cubicBezTo>
                  <a:cubicBezTo>
                    <a:pt x="4458" y="3483"/>
                    <a:pt x="1574" y="855"/>
                    <a:pt x="760" y="79"/>
                  </a:cubicBezTo>
                  <a:cubicBezTo>
                    <a:pt x="705" y="26"/>
                    <a:pt x="636" y="1"/>
                    <a:pt x="5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34">
            <a:extLst>
              <a:ext uri="{FF2B5EF4-FFF2-40B4-BE49-F238E27FC236}">
                <a16:creationId xmlns:a16="http://schemas.microsoft.com/office/drawing/2014/main" id="{2F638EB3-6712-0C3F-37E0-D0035E198E57}"/>
              </a:ext>
            </a:extLst>
          </p:cNvPr>
          <p:cNvSpPr txBox="1">
            <a:spLocks noGrp="1"/>
          </p:cNvSpPr>
          <p:nvPr>
            <p:ph type="title" idx="2"/>
          </p:nvPr>
        </p:nvSpPr>
        <p:spPr>
          <a:xfrm>
            <a:off x="876325" y="388388"/>
            <a:ext cx="860326"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2</a:t>
            </a:r>
            <a:endParaRPr dirty="0"/>
          </a:p>
        </p:txBody>
      </p:sp>
    </p:spTree>
    <p:extLst>
      <p:ext uri="{BB962C8B-B14F-4D97-AF65-F5344CB8AC3E}">
        <p14:creationId xmlns:p14="http://schemas.microsoft.com/office/powerpoint/2010/main" val="1421315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EE8A1-9B0D-07C9-4237-29F881DE60F2}"/>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4D3590D5-8668-FEC7-19EB-8EB6346092FF}"/>
              </a:ext>
            </a:extLst>
          </p:cNvPr>
          <p:cNvSpPr txBox="1">
            <a:spLocks/>
          </p:cNvSpPr>
          <p:nvPr/>
        </p:nvSpPr>
        <p:spPr>
          <a:xfrm>
            <a:off x="783398" y="237893"/>
            <a:ext cx="7364426"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2.1. Định </a:t>
            </a:r>
            <a:r>
              <a:rPr lang="en-US" sz="3200" b="1" dirty="0" err="1">
                <a:latin typeface="Segeo UI Black"/>
              </a:rPr>
              <a:t>nghĩa</a:t>
            </a:r>
            <a:r>
              <a:rPr lang="en-US" sz="3200" b="1" dirty="0">
                <a:latin typeface="Segeo UI Black"/>
              </a:rPr>
              <a:t> </a:t>
            </a:r>
            <a:r>
              <a:rPr lang="en-US" sz="3200" b="1" dirty="0" err="1">
                <a:latin typeface="Segeo UI Black"/>
              </a:rPr>
              <a:t>và</a:t>
            </a:r>
            <a:r>
              <a:rPr lang="en-US" sz="3200" b="1" dirty="0">
                <a:latin typeface="Segeo UI Black"/>
              </a:rPr>
              <a:t> </a:t>
            </a:r>
            <a:r>
              <a:rPr lang="en-US" sz="3200" b="1" dirty="0" err="1">
                <a:latin typeface="Segeo UI Black"/>
              </a:rPr>
              <a:t>mục</a:t>
            </a:r>
            <a:r>
              <a:rPr lang="en-US" sz="3200" b="1" dirty="0">
                <a:latin typeface="Segeo UI Black"/>
              </a:rPr>
              <a:t> </a:t>
            </a:r>
            <a:r>
              <a:rPr lang="en-US" sz="3200" b="1" dirty="0" err="1">
                <a:latin typeface="Segeo UI Black"/>
              </a:rPr>
              <a:t>đích</a:t>
            </a:r>
            <a:endParaRPr lang="en-US" sz="3200" dirty="0">
              <a:latin typeface="Segeo UI Black"/>
            </a:endParaRPr>
          </a:p>
        </p:txBody>
      </p:sp>
      <p:sp>
        <p:nvSpPr>
          <p:cNvPr id="6" name="Title 1">
            <a:extLst>
              <a:ext uri="{FF2B5EF4-FFF2-40B4-BE49-F238E27FC236}">
                <a16:creationId xmlns:a16="http://schemas.microsoft.com/office/drawing/2014/main" id="{DD450C67-519A-9B9F-DE50-EDCC0301601F}"/>
              </a:ext>
            </a:extLst>
          </p:cNvPr>
          <p:cNvSpPr>
            <a:spLocks noGrp="1"/>
          </p:cNvSpPr>
          <p:nvPr>
            <p:ph type="title"/>
          </p:nvPr>
        </p:nvSpPr>
        <p:spPr>
          <a:xfrm>
            <a:off x="622091" y="1417673"/>
            <a:ext cx="7899818" cy="1874789"/>
          </a:xfrm>
        </p:spPr>
        <p:txBody>
          <a:bodyPr/>
          <a:lstStyle/>
          <a:p>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thư</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số</a:t>
            </a:r>
            <a:r>
              <a:rPr lang="en-US" sz="1600" dirty="0">
                <a:latin typeface="Segoe UI Light" panose="020B0502040204020203" pitchFamily="34" charset="0"/>
                <a:cs typeface="Segoe UI Light" panose="020B0502040204020203" pitchFamily="34" charset="0"/>
              </a:rPr>
              <a:t> = </a:t>
            </a:r>
            <a:r>
              <a:rPr lang="en-US" sz="1600" dirty="0" err="1">
                <a:latin typeface="Segoe UI Light" panose="020B0502040204020203" pitchFamily="34" charset="0"/>
                <a:cs typeface="Segoe UI Light" panose="020B0502040204020203" pitchFamily="34" charset="0"/>
              </a:rPr>
              <a:t>thẻ</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căn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cước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trên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mạng</a:t>
            </a:r>
            <a:r>
              <a:rPr lang="en-US" sz="1600" dirty="0">
                <a:latin typeface="Segoe UI Light" panose="020B0502040204020203" pitchFamily="34" charset="0"/>
                <a:cs typeface="Segoe UI Light" panose="020B0502040204020203" pitchFamily="34" charset="0"/>
              </a:rPr>
              <a:t>, do CA </a:t>
            </a:r>
            <a:r>
              <a:rPr lang="en-US" sz="1600" dirty="0" err="1">
                <a:latin typeface="Segoe UI Light" panose="020B0502040204020203" pitchFamily="34" charset="0"/>
                <a:cs typeface="Segoe UI Light" panose="020B0502040204020203" pitchFamily="34" charset="0"/>
              </a:rPr>
              <a:t>cấp</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err="1">
                <a:latin typeface="Segoe UI Light" panose="020B0502040204020203" pitchFamily="34" charset="0"/>
                <a:cs typeface="Segoe UI Light" panose="020B0502040204020203" pitchFamily="34" charset="0"/>
              </a:rPr>
              <a:t>Mục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tiêu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chính</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b="1" dirty="0" err="1">
                <a:latin typeface="Segoe UI Light" panose="020B0502040204020203" pitchFamily="34" charset="0"/>
                <a:cs typeface="Segoe UI Light" panose="020B0502040204020203" pitchFamily="34" charset="0"/>
              </a:rPr>
              <a:t>Đảm</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bảo</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tính</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toàn</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vẹn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khóa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công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khai</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b="1" dirty="0" err="1">
                <a:latin typeface="Segoe UI Light" panose="020B0502040204020203" pitchFamily="34" charset="0"/>
                <a:cs typeface="Segoe UI Light" panose="020B0502040204020203" pitchFamily="34" charset="0"/>
              </a:rPr>
              <a:t>Gắn</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kết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khóa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công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khai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với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chủ</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sở</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hữu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một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đáng</a:t>
            </a:r>
            <a:r>
              <a:rPr lang="en-US" sz="1600" dirty="0">
                <a:latin typeface="Segoe UI Light" panose="020B0502040204020203" pitchFamily="34" charset="0"/>
                <a:cs typeface="Segoe UI Light" panose="020B0502040204020203" pitchFamily="34" charset="0"/>
              </a:rPr>
              <a:t> tin </a:t>
            </a:r>
            <a:r>
              <a:rPr lang="en-US" sz="1600" dirty="0" err="1">
                <a:latin typeface="Segoe UI Light" panose="020B0502040204020203" pitchFamily="34" charset="0"/>
                <a:cs typeface="Segoe UI Light" panose="020B0502040204020203" pitchFamily="34" charset="0"/>
              </a:rPr>
              <a:t>cậy</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err="1">
                <a:latin typeface="Segoe UI Light" panose="020B0502040204020203" pitchFamily="34" charset="0"/>
                <a:cs typeface="Segoe UI Light" panose="020B0502040204020203" pitchFamily="34" charset="0"/>
              </a:rPr>
              <a:t>Không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thông</a:t>
            </a:r>
            <a:r>
              <a:rPr lang="en-US" sz="1600" dirty="0">
                <a:latin typeface="Segoe UI Light" panose="020B0502040204020203" pitchFamily="34" charset="0"/>
                <a:cs typeface="Segoe UI Light" panose="020B0502040204020203" pitchFamily="34" charset="0"/>
              </a:rPr>
              <a:t> tin </a:t>
            </a:r>
            <a:r>
              <a:rPr lang="en-US" sz="1600" dirty="0" err="1">
                <a:latin typeface="Segoe UI Light" panose="020B0502040204020203" pitchFamily="34" charset="0"/>
                <a:cs typeface="Segoe UI Light" panose="020B0502040204020203" pitchFamily="34" charset="0"/>
              </a:rPr>
              <a:t>bí</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mật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khóa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công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khai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thông</a:t>
            </a:r>
            <a:r>
              <a:rPr lang="en-US" sz="1600" dirty="0">
                <a:latin typeface="Segoe UI Light" panose="020B0502040204020203" pitchFamily="34" charset="0"/>
                <a:cs typeface="Segoe UI Light" panose="020B0502040204020203" pitchFamily="34" charset="0"/>
              </a:rPr>
              <a:t> tin </a:t>
            </a:r>
            <a:r>
              <a:rPr lang="en-US" sz="1600" dirty="0" err="1">
                <a:latin typeface="Segoe UI Light" panose="020B0502040204020203" pitchFamily="34" charset="0"/>
                <a:cs typeface="Segoe UI Light" panose="020B0502040204020203" pitchFamily="34" charset="0"/>
              </a:rPr>
              <a:t>chủ</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thể</a:t>
            </a:r>
            <a:r>
              <a:rPr lang="en-US" sz="1600" dirty="0">
                <a:latin typeface="Segoe UI Light" panose="020B0502040204020203" pitchFamily="34" charset="0"/>
                <a:cs typeface="Segoe UI Light" panose="020B0502040204020203" pitchFamily="34" charset="0"/>
              </a:rPr>
              <a:t>, CA.</a:t>
            </a: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endParaRPr lang="en-US" sz="1600" dirty="0">
              <a:latin typeface="Segeo UI Light"/>
            </a:endParaRPr>
          </a:p>
        </p:txBody>
      </p:sp>
    </p:spTree>
    <p:extLst>
      <p:ext uri="{BB962C8B-B14F-4D97-AF65-F5344CB8AC3E}">
        <p14:creationId xmlns:p14="http://schemas.microsoft.com/office/powerpoint/2010/main" val="35986603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BE9A7-B627-86B0-C3C9-EC51CFBC6B24}"/>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CFDAFD8A-2444-2C69-AF34-4D09AEB41F4E}"/>
              </a:ext>
            </a:extLst>
          </p:cNvPr>
          <p:cNvSpPr txBox="1">
            <a:spLocks/>
          </p:cNvSpPr>
          <p:nvPr/>
        </p:nvSpPr>
        <p:spPr>
          <a:xfrm>
            <a:off x="783398" y="237893"/>
            <a:ext cx="7364426"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2.2. X.509 </a:t>
            </a:r>
            <a:r>
              <a:rPr lang="en-US" sz="3200" b="1" dirty="0" err="1">
                <a:latin typeface="Segeo UI Black"/>
              </a:rPr>
              <a:t>và</a:t>
            </a:r>
            <a:r>
              <a:rPr lang="en-US" sz="3200" b="1" dirty="0">
                <a:latin typeface="Segeo UI Black"/>
              </a:rPr>
              <a:t> </a:t>
            </a:r>
            <a:r>
              <a:rPr lang="en-US" sz="3200" b="1" dirty="0" err="1">
                <a:latin typeface="Segeo UI Black"/>
              </a:rPr>
              <a:t>các</a:t>
            </a:r>
            <a:r>
              <a:rPr lang="en-US" sz="3200" b="1" dirty="0">
                <a:latin typeface="Segeo UI Black"/>
              </a:rPr>
              <a:t> </a:t>
            </a:r>
            <a:r>
              <a:rPr lang="en-US" sz="3200" b="1" dirty="0" err="1">
                <a:latin typeface="Segeo UI Black"/>
              </a:rPr>
              <a:t>phiên</a:t>
            </a:r>
            <a:r>
              <a:rPr lang="en-US" sz="3200" b="1" dirty="0">
                <a:latin typeface="Segeo UI Black"/>
              </a:rPr>
              <a:t> </a:t>
            </a:r>
            <a:r>
              <a:rPr lang="en-US" sz="3200" b="1" dirty="0" err="1">
                <a:latin typeface="Segeo UI Black"/>
              </a:rPr>
              <a:t>bản</a:t>
            </a:r>
            <a:endParaRPr lang="en-US" sz="3200" dirty="0">
              <a:latin typeface="Segeo UI Black"/>
            </a:endParaRPr>
          </a:p>
        </p:txBody>
      </p:sp>
      <p:sp>
        <p:nvSpPr>
          <p:cNvPr id="6" name="Title 1">
            <a:extLst>
              <a:ext uri="{FF2B5EF4-FFF2-40B4-BE49-F238E27FC236}">
                <a16:creationId xmlns:a16="http://schemas.microsoft.com/office/drawing/2014/main" id="{CEAB43C0-768F-B043-7852-1078479B72B9}"/>
              </a:ext>
            </a:extLst>
          </p:cNvPr>
          <p:cNvSpPr>
            <a:spLocks noGrp="1"/>
          </p:cNvSpPr>
          <p:nvPr>
            <p:ph type="title"/>
          </p:nvPr>
        </p:nvSpPr>
        <p:spPr>
          <a:xfrm>
            <a:off x="622091" y="1417673"/>
            <a:ext cx="7899818" cy="1874789"/>
          </a:xfrm>
        </p:spPr>
        <p:txBody>
          <a:bodyPr/>
          <a:lstStyle/>
          <a:p>
            <a:pPr lvl="0"/>
            <a:r>
              <a:rPr lang="en-US" sz="1600" dirty="0">
                <a:latin typeface="Segeo UI Light"/>
                <a:ea typeface="Ebrima" panose="02000000000000000000" pitchFamily="2" charset="0"/>
                <a:cs typeface="Ebrima" panose="02000000000000000000" pitchFamily="2" charset="0"/>
              </a:rPr>
              <a:t>X.509: </a:t>
            </a:r>
            <a:r>
              <a:rPr lang="en-US" sz="1600" dirty="0" err="1">
                <a:latin typeface="Segeo UI Light"/>
                <a:ea typeface="Ebrima" panose="02000000000000000000" pitchFamily="2" charset="0"/>
                <a:cs typeface="Ebrima" panose="02000000000000000000" pitchFamily="2" charset="0"/>
              </a:rPr>
              <a:t>chuẩn</a:t>
            </a:r>
            <a:r>
              <a:rPr lang="en-US" sz="1600" dirty="0">
                <a:latin typeface="Segeo UI Light"/>
                <a:ea typeface="Ebrima" panose="02000000000000000000" pitchFamily="2" charset="0"/>
                <a:cs typeface="Ebrima" panose="02000000000000000000" pitchFamily="2" charset="0"/>
              </a:rPr>
              <a:t> </a:t>
            </a:r>
            <a:r>
              <a:rPr lang="en-US" sz="1600" dirty="0" err="1">
                <a:latin typeface="Segeo UI Light"/>
                <a:ea typeface="Ebrima" panose="02000000000000000000" pitchFamily="2" charset="0"/>
                <a:cs typeface="Ebrima" panose="02000000000000000000" pitchFamily="2" charset="0"/>
              </a:rPr>
              <a:t>chứng</a:t>
            </a:r>
            <a:r>
              <a:rPr lang="en-US" sz="1600" dirty="0">
                <a:latin typeface="Segeo UI Light"/>
                <a:ea typeface="Ebrima" panose="02000000000000000000" pitchFamily="2" charset="0"/>
                <a:cs typeface="Ebrima" panose="02000000000000000000" pitchFamily="2" charset="0"/>
              </a:rPr>
              <a:t> </a:t>
            </a:r>
            <a:r>
              <a:rPr lang="en-US" sz="1600" dirty="0" err="1">
                <a:latin typeface="Segeo UI Light"/>
                <a:ea typeface="Ebrima" panose="02000000000000000000" pitchFamily="2" charset="0"/>
                <a:cs typeface="Ebrima" panose="02000000000000000000" pitchFamily="2" charset="0"/>
              </a:rPr>
              <a:t>thư</a:t>
            </a:r>
            <a:r>
              <a:rPr lang="en-US" sz="1600" dirty="0">
                <a:latin typeface="Segeo UI Light"/>
                <a:ea typeface="Ebrima" panose="02000000000000000000" pitchFamily="2" charset="0"/>
                <a:cs typeface="Ebrima" panose="02000000000000000000" pitchFamily="2" charset="0"/>
              </a:rPr>
              <a:t> </a:t>
            </a:r>
            <a:r>
              <a:rPr lang="en-US" sz="1600" dirty="0" err="1">
                <a:latin typeface="Segeo UI Light"/>
                <a:ea typeface="Ebrima" panose="02000000000000000000" pitchFamily="2" charset="0"/>
                <a:cs typeface="Ebrima" panose="02000000000000000000" pitchFamily="2" charset="0"/>
              </a:rPr>
              <a:t>số</a:t>
            </a:r>
            <a:r>
              <a:rPr lang="en-US" sz="1600" dirty="0">
                <a:latin typeface="Segeo UI Light"/>
                <a:ea typeface="Ebrima" panose="02000000000000000000" pitchFamily="2" charset="0"/>
                <a:cs typeface="Ebrima" panose="02000000000000000000" pitchFamily="2" charset="0"/>
              </a:rPr>
              <a:t> </a:t>
            </a:r>
            <a:r>
              <a:rPr lang="en-US" sz="1600" dirty="0" err="1">
                <a:latin typeface="Segeo UI Light"/>
                <a:ea typeface="Ebrima" panose="02000000000000000000" pitchFamily="2" charset="0"/>
                <a:cs typeface="Ebrima" panose="02000000000000000000" pitchFamily="2" charset="0"/>
              </a:rPr>
              <a:t>phổ</a:t>
            </a:r>
            <a:r>
              <a:rPr lang="en-US" sz="1600" dirty="0">
                <a:latin typeface="Segeo UI Light"/>
                <a:ea typeface="Ebrima" panose="02000000000000000000" pitchFamily="2" charset="0"/>
                <a:cs typeface="Ebrima" panose="02000000000000000000" pitchFamily="2" charset="0"/>
              </a:rPr>
              <a:t> </a:t>
            </a:r>
            <a:r>
              <a:rPr lang="en-US" sz="1600" dirty="0" err="1">
                <a:latin typeface="Segeo UI Light"/>
                <a:ea typeface="Ebrima" panose="02000000000000000000" pitchFamily="2" charset="0"/>
                <a:cs typeface="Ebrima" panose="02000000000000000000" pitchFamily="2" charset="0"/>
              </a:rPr>
              <a:t>biến</a:t>
            </a:r>
            <a:r>
              <a:rPr lang="en-US" sz="1600" dirty="0">
                <a:latin typeface="Segeo UI Light"/>
                <a:ea typeface="Ebrima" panose="02000000000000000000" pitchFamily="2" charset="0"/>
                <a:cs typeface="Ebrima" panose="02000000000000000000" pitchFamily="2" charset="0"/>
              </a:rPr>
              <a:t> </a:t>
            </a:r>
            <a:r>
              <a:rPr lang="en-US" sz="1600" dirty="0" err="1">
                <a:latin typeface="Segeo UI Light"/>
                <a:ea typeface="Ebrima" panose="02000000000000000000" pitchFamily="2" charset="0"/>
                <a:cs typeface="Ebrima" panose="02000000000000000000" pitchFamily="2" charset="0"/>
              </a:rPr>
              <a:t>nhất</a:t>
            </a:r>
            <a:r>
              <a:rPr lang="en-US" sz="1600" dirty="0">
                <a:latin typeface="Segeo UI Light"/>
                <a:ea typeface="Ebrima" panose="02000000000000000000" pitchFamily="2" charset="0"/>
                <a:cs typeface="Ebrima" panose="02000000000000000000" pitchFamily="2" charset="0"/>
              </a:rPr>
              <a:t> </a:t>
            </a:r>
            <a:r>
              <a:rPr lang="en-US" sz="1600" dirty="0" err="1">
                <a:latin typeface="Segeo UI Light"/>
                <a:ea typeface="Ebrima" panose="02000000000000000000" pitchFamily="2" charset="0"/>
                <a:cs typeface="Ebrima" panose="02000000000000000000" pitchFamily="2" charset="0"/>
              </a:rPr>
              <a:t>trong</a:t>
            </a:r>
            <a:r>
              <a:rPr lang="en-US" sz="1600" dirty="0">
                <a:latin typeface="Segeo UI Light"/>
                <a:ea typeface="Ebrima" panose="02000000000000000000" pitchFamily="2" charset="0"/>
                <a:cs typeface="Ebrima" panose="02000000000000000000" pitchFamily="2" charset="0"/>
              </a:rPr>
              <a:t> PKI.</a:t>
            </a:r>
            <a:br>
              <a:rPr lang="en-US" sz="1600" dirty="0">
                <a:latin typeface="Segeo UI Light"/>
                <a:ea typeface="Ebrima" panose="02000000000000000000" pitchFamily="2" charset="0"/>
                <a:cs typeface="Ebrima" panose="02000000000000000000" pitchFamily="2" charset="0"/>
              </a:rPr>
            </a:br>
            <a:r>
              <a:rPr lang="en-US" sz="1600" dirty="0">
                <a:latin typeface="Segeo UI Light"/>
                <a:ea typeface="Ebrima" panose="02000000000000000000" pitchFamily="2" charset="0"/>
                <a:cs typeface="Ebrima" panose="02000000000000000000" pitchFamily="2" charset="0"/>
              </a:rPr>
              <a:t>Các </a:t>
            </a:r>
            <a:r>
              <a:rPr lang="en-US" sz="1600" dirty="0" err="1">
                <a:latin typeface="Segeo UI Light"/>
                <a:ea typeface="Ebrima" panose="02000000000000000000" pitchFamily="2" charset="0"/>
                <a:cs typeface="Ebrima" panose="02000000000000000000" pitchFamily="2" charset="0"/>
              </a:rPr>
              <a:t>phiên</a:t>
            </a:r>
            <a:r>
              <a:rPr lang="en-US" sz="1600" dirty="0">
                <a:latin typeface="Segeo UI Light"/>
                <a:ea typeface="Ebrima" panose="02000000000000000000" pitchFamily="2" charset="0"/>
                <a:cs typeface="Ebrima" panose="02000000000000000000" pitchFamily="2" charset="0"/>
              </a:rPr>
              <a:t> </a:t>
            </a:r>
            <a:r>
              <a:rPr lang="en-US" sz="1600" dirty="0" err="1">
                <a:latin typeface="Segeo UI Light"/>
                <a:ea typeface="Ebrima" panose="02000000000000000000" pitchFamily="2" charset="0"/>
                <a:cs typeface="Ebrima" panose="02000000000000000000" pitchFamily="2" charset="0"/>
              </a:rPr>
              <a:t>bản</a:t>
            </a:r>
            <a:r>
              <a:rPr lang="en-US" sz="1600" dirty="0">
                <a:latin typeface="Segeo UI Light"/>
                <a:ea typeface="Ebrima" panose="02000000000000000000" pitchFamily="2" charset="0"/>
                <a:cs typeface="Ebrima" panose="02000000000000000000" pitchFamily="2" charset="0"/>
              </a:rPr>
              <a:t>: </a:t>
            </a:r>
            <a:br>
              <a:rPr lang="en-US" sz="1600" dirty="0">
                <a:latin typeface="Segeo UI Light"/>
                <a:ea typeface="Ebrima" panose="02000000000000000000" pitchFamily="2" charset="0"/>
                <a:cs typeface="Ebrima" panose="02000000000000000000" pitchFamily="2" charset="0"/>
              </a:rPr>
            </a:br>
            <a:r>
              <a:rPr lang="en-US" sz="1600" dirty="0">
                <a:latin typeface="Segeo UI Light"/>
                <a:ea typeface="Ebrima" panose="02000000000000000000" pitchFamily="2" charset="0"/>
                <a:cs typeface="Ebrima" panose="02000000000000000000" pitchFamily="2" charset="0"/>
              </a:rPr>
              <a:t>V1</a:t>
            </a:r>
            <a:br>
              <a:rPr lang="en-US" sz="1600" dirty="0">
                <a:latin typeface="Segeo UI Light"/>
                <a:ea typeface="Ebrima" panose="02000000000000000000" pitchFamily="2" charset="0"/>
                <a:cs typeface="Ebrima" panose="02000000000000000000" pitchFamily="2" charset="0"/>
              </a:rPr>
            </a:br>
            <a:r>
              <a:rPr lang="en-US" sz="1600" dirty="0">
                <a:latin typeface="Segeo UI Light"/>
                <a:ea typeface="Ebrima" panose="02000000000000000000" pitchFamily="2" charset="0"/>
                <a:cs typeface="Ebrima" panose="02000000000000000000" pitchFamily="2" charset="0"/>
              </a:rPr>
              <a:t>V2</a:t>
            </a:r>
            <a:br>
              <a:rPr lang="en-US" sz="1600" dirty="0">
                <a:latin typeface="Segeo UI Light"/>
                <a:ea typeface="Ebrima" panose="02000000000000000000" pitchFamily="2" charset="0"/>
                <a:cs typeface="Ebrima" panose="02000000000000000000" pitchFamily="2" charset="0"/>
              </a:rPr>
            </a:br>
            <a:r>
              <a:rPr lang="en-US" sz="1600" dirty="0">
                <a:latin typeface="Segeo UI Light"/>
                <a:ea typeface="Ebrima" panose="02000000000000000000" pitchFamily="2" charset="0"/>
                <a:cs typeface="Ebrima" panose="02000000000000000000" pitchFamily="2" charset="0"/>
              </a:rPr>
              <a:t>V3 (</a:t>
            </a:r>
            <a:r>
              <a:rPr lang="en-US" sz="1600" dirty="0" err="1">
                <a:latin typeface="Segeo UI Light"/>
                <a:ea typeface="Ebrima" panose="02000000000000000000" pitchFamily="2" charset="0"/>
                <a:cs typeface="Ebrima" panose="02000000000000000000" pitchFamily="2" charset="0"/>
              </a:rPr>
              <a:t>phổ</a:t>
            </a:r>
            <a:r>
              <a:rPr lang="en-US" sz="1600" dirty="0">
                <a:latin typeface="Segeo UI Light"/>
                <a:ea typeface="Ebrima" panose="02000000000000000000" pitchFamily="2" charset="0"/>
                <a:cs typeface="Ebrima" panose="02000000000000000000" pitchFamily="2" charset="0"/>
              </a:rPr>
              <a:t> </a:t>
            </a:r>
            <a:r>
              <a:rPr lang="en-US" sz="1600" dirty="0" err="1">
                <a:latin typeface="Segeo UI Light"/>
                <a:ea typeface="Ebrima" panose="02000000000000000000" pitchFamily="2" charset="0"/>
                <a:cs typeface="Ebrima" panose="02000000000000000000" pitchFamily="2" charset="0"/>
              </a:rPr>
              <a:t>biến</a:t>
            </a:r>
            <a:r>
              <a:rPr lang="en-US" sz="1600" dirty="0">
                <a:latin typeface="Segeo UI Light"/>
                <a:ea typeface="Ebrima" panose="02000000000000000000" pitchFamily="2" charset="0"/>
                <a:cs typeface="Ebrima" panose="02000000000000000000" pitchFamily="2" charset="0"/>
              </a:rPr>
              <a:t> </a:t>
            </a:r>
            <a:r>
              <a:rPr lang="en-US" sz="1600" dirty="0" err="1">
                <a:latin typeface="Segeo UI Light"/>
                <a:ea typeface="Ebrima" panose="02000000000000000000" pitchFamily="2" charset="0"/>
                <a:cs typeface="Ebrima" panose="02000000000000000000" pitchFamily="2" charset="0"/>
              </a:rPr>
              <a:t>nhất</a:t>
            </a:r>
            <a:r>
              <a:rPr lang="en-US" sz="1600" dirty="0">
                <a:latin typeface="Segeo UI Light"/>
                <a:ea typeface="Ebrima" panose="02000000000000000000" pitchFamily="2" charset="0"/>
                <a:cs typeface="Ebrima" panose="02000000000000000000" pitchFamily="2" charset="0"/>
              </a:rPr>
              <a:t> ).</a:t>
            </a:r>
            <a:br>
              <a:rPr lang="en-US" sz="1600" dirty="0">
                <a:latin typeface="Segeo UI Light"/>
                <a:ea typeface="Ebrima" panose="02000000000000000000" pitchFamily="2" charset="0"/>
                <a:cs typeface="Ebrima" panose="02000000000000000000" pitchFamily="2" charset="0"/>
              </a:rPr>
            </a:b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endParaRPr lang="en-US" sz="1600" dirty="0">
              <a:latin typeface="Segeo UI Light"/>
            </a:endParaRPr>
          </a:p>
        </p:txBody>
      </p:sp>
    </p:spTree>
    <p:extLst>
      <p:ext uri="{BB962C8B-B14F-4D97-AF65-F5344CB8AC3E}">
        <p14:creationId xmlns:p14="http://schemas.microsoft.com/office/powerpoint/2010/main" val="3579348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68AA3-3CC0-5F5E-A25F-A5BE056F40B3}"/>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D95AAB87-3576-F670-971D-418790E862FA}"/>
              </a:ext>
            </a:extLst>
          </p:cNvPr>
          <p:cNvSpPr txBox="1">
            <a:spLocks/>
          </p:cNvSpPr>
          <p:nvPr/>
        </p:nvSpPr>
        <p:spPr>
          <a:xfrm>
            <a:off x="783397" y="237893"/>
            <a:ext cx="7899817"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2.3. Các </a:t>
            </a:r>
            <a:r>
              <a:rPr lang="en-US" sz="3200" b="1" dirty="0" err="1">
                <a:latin typeface="Segeo UI Black"/>
              </a:rPr>
              <a:t>trường</a:t>
            </a:r>
            <a:r>
              <a:rPr lang="en-US" sz="3200" b="1" dirty="0">
                <a:latin typeface="Segeo UI Black"/>
              </a:rPr>
              <a:t> </a:t>
            </a:r>
            <a:r>
              <a:rPr lang="en-US" sz="3200" b="1" dirty="0" err="1">
                <a:latin typeface="Segeo UI Black"/>
              </a:rPr>
              <a:t>chính</a:t>
            </a:r>
            <a:r>
              <a:rPr lang="en-US" sz="3200" b="1" dirty="0">
                <a:latin typeface="Segeo UI Black"/>
              </a:rPr>
              <a:t> </a:t>
            </a:r>
            <a:r>
              <a:rPr lang="en-US" sz="3200" b="1" dirty="0" err="1">
                <a:latin typeface="Segeo UI Black"/>
              </a:rPr>
              <a:t>trong</a:t>
            </a:r>
            <a:r>
              <a:rPr lang="en-US" sz="3200" b="1" dirty="0">
                <a:latin typeface="Segeo UI Black"/>
              </a:rPr>
              <a:t> </a:t>
            </a:r>
            <a:r>
              <a:rPr lang="en-US" sz="3200" b="1" dirty="0" err="1">
                <a:latin typeface="Segeo UI Black"/>
              </a:rPr>
              <a:t>chứng</a:t>
            </a:r>
            <a:r>
              <a:rPr lang="en-US" sz="3200" b="1" dirty="0">
                <a:latin typeface="Segeo UI Black"/>
              </a:rPr>
              <a:t> </a:t>
            </a:r>
            <a:r>
              <a:rPr lang="en-US" sz="3200" b="1" dirty="0" err="1">
                <a:latin typeface="Segeo UI Black"/>
              </a:rPr>
              <a:t>thư</a:t>
            </a:r>
            <a:r>
              <a:rPr lang="en-US" sz="3200" b="1" dirty="0">
                <a:latin typeface="Segeo UI Black"/>
              </a:rPr>
              <a:t> X.509</a:t>
            </a:r>
            <a:endParaRPr lang="en-US" sz="3200" dirty="0">
              <a:latin typeface="Segeo UI Black"/>
            </a:endParaRPr>
          </a:p>
        </p:txBody>
      </p:sp>
      <p:sp>
        <p:nvSpPr>
          <p:cNvPr id="6" name="Title 1">
            <a:extLst>
              <a:ext uri="{FF2B5EF4-FFF2-40B4-BE49-F238E27FC236}">
                <a16:creationId xmlns:a16="http://schemas.microsoft.com/office/drawing/2014/main" id="{733E2D74-6ED4-3441-91ED-ECBDFCD07F20}"/>
              </a:ext>
            </a:extLst>
          </p:cNvPr>
          <p:cNvSpPr>
            <a:spLocks noGrp="1"/>
          </p:cNvSpPr>
          <p:nvPr>
            <p:ph type="title"/>
          </p:nvPr>
        </p:nvSpPr>
        <p:spPr>
          <a:xfrm>
            <a:off x="622091" y="2231712"/>
            <a:ext cx="7899818" cy="1874789"/>
          </a:xfrm>
        </p:spPr>
        <p:txBody>
          <a:bodyPr/>
          <a:lstStyle/>
          <a:p>
            <a:pPr lvl="0"/>
            <a:r>
              <a:rPr lang="en-US" sz="1600" dirty="0">
                <a:latin typeface="Segoe UI Light" panose="020B0502040204020203" pitchFamily="34" charset="0"/>
                <a:cs typeface="Segoe UI Light" panose="020B0502040204020203" pitchFamily="34" charset="0"/>
              </a:rPr>
              <a:t>Version (</a:t>
            </a:r>
            <a:r>
              <a:rPr lang="en-US" sz="1600" dirty="0" err="1">
                <a:latin typeface="Segoe UI Light" panose="020B0502040204020203" pitchFamily="34" charset="0"/>
                <a:cs typeface="Segoe UI Light" panose="020B0502040204020203" pitchFamily="34" charset="0"/>
              </a:rPr>
              <a:t>phiên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bản</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Serial Number (</a:t>
            </a:r>
            <a:r>
              <a:rPr lang="en-US" sz="1600" dirty="0" err="1">
                <a:latin typeface="Segoe UI Light" panose="020B0502040204020203" pitchFamily="34" charset="0"/>
                <a:cs typeface="Segoe UI Light" panose="020B0502040204020203" pitchFamily="34" charset="0"/>
              </a:rPr>
              <a:t>định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danh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duy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nhất</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Signature Algorithm (</a:t>
            </a:r>
            <a:r>
              <a:rPr lang="en-US" sz="1600" dirty="0" err="1">
                <a:latin typeface="Segoe UI Light" panose="020B0502040204020203" pitchFamily="34" charset="0"/>
                <a:cs typeface="Segoe UI Light" panose="020B0502040204020203" pitchFamily="34" charset="0"/>
              </a:rPr>
              <a:t>thuật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toán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ký</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CA)</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Issuer (DN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CA </a:t>
            </a:r>
            <a:r>
              <a:rPr lang="en-US" sz="1600" dirty="0" err="1">
                <a:latin typeface="Segoe UI Light" panose="020B0502040204020203" pitchFamily="34" charset="0"/>
                <a:cs typeface="Segoe UI Light" panose="020B0502040204020203" pitchFamily="34" charset="0"/>
              </a:rPr>
              <a:t>phát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hành</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Valid from / Valid to (</a:t>
            </a:r>
            <a:r>
              <a:rPr lang="en-US" sz="1600" dirty="0" err="1">
                <a:latin typeface="Segoe UI Light" panose="020B0502040204020203" pitchFamily="34" charset="0"/>
                <a:cs typeface="Segoe UI Light" panose="020B0502040204020203" pitchFamily="34" charset="0"/>
              </a:rPr>
              <a:t>thời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hạn</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Subject (DN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chủ</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sở</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hữu</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Subject Public Key Info (</a:t>
            </a:r>
            <a:r>
              <a:rPr lang="en-US" sz="1600" dirty="0" err="1">
                <a:latin typeface="Segoe UI Light" panose="020B0502040204020203" pitchFamily="34" charset="0"/>
                <a:cs typeface="Segoe UI Light" panose="020B0502040204020203" pitchFamily="34" charset="0"/>
              </a:rPr>
              <a:t>khóa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công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khai</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Optional: Issuer/Subject Unique ID, Extensions (V3)</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Digital Signature (</a:t>
            </a:r>
            <a:r>
              <a:rPr lang="en-US" sz="1600" dirty="0" err="1">
                <a:latin typeface="Segoe UI Light" panose="020B0502040204020203" pitchFamily="34" charset="0"/>
                <a:cs typeface="Segoe UI Light" panose="020B0502040204020203" pitchFamily="34" charset="0"/>
              </a:rPr>
              <a:t>chữ</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ký</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số</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CA)</a:t>
            </a: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endParaRPr lang="en-US" sz="1600" dirty="0">
              <a:latin typeface="Segeo UI Light"/>
            </a:endParaRPr>
          </a:p>
        </p:txBody>
      </p:sp>
    </p:spTree>
    <p:extLst>
      <p:ext uri="{BB962C8B-B14F-4D97-AF65-F5344CB8AC3E}">
        <p14:creationId xmlns:p14="http://schemas.microsoft.com/office/powerpoint/2010/main" val="360168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8D88E-E015-EF00-EEA2-794C744694A1}"/>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A2D92687-ABB3-84EE-714F-8FB565C453F8}"/>
              </a:ext>
            </a:extLst>
          </p:cNvPr>
          <p:cNvSpPr txBox="1">
            <a:spLocks/>
          </p:cNvSpPr>
          <p:nvPr/>
        </p:nvSpPr>
        <p:spPr>
          <a:xfrm>
            <a:off x="783397" y="237893"/>
            <a:ext cx="7738511"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2.3. Các </a:t>
            </a:r>
            <a:r>
              <a:rPr lang="en-US" sz="3200" b="1" dirty="0" err="1">
                <a:latin typeface="Segeo UI Black"/>
              </a:rPr>
              <a:t>trường</a:t>
            </a:r>
            <a:r>
              <a:rPr lang="en-US" sz="3200" b="1" dirty="0">
                <a:latin typeface="Segeo UI Black"/>
              </a:rPr>
              <a:t> </a:t>
            </a:r>
            <a:r>
              <a:rPr lang="en-US" sz="3200" b="1" dirty="0" err="1">
                <a:latin typeface="Segeo UI Black"/>
              </a:rPr>
              <a:t>chính</a:t>
            </a:r>
            <a:r>
              <a:rPr lang="en-US" sz="3200" b="1" dirty="0">
                <a:latin typeface="Segeo UI Black"/>
              </a:rPr>
              <a:t> </a:t>
            </a:r>
            <a:r>
              <a:rPr lang="en-US" sz="3200" b="1" dirty="0" err="1">
                <a:latin typeface="Segeo UI Black"/>
              </a:rPr>
              <a:t>trong</a:t>
            </a:r>
            <a:r>
              <a:rPr lang="en-US" sz="3200" b="1" dirty="0">
                <a:latin typeface="Segeo UI Black"/>
              </a:rPr>
              <a:t> </a:t>
            </a:r>
            <a:r>
              <a:rPr lang="en-US" sz="3200" b="1" dirty="0" err="1">
                <a:latin typeface="Segeo UI Black"/>
              </a:rPr>
              <a:t>chứng</a:t>
            </a:r>
            <a:r>
              <a:rPr lang="en-US" sz="3200" b="1" dirty="0">
                <a:latin typeface="Segeo UI Black"/>
              </a:rPr>
              <a:t> </a:t>
            </a:r>
            <a:r>
              <a:rPr lang="en-US" sz="3200" b="1" dirty="0" err="1">
                <a:latin typeface="Segeo UI Black"/>
              </a:rPr>
              <a:t>thư</a:t>
            </a:r>
            <a:r>
              <a:rPr lang="en-US" sz="3200" b="1" dirty="0">
                <a:latin typeface="Segeo UI Black"/>
              </a:rPr>
              <a:t> X.509</a:t>
            </a:r>
            <a:endParaRPr lang="en-US" sz="3200" dirty="0">
              <a:latin typeface="Segeo UI Black"/>
            </a:endParaRPr>
          </a:p>
        </p:txBody>
      </p:sp>
      <p:sp>
        <p:nvSpPr>
          <p:cNvPr id="6" name="Title 1">
            <a:extLst>
              <a:ext uri="{FF2B5EF4-FFF2-40B4-BE49-F238E27FC236}">
                <a16:creationId xmlns:a16="http://schemas.microsoft.com/office/drawing/2014/main" id="{BE690660-9B1D-2FB9-FA64-717CF0B3294E}"/>
              </a:ext>
            </a:extLst>
          </p:cNvPr>
          <p:cNvSpPr>
            <a:spLocks noGrp="1"/>
          </p:cNvSpPr>
          <p:nvPr>
            <p:ph type="title"/>
          </p:nvPr>
        </p:nvSpPr>
        <p:spPr>
          <a:xfrm>
            <a:off x="622091" y="2231712"/>
            <a:ext cx="7899818" cy="1874789"/>
          </a:xfrm>
        </p:spPr>
        <p:txBody>
          <a:bodyPr/>
          <a:lstStyle/>
          <a:p>
            <a:pPr lvl="0"/>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endParaRPr lang="en-US" sz="1600" dirty="0">
              <a:latin typeface="Segeo UI Light"/>
            </a:endParaRPr>
          </a:p>
        </p:txBody>
      </p:sp>
      <p:pic>
        <p:nvPicPr>
          <p:cNvPr id="2" name="Picture 1">
            <a:extLst>
              <a:ext uri="{FF2B5EF4-FFF2-40B4-BE49-F238E27FC236}">
                <a16:creationId xmlns:a16="http://schemas.microsoft.com/office/drawing/2014/main" id="{CAB3C131-BDBA-86E4-637E-B9A7154607D6}"/>
              </a:ext>
            </a:extLst>
          </p:cNvPr>
          <p:cNvPicPr>
            <a:picLocks noChangeAspect="1"/>
          </p:cNvPicPr>
          <p:nvPr/>
        </p:nvPicPr>
        <p:blipFill>
          <a:blip r:embed="rId2"/>
          <a:stretch>
            <a:fillRect/>
          </a:stretch>
        </p:blipFill>
        <p:spPr>
          <a:xfrm>
            <a:off x="1529832" y="1036999"/>
            <a:ext cx="6084335" cy="3517697"/>
          </a:xfrm>
          <a:prstGeom prst="rect">
            <a:avLst/>
          </a:prstGeom>
        </p:spPr>
      </p:pic>
    </p:spTree>
    <p:extLst>
      <p:ext uri="{BB962C8B-B14F-4D97-AF65-F5344CB8AC3E}">
        <p14:creationId xmlns:p14="http://schemas.microsoft.com/office/powerpoint/2010/main" val="2058555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58F58-91F9-CBE4-6829-FF719862472D}"/>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02645632-831C-9AFA-974A-9BF0F1240EA7}"/>
              </a:ext>
            </a:extLst>
          </p:cNvPr>
          <p:cNvSpPr txBox="1">
            <a:spLocks/>
          </p:cNvSpPr>
          <p:nvPr/>
        </p:nvSpPr>
        <p:spPr>
          <a:xfrm>
            <a:off x="783398" y="237893"/>
            <a:ext cx="7364426"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2.4. Kho </a:t>
            </a:r>
            <a:r>
              <a:rPr lang="en-US" sz="3200" b="1" dirty="0" err="1">
                <a:latin typeface="Segeo UI Black"/>
              </a:rPr>
              <a:t>chứng</a:t>
            </a:r>
            <a:r>
              <a:rPr lang="en-US" sz="3200" b="1" dirty="0">
                <a:latin typeface="Segeo UI Black"/>
              </a:rPr>
              <a:t> </a:t>
            </a:r>
            <a:r>
              <a:rPr lang="en-US" sz="3200" b="1" dirty="0" err="1">
                <a:latin typeface="Segeo UI Black"/>
              </a:rPr>
              <a:t>thư</a:t>
            </a:r>
            <a:r>
              <a:rPr lang="en-US" sz="3200" b="1" dirty="0">
                <a:latin typeface="Segeo UI Black"/>
              </a:rPr>
              <a:t> </a:t>
            </a:r>
            <a:r>
              <a:rPr lang="en-US" sz="3200" b="1" dirty="0" err="1">
                <a:latin typeface="Segeo UI Black"/>
              </a:rPr>
              <a:t>số</a:t>
            </a:r>
            <a:r>
              <a:rPr lang="en-US" sz="3200" b="1" dirty="0">
                <a:latin typeface="Segeo UI Black"/>
              </a:rPr>
              <a:t> (Repositories)</a:t>
            </a:r>
            <a:endParaRPr lang="en-US" sz="3200" dirty="0">
              <a:latin typeface="Segeo UI Black"/>
            </a:endParaRPr>
          </a:p>
        </p:txBody>
      </p:sp>
      <p:sp>
        <p:nvSpPr>
          <p:cNvPr id="6" name="Title 1">
            <a:extLst>
              <a:ext uri="{FF2B5EF4-FFF2-40B4-BE49-F238E27FC236}">
                <a16:creationId xmlns:a16="http://schemas.microsoft.com/office/drawing/2014/main" id="{BCDCCD0C-2F9F-D3D6-3C79-B3BB2D8B14E8}"/>
              </a:ext>
            </a:extLst>
          </p:cNvPr>
          <p:cNvSpPr>
            <a:spLocks noGrp="1"/>
          </p:cNvSpPr>
          <p:nvPr>
            <p:ph type="title"/>
          </p:nvPr>
        </p:nvSpPr>
        <p:spPr>
          <a:xfrm>
            <a:off x="622091" y="2231712"/>
            <a:ext cx="7899818" cy="1874789"/>
          </a:xfrm>
        </p:spPr>
        <p:txBody>
          <a:bodyPr/>
          <a:lstStyle/>
          <a:p>
            <a:pPr lvl="0"/>
            <a:r>
              <a:rPr lang="en-US" sz="1600" dirty="0" err="1">
                <a:latin typeface="Segoe UI Light" panose="020B0502040204020203" pitchFamily="34" charset="0"/>
                <a:cs typeface="Segoe UI Light" panose="020B0502040204020203" pitchFamily="34" charset="0"/>
              </a:rPr>
              <a:t>Nơi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lưu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trữ</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thư</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thông</a:t>
            </a:r>
            <a:r>
              <a:rPr lang="en-US" sz="1600" dirty="0">
                <a:latin typeface="Segoe UI Light" panose="020B0502040204020203" pitchFamily="34" charset="0"/>
                <a:cs typeface="Segoe UI Light" panose="020B0502040204020203" pitchFamily="34" charset="0"/>
              </a:rPr>
              <a:t> tin </a:t>
            </a:r>
            <a:r>
              <a:rPr lang="en-US" sz="1600" dirty="0" err="1">
                <a:latin typeface="Segoe UI Light" panose="020B0502040204020203" pitchFamily="34" charset="0"/>
                <a:cs typeface="Segoe UI Light" panose="020B0502040204020203" pitchFamily="34" charset="0"/>
              </a:rPr>
              <a:t>trạng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thái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ví</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dụ</a:t>
            </a:r>
            <a:r>
              <a:rPr lang="en-US" sz="1600" dirty="0">
                <a:latin typeface="Segoe UI Light" panose="020B0502040204020203" pitchFamily="34" charset="0"/>
                <a:cs typeface="Segoe UI Light" panose="020B0502040204020203" pitchFamily="34" charset="0"/>
              </a:rPr>
              <a:t> CRL).</a:t>
            </a:r>
            <a:br>
              <a:rPr lang="en-US" sz="1600" dirty="0">
                <a:latin typeface="Segoe UI Light" panose="020B0502040204020203" pitchFamily="34" charset="0"/>
                <a:cs typeface="Segoe UI Light" panose="020B0502040204020203" pitchFamily="34" charset="0"/>
              </a:rPr>
            </a:br>
            <a:r>
              <a:rPr lang="en-US" sz="1600" dirty="0" err="1">
                <a:latin typeface="Segoe UI Light" panose="020B0502040204020203" pitchFamily="34" charset="0"/>
                <a:cs typeface="Segoe UI Light" panose="020B0502040204020203" pitchFamily="34" charset="0"/>
              </a:rPr>
              <a:t>Chức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năng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tìm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truy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xuất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kiểm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tính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hợp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lệ</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trước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giao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tiếp</a:t>
            </a:r>
            <a:r>
              <a:rPr lang="en-US" sz="1600" dirty="0">
                <a:latin typeface="Segoe UI Light" panose="020B0502040204020203" pitchFamily="34" charset="0"/>
                <a:cs typeface="Segoe UI Light" panose="020B0502040204020203" pitchFamily="34" charset="0"/>
              </a:rPr>
              <a:t> an </a:t>
            </a:r>
            <a:r>
              <a:rPr lang="en-US" sz="1600" dirty="0" err="1">
                <a:latin typeface="Segoe UI Light" panose="020B0502040204020203" pitchFamily="34" charset="0"/>
                <a:cs typeface="Segoe UI Light" panose="020B0502040204020203" pitchFamily="34" charset="0"/>
              </a:rPr>
              <a:t>toàn</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err="1">
                <a:latin typeface="Segoe UI Light" panose="020B0502040204020203" pitchFamily="34" charset="0"/>
                <a:cs typeface="Segoe UI Light" panose="020B0502040204020203" pitchFamily="34" charset="0"/>
              </a:rPr>
              <a:t>Thiết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yếu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trong</a:t>
            </a:r>
            <a:r>
              <a:rPr lang="en-US" sz="1600" dirty="0">
                <a:latin typeface="Segoe UI Light" panose="020B0502040204020203" pitchFamily="34" charset="0"/>
                <a:cs typeface="Segoe UI Light" panose="020B0502040204020203" pitchFamily="34" charset="0"/>
              </a:rPr>
              <a:t> PKI </a:t>
            </a:r>
            <a:r>
              <a:rPr lang="en-US" sz="1600" dirty="0" err="1">
                <a:latin typeface="Segoe UI Light" panose="020B0502040204020203" pitchFamily="34" charset="0"/>
                <a:cs typeface="Segoe UI Light" panose="020B0502040204020203" pitchFamily="34" charset="0"/>
              </a:rPr>
              <a:t>quy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mô</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lớn</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endParaRPr lang="en-US" sz="1600" dirty="0">
              <a:latin typeface="Segeo UI Light"/>
            </a:endParaRPr>
          </a:p>
        </p:txBody>
      </p:sp>
    </p:spTree>
    <p:extLst>
      <p:ext uri="{BB962C8B-B14F-4D97-AF65-F5344CB8AC3E}">
        <p14:creationId xmlns:p14="http://schemas.microsoft.com/office/powerpoint/2010/main" val="1940679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2CB9-67F8-0BDC-9EB8-B982E5EA6D78}"/>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C1E4CFC4-1E57-044A-E770-AB2207741D53}"/>
              </a:ext>
            </a:extLst>
          </p:cNvPr>
          <p:cNvSpPr txBox="1">
            <a:spLocks/>
          </p:cNvSpPr>
          <p:nvPr/>
        </p:nvSpPr>
        <p:spPr>
          <a:xfrm>
            <a:off x="783397" y="237893"/>
            <a:ext cx="8360603"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2.5. Thu </a:t>
            </a:r>
            <a:r>
              <a:rPr lang="en-US" sz="3200" b="1" dirty="0" err="1">
                <a:latin typeface="Segeo UI Black"/>
              </a:rPr>
              <a:t>hồi</a:t>
            </a:r>
            <a:r>
              <a:rPr lang="en-US" sz="3200" b="1" dirty="0">
                <a:latin typeface="Segeo UI Black"/>
              </a:rPr>
              <a:t> </a:t>
            </a:r>
            <a:r>
              <a:rPr lang="en-US" sz="3200" b="1" dirty="0" err="1">
                <a:latin typeface="Segeo UI Black"/>
              </a:rPr>
              <a:t>chứng</a:t>
            </a:r>
            <a:r>
              <a:rPr lang="en-US" sz="3200" b="1" dirty="0">
                <a:latin typeface="Segeo UI Black"/>
              </a:rPr>
              <a:t> </a:t>
            </a:r>
            <a:r>
              <a:rPr lang="en-US" sz="3200" b="1" dirty="0" err="1">
                <a:latin typeface="Segeo UI Black"/>
              </a:rPr>
              <a:t>thư</a:t>
            </a:r>
            <a:r>
              <a:rPr lang="en-US" sz="3200" b="1" dirty="0">
                <a:latin typeface="Segeo UI Black"/>
              </a:rPr>
              <a:t> (Certificate Revocation)</a:t>
            </a:r>
            <a:endParaRPr lang="en-US" sz="3200" dirty="0">
              <a:latin typeface="Segeo UI Black"/>
            </a:endParaRPr>
          </a:p>
        </p:txBody>
      </p:sp>
      <p:sp>
        <p:nvSpPr>
          <p:cNvPr id="6" name="Title 1">
            <a:extLst>
              <a:ext uri="{FF2B5EF4-FFF2-40B4-BE49-F238E27FC236}">
                <a16:creationId xmlns:a16="http://schemas.microsoft.com/office/drawing/2014/main" id="{B2F480C9-99FB-0B8E-6D0B-44B1682EAB0F}"/>
              </a:ext>
            </a:extLst>
          </p:cNvPr>
          <p:cNvSpPr>
            <a:spLocks noGrp="1"/>
          </p:cNvSpPr>
          <p:nvPr>
            <p:ph type="title"/>
          </p:nvPr>
        </p:nvSpPr>
        <p:spPr>
          <a:xfrm>
            <a:off x="622091" y="2231712"/>
            <a:ext cx="7899818" cy="1874789"/>
          </a:xfrm>
        </p:spPr>
        <p:txBody>
          <a:bodyPr/>
          <a:lstStyle/>
          <a:p>
            <a:pPr lvl="0"/>
            <a:r>
              <a:rPr lang="en-US" sz="1600" dirty="0">
                <a:latin typeface="Segoe UI Light" panose="020B0502040204020203" pitchFamily="34" charset="0"/>
                <a:cs typeface="Segoe UI Light" panose="020B0502040204020203" pitchFamily="34" charset="0"/>
              </a:rPr>
              <a:t>- Khi </a:t>
            </a:r>
            <a:r>
              <a:rPr lang="en-US" sz="1600" dirty="0" err="1">
                <a:latin typeface="Segoe UI Light" panose="020B0502040204020203" pitchFamily="34" charset="0"/>
                <a:cs typeface="Segoe UI Light" panose="020B0502040204020203" pitchFamily="34" charset="0"/>
              </a:rPr>
              <a:t>nào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hồi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khóa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bị</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xâm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hại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chủ</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thay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đổi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tổ</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chức</a:t>
            </a:r>
            <a:r>
              <a:rPr lang="en-US" sz="1600" dirty="0">
                <a:latin typeface="Segoe UI Light" panose="020B0502040204020203" pitchFamily="34" charset="0"/>
                <a:cs typeface="Segoe UI Light" panose="020B0502040204020203" pitchFamily="34" charset="0"/>
              </a:rPr>
              <a:t>, vi </a:t>
            </a:r>
            <a:r>
              <a:rPr lang="en-US" sz="1600" dirty="0" err="1">
                <a:latin typeface="Segoe UI Light" panose="020B0502040204020203" pitchFamily="34" charset="0"/>
                <a:cs typeface="Segoe UI Light" panose="020B0502040204020203" pitchFamily="34" charset="0"/>
              </a:rPr>
              <a:t>phạm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chính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sách</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thư</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bị</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hồi</a:t>
            </a:r>
            <a:r>
              <a:rPr lang="en-US" sz="1600"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không</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thể</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phục</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hồi</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X.509 </a:t>
            </a:r>
            <a:r>
              <a:rPr lang="en-US" sz="1600" dirty="0" err="1">
                <a:latin typeface="Segoe UI Light" panose="020B0502040204020203" pitchFamily="34" charset="0"/>
                <a:cs typeface="Segoe UI Light" panose="020B0502040204020203" pitchFamily="34" charset="0"/>
              </a:rPr>
              <a:t>cho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phép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trạng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thái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hợp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lệ</a:t>
            </a:r>
            <a:r>
              <a:rPr lang="en-US" sz="1600" dirty="0">
                <a:latin typeface="Segoe UI Light" panose="020B0502040204020203" pitchFamily="34" charset="0"/>
                <a:cs typeface="Segoe UI Light" panose="020B0502040204020203" pitchFamily="34" charset="0"/>
              </a:rPr>
              <a:t> / </a:t>
            </a:r>
            <a:r>
              <a:rPr lang="en-US" sz="1600" dirty="0" err="1">
                <a:latin typeface="Segoe UI Light" panose="020B0502040204020203" pitchFamily="34" charset="0"/>
                <a:cs typeface="Segoe UI Light" panose="020B0502040204020203" pitchFamily="34" charset="0"/>
              </a:rPr>
              <a:t>bị</a:t>
            </a:r>
            <a:r>
              <a:rPr lang="en-US" sz="1600" dirty="0">
                <a:latin typeface="Segoe UI Light" panose="020B0502040204020203" pitchFamily="34" charset="0"/>
                <a:cs typeface="Segoe UI Light" panose="020B0502040204020203" pitchFamily="34" charset="0"/>
              </a:rPr>
              <a:t> CA </a:t>
            </a:r>
            <a:r>
              <a:rPr lang="en-US" sz="1600" dirty="0" err="1">
                <a:latin typeface="Segoe UI Light" panose="020B0502040204020203" pitchFamily="34" charset="0"/>
                <a:cs typeface="Segoe UI Light" panose="020B0502040204020203" pitchFamily="34" charset="0"/>
              </a:rPr>
              <a:t>thu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hồi</a:t>
            </a:r>
            <a:r>
              <a:rPr lang="en-US" sz="1600" dirty="0">
                <a:latin typeface="Segoe UI Light" panose="020B0502040204020203" pitchFamily="34" charset="0"/>
                <a:cs typeface="Segoe UI Light" panose="020B0502040204020203" pitchFamily="34" charset="0"/>
              </a:rPr>
              <a:t> / </a:t>
            </a:r>
            <a:r>
              <a:rPr lang="en-US" sz="1600" dirty="0" err="1">
                <a:latin typeface="Segoe UI Light" panose="020B0502040204020203" pitchFamily="34" charset="0"/>
                <a:cs typeface="Segoe UI Light" panose="020B0502040204020203" pitchFamily="34" charset="0"/>
              </a:rPr>
              <a:t>bị</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tổ</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ủy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quyền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hồi</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endParaRPr lang="en-US" sz="1600" dirty="0">
              <a:latin typeface="Segeo UI Light"/>
            </a:endParaRPr>
          </a:p>
        </p:txBody>
      </p:sp>
    </p:spTree>
    <p:extLst>
      <p:ext uri="{BB962C8B-B14F-4D97-AF65-F5344CB8AC3E}">
        <p14:creationId xmlns:p14="http://schemas.microsoft.com/office/powerpoint/2010/main" val="1045357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BC52-D309-D38E-0A52-D2FAB87DFAC8}"/>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00CECB99-6021-91ED-F211-35FCA3EAB111}"/>
              </a:ext>
            </a:extLst>
          </p:cNvPr>
          <p:cNvSpPr txBox="1">
            <a:spLocks/>
          </p:cNvSpPr>
          <p:nvPr/>
        </p:nvSpPr>
        <p:spPr>
          <a:xfrm>
            <a:off x="783397" y="237893"/>
            <a:ext cx="8360603"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2.6. CRL (Certificate Revocation List)</a:t>
            </a:r>
            <a:endParaRPr lang="en-US" sz="3200" dirty="0">
              <a:latin typeface="Segeo UI Black"/>
            </a:endParaRPr>
          </a:p>
        </p:txBody>
      </p:sp>
      <p:sp>
        <p:nvSpPr>
          <p:cNvPr id="6" name="Title 1">
            <a:extLst>
              <a:ext uri="{FF2B5EF4-FFF2-40B4-BE49-F238E27FC236}">
                <a16:creationId xmlns:a16="http://schemas.microsoft.com/office/drawing/2014/main" id="{7B2B1895-24EB-CBBB-AC80-0032041B53AF}"/>
              </a:ext>
            </a:extLst>
          </p:cNvPr>
          <p:cNvSpPr>
            <a:spLocks noGrp="1"/>
          </p:cNvSpPr>
          <p:nvPr>
            <p:ph type="title"/>
          </p:nvPr>
        </p:nvSpPr>
        <p:spPr>
          <a:xfrm>
            <a:off x="622091" y="1908327"/>
            <a:ext cx="7899818" cy="1874789"/>
          </a:xfrm>
        </p:spPr>
        <p:txBody>
          <a:bodyPr/>
          <a:lstStyle/>
          <a:p>
            <a:pPr lvl="0"/>
            <a:r>
              <a:rPr lang="en-US" sz="1600" dirty="0">
                <a:latin typeface="Segoe UI Light" panose="020B0502040204020203" pitchFamily="34" charset="0"/>
                <a:cs typeface="Segoe UI Light" panose="020B0502040204020203" pitchFamily="34" charset="0"/>
              </a:rPr>
              <a:t>- CRL = </a:t>
            </a:r>
            <a:r>
              <a:rPr lang="en-US" sz="1600" dirty="0" err="1">
                <a:latin typeface="Segoe UI Light" panose="020B0502040204020203" pitchFamily="34" charset="0"/>
                <a:cs typeface="Segoe UI Light" panose="020B0502040204020203" pitchFamily="34" charset="0"/>
              </a:rPr>
              <a:t>danh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sách</a:t>
            </a:r>
            <a:r>
              <a:rPr lang="en-US" sz="1600" dirty="0">
                <a:latin typeface="Segoe UI Light" panose="020B0502040204020203" pitchFamily="34" charset="0"/>
                <a:cs typeface="Segoe UI Light" panose="020B0502040204020203" pitchFamily="34" charset="0"/>
              </a:rPr>
              <a:t> serial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thư</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đã</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bị</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hồi</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Do CA </a:t>
            </a:r>
            <a:r>
              <a:rPr lang="en-US" sz="1600" dirty="0" err="1">
                <a:latin typeface="Segoe UI Light" panose="020B0502040204020203" pitchFamily="34" charset="0"/>
                <a:cs typeface="Segoe UI Light" panose="020B0502040204020203" pitchFamily="34" charset="0"/>
              </a:rPr>
              <a:t>phát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hành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ký</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điện</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tử</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chống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giả</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mạo</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Có</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vòng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đời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ví</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dụ</a:t>
            </a:r>
            <a:r>
              <a:rPr lang="en-US" sz="1600" dirty="0">
                <a:latin typeface="Segoe UI Light" panose="020B0502040204020203" pitchFamily="34" charset="0"/>
                <a:cs typeface="Segoe UI Light" panose="020B0502040204020203" pitchFamily="34" charset="0"/>
              </a:rPr>
              <a:t>: 24 </a:t>
            </a:r>
            <a:r>
              <a:rPr lang="en-US" sz="1600" dirty="0" err="1">
                <a:latin typeface="Segoe UI Light" panose="020B0502040204020203" pitchFamily="34" charset="0"/>
                <a:cs typeface="Segoe UI Light" panose="020B0502040204020203" pitchFamily="34" charset="0"/>
              </a:rPr>
              <a:t>giờ</a:t>
            </a:r>
            <a:r>
              <a:rPr lang="en-US" sz="1600" dirty="0">
                <a:latin typeface="Segoe UI Light" panose="020B0502040204020203" pitchFamily="34" charset="0"/>
                <a:cs typeface="Segoe UI Light" panose="020B0502040204020203" pitchFamily="34" charset="0"/>
              </a:rPr>
              <a:t>) — </a:t>
            </a:r>
            <a:r>
              <a:rPr lang="en-US" sz="1600" dirty="0" err="1">
                <a:latin typeface="Segoe UI Light" panose="020B0502040204020203" pitchFamily="34" charset="0"/>
                <a:cs typeface="Segoe UI Light" panose="020B0502040204020203" pitchFamily="34" charset="0"/>
              </a:rPr>
              <a:t>phải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cập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nhật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thường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xuyên</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endParaRPr lang="en-US" sz="16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957824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35079-C6B5-79D3-989D-332F2A489BD5}"/>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372A0A8A-619A-DF09-DEFE-2AC66068BA01}"/>
              </a:ext>
            </a:extLst>
          </p:cNvPr>
          <p:cNvSpPr txBox="1">
            <a:spLocks/>
          </p:cNvSpPr>
          <p:nvPr/>
        </p:nvSpPr>
        <p:spPr>
          <a:xfrm>
            <a:off x="783397" y="237893"/>
            <a:ext cx="8360603"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2.7. Sao </a:t>
            </a:r>
            <a:r>
              <a:rPr lang="en-US" sz="3200" b="1" dirty="0" err="1">
                <a:latin typeface="Segeo UI Black"/>
              </a:rPr>
              <a:t>lưu</a:t>
            </a:r>
            <a:r>
              <a:rPr lang="en-US" sz="3200" b="1" dirty="0">
                <a:latin typeface="Segeo UI Black"/>
              </a:rPr>
              <a:t> </a:t>
            </a:r>
            <a:r>
              <a:rPr lang="en-US" sz="3200" b="1" dirty="0" err="1">
                <a:latin typeface="Segeo UI Black"/>
              </a:rPr>
              <a:t>và</a:t>
            </a:r>
            <a:r>
              <a:rPr lang="en-US" sz="3200" b="1" dirty="0">
                <a:latin typeface="Segeo UI Black"/>
              </a:rPr>
              <a:t> </a:t>
            </a:r>
            <a:r>
              <a:rPr lang="en-US" sz="3200" b="1" dirty="0" err="1">
                <a:latin typeface="Segeo UI Black"/>
              </a:rPr>
              <a:t>phục</a:t>
            </a:r>
            <a:r>
              <a:rPr lang="en-US" sz="3200" b="1" dirty="0">
                <a:latin typeface="Segeo UI Black"/>
              </a:rPr>
              <a:t> </a:t>
            </a:r>
            <a:r>
              <a:rPr lang="en-US" sz="3200" b="1" dirty="0" err="1">
                <a:latin typeface="Segeo UI Black"/>
              </a:rPr>
              <a:t>hồi</a:t>
            </a:r>
            <a:r>
              <a:rPr lang="en-US" sz="3200" b="1" dirty="0">
                <a:latin typeface="Segeo UI Black"/>
              </a:rPr>
              <a:t> </a:t>
            </a:r>
            <a:r>
              <a:rPr lang="en-US" sz="3200" b="1" dirty="0" err="1">
                <a:latin typeface="Segeo UI Black"/>
              </a:rPr>
              <a:t>khóa</a:t>
            </a:r>
            <a:r>
              <a:rPr lang="en-US" sz="3200" b="1" dirty="0">
                <a:latin typeface="Segeo UI Black"/>
              </a:rPr>
              <a:t> </a:t>
            </a:r>
            <a:endParaRPr lang="en-US" sz="3200" dirty="0">
              <a:latin typeface="Segeo UI Black"/>
            </a:endParaRPr>
          </a:p>
        </p:txBody>
      </p:sp>
      <p:sp>
        <p:nvSpPr>
          <p:cNvPr id="6" name="Title 1">
            <a:extLst>
              <a:ext uri="{FF2B5EF4-FFF2-40B4-BE49-F238E27FC236}">
                <a16:creationId xmlns:a16="http://schemas.microsoft.com/office/drawing/2014/main" id="{BF16EC36-1C9B-7224-DBD9-DF835F37D0A1}"/>
              </a:ext>
            </a:extLst>
          </p:cNvPr>
          <p:cNvSpPr>
            <a:spLocks noGrp="1"/>
          </p:cNvSpPr>
          <p:nvPr>
            <p:ph type="title"/>
          </p:nvPr>
        </p:nvSpPr>
        <p:spPr>
          <a:xfrm>
            <a:off x="622091" y="1908327"/>
            <a:ext cx="7899818" cy="1874789"/>
          </a:xfrm>
        </p:spPr>
        <p:txBody>
          <a:bodyPr/>
          <a:lstStyle/>
          <a:p>
            <a:pPr lvl="0"/>
            <a:r>
              <a:rPr lang="en-US" sz="1600" dirty="0">
                <a:latin typeface="Segeo UI Light"/>
              </a:rPr>
              <a:t>- </a:t>
            </a:r>
            <a:r>
              <a:rPr lang="en-US" sz="1600" dirty="0" err="1">
                <a:latin typeface="Segeo UI Light"/>
              </a:rPr>
              <a:t>Dịch</a:t>
            </a:r>
            <a:r>
              <a:rPr lang="en-US" sz="1600" dirty="0">
                <a:latin typeface="Segeo UI Light"/>
              </a:rPr>
              <a:t> </a:t>
            </a:r>
            <a:r>
              <a:rPr lang="en-US" sz="1600" dirty="0" err="1">
                <a:latin typeface="Segeo UI Light"/>
              </a:rPr>
              <a:t>vụ</a:t>
            </a:r>
            <a:r>
              <a:rPr lang="en-US" sz="1600" dirty="0">
                <a:latin typeface="Segeo UI Light"/>
              </a:rPr>
              <a:t> </a:t>
            </a:r>
            <a:r>
              <a:rPr lang="en-US" sz="1600" dirty="0" err="1">
                <a:latin typeface="Segeo UI Light"/>
              </a:rPr>
              <a:t>lưu</a:t>
            </a:r>
            <a:r>
              <a:rPr lang="en-US" sz="1600" dirty="0">
                <a:latin typeface="Segeo UI Light"/>
              </a:rPr>
              <a:t> </a:t>
            </a:r>
            <a:r>
              <a:rPr lang="en-US" sz="1600" dirty="0" err="1">
                <a:latin typeface="Segeo UI Light"/>
              </a:rPr>
              <a:t>trữ</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bí</a:t>
            </a:r>
            <a:r>
              <a:rPr lang="en-US" sz="1600" dirty="0">
                <a:latin typeface="Segeo UI Light"/>
              </a:rPr>
              <a:t> </a:t>
            </a:r>
            <a:r>
              <a:rPr lang="en-US" sz="1600" dirty="0" err="1">
                <a:latin typeface="Segeo UI Light"/>
              </a:rPr>
              <a:t>mật</a:t>
            </a:r>
            <a:r>
              <a:rPr lang="en-US" sz="1600" dirty="0">
                <a:latin typeface="Segeo UI Light"/>
              </a:rPr>
              <a:t> </a:t>
            </a:r>
            <a:r>
              <a:rPr lang="en-US" sz="1600" dirty="0" err="1">
                <a:latin typeface="Segeo UI Light"/>
              </a:rPr>
              <a:t>của</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dùng</a:t>
            </a:r>
            <a:r>
              <a:rPr lang="en-US" sz="1600" dirty="0">
                <a:latin typeface="Segeo UI Light"/>
              </a:rPr>
              <a:t> (do CA </a:t>
            </a:r>
            <a:r>
              <a:rPr lang="en-US" sz="1600" dirty="0" err="1">
                <a:latin typeface="Segeo UI Light"/>
              </a:rPr>
              <a:t>hoặc</a:t>
            </a:r>
            <a:r>
              <a:rPr lang="en-US" sz="1600" dirty="0">
                <a:latin typeface="Segeo UI Light"/>
              </a:rPr>
              <a:t> </a:t>
            </a:r>
            <a:r>
              <a:rPr lang="en-US" sz="1600" dirty="0" err="1">
                <a:latin typeface="Segeo UI Light"/>
              </a:rPr>
              <a:t>bên</a:t>
            </a:r>
            <a:r>
              <a:rPr lang="en-US" sz="1600" dirty="0">
                <a:latin typeface="Segeo UI Light"/>
              </a:rPr>
              <a:t> </a:t>
            </a:r>
            <a:r>
              <a:rPr lang="en-US" sz="1600" dirty="0" err="1">
                <a:latin typeface="Segeo UI Light"/>
              </a:rPr>
              <a:t>thứ</a:t>
            </a:r>
            <a:r>
              <a:rPr lang="en-US" sz="1600" dirty="0">
                <a:latin typeface="Segeo UI Light"/>
              </a:rPr>
              <a:t> </a:t>
            </a:r>
            <a:r>
              <a:rPr lang="en-US" sz="1600" dirty="0" err="1">
                <a:latin typeface="Segeo UI Light"/>
              </a:rPr>
              <a:t>ba</a:t>
            </a:r>
            <a:r>
              <a:rPr lang="en-US" sz="1600" dirty="0">
                <a:latin typeface="Segeo UI Light"/>
              </a:rPr>
              <a:t> </a:t>
            </a:r>
            <a:r>
              <a:rPr lang="en-US" sz="1600" dirty="0" err="1">
                <a:latin typeface="Segeo UI Light"/>
              </a:rPr>
              <a:t>cung</a:t>
            </a:r>
            <a:r>
              <a:rPr lang="en-US" sz="1600" dirty="0">
                <a:latin typeface="Segeo UI Light"/>
              </a:rPr>
              <a:t> </a:t>
            </a:r>
            <a:r>
              <a:rPr lang="en-US" sz="1600" dirty="0" err="1">
                <a:latin typeface="Segeo UI Light"/>
              </a:rPr>
              <a:t>cấp</a:t>
            </a:r>
            <a:r>
              <a:rPr lang="en-US" sz="1600" dirty="0">
                <a:latin typeface="Segeo UI Light"/>
              </a:rPr>
              <a:t>).</a:t>
            </a:r>
            <a:br>
              <a:rPr lang="en-US" sz="1600" dirty="0">
                <a:latin typeface="Segeo UI Light"/>
              </a:rPr>
            </a:br>
            <a:r>
              <a:rPr lang="en-US" sz="1600" dirty="0">
                <a:latin typeface="Segeo UI Light"/>
              </a:rPr>
              <a:t>- </a:t>
            </a:r>
            <a:r>
              <a:rPr lang="en-US" sz="1600" dirty="0" err="1">
                <a:latin typeface="Segeo UI Light"/>
              </a:rPr>
              <a:t>Yêu</a:t>
            </a:r>
            <a:r>
              <a:rPr lang="en-US" sz="1600" dirty="0">
                <a:latin typeface="Segeo UI Light"/>
              </a:rPr>
              <a:t> </a:t>
            </a:r>
            <a:r>
              <a:rPr lang="en-US" sz="1600" dirty="0" err="1">
                <a:latin typeface="Segeo UI Light"/>
              </a:rPr>
              <a:t>cầu</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minh</a:t>
            </a:r>
            <a:r>
              <a:rPr lang="en-US" sz="1600" dirty="0">
                <a:latin typeface="Segeo UI Light"/>
              </a:rPr>
              <a:t> </a:t>
            </a:r>
            <a:r>
              <a:rPr lang="en-US" sz="1600" dirty="0" err="1">
                <a:latin typeface="Segeo UI Light"/>
              </a:rPr>
              <a:t>khi</a:t>
            </a:r>
            <a:r>
              <a:rPr lang="en-US" sz="1600" dirty="0">
                <a:latin typeface="Segeo UI Light"/>
              </a:rPr>
              <a:t> </a:t>
            </a:r>
            <a:r>
              <a:rPr lang="en-US" sz="1600" dirty="0" err="1">
                <a:latin typeface="Segeo UI Light"/>
              </a:rPr>
              <a:t>lưu</a:t>
            </a:r>
            <a:r>
              <a:rPr lang="en-US" sz="1600" dirty="0">
                <a:latin typeface="Segeo UI Light"/>
              </a:rPr>
              <a:t> </a:t>
            </a:r>
            <a:r>
              <a:rPr lang="en-US" sz="1600" dirty="0" err="1">
                <a:latin typeface="Segeo UI Light"/>
              </a:rPr>
              <a:t>trữ</a:t>
            </a:r>
            <a:r>
              <a:rPr lang="en-US" sz="1600" dirty="0">
                <a:latin typeface="Segeo UI Light"/>
              </a:rPr>
              <a:t>/</a:t>
            </a:r>
            <a:r>
              <a:rPr lang="en-US" sz="1600" dirty="0" err="1">
                <a:latin typeface="Segeo UI Light"/>
              </a:rPr>
              <a:t>khôi</a:t>
            </a:r>
            <a:r>
              <a:rPr lang="en-US" sz="1600" dirty="0">
                <a:latin typeface="Segeo UI Light"/>
              </a:rPr>
              <a:t> </a:t>
            </a:r>
            <a:r>
              <a:rPr lang="en-US" sz="1600" dirty="0" err="1">
                <a:latin typeface="Segeo UI Light"/>
              </a:rPr>
              <a:t>phục</a:t>
            </a:r>
            <a:r>
              <a:rPr lang="en-US" sz="1600" dirty="0">
                <a:latin typeface="Segeo UI Light"/>
              </a:rPr>
              <a:t> — </a:t>
            </a:r>
            <a:r>
              <a:rPr lang="en-US" sz="1600" dirty="0" err="1">
                <a:latin typeface="Segeo UI Light"/>
              </a:rPr>
              <a:t>người</a:t>
            </a:r>
            <a:r>
              <a:rPr lang="en-US" sz="1600" dirty="0">
                <a:latin typeface="Segeo UI Light"/>
              </a:rPr>
              <a:t> </a:t>
            </a:r>
            <a:r>
              <a:rPr lang="en-US" sz="1600" dirty="0" err="1">
                <a:latin typeface="Segeo UI Light"/>
              </a:rPr>
              <a:t>dùng</a:t>
            </a:r>
            <a:r>
              <a:rPr lang="en-US" sz="1600" dirty="0">
                <a:latin typeface="Segeo UI Light"/>
              </a:rPr>
              <a:t> </a:t>
            </a:r>
            <a:r>
              <a:rPr lang="en-US" sz="1600" dirty="0" err="1">
                <a:latin typeface="Segeo UI Light"/>
              </a:rPr>
              <a:t>không</a:t>
            </a:r>
            <a:r>
              <a:rPr lang="en-US" sz="1600" dirty="0">
                <a:latin typeface="Segeo UI Light"/>
              </a:rPr>
              <a:t> </a:t>
            </a:r>
            <a:r>
              <a:rPr lang="en-US" sz="1600" dirty="0" err="1">
                <a:latin typeface="Segeo UI Light"/>
              </a:rPr>
              <a:t>thao</a:t>
            </a:r>
            <a:r>
              <a:rPr lang="en-US" sz="1600" dirty="0">
                <a:latin typeface="Segeo UI Light"/>
              </a:rPr>
              <a:t> </a:t>
            </a:r>
            <a:r>
              <a:rPr lang="en-US" sz="1600" dirty="0" err="1">
                <a:latin typeface="Segeo UI Light"/>
              </a:rPr>
              <a:t>tác</a:t>
            </a:r>
            <a:r>
              <a:rPr lang="en-US" sz="1600" dirty="0">
                <a:latin typeface="Segeo UI Light"/>
              </a:rPr>
              <a:t> </a:t>
            </a:r>
            <a:r>
              <a:rPr lang="en-US" sz="1600" dirty="0" err="1">
                <a:latin typeface="Segeo UI Light"/>
              </a:rPr>
              <a:t>trực</a:t>
            </a:r>
            <a:r>
              <a:rPr lang="en-US" sz="1600" dirty="0">
                <a:latin typeface="Segeo UI Light"/>
              </a:rPr>
              <a:t> </a:t>
            </a:r>
            <a:r>
              <a:rPr lang="en-US" sz="1600" dirty="0" err="1">
                <a:latin typeface="Segeo UI Light"/>
              </a:rPr>
              <a:t>tiếp</a:t>
            </a:r>
            <a:r>
              <a:rPr lang="en-US" sz="1600" dirty="0">
                <a:latin typeface="Segeo UI Light"/>
              </a:rPr>
              <a:t>.</a:t>
            </a:r>
            <a:br>
              <a:rPr lang="en-US" sz="1600" dirty="0">
                <a:latin typeface="Segeo UI Light"/>
              </a:rPr>
            </a:br>
            <a:r>
              <a:rPr lang="en-US" sz="1600" dirty="0">
                <a:latin typeface="Segeo UI Light"/>
              </a:rPr>
              <a:t>- </a:t>
            </a:r>
            <a:r>
              <a:rPr lang="en-US" sz="1600" dirty="0" err="1">
                <a:latin typeface="Segeo UI Light"/>
              </a:rPr>
              <a:t>Thiết</a:t>
            </a:r>
            <a:r>
              <a:rPr lang="en-US" sz="1600" dirty="0">
                <a:latin typeface="Segeo UI Light"/>
              </a:rPr>
              <a:t> </a:t>
            </a:r>
            <a:r>
              <a:rPr lang="en-US" sz="1600" dirty="0" err="1">
                <a:latin typeface="Segeo UI Light"/>
              </a:rPr>
              <a:t>yếu</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khôi</a:t>
            </a:r>
            <a:r>
              <a:rPr lang="en-US" sz="1600" dirty="0">
                <a:latin typeface="Segeo UI Light"/>
              </a:rPr>
              <a:t> </a:t>
            </a:r>
            <a:r>
              <a:rPr lang="en-US" sz="1600" dirty="0" err="1">
                <a:latin typeface="Segeo UI Light"/>
              </a:rPr>
              <a:t>phục</a:t>
            </a:r>
            <a:r>
              <a:rPr lang="en-US" sz="1600" dirty="0">
                <a:latin typeface="Segeo UI Light"/>
              </a:rPr>
              <a:t> </a:t>
            </a:r>
            <a:r>
              <a:rPr lang="en-US" sz="1600" dirty="0" err="1">
                <a:latin typeface="Segeo UI Light"/>
              </a:rPr>
              <a:t>dữ</a:t>
            </a:r>
            <a:r>
              <a:rPr lang="en-US" sz="1600" dirty="0">
                <a:latin typeface="Segeo UI Light"/>
              </a:rPr>
              <a:t> </a:t>
            </a:r>
            <a:r>
              <a:rPr lang="en-US" sz="1600" dirty="0" err="1">
                <a:latin typeface="Segeo UI Light"/>
              </a:rPr>
              <a:t>liệu</a:t>
            </a:r>
            <a:r>
              <a:rPr lang="en-US" sz="1600" dirty="0">
                <a:latin typeface="Segeo UI Light"/>
              </a:rPr>
              <a:t> </a:t>
            </a:r>
            <a:r>
              <a:rPr lang="en-US" sz="1600" dirty="0" err="1">
                <a:latin typeface="Segeo UI Light"/>
              </a:rPr>
              <a:t>đã</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hóa</a:t>
            </a:r>
            <a:r>
              <a:rPr lang="en-US" sz="1600" dirty="0">
                <a:latin typeface="Segeo UI Light"/>
              </a:rPr>
              <a:t> </a:t>
            </a:r>
            <a:r>
              <a:rPr lang="en-US" sz="1600" dirty="0" err="1">
                <a:latin typeface="Segeo UI Light"/>
              </a:rPr>
              <a:t>nếu</a:t>
            </a:r>
            <a:r>
              <a:rPr lang="en-US" sz="1600" dirty="0">
                <a:latin typeface="Segeo UI Light"/>
              </a:rPr>
              <a:t> </a:t>
            </a:r>
            <a:r>
              <a:rPr lang="en-US" sz="1600" dirty="0" err="1">
                <a:latin typeface="Segeo UI Light"/>
              </a:rPr>
              <a:t>mất</a:t>
            </a:r>
            <a:r>
              <a:rPr lang="en-US" sz="1600" dirty="0">
                <a:latin typeface="Segeo UI Light"/>
              </a:rPr>
              <a:t> </a:t>
            </a:r>
            <a:r>
              <a:rPr lang="en-US" sz="1600" dirty="0" err="1">
                <a:latin typeface="Segeo UI Light"/>
              </a:rPr>
              <a:t>khóa</a:t>
            </a:r>
            <a:r>
              <a:rPr lang="en-US" sz="1600" dirty="0">
                <a:latin typeface="Segeo UI Light"/>
              </a:rPr>
              <a:t>.</a:t>
            </a:r>
            <a:br>
              <a:rPr lang="en-US" sz="1600" dirty="0"/>
            </a:br>
            <a:endParaRPr lang="en-US" sz="1600" dirty="0"/>
          </a:p>
        </p:txBody>
      </p:sp>
    </p:spTree>
    <p:extLst>
      <p:ext uri="{BB962C8B-B14F-4D97-AF65-F5344CB8AC3E}">
        <p14:creationId xmlns:p14="http://schemas.microsoft.com/office/powerpoint/2010/main" val="3980782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31E44-0794-BB28-77C8-5A97DDFD9EDD}"/>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7351F4C1-87C1-BB2B-B396-C01B7375E23E}"/>
              </a:ext>
            </a:extLst>
          </p:cNvPr>
          <p:cNvSpPr txBox="1">
            <a:spLocks/>
          </p:cNvSpPr>
          <p:nvPr/>
        </p:nvSpPr>
        <p:spPr>
          <a:xfrm>
            <a:off x="783397" y="237893"/>
            <a:ext cx="8360603"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2.8. </a:t>
            </a:r>
            <a:r>
              <a:rPr lang="en-US" sz="3200" b="1" dirty="0" err="1">
                <a:latin typeface="Segeo UI Black"/>
              </a:rPr>
              <a:t>Phần</a:t>
            </a:r>
            <a:r>
              <a:rPr lang="en-US" sz="3200" b="1" dirty="0">
                <a:latin typeface="Segeo UI Black"/>
              </a:rPr>
              <a:t> </a:t>
            </a:r>
            <a:r>
              <a:rPr lang="en-US" sz="3200" b="1" dirty="0" err="1">
                <a:latin typeface="Segeo UI Black"/>
              </a:rPr>
              <a:t>mềm</a:t>
            </a:r>
            <a:r>
              <a:rPr lang="en-US" sz="3200" b="1" dirty="0">
                <a:latin typeface="Segeo UI Black"/>
              </a:rPr>
              <a:t> </a:t>
            </a:r>
            <a:r>
              <a:rPr lang="en-US" sz="3200" b="1" dirty="0" err="1">
                <a:latin typeface="Segeo UI Black"/>
              </a:rPr>
              <a:t>phía</a:t>
            </a:r>
            <a:r>
              <a:rPr lang="en-US" sz="3200" b="1" dirty="0">
                <a:latin typeface="Segeo UI Black"/>
              </a:rPr>
              <a:t> Client </a:t>
            </a:r>
            <a:r>
              <a:rPr lang="en-US" sz="3200" b="1" dirty="0" err="1">
                <a:latin typeface="Segeo UI Black"/>
              </a:rPr>
              <a:t>và</a:t>
            </a:r>
            <a:r>
              <a:rPr lang="en-US" sz="3200" b="1" dirty="0">
                <a:latin typeface="Segeo UI Black"/>
              </a:rPr>
              <a:t> </a:t>
            </a:r>
            <a:r>
              <a:rPr lang="en-US" sz="3200" b="1" dirty="0" err="1">
                <a:latin typeface="Segeo UI Black"/>
              </a:rPr>
              <a:t>vai</a:t>
            </a:r>
            <a:r>
              <a:rPr lang="en-US" sz="3200" b="1" dirty="0">
                <a:latin typeface="Segeo UI Black"/>
              </a:rPr>
              <a:t> </a:t>
            </a:r>
            <a:r>
              <a:rPr lang="en-US" sz="3200" b="1" dirty="0" err="1">
                <a:latin typeface="Segeo UI Black"/>
              </a:rPr>
              <a:t>trò</a:t>
            </a:r>
            <a:r>
              <a:rPr lang="en-US" sz="3200" b="1" dirty="0">
                <a:latin typeface="Segeo UI Black"/>
              </a:rPr>
              <a:t> server</a:t>
            </a:r>
            <a:endParaRPr lang="en-US" sz="3200" dirty="0">
              <a:latin typeface="Segeo UI Black"/>
            </a:endParaRPr>
          </a:p>
        </p:txBody>
      </p:sp>
      <p:sp>
        <p:nvSpPr>
          <p:cNvPr id="6" name="Title 1">
            <a:extLst>
              <a:ext uri="{FF2B5EF4-FFF2-40B4-BE49-F238E27FC236}">
                <a16:creationId xmlns:a16="http://schemas.microsoft.com/office/drawing/2014/main" id="{C8D9A1F2-9AB7-D666-C4B9-2E551A8E1D73}"/>
              </a:ext>
            </a:extLst>
          </p:cNvPr>
          <p:cNvSpPr>
            <a:spLocks noGrp="1"/>
          </p:cNvSpPr>
          <p:nvPr>
            <p:ph type="title"/>
          </p:nvPr>
        </p:nvSpPr>
        <p:spPr>
          <a:xfrm>
            <a:off x="622091" y="1908327"/>
            <a:ext cx="7899818" cy="1874789"/>
          </a:xfrm>
        </p:spPr>
        <p:txBody>
          <a:bodyPr/>
          <a:lstStyle/>
          <a:p>
            <a:pPr lvl="0"/>
            <a:r>
              <a:rPr lang="en-US" sz="1600" b="1" dirty="0">
                <a:latin typeface="Segeo UI Light"/>
              </a:rPr>
              <a:t>- Server (CA, repositories, backup, time-stamping)</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hiện</a:t>
            </a:r>
            <a:r>
              <a:rPr lang="en-US" sz="1600" dirty="0">
                <a:latin typeface="Segeo UI Light"/>
              </a:rPr>
              <a:t> </a:t>
            </a:r>
            <a:r>
              <a:rPr lang="en-US" sz="1600" dirty="0" err="1">
                <a:latin typeface="Segeo UI Light"/>
              </a:rPr>
              <a:t>dịch</a:t>
            </a:r>
            <a:r>
              <a:rPr lang="en-US" sz="1600" dirty="0">
                <a:latin typeface="Segeo UI Light"/>
              </a:rPr>
              <a:t> </a:t>
            </a:r>
            <a:r>
              <a:rPr lang="en-US" sz="1600" dirty="0" err="1">
                <a:latin typeface="Segeo UI Light"/>
              </a:rPr>
              <a:t>vụ</a:t>
            </a:r>
            <a:r>
              <a:rPr lang="en-US" sz="1600" dirty="0">
                <a:latin typeface="Segeo UI Light"/>
              </a:rPr>
              <a:t> </a:t>
            </a:r>
            <a:r>
              <a:rPr lang="en-US" sz="1600" dirty="0" err="1">
                <a:latin typeface="Segeo UI Light"/>
              </a:rPr>
              <a:t>khi</a:t>
            </a: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yêu</a:t>
            </a:r>
            <a:r>
              <a:rPr lang="en-US" sz="1600" dirty="0">
                <a:latin typeface="Segeo UI Light"/>
              </a:rPr>
              <a:t> </a:t>
            </a:r>
            <a:r>
              <a:rPr lang="en-US" sz="1600" dirty="0" err="1">
                <a:latin typeface="Segeo UI Light"/>
              </a:rPr>
              <a:t>cầu</a:t>
            </a:r>
            <a:r>
              <a:rPr lang="en-US" sz="1600" dirty="0">
                <a:latin typeface="Segeo UI Light"/>
              </a:rPr>
              <a:t>.</a:t>
            </a:r>
            <a:br>
              <a:rPr lang="en-US" sz="1600" dirty="0">
                <a:latin typeface="Segeo UI Light"/>
              </a:rPr>
            </a:br>
            <a:r>
              <a:rPr lang="en-US" sz="1600" b="1" dirty="0">
                <a:latin typeface="Segeo UI Light"/>
              </a:rPr>
              <a:t>-</a:t>
            </a:r>
            <a:r>
              <a:rPr lang="en-US" sz="1600" dirty="0">
                <a:latin typeface="Segeo UI Light"/>
              </a:rPr>
              <a:t> </a:t>
            </a:r>
            <a:r>
              <a:rPr lang="en-US" sz="1600" b="1" dirty="0">
                <a:latin typeface="Segeo UI Light"/>
              </a:rPr>
              <a:t>Client</a:t>
            </a:r>
            <a:r>
              <a:rPr lang="en-US" sz="1600" dirty="0">
                <a:latin typeface="Segeo UI Light"/>
              </a:rPr>
              <a:t>: </a:t>
            </a:r>
            <a:r>
              <a:rPr lang="en-US" sz="1600" dirty="0" err="1">
                <a:latin typeface="Segeo UI Light"/>
              </a:rPr>
              <a:t>gửi</a:t>
            </a:r>
            <a:r>
              <a:rPr lang="en-US" sz="1600" dirty="0">
                <a:latin typeface="Segeo UI Light"/>
              </a:rPr>
              <a:t> </a:t>
            </a:r>
            <a:r>
              <a:rPr lang="en-US" sz="1600" dirty="0" err="1">
                <a:latin typeface="Segeo UI Light"/>
              </a:rPr>
              <a:t>yêu</a:t>
            </a:r>
            <a:r>
              <a:rPr lang="en-US" sz="1600" dirty="0">
                <a:latin typeface="Segeo UI Light"/>
              </a:rPr>
              <a:t> </a:t>
            </a:r>
            <a:r>
              <a:rPr lang="en-US" sz="1600" dirty="0" err="1">
                <a:latin typeface="Segeo UI Light"/>
              </a:rPr>
              <a:t>cầu</a:t>
            </a:r>
            <a:r>
              <a:rPr lang="en-US" sz="1600" dirty="0">
                <a:latin typeface="Segeo UI Light"/>
              </a:rPr>
              <a:t> </a:t>
            </a:r>
            <a:r>
              <a:rPr lang="en-US" sz="1600" dirty="0" err="1">
                <a:latin typeface="Segeo UI Light"/>
              </a:rPr>
              <a:t>cấp</a:t>
            </a:r>
            <a:r>
              <a:rPr lang="en-US" sz="1600" dirty="0">
                <a:latin typeface="Segeo UI Light"/>
              </a:rPr>
              <a:t>, </a:t>
            </a:r>
            <a:r>
              <a:rPr lang="en-US" sz="1600" dirty="0" err="1">
                <a:latin typeface="Segeo UI Light"/>
              </a:rPr>
              <a:t>kiểm</a:t>
            </a:r>
            <a:r>
              <a:rPr lang="en-US" sz="1600" dirty="0">
                <a:latin typeface="Segeo UI Light"/>
              </a:rPr>
              <a:t> </a:t>
            </a:r>
            <a:r>
              <a:rPr lang="en-US" sz="1600" dirty="0" err="1">
                <a:latin typeface="Segeo UI Light"/>
              </a:rPr>
              <a:t>tra</a:t>
            </a:r>
            <a:r>
              <a:rPr lang="en-US" sz="1600" dirty="0">
                <a:latin typeface="Segeo UI Light"/>
              </a:rPr>
              <a:t> CRL/OCSP, </a:t>
            </a:r>
            <a:r>
              <a:rPr lang="en-US" sz="1600" dirty="0" err="1">
                <a:latin typeface="Segeo UI Light"/>
              </a:rPr>
              <a:t>yêu</a:t>
            </a:r>
            <a:r>
              <a:rPr lang="en-US" sz="1600" dirty="0">
                <a:latin typeface="Segeo UI Light"/>
              </a:rPr>
              <a:t> </a:t>
            </a:r>
            <a:r>
              <a:rPr lang="en-US" sz="1600" dirty="0" err="1">
                <a:latin typeface="Segeo UI Light"/>
              </a:rPr>
              <a:t>cầu</a:t>
            </a:r>
            <a:r>
              <a:rPr lang="en-US" sz="1600" dirty="0">
                <a:latin typeface="Segeo UI Light"/>
              </a:rPr>
              <a:t> </a:t>
            </a:r>
            <a:r>
              <a:rPr lang="en-US" sz="1600" dirty="0" err="1">
                <a:latin typeface="Segeo UI Light"/>
              </a:rPr>
              <a:t>tem</a:t>
            </a:r>
            <a:r>
              <a:rPr lang="en-US" sz="1600" dirty="0">
                <a:latin typeface="Segeo UI Light"/>
              </a:rPr>
              <a:t> </a:t>
            </a:r>
            <a:r>
              <a:rPr lang="en-US" sz="1600" dirty="0" err="1">
                <a:latin typeface="Segeo UI Light"/>
              </a:rPr>
              <a:t>thời</a:t>
            </a:r>
            <a:r>
              <a:rPr lang="en-US" sz="1600" dirty="0">
                <a:latin typeface="Segeo UI Light"/>
              </a:rPr>
              <a:t> </a:t>
            </a:r>
            <a:r>
              <a:rPr lang="en-US" sz="1600" dirty="0" err="1">
                <a:latin typeface="Segeo UI Light"/>
              </a:rPr>
              <a:t>gian</a:t>
            </a:r>
            <a:r>
              <a:rPr lang="en-US" sz="1600" dirty="0">
                <a:latin typeface="Segeo UI Light"/>
              </a:rPr>
              <a:t>, </a:t>
            </a:r>
            <a:r>
              <a:rPr lang="en-US" sz="1600" dirty="0" err="1">
                <a:latin typeface="Segeo UI Light"/>
              </a:rPr>
              <a:t>biết</a:t>
            </a:r>
            <a:r>
              <a:rPr lang="en-US" sz="1600" dirty="0">
                <a:latin typeface="Segeo UI Light"/>
              </a:rPr>
              <a:t> </a:t>
            </a:r>
            <a:r>
              <a:rPr lang="en-US" sz="1600" dirty="0" err="1">
                <a:latin typeface="Segeo UI Light"/>
              </a:rPr>
              <a:t>lịch</a:t>
            </a:r>
            <a:r>
              <a:rPr lang="en-US" sz="1600" dirty="0">
                <a:latin typeface="Segeo UI Light"/>
              </a:rPr>
              <a:t> </a:t>
            </a:r>
            <a:r>
              <a:rPr lang="en-US" sz="1600" dirty="0" err="1">
                <a:latin typeface="Segeo UI Light"/>
              </a:rPr>
              <a:t>sử</a:t>
            </a:r>
            <a:r>
              <a:rPr lang="en-US" sz="1600" dirty="0">
                <a:latin typeface="Segeo UI Light"/>
              </a:rPr>
              <a:t> </a:t>
            </a:r>
            <a:r>
              <a:rPr lang="en-US" sz="1600" dirty="0" err="1">
                <a:latin typeface="Segeo UI Light"/>
              </a:rPr>
              <a:t>khóa</a:t>
            </a:r>
            <a:r>
              <a:rPr lang="en-US" sz="1600" dirty="0">
                <a:latin typeface="Segeo UI Light"/>
              </a:rPr>
              <a:t>.</a:t>
            </a:r>
            <a:br>
              <a:rPr lang="en-US" sz="1600" dirty="0">
                <a:latin typeface="Segeo UI Light"/>
              </a:rPr>
            </a:br>
            <a:r>
              <a:rPr lang="en-US" sz="1600" dirty="0">
                <a:latin typeface="Segeo UI Light"/>
              </a:rPr>
              <a:t>Client </a:t>
            </a:r>
            <a:r>
              <a:rPr lang="en-US" sz="1600" dirty="0" err="1">
                <a:latin typeface="Segeo UI Light"/>
              </a:rPr>
              <a:t>là</a:t>
            </a:r>
            <a:r>
              <a:rPr lang="en-US" sz="1600" dirty="0">
                <a:latin typeface="Segeo UI Light"/>
              </a:rPr>
              <a:t> </a:t>
            </a:r>
            <a:r>
              <a:rPr lang="en-US" sz="1600" dirty="0" err="1">
                <a:latin typeface="Segeo UI Light"/>
              </a:rPr>
              <a:t>thành</a:t>
            </a:r>
            <a:r>
              <a:rPr lang="en-US" sz="1600" dirty="0">
                <a:latin typeface="Segeo UI Light"/>
              </a:rPr>
              <a:t> </a:t>
            </a:r>
            <a:r>
              <a:rPr lang="en-US" sz="1600" dirty="0" err="1">
                <a:latin typeface="Segeo UI Light"/>
              </a:rPr>
              <a:t>phần</a:t>
            </a:r>
            <a:r>
              <a:rPr lang="en-US" sz="1600" dirty="0">
                <a:latin typeface="Segeo UI Light"/>
              </a:rPr>
              <a:t> </a:t>
            </a:r>
            <a:r>
              <a:rPr lang="en-US" sz="1600" dirty="0" err="1">
                <a:latin typeface="Segeo UI Light"/>
              </a:rPr>
              <a:t>thiết</a:t>
            </a:r>
            <a:r>
              <a:rPr lang="en-US" sz="1600" dirty="0">
                <a:latin typeface="Segeo UI Light"/>
              </a:rPr>
              <a:t> </a:t>
            </a:r>
            <a:r>
              <a:rPr lang="en-US" sz="1600" dirty="0" err="1">
                <a:latin typeface="Segeo UI Light"/>
              </a:rPr>
              <a:t>yếu</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dịch</a:t>
            </a:r>
            <a:r>
              <a:rPr lang="en-US" sz="1600" dirty="0">
                <a:latin typeface="Segeo UI Light"/>
              </a:rPr>
              <a:t> </a:t>
            </a:r>
            <a:r>
              <a:rPr lang="en-US" sz="1600" dirty="0" err="1">
                <a:latin typeface="Segeo UI Light"/>
              </a:rPr>
              <a:t>vụ</a:t>
            </a:r>
            <a:r>
              <a:rPr lang="en-US" sz="1600" dirty="0">
                <a:latin typeface="Segeo UI Light"/>
              </a:rPr>
              <a:t> PKI </a:t>
            </a:r>
            <a:r>
              <a:rPr lang="en-US" sz="1600" dirty="0" err="1">
                <a:latin typeface="Segeo UI Light"/>
              </a:rPr>
              <a:t>hoạt</a:t>
            </a:r>
            <a:r>
              <a:rPr lang="en-US" sz="1600" dirty="0">
                <a:latin typeface="Segeo UI Light"/>
              </a:rPr>
              <a:t> </a:t>
            </a:r>
            <a:r>
              <a:rPr lang="en-US" sz="1600" dirty="0" err="1">
                <a:latin typeface="Segeo UI Light"/>
              </a:rPr>
              <a:t>động</a:t>
            </a:r>
            <a:r>
              <a:rPr lang="en-US" sz="1600" dirty="0">
                <a:latin typeface="Segeo UI Light"/>
              </a:rPr>
              <a:t> </a:t>
            </a:r>
            <a:r>
              <a:rPr lang="en-US" sz="1600" dirty="0" err="1">
                <a:latin typeface="Segeo UI Light"/>
              </a:rPr>
              <a:t>hiệu</a:t>
            </a:r>
            <a:r>
              <a:rPr lang="en-US" sz="1600" dirty="0">
                <a:latin typeface="Segeo UI Light"/>
              </a:rPr>
              <a:t> </a:t>
            </a:r>
            <a:r>
              <a:rPr lang="en-US" sz="1600" dirty="0" err="1">
                <a:latin typeface="Segeo UI Light"/>
              </a:rPr>
              <a:t>quả</a:t>
            </a:r>
            <a:r>
              <a:rPr lang="en-US" sz="1600" dirty="0">
                <a:latin typeface="Segeo UI Light"/>
              </a:rPr>
              <a:t>.</a:t>
            </a:r>
            <a:br>
              <a:rPr lang="en-US" sz="1600" dirty="0"/>
            </a:br>
            <a:br>
              <a:rPr lang="en-US" sz="1600" dirty="0">
                <a:latin typeface="Segeo UI Light"/>
              </a:rPr>
            </a:br>
            <a:endParaRPr lang="en-US" sz="1600" dirty="0">
              <a:latin typeface="Segeo UI Light"/>
            </a:endParaRPr>
          </a:p>
        </p:txBody>
      </p:sp>
    </p:spTree>
    <p:extLst>
      <p:ext uri="{BB962C8B-B14F-4D97-AF65-F5344CB8AC3E}">
        <p14:creationId xmlns:p14="http://schemas.microsoft.com/office/powerpoint/2010/main" val="2025110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089F8-0532-2DDA-7F93-E7042D85CB4B}"/>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99F68764-C3ED-C17D-8B72-778D4EA49566}"/>
              </a:ext>
            </a:extLst>
          </p:cNvPr>
          <p:cNvSpPr txBox="1">
            <a:spLocks/>
          </p:cNvSpPr>
          <p:nvPr/>
        </p:nvSpPr>
        <p:spPr>
          <a:xfrm>
            <a:off x="783397" y="237893"/>
            <a:ext cx="8360603"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2.11. Thành </a:t>
            </a:r>
            <a:r>
              <a:rPr lang="en-US" sz="3200" b="1" dirty="0" err="1">
                <a:latin typeface="Segeo UI Black"/>
              </a:rPr>
              <a:t>phần</a:t>
            </a:r>
            <a:r>
              <a:rPr lang="en-US" sz="3200" b="1" dirty="0">
                <a:latin typeface="Segeo UI Black"/>
              </a:rPr>
              <a:t> </a:t>
            </a:r>
            <a:r>
              <a:rPr lang="en-US" sz="3200" b="1" dirty="0" err="1">
                <a:latin typeface="Segeo UI Black"/>
              </a:rPr>
              <a:t>chính</a:t>
            </a:r>
            <a:r>
              <a:rPr lang="en-US" sz="3200" b="1" dirty="0">
                <a:latin typeface="Segeo UI Black"/>
              </a:rPr>
              <a:t> </a:t>
            </a:r>
            <a:r>
              <a:rPr lang="en-US" sz="3200" b="1" dirty="0" err="1">
                <a:latin typeface="Segeo UI Black"/>
              </a:rPr>
              <a:t>của</a:t>
            </a:r>
            <a:r>
              <a:rPr lang="en-US" sz="3200" b="1" dirty="0">
                <a:latin typeface="Segeo UI Black"/>
              </a:rPr>
              <a:t> PKI</a:t>
            </a:r>
            <a:endParaRPr lang="en-US" sz="3200" dirty="0">
              <a:latin typeface="Segeo UI Black"/>
            </a:endParaRPr>
          </a:p>
        </p:txBody>
      </p:sp>
      <p:sp>
        <p:nvSpPr>
          <p:cNvPr id="6" name="Title 1">
            <a:extLst>
              <a:ext uri="{FF2B5EF4-FFF2-40B4-BE49-F238E27FC236}">
                <a16:creationId xmlns:a16="http://schemas.microsoft.com/office/drawing/2014/main" id="{219C86BC-5E22-1F7C-81ED-1ACE653C29B9}"/>
              </a:ext>
            </a:extLst>
          </p:cNvPr>
          <p:cNvSpPr>
            <a:spLocks noGrp="1"/>
          </p:cNvSpPr>
          <p:nvPr>
            <p:ph type="title"/>
          </p:nvPr>
        </p:nvSpPr>
        <p:spPr>
          <a:xfrm>
            <a:off x="622091" y="2354376"/>
            <a:ext cx="7899818" cy="1874789"/>
          </a:xfrm>
        </p:spPr>
        <p:txBody>
          <a:bodyPr/>
          <a:lstStyle/>
          <a:p>
            <a:pPr lvl="0"/>
            <a:r>
              <a:rPr lang="en-US" sz="1600" dirty="0">
                <a:latin typeface="Segeo UI Light"/>
              </a:rPr>
              <a:t>CA (Certification Authority)</a:t>
            </a:r>
            <a:br>
              <a:rPr lang="en-US" sz="1600" dirty="0">
                <a:latin typeface="Segeo UI Light"/>
              </a:rPr>
            </a:br>
            <a:r>
              <a:rPr lang="en-US" sz="1600" dirty="0">
                <a:latin typeface="Segeo UI Light"/>
              </a:rPr>
              <a:t>RA (Registration Authority)</a:t>
            </a:r>
            <a:br>
              <a:rPr lang="en-US" sz="1600" dirty="0">
                <a:latin typeface="Segeo UI Light"/>
              </a:rPr>
            </a:br>
            <a:r>
              <a:rPr lang="en-US" sz="1600" dirty="0">
                <a:latin typeface="Segeo UI Light"/>
              </a:rPr>
              <a:t>Clients</a:t>
            </a:r>
            <a:br>
              <a:rPr lang="en-US" sz="1600" dirty="0">
                <a:latin typeface="Segeo UI Light"/>
              </a:rPr>
            </a:br>
            <a:r>
              <a:rPr lang="en-US" sz="1600" dirty="0">
                <a:latin typeface="Segeo UI Light"/>
              </a:rPr>
              <a:t>Repositories (CRL, </a:t>
            </a:r>
            <a:r>
              <a:rPr lang="en-US" sz="1600" dirty="0" err="1">
                <a:latin typeface="Segeo UI Light"/>
              </a:rPr>
              <a:t>kho</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thư</a:t>
            </a:r>
            <a:r>
              <a:rPr lang="en-US" sz="1600" dirty="0">
                <a:latin typeface="Segeo UI Light"/>
              </a:rPr>
              <a:t>)</a:t>
            </a:r>
            <a:br>
              <a:rPr lang="en-US" sz="1600" dirty="0">
                <a:latin typeface="Segeo UI Light"/>
              </a:rPr>
            </a:br>
            <a:r>
              <a:rPr lang="en-US" sz="1600" dirty="0">
                <a:latin typeface="Segeo UI Light"/>
              </a:rPr>
              <a:t>Digital Certificates</a:t>
            </a:r>
            <a:br>
              <a:rPr lang="en-US" sz="1600" dirty="0">
                <a:latin typeface="Segeo UI Light"/>
              </a:rPr>
            </a:br>
            <a:r>
              <a:rPr lang="en-US" sz="1600" dirty="0">
                <a:latin typeface="Segeo UI Light"/>
              </a:rPr>
              <a:t>Validation Authority (VA)</a:t>
            </a:r>
            <a:br>
              <a:rPr lang="en-US" sz="1600" dirty="0">
                <a:latin typeface="Segeo UI Light"/>
              </a:rPr>
            </a:br>
            <a:r>
              <a:rPr lang="en-US" sz="1600" dirty="0">
                <a:latin typeface="Segeo UI Light"/>
              </a:rPr>
              <a:t>Certificate Distribution System (CDS)</a:t>
            </a:r>
            <a:br>
              <a:rPr lang="en-US" sz="1600" dirty="0">
                <a:latin typeface="Segeo UI Light"/>
              </a:rPr>
            </a:br>
            <a:endParaRPr lang="en-US" sz="1600" dirty="0">
              <a:latin typeface="Segeo UI Light"/>
            </a:endParaRPr>
          </a:p>
        </p:txBody>
      </p:sp>
    </p:spTree>
    <p:extLst>
      <p:ext uri="{BB962C8B-B14F-4D97-AF65-F5344CB8AC3E}">
        <p14:creationId xmlns:p14="http://schemas.microsoft.com/office/powerpoint/2010/main" val="1111006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EF671-1DCD-472D-33C2-B4AED25079ED}"/>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58F940C4-EF4F-04E1-4F7E-FF5A8B9531EC}"/>
              </a:ext>
            </a:extLst>
          </p:cNvPr>
          <p:cNvSpPr txBox="1">
            <a:spLocks/>
          </p:cNvSpPr>
          <p:nvPr/>
        </p:nvSpPr>
        <p:spPr>
          <a:xfrm>
            <a:off x="783397" y="237893"/>
            <a:ext cx="8360603"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2.11. </a:t>
            </a:r>
            <a:r>
              <a:rPr lang="en-US" sz="3200" b="1" dirty="0" err="1">
                <a:latin typeface="Segeo UI Black"/>
              </a:rPr>
              <a:t>Cách</a:t>
            </a:r>
            <a:r>
              <a:rPr lang="en-US" sz="3200" b="1" dirty="0">
                <a:latin typeface="Segeo UI Black"/>
              </a:rPr>
              <a:t> </a:t>
            </a:r>
            <a:r>
              <a:rPr lang="en-US" sz="3200" b="1" dirty="0" err="1">
                <a:latin typeface="Segeo UI Black"/>
              </a:rPr>
              <a:t>hoạt</a:t>
            </a:r>
            <a:r>
              <a:rPr lang="en-US" sz="3200" b="1" dirty="0">
                <a:latin typeface="Segeo UI Black"/>
              </a:rPr>
              <a:t> </a:t>
            </a:r>
            <a:r>
              <a:rPr lang="en-US" sz="3200" b="1" dirty="0" err="1">
                <a:latin typeface="Segeo UI Black"/>
              </a:rPr>
              <a:t>động</a:t>
            </a:r>
            <a:r>
              <a:rPr lang="en-US" sz="3200" b="1" dirty="0">
                <a:latin typeface="Segeo UI Black"/>
              </a:rPr>
              <a:t> (</a:t>
            </a:r>
            <a:r>
              <a:rPr lang="en-US" sz="3200" b="1" dirty="0" err="1">
                <a:latin typeface="Segeo UI Black"/>
              </a:rPr>
              <a:t>Luồng</a:t>
            </a:r>
            <a:r>
              <a:rPr lang="en-US" sz="3200" b="1" dirty="0">
                <a:latin typeface="Segeo UI Black"/>
              </a:rPr>
              <a:t> </a:t>
            </a:r>
            <a:r>
              <a:rPr lang="en-US" sz="3200" b="1" dirty="0" err="1">
                <a:latin typeface="Segeo UI Black"/>
              </a:rPr>
              <a:t>chính</a:t>
            </a:r>
            <a:r>
              <a:rPr lang="en-US" sz="3200" b="1" dirty="0">
                <a:latin typeface="Segeo UI Black"/>
              </a:rPr>
              <a:t>)</a:t>
            </a:r>
            <a:endParaRPr lang="en-US" sz="3200" dirty="0">
              <a:latin typeface="Segeo UI Black"/>
            </a:endParaRPr>
          </a:p>
        </p:txBody>
      </p:sp>
      <p:sp>
        <p:nvSpPr>
          <p:cNvPr id="6" name="Title 1">
            <a:extLst>
              <a:ext uri="{FF2B5EF4-FFF2-40B4-BE49-F238E27FC236}">
                <a16:creationId xmlns:a16="http://schemas.microsoft.com/office/drawing/2014/main" id="{1C410FDE-DCED-6500-BA3D-268035498F9A}"/>
              </a:ext>
            </a:extLst>
          </p:cNvPr>
          <p:cNvSpPr>
            <a:spLocks noGrp="1"/>
          </p:cNvSpPr>
          <p:nvPr>
            <p:ph type="title"/>
          </p:nvPr>
        </p:nvSpPr>
        <p:spPr>
          <a:xfrm>
            <a:off x="622091" y="2354376"/>
            <a:ext cx="7899818" cy="1874789"/>
          </a:xfrm>
        </p:spPr>
        <p:txBody>
          <a:bodyPr/>
          <a:lstStyle/>
          <a:p>
            <a:r>
              <a:rPr lang="en-US" sz="1600" b="1" dirty="0">
                <a:latin typeface="Segeo UI Light"/>
              </a:rPr>
              <a:t>Các </a:t>
            </a:r>
            <a:r>
              <a:rPr lang="en-US" sz="1600" b="1" dirty="0" err="1">
                <a:latin typeface="Segeo UI Light"/>
              </a:rPr>
              <a:t>hoạt</a:t>
            </a:r>
            <a:r>
              <a:rPr lang="en-US" sz="1600" b="1" dirty="0">
                <a:latin typeface="Segeo UI Light"/>
              </a:rPr>
              <a:t> </a:t>
            </a:r>
            <a:r>
              <a:rPr lang="en-US" sz="1600" b="1" dirty="0" err="1">
                <a:latin typeface="Segeo UI Light"/>
              </a:rPr>
              <a:t>động</a:t>
            </a:r>
            <a:r>
              <a:rPr lang="en-US" sz="1600" b="1" dirty="0">
                <a:latin typeface="Segeo UI Light"/>
              </a:rPr>
              <a:t> </a:t>
            </a:r>
            <a:r>
              <a:rPr lang="en-US" sz="1600" b="1" dirty="0" err="1">
                <a:latin typeface="Segeo UI Light"/>
              </a:rPr>
              <a:t>chính</a:t>
            </a:r>
            <a:r>
              <a:rPr lang="en-US" sz="1600" b="1" dirty="0">
                <a:latin typeface="Segeo UI Light"/>
              </a:rPr>
              <a:t> </a:t>
            </a:r>
            <a:r>
              <a:rPr lang="en-US" sz="1600" b="1" dirty="0" err="1">
                <a:latin typeface="Segeo UI Light"/>
              </a:rPr>
              <a:t>của</a:t>
            </a:r>
            <a:r>
              <a:rPr lang="en-US" sz="1600" b="1" dirty="0">
                <a:latin typeface="Segeo UI Light"/>
              </a:rPr>
              <a:t> PKI bao </a:t>
            </a:r>
            <a:r>
              <a:rPr lang="en-US" sz="1600" b="1" dirty="0" err="1">
                <a:latin typeface="Segeo UI Light"/>
              </a:rPr>
              <a:t>gồm</a:t>
            </a:r>
            <a:r>
              <a:rPr lang="en-US" sz="1600" b="1" dirty="0">
                <a:latin typeface="Segeo UI Light"/>
              </a:rPr>
              <a:t>:</a:t>
            </a:r>
            <a:br>
              <a:rPr lang="en-US" sz="1600" dirty="0">
                <a:latin typeface="Segeo UI Light"/>
              </a:rPr>
            </a:br>
            <a:r>
              <a:rPr lang="en-US" sz="1600" dirty="0" err="1">
                <a:latin typeface="Segeo UI Light"/>
              </a:rPr>
              <a:t>Khởi</a:t>
            </a:r>
            <a:r>
              <a:rPr lang="en-US" sz="1600" dirty="0">
                <a:latin typeface="Segeo UI Light"/>
              </a:rPr>
              <a:t> </a:t>
            </a:r>
            <a:r>
              <a:rPr lang="en-US" sz="1600" dirty="0" err="1">
                <a:latin typeface="Segeo UI Light"/>
              </a:rPr>
              <a:t>tạo</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thể</a:t>
            </a:r>
            <a:r>
              <a:rPr lang="en-US" sz="1600" dirty="0">
                <a:latin typeface="Segeo UI Light"/>
              </a:rPr>
              <a:t> </a:t>
            </a:r>
            <a:r>
              <a:rPr lang="en-US" sz="1600" dirty="0" err="1">
                <a:latin typeface="Segeo UI Light"/>
              </a:rPr>
              <a:t>cuối</a:t>
            </a:r>
            <a:r>
              <a:rPr lang="en-US" sz="1600" dirty="0">
                <a:latin typeface="Segeo UI Light"/>
              </a:rPr>
              <a:t>: </a:t>
            </a:r>
            <a:r>
              <a:rPr lang="en-US" sz="1600" dirty="0" err="1">
                <a:latin typeface="Segeo UI Light"/>
              </a:rPr>
              <a:t>đăng</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thông</a:t>
            </a:r>
            <a:r>
              <a:rPr lang="en-US" sz="1600" dirty="0">
                <a:latin typeface="Segeo UI Light"/>
              </a:rPr>
              <a:t> tin </a:t>
            </a:r>
            <a:r>
              <a:rPr lang="en-US" sz="1600" dirty="0" err="1">
                <a:latin typeface="Segeo UI Light"/>
              </a:rPr>
              <a:t>người</a:t>
            </a:r>
            <a:r>
              <a:rPr lang="en-US" sz="1600" dirty="0">
                <a:latin typeface="Segeo UI Light"/>
              </a:rPr>
              <a:t> </a:t>
            </a:r>
            <a:r>
              <a:rPr lang="en-US" sz="1600" dirty="0" err="1">
                <a:latin typeface="Segeo UI Light"/>
              </a:rPr>
              <a:t>dùng</a:t>
            </a:r>
            <a:r>
              <a:rPr lang="en-US" sz="1600" dirty="0">
                <a:latin typeface="Segeo UI Light"/>
              </a:rPr>
              <a:t>/</a:t>
            </a:r>
            <a:r>
              <a:rPr lang="en-US" sz="1600" dirty="0" err="1">
                <a:latin typeface="Segeo UI Light"/>
              </a:rPr>
              <a:t>hệ</a:t>
            </a:r>
            <a:r>
              <a:rPr lang="en-US" sz="1600" dirty="0">
                <a:latin typeface="Segeo UI Light"/>
              </a:rPr>
              <a:t> </a:t>
            </a:r>
            <a:r>
              <a:rPr lang="en-US" sz="1600" dirty="0" err="1">
                <a:latin typeface="Segeo UI Light"/>
              </a:rPr>
              <a:t>thống</a:t>
            </a:r>
            <a:r>
              <a:rPr lang="en-US" sz="1600" dirty="0">
                <a:latin typeface="Segeo UI Light"/>
              </a:rPr>
              <a:t> </a:t>
            </a:r>
            <a:r>
              <a:rPr lang="en-US" sz="1600" dirty="0" err="1">
                <a:latin typeface="Segeo UI Light"/>
              </a:rPr>
              <a:t>với</a:t>
            </a:r>
            <a:r>
              <a:rPr lang="en-US" sz="1600" dirty="0">
                <a:latin typeface="Segeo UI Light"/>
              </a:rPr>
              <a:t> PKI.</a:t>
            </a:r>
            <a:br>
              <a:rPr lang="en-US" sz="1600" dirty="0">
                <a:latin typeface="Segeo UI Light"/>
              </a:rPr>
            </a:br>
            <a:r>
              <a:rPr lang="en-US" sz="1600" dirty="0" err="1">
                <a:latin typeface="Segeo UI Light"/>
              </a:rPr>
              <a:t>Tạo</a:t>
            </a:r>
            <a:r>
              <a:rPr lang="en-US" sz="1600" dirty="0">
                <a:latin typeface="Segeo UI Light"/>
              </a:rPr>
              <a:t> </a:t>
            </a:r>
            <a:r>
              <a:rPr lang="en-US" sz="1600" dirty="0" err="1">
                <a:latin typeface="Segeo UI Light"/>
              </a:rPr>
              <a:t>cặp</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sinh</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bí</a:t>
            </a:r>
            <a:r>
              <a:rPr lang="en-US" sz="1600" dirty="0">
                <a:latin typeface="Segeo UI Light"/>
              </a:rPr>
              <a:t> </a:t>
            </a:r>
            <a:r>
              <a:rPr lang="en-US" sz="1600" dirty="0" err="1">
                <a:latin typeface="Segeo UI Light"/>
              </a:rPr>
              <a:t>mật</a:t>
            </a:r>
            <a:r>
              <a:rPr lang="en-US" sz="1600" dirty="0">
                <a:latin typeface="Segeo UI Light"/>
              </a:rPr>
              <a:t> </a:t>
            </a:r>
            <a:r>
              <a:rPr lang="en-US" sz="1600" dirty="0" err="1">
                <a:latin typeface="Segeo UI Light"/>
              </a:rPr>
              <a:t>cho</a:t>
            </a:r>
            <a:r>
              <a:rPr lang="en-US" sz="1600" dirty="0">
                <a:latin typeface="Segeo UI Light"/>
              </a:rPr>
              <a:t> </a:t>
            </a:r>
            <a:r>
              <a:rPr lang="en-US" sz="1600" dirty="0" err="1">
                <a:latin typeface="Segeo UI Light"/>
              </a:rPr>
              <a:t>mỗi</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thể</a:t>
            </a:r>
            <a:r>
              <a:rPr lang="en-US" sz="1600" dirty="0">
                <a:latin typeface="Segeo UI Light"/>
              </a:rPr>
              <a:t>.</a:t>
            </a:r>
            <a:br>
              <a:rPr lang="en-US" sz="1600" dirty="0">
                <a:latin typeface="Segeo UI Light"/>
              </a:rPr>
            </a:br>
            <a:r>
              <a:rPr lang="en-US" sz="1600" dirty="0" err="1">
                <a:latin typeface="Segeo UI Light"/>
              </a:rPr>
              <a:t>Áp</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định</a:t>
            </a:r>
            <a:r>
              <a:rPr lang="en-US" sz="1600" dirty="0">
                <a:latin typeface="Segeo UI Light"/>
              </a:rPr>
              <a:t> </a:t>
            </a:r>
            <a:r>
              <a:rPr lang="en-US" sz="1600" dirty="0" err="1">
                <a:latin typeface="Segeo UI Light"/>
              </a:rPr>
              <a:t>danh</a:t>
            </a:r>
            <a:r>
              <a:rPr lang="en-US" sz="1600" dirty="0">
                <a:latin typeface="Segeo UI Light"/>
              </a:rPr>
              <a:t> </a:t>
            </a:r>
            <a:r>
              <a:rPr lang="en-US" sz="1600" dirty="0" err="1">
                <a:latin typeface="Segeo UI Light"/>
              </a:rPr>
              <a:t>tính</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gửi</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đảm</a:t>
            </a:r>
            <a:r>
              <a:rPr lang="en-US" sz="1600" dirty="0">
                <a:latin typeface="Segeo UI Light"/>
              </a:rPr>
              <a:t> </a:t>
            </a:r>
            <a:r>
              <a:rPr lang="en-US" sz="1600" dirty="0" err="1">
                <a:latin typeface="Segeo UI Light"/>
              </a:rPr>
              <a:t>bảo</a:t>
            </a:r>
            <a:r>
              <a:rPr lang="en-US" sz="1600" dirty="0">
                <a:latin typeface="Segeo UI Light"/>
              </a:rPr>
              <a:t> </a:t>
            </a:r>
            <a:r>
              <a:rPr lang="en-US" sz="1600" dirty="0" err="1">
                <a:latin typeface="Segeo UI Light"/>
              </a:rPr>
              <a:t>tính</a:t>
            </a:r>
            <a:r>
              <a:rPr lang="en-US" sz="1600" dirty="0">
                <a:latin typeface="Segeo UI Light"/>
              </a:rPr>
              <a:t> </a:t>
            </a:r>
            <a:r>
              <a:rPr lang="en-US" sz="1600" dirty="0" err="1">
                <a:latin typeface="Segeo UI Light"/>
              </a:rPr>
              <a:t>toàn</a:t>
            </a:r>
            <a:r>
              <a:rPr lang="en-US" sz="1600" dirty="0">
                <a:latin typeface="Segeo UI Light"/>
              </a:rPr>
              <a:t> </a:t>
            </a:r>
            <a:r>
              <a:rPr lang="en-US" sz="1600" dirty="0" err="1">
                <a:latin typeface="Segeo UI Light"/>
              </a:rPr>
              <a:t>vẹn</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điệp</a:t>
            </a:r>
            <a:r>
              <a:rPr lang="en-US" sz="1600" dirty="0">
                <a:latin typeface="Segeo UI Light"/>
              </a:rPr>
              <a:t>.</a:t>
            </a:r>
            <a:br>
              <a:rPr lang="en-US" sz="1600" dirty="0">
                <a:latin typeface="Segeo UI Light"/>
              </a:rPr>
            </a:br>
            <a:r>
              <a:rPr lang="en-US" sz="1600" dirty="0" err="1">
                <a:latin typeface="Segeo UI Light"/>
              </a:rPr>
              <a:t>Mã</a:t>
            </a:r>
            <a:r>
              <a:rPr lang="en-US" sz="1600" dirty="0">
                <a:latin typeface="Segeo UI Light"/>
              </a:rPr>
              <a:t> </a:t>
            </a:r>
            <a:r>
              <a:rPr lang="en-US" sz="1600" dirty="0" err="1">
                <a:latin typeface="Segeo UI Light"/>
              </a:rPr>
              <a:t>hóa</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báo</a:t>
            </a:r>
            <a:r>
              <a:rPr lang="en-US" sz="1600" dirty="0">
                <a:latin typeface="Segeo UI Light"/>
              </a:rPr>
              <a:t>: </a:t>
            </a:r>
            <a:r>
              <a:rPr lang="en-US" sz="1600" dirty="0" err="1">
                <a:latin typeface="Segeo UI Light"/>
              </a:rPr>
              <a:t>bảo</a:t>
            </a:r>
            <a:r>
              <a:rPr lang="en-US" sz="1600" dirty="0">
                <a:latin typeface="Segeo UI Light"/>
              </a:rPr>
              <a:t> </a:t>
            </a:r>
            <a:r>
              <a:rPr lang="en-US" sz="1600" dirty="0" err="1">
                <a:latin typeface="Segeo UI Light"/>
              </a:rPr>
              <a:t>vệ</a:t>
            </a:r>
            <a:r>
              <a:rPr lang="en-US" sz="1600" dirty="0">
                <a:latin typeface="Segeo UI Light"/>
              </a:rPr>
              <a:t> </a:t>
            </a:r>
            <a:r>
              <a:rPr lang="en-US" sz="1600" dirty="0" err="1">
                <a:latin typeface="Segeo UI Light"/>
              </a:rPr>
              <a:t>tính</a:t>
            </a:r>
            <a:r>
              <a:rPr lang="en-US" sz="1600" dirty="0">
                <a:latin typeface="Segeo UI Light"/>
              </a:rPr>
              <a:t> </a:t>
            </a:r>
            <a:r>
              <a:rPr lang="en-US" sz="1600" dirty="0" err="1">
                <a:latin typeface="Segeo UI Light"/>
              </a:rPr>
              <a:t>bí</a:t>
            </a:r>
            <a:r>
              <a:rPr lang="en-US" sz="1600" dirty="0">
                <a:latin typeface="Segeo UI Light"/>
              </a:rPr>
              <a:t> </a:t>
            </a:r>
            <a:r>
              <a:rPr lang="en-US" sz="1600" dirty="0" err="1">
                <a:latin typeface="Segeo UI Light"/>
              </a:rPr>
              <a:t>mật</a:t>
            </a:r>
            <a:r>
              <a:rPr lang="en-US" sz="1600" dirty="0">
                <a:latin typeface="Segeo UI Light"/>
              </a:rPr>
              <a:t> </a:t>
            </a:r>
            <a:r>
              <a:rPr lang="en-US" sz="1600" dirty="0" err="1">
                <a:latin typeface="Segeo UI Light"/>
              </a:rPr>
              <a:t>nội</a:t>
            </a:r>
            <a:r>
              <a:rPr lang="en-US" sz="1600" dirty="0">
                <a:latin typeface="Segeo UI Light"/>
              </a:rPr>
              <a:t> dung </a:t>
            </a:r>
            <a:r>
              <a:rPr lang="en-US" sz="1600" dirty="0" err="1">
                <a:latin typeface="Segeo UI Light"/>
              </a:rPr>
              <a:t>trao</a:t>
            </a:r>
            <a:r>
              <a:rPr lang="en-US" sz="1600" dirty="0">
                <a:latin typeface="Segeo UI Light"/>
              </a:rPr>
              <a:t> </a:t>
            </a:r>
            <a:r>
              <a:rPr lang="en-US" sz="1600" dirty="0" err="1">
                <a:latin typeface="Segeo UI Light"/>
              </a:rPr>
              <a:t>đổi</a:t>
            </a:r>
            <a:r>
              <a:rPr lang="en-US" sz="1600" dirty="0">
                <a:latin typeface="Segeo UI Light"/>
              </a:rPr>
              <a:t>.</a:t>
            </a:r>
            <a:br>
              <a:rPr lang="en-US" sz="1600" dirty="0">
                <a:latin typeface="Segeo UI Light"/>
              </a:rPr>
            </a:br>
            <a:r>
              <a:rPr lang="en-US" sz="1600" dirty="0" err="1">
                <a:latin typeface="Segeo UI Light"/>
              </a:rPr>
              <a:t>Truyền</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đối</a:t>
            </a:r>
            <a:r>
              <a:rPr lang="en-US" sz="1600" dirty="0">
                <a:latin typeface="Segeo UI Light"/>
              </a:rPr>
              <a:t> </a:t>
            </a:r>
            <a:r>
              <a:rPr lang="en-US" sz="1600" dirty="0" err="1">
                <a:latin typeface="Segeo UI Light"/>
              </a:rPr>
              <a:t>xứng</a:t>
            </a:r>
            <a:r>
              <a:rPr lang="en-US" sz="1600" dirty="0">
                <a:latin typeface="Segeo UI Light"/>
              </a:rPr>
              <a:t>: chia </a:t>
            </a:r>
            <a:r>
              <a:rPr lang="en-US" sz="1600" dirty="0" err="1">
                <a:latin typeface="Segeo UI Light"/>
              </a:rPr>
              <a:t>sẻ</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phiên</a:t>
            </a:r>
            <a:r>
              <a:rPr lang="en-US" sz="1600" dirty="0">
                <a:latin typeface="Segeo UI Light"/>
              </a:rPr>
              <a:t> an </a:t>
            </a:r>
            <a:r>
              <a:rPr lang="en-US" sz="1600" dirty="0" err="1">
                <a:latin typeface="Segeo UI Light"/>
              </a:rPr>
              <a:t>toàn</a:t>
            </a:r>
            <a:r>
              <a:rPr lang="en-US" sz="1600" dirty="0">
                <a:latin typeface="Segeo UI Light"/>
              </a:rPr>
              <a:t> (</a:t>
            </a:r>
            <a:r>
              <a:rPr lang="en-US" sz="1600" dirty="0" err="1">
                <a:latin typeface="Segeo UI Light"/>
              </a:rPr>
              <a:t>thường</a:t>
            </a:r>
            <a:r>
              <a:rPr lang="en-US" sz="1600" dirty="0">
                <a:latin typeface="Segeo UI Light"/>
              </a:rPr>
              <a:t> </a:t>
            </a:r>
            <a:r>
              <a:rPr lang="en-US" sz="1600" dirty="0" err="1">
                <a:latin typeface="Segeo UI Light"/>
              </a:rPr>
              <a:t>được</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hóa</a:t>
            </a:r>
            <a:r>
              <a:rPr lang="en-US" sz="1600" dirty="0">
                <a:latin typeface="Segeo UI Light"/>
              </a:rPr>
              <a:t> </a:t>
            </a:r>
            <a:r>
              <a:rPr lang="en-US" sz="1600" dirty="0" err="1">
                <a:latin typeface="Segeo UI Light"/>
              </a:rPr>
              <a:t>bằng</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a:t>
            </a:r>
            <a:br>
              <a:rPr lang="en-US" sz="1600" dirty="0">
                <a:latin typeface="Segeo UI Light"/>
              </a:rPr>
            </a:br>
            <a:r>
              <a:rPr lang="en-US" sz="1600" dirty="0" err="1">
                <a:latin typeface="Segeo UI Light"/>
              </a:rPr>
              <a:t>Xác</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định</a:t>
            </a:r>
            <a:r>
              <a:rPr lang="en-US" sz="1600" dirty="0">
                <a:latin typeface="Segeo UI Light"/>
              </a:rPr>
              <a:t> </a:t>
            </a:r>
            <a:r>
              <a:rPr lang="en-US" sz="1600" dirty="0" err="1">
                <a:latin typeface="Segeo UI Light"/>
              </a:rPr>
              <a:t>danh</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gửi</a:t>
            </a:r>
            <a:r>
              <a:rPr lang="en-US" sz="1600" dirty="0">
                <a:latin typeface="Segeo UI Light"/>
              </a:rPr>
              <a:t>: </a:t>
            </a:r>
            <a:r>
              <a:rPr lang="en-US" sz="1600" dirty="0" err="1">
                <a:latin typeface="Segeo UI Light"/>
              </a:rPr>
              <a:t>thông</a:t>
            </a:r>
            <a:r>
              <a:rPr lang="en-US" sz="1600" dirty="0">
                <a:latin typeface="Segeo UI Light"/>
              </a:rPr>
              <a:t> qua </a:t>
            </a:r>
            <a:r>
              <a:rPr lang="en-US" sz="1600" dirty="0" err="1">
                <a:latin typeface="Segeo UI Light"/>
              </a:rPr>
              <a:t>chứng</a:t>
            </a:r>
            <a:r>
              <a:rPr lang="en-US" sz="1600" dirty="0">
                <a:latin typeface="Segeo UI Light"/>
              </a:rPr>
              <a:t> </a:t>
            </a:r>
            <a:r>
              <a:rPr lang="en-US" sz="1600" dirty="0" err="1">
                <a:latin typeface="Segeo UI Light"/>
              </a:rPr>
              <a:t>thư</a:t>
            </a:r>
            <a:r>
              <a:rPr lang="en-US" sz="1600" dirty="0">
                <a:latin typeface="Segeo UI Light"/>
              </a:rPr>
              <a:t> </a:t>
            </a:r>
            <a:r>
              <a:rPr lang="en-US" sz="1600" dirty="0" err="1">
                <a:latin typeface="Segeo UI Light"/>
              </a:rPr>
              <a:t>số</a:t>
            </a:r>
            <a:r>
              <a:rPr lang="en-US" sz="1600" dirty="0">
                <a:latin typeface="Segeo UI Light"/>
              </a:rPr>
              <a:t> do CA </a:t>
            </a:r>
            <a:r>
              <a:rPr lang="en-US" sz="1600" dirty="0" err="1">
                <a:latin typeface="Segeo UI Light"/>
              </a:rPr>
              <a:t>cấp</a:t>
            </a:r>
            <a:r>
              <a:rPr lang="en-US" sz="1600" dirty="0">
                <a:latin typeface="Segeo UI Light"/>
              </a:rPr>
              <a:t>.</a:t>
            </a:r>
            <a:br>
              <a:rPr lang="en-US" sz="1600" dirty="0">
                <a:latin typeface="Segeo UI Light"/>
              </a:rPr>
            </a:br>
            <a:r>
              <a:rPr lang="en-US" sz="1600" dirty="0" err="1">
                <a:latin typeface="Segeo UI Light"/>
              </a:rPr>
              <a:t>Giải</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báo</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kiểm</a:t>
            </a:r>
            <a:r>
              <a:rPr lang="en-US" sz="1600" dirty="0">
                <a:latin typeface="Segeo UI Light"/>
              </a:rPr>
              <a:t> </a:t>
            </a:r>
            <a:r>
              <a:rPr lang="en-US" sz="1600" dirty="0" err="1">
                <a:latin typeface="Segeo UI Light"/>
              </a:rPr>
              <a:t>tra</a:t>
            </a:r>
            <a:r>
              <a:rPr lang="en-US" sz="1600" dirty="0">
                <a:latin typeface="Segeo UI Light"/>
              </a:rPr>
              <a:t> </a:t>
            </a:r>
            <a:r>
              <a:rPr lang="en-US" sz="1600" dirty="0" err="1">
                <a:latin typeface="Segeo UI Light"/>
              </a:rPr>
              <a:t>nội</a:t>
            </a:r>
            <a:r>
              <a:rPr lang="en-US" sz="1600" dirty="0">
                <a:latin typeface="Segeo UI Light"/>
              </a:rPr>
              <a:t> dung: </a:t>
            </a:r>
            <a:r>
              <a:rPr lang="en-US" sz="1600" dirty="0" err="1">
                <a:latin typeface="Segeo UI Light"/>
              </a:rPr>
              <a:t>người</a:t>
            </a:r>
            <a:r>
              <a:rPr lang="en-US" sz="1600" dirty="0">
                <a:latin typeface="Segeo UI Light"/>
              </a:rPr>
              <a:t> </a:t>
            </a:r>
            <a:r>
              <a:rPr lang="en-US" sz="1600" dirty="0" err="1">
                <a:latin typeface="Segeo UI Light"/>
              </a:rPr>
              <a:t>nhận</a:t>
            </a:r>
            <a:r>
              <a:rPr lang="en-US" sz="1600" dirty="0">
                <a:latin typeface="Segeo UI Light"/>
              </a:rPr>
              <a:t> </a:t>
            </a:r>
            <a:r>
              <a:rPr lang="en-US" sz="1600" dirty="0" err="1">
                <a:latin typeface="Segeo UI Light"/>
              </a:rPr>
              <a:t>dùng</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phù</a:t>
            </a:r>
            <a:r>
              <a:rPr lang="en-US" sz="1600" dirty="0">
                <a:latin typeface="Segeo UI Light"/>
              </a:rPr>
              <a:t> </a:t>
            </a:r>
            <a:r>
              <a:rPr lang="en-US" sz="1600" dirty="0" err="1">
                <a:latin typeface="Segeo UI Light"/>
              </a:rPr>
              <a:t>hợp</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giải</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minh</a:t>
            </a:r>
            <a:r>
              <a:rPr lang="en-US" sz="1600" dirty="0">
                <a:latin typeface="Segeo UI Light"/>
              </a:rPr>
              <a:t> </a:t>
            </a:r>
            <a:r>
              <a:rPr lang="en-US" sz="1600" dirty="0" err="1">
                <a:latin typeface="Segeo UI Light"/>
              </a:rPr>
              <a:t>toàn</a:t>
            </a:r>
            <a:r>
              <a:rPr lang="en-US" sz="1600" dirty="0">
                <a:latin typeface="Segeo UI Light"/>
              </a:rPr>
              <a:t> </a:t>
            </a:r>
            <a:r>
              <a:rPr lang="en-US" sz="1600" dirty="0" err="1">
                <a:latin typeface="Segeo UI Light"/>
              </a:rPr>
              <a:t>vẹn</a:t>
            </a:r>
            <a:r>
              <a:rPr lang="en-US" sz="1600" dirty="0">
                <a:latin typeface="Segeo UI Light"/>
              </a:rPr>
              <a:t>.</a:t>
            </a:r>
          </a:p>
        </p:txBody>
      </p:sp>
    </p:spTree>
    <p:extLst>
      <p:ext uri="{BB962C8B-B14F-4D97-AF65-F5344CB8AC3E}">
        <p14:creationId xmlns:p14="http://schemas.microsoft.com/office/powerpoint/2010/main" val="1968828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41423-E64E-5B66-1EAB-4E0074D5C334}"/>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2D505315-A69F-4DDC-B5C9-AE8E27AF4F2A}"/>
              </a:ext>
            </a:extLst>
          </p:cNvPr>
          <p:cNvSpPr txBox="1">
            <a:spLocks/>
          </p:cNvSpPr>
          <p:nvPr/>
        </p:nvSpPr>
        <p:spPr>
          <a:xfrm>
            <a:off x="783397" y="237893"/>
            <a:ext cx="8360603"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2.12. </a:t>
            </a:r>
            <a:r>
              <a:rPr lang="en-US" sz="3200" b="1" dirty="0" err="1">
                <a:latin typeface="Segeo UI Black"/>
              </a:rPr>
              <a:t>Ứng</a:t>
            </a:r>
            <a:r>
              <a:rPr lang="en-US" sz="3200" b="1" dirty="0">
                <a:latin typeface="Segeo UI Black"/>
              </a:rPr>
              <a:t> </a:t>
            </a:r>
            <a:r>
              <a:rPr lang="en-US" sz="3200" b="1" dirty="0" err="1">
                <a:latin typeface="Segeo UI Black"/>
              </a:rPr>
              <a:t>dụng</a:t>
            </a:r>
            <a:r>
              <a:rPr lang="en-US" sz="3200" b="1" dirty="0">
                <a:latin typeface="Segeo UI Black"/>
              </a:rPr>
              <a:t> </a:t>
            </a:r>
            <a:r>
              <a:rPr lang="en-US" sz="3200" b="1" dirty="0" err="1">
                <a:latin typeface="Segeo UI Black"/>
              </a:rPr>
              <a:t>thực</a:t>
            </a:r>
            <a:r>
              <a:rPr lang="en-US" sz="3200" b="1" dirty="0">
                <a:latin typeface="Segeo UI Black"/>
              </a:rPr>
              <a:t> </a:t>
            </a:r>
            <a:r>
              <a:rPr lang="en-US" sz="3200" b="1" dirty="0" err="1">
                <a:latin typeface="Segeo UI Black"/>
              </a:rPr>
              <a:t>thế</a:t>
            </a:r>
            <a:endParaRPr lang="en-US" sz="3200" dirty="0">
              <a:latin typeface="Segeo UI Black"/>
            </a:endParaRPr>
          </a:p>
        </p:txBody>
      </p:sp>
      <p:sp>
        <p:nvSpPr>
          <p:cNvPr id="6" name="Title 1">
            <a:extLst>
              <a:ext uri="{FF2B5EF4-FFF2-40B4-BE49-F238E27FC236}">
                <a16:creationId xmlns:a16="http://schemas.microsoft.com/office/drawing/2014/main" id="{AB71072B-32B1-0F8A-D194-86EA5EB33E43}"/>
              </a:ext>
            </a:extLst>
          </p:cNvPr>
          <p:cNvSpPr>
            <a:spLocks noGrp="1"/>
          </p:cNvSpPr>
          <p:nvPr>
            <p:ph type="title"/>
          </p:nvPr>
        </p:nvSpPr>
        <p:spPr>
          <a:xfrm>
            <a:off x="622091" y="2354376"/>
            <a:ext cx="7899818" cy="1874789"/>
          </a:xfrm>
        </p:spPr>
        <p:txBody>
          <a:bodyPr/>
          <a:lstStyle/>
          <a:p>
            <a:pPr marL="114300" indent="0"/>
            <a:r>
              <a:rPr lang="en-US" sz="1600" b="1" dirty="0">
                <a:latin typeface="Segeo UI Light"/>
              </a:rPr>
              <a:t>PKI </a:t>
            </a:r>
            <a:r>
              <a:rPr lang="en-US" sz="1600" b="1" dirty="0" err="1">
                <a:latin typeface="Segeo UI Light"/>
              </a:rPr>
              <a:t>có</a:t>
            </a:r>
            <a:r>
              <a:rPr lang="en-US" sz="1600" b="1" dirty="0">
                <a:latin typeface="Segeo UI Light"/>
              </a:rPr>
              <a:t> </a:t>
            </a:r>
            <a:r>
              <a:rPr lang="en-US" sz="1600" b="1" dirty="0" err="1">
                <a:latin typeface="Segeo UI Light"/>
              </a:rPr>
              <a:t>nhiều</a:t>
            </a:r>
            <a:r>
              <a:rPr lang="en-US" sz="1600" b="1" dirty="0">
                <a:latin typeface="Segeo UI Light"/>
              </a:rPr>
              <a:t> </a:t>
            </a:r>
            <a:r>
              <a:rPr lang="en-US" sz="1600" b="1" dirty="0" err="1">
                <a:latin typeface="Segeo UI Light"/>
              </a:rPr>
              <a:t>ứng</a:t>
            </a:r>
            <a:r>
              <a:rPr lang="en-US" sz="1600" b="1" dirty="0">
                <a:latin typeface="Segeo UI Light"/>
              </a:rPr>
              <a:t> </a:t>
            </a:r>
            <a:r>
              <a:rPr lang="en-US" sz="1600" b="1" dirty="0" err="1">
                <a:latin typeface="Segeo UI Light"/>
              </a:rPr>
              <a:t>dụng</a:t>
            </a:r>
            <a:r>
              <a:rPr lang="en-US" sz="1600" b="1" dirty="0">
                <a:latin typeface="Segeo UI Light"/>
              </a:rPr>
              <a:t> </a:t>
            </a:r>
            <a:r>
              <a:rPr lang="en-US" sz="1600" b="1" dirty="0" err="1">
                <a:latin typeface="Segeo UI Light"/>
              </a:rPr>
              <a:t>quan</a:t>
            </a:r>
            <a:r>
              <a:rPr lang="en-US" sz="1600" b="1" dirty="0">
                <a:latin typeface="Segeo UI Light"/>
              </a:rPr>
              <a:t> </a:t>
            </a:r>
            <a:r>
              <a:rPr lang="en-US" sz="1600" b="1" dirty="0" err="1">
                <a:latin typeface="Segeo UI Light"/>
              </a:rPr>
              <a:t>trọng</a:t>
            </a:r>
            <a:r>
              <a:rPr lang="en-US" sz="1600" b="1" dirty="0">
                <a:latin typeface="Segeo UI Light"/>
              </a:rPr>
              <a:t> </a:t>
            </a:r>
            <a:r>
              <a:rPr lang="en-US" sz="1600" b="1" dirty="0" err="1">
                <a:latin typeface="Segeo UI Light"/>
              </a:rPr>
              <a:t>trong</a:t>
            </a:r>
            <a:r>
              <a:rPr lang="en-US" sz="1600" b="1" dirty="0">
                <a:latin typeface="Segeo UI Light"/>
              </a:rPr>
              <a:t> </a:t>
            </a:r>
            <a:r>
              <a:rPr lang="en-US" sz="1600" b="1" dirty="0" err="1">
                <a:latin typeface="Segeo UI Light"/>
              </a:rPr>
              <a:t>bảo</a:t>
            </a:r>
            <a:r>
              <a:rPr lang="en-US" sz="1600" b="1" dirty="0">
                <a:latin typeface="Segeo UI Light"/>
              </a:rPr>
              <a:t> </a:t>
            </a:r>
            <a:r>
              <a:rPr lang="en-US" sz="1600" b="1" dirty="0" err="1">
                <a:latin typeface="Segeo UI Light"/>
              </a:rPr>
              <a:t>mật</a:t>
            </a:r>
            <a:r>
              <a:rPr lang="en-US" sz="1600" b="1" dirty="0">
                <a:latin typeface="Segeo UI Light"/>
              </a:rPr>
              <a:t> </a:t>
            </a:r>
            <a:r>
              <a:rPr lang="en-US" sz="1600" b="1" dirty="0" err="1">
                <a:latin typeface="Segeo UI Light"/>
              </a:rPr>
              <a:t>và</a:t>
            </a:r>
            <a:r>
              <a:rPr lang="en-US" sz="1600" b="1" dirty="0">
                <a:latin typeface="Segeo UI Light"/>
              </a:rPr>
              <a:t> </a:t>
            </a:r>
            <a:r>
              <a:rPr lang="en-US" sz="1600" b="1" dirty="0" err="1">
                <a:latin typeface="Segeo UI Light"/>
              </a:rPr>
              <a:t>xác</a:t>
            </a:r>
            <a:r>
              <a:rPr lang="en-US" sz="1600" b="1" dirty="0">
                <a:latin typeface="Segeo UI Light"/>
              </a:rPr>
              <a:t> </a:t>
            </a:r>
            <a:r>
              <a:rPr lang="en-US" sz="1600" b="1" dirty="0" err="1">
                <a:latin typeface="Segeo UI Light"/>
              </a:rPr>
              <a:t>thực</a:t>
            </a:r>
            <a:r>
              <a:rPr lang="en-US" sz="1600" b="1" dirty="0">
                <a:latin typeface="Segeo UI Light"/>
              </a:rPr>
              <a:t>, bao </a:t>
            </a:r>
            <a:r>
              <a:rPr lang="en-US" sz="1600" b="1" dirty="0" err="1">
                <a:latin typeface="Segeo UI Light"/>
              </a:rPr>
              <a:t>gồm</a:t>
            </a:r>
            <a:r>
              <a:rPr lang="en-US" sz="1600" b="1" dirty="0">
                <a:latin typeface="Segeo UI Light"/>
              </a:rPr>
              <a:t>:</a:t>
            </a:r>
            <a:br>
              <a:rPr lang="en-US" sz="1600" dirty="0">
                <a:latin typeface="Segeo UI Light"/>
              </a:rPr>
            </a:br>
            <a:r>
              <a:rPr lang="en-US" sz="1600" dirty="0" err="1">
                <a:latin typeface="Segeo UI Light"/>
              </a:rPr>
              <a:t>Mã</a:t>
            </a:r>
            <a:r>
              <a:rPr lang="en-US" sz="1600" dirty="0">
                <a:latin typeface="Segeo UI Light"/>
              </a:rPr>
              <a:t> </a:t>
            </a:r>
            <a:r>
              <a:rPr lang="en-US" sz="1600" dirty="0" err="1">
                <a:latin typeface="Segeo UI Light"/>
              </a:rPr>
              <a:t>hóa</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thực</a:t>
            </a:r>
            <a:r>
              <a:rPr lang="en-US" sz="1600" dirty="0">
                <a:latin typeface="Segeo UI Light"/>
              </a:rPr>
              <a:t> email: </a:t>
            </a:r>
            <a:r>
              <a:rPr lang="en-US" sz="1600" dirty="0" err="1">
                <a:latin typeface="Segeo UI Light"/>
              </a:rPr>
              <a:t>dùng</a:t>
            </a:r>
            <a:r>
              <a:rPr lang="en-US" sz="1600" dirty="0">
                <a:latin typeface="Segeo UI Light"/>
              </a:rPr>
              <a:t> OpenPGP </a:t>
            </a:r>
            <a:r>
              <a:rPr lang="en-US" sz="1600" dirty="0" err="1">
                <a:latin typeface="Segeo UI Light"/>
              </a:rPr>
              <a:t>hoặc</a:t>
            </a:r>
            <a:r>
              <a:rPr lang="en-US" sz="1600" dirty="0">
                <a:latin typeface="Segeo UI Light"/>
              </a:rPr>
              <a:t> S/MIME </a:t>
            </a:r>
            <a:r>
              <a:rPr lang="en-US" sz="1600" dirty="0" err="1">
                <a:latin typeface="Segeo UI Light"/>
              </a:rPr>
              <a:t>để</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hóa</a:t>
            </a:r>
            <a:r>
              <a:rPr lang="en-US" sz="1600" dirty="0">
                <a:latin typeface="Segeo UI Light"/>
              </a:rPr>
              <a:t> </a:t>
            </a:r>
            <a:r>
              <a:rPr lang="en-US" sz="1600" dirty="0" err="1">
                <a:latin typeface="Segeo UI Light"/>
              </a:rPr>
              <a:t>nội</a:t>
            </a:r>
            <a:r>
              <a:rPr lang="en-US" sz="1600" dirty="0">
                <a:latin typeface="Segeo UI Light"/>
              </a:rPr>
              <a:t> dung </a:t>
            </a:r>
            <a:r>
              <a:rPr lang="en-US" sz="1600" dirty="0" err="1">
                <a:latin typeface="Segeo UI Light"/>
              </a:rPr>
              <a:t>hoặc</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minh</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gửi</a:t>
            </a:r>
            <a:r>
              <a:rPr lang="en-US" sz="1600" dirty="0">
                <a:latin typeface="Segeo UI Light"/>
              </a:rPr>
              <a:t>.</a:t>
            </a:r>
            <a:br>
              <a:rPr lang="en-US" sz="1600" dirty="0">
                <a:latin typeface="Segeo UI Light"/>
              </a:rPr>
            </a:br>
            <a:r>
              <a:rPr lang="en-US" sz="1600" dirty="0" err="1">
                <a:latin typeface="Segeo UI Light"/>
              </a:rPr>
              <a:t>Mã</a:t>
            </a:r>
            <a:r>
              <a:rPr lang="en-US" sz="1600" dirty="0">
                <a:latin typeface="Segeo UI Light"/>
              </a:rPr>
              <a:t> </a:t>
            </a:r>
            <a:r>
              <a:rPr lang="en-US" sz="1600" dirty="0" err="1">
                <a:latin typeface="Segeo UI Light"/>
              </a:rPr>
              <a:t>hóa</a:t>
            </a:r>
            <a:r>
              <a:rPr lang="en-US" sz="1600" dirty="0">
                <a:latin typeface="Segeo UI Light"/>
              </a:rPr>
              <a:t> </a:t>
            </a:r>
            <a:r>
              <a:rPr lang="en-US" sz="1600" dirty="0" err="1">
                <a:latin typeface="Segeo UI Light"/>
              </a:rPr>
              <a:t>và</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văn</a:t>
            </a:r>
            <a:r>
              <a:rPr lang="en-US" sz="1600" dirty="0">
                <a:latin typeface="Segeo UI Light"/>
              </a:rPr>
              <a:t> </a:t>
            </a:r>
            <a:r>
              <a:rPr lang="en-US" sz="1600" dirty="0" err="1">
                <a:latin typeface="Segeo UI Light"/>
              </a:rPr>
              <a:t>bản</a:t>
            </a:r>
            <a:r>
              <a:rPr lang="en-US" sz="1600" dirty="0">
                <a:latin typeface="Segeo UI Light"/>
              </a:rPr>
              <a:t>: </a:t>
            </a:r>
            <a:r>
              <a:rPr lang="en-US" sz="1600" dirty="0" err="1">
                <a:latin typeface="Segeo UI Light"/>
              </a:rPr>
              <a:t>sử</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XML </a:t>
            </a:r>
            <a:r>
              <a:rPr lang="en-US" sz="1600" dirty="0" err="1">
                <a:latin typeface="Segeo UI Light"/>
              </a:rPr>
              <a:t>hoặc</a:t>
            </a:r>
            <a:r>
              <a:rPr lang="en-US" sz="1600" dirty="0">
                <a:latin typeface="Segeo UI Light"/>
              </a:rPr>
              <a:t> </a:t>
            </a:r>
            <a:r>
              <a:rPr lang="en-US" sz="1600" dirty="0" err="1">
                <a:latin typeface="Segeo UI Light"/>
              </a:rPr>
              <a:t>mã</a:t>
            </a:r>
            <a:r>
              <a:rPr lang="en-US" sz="1600" dirty="0">
                <a:latin typeface="Segeo UI Light"/>
              </a:rPr>
              <a:t> </a:t>
            </a:r>
            <a:r>
              <a:rPr lang="en-US" sz="1600" dirty="0" err="1">
                <a:latin typeface="Segeo UI Light"/>
              </a:rPr>
              <a:t>hóa</a:t>
            </a:r>
            <a:r>
              <a:rPr lang="en-US" sz="1600" dirty="0">
                <a:latin typeface="Segeo UI Light"/>
              </a:rPr>
              <a:t> XML </a:t>
            </a:r>
            <a:r>
              <a:rPr lang="en-US" sz="1600" dirty="0" err="1">
                <a:latin typeface="Segeo UI Light"/>
              </a:rPr>
              <a:t>cho</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tài</a:t>
            </a:r>
            <a:r>
              <a:rPr lang="en-US" sz="1600" dirty="0">
                <a:latin typeface="Segeo UI Light"/>
              </a:rPr>
              <a:t> </a:t>
            </a:r>
            <a:r>
              <a:rPr lang="en-US" sz="1600" dirty="0" err="1">
                <a:latin typeface="Segeo UI Light"/>
              </a:rPr>
              <a:t>liệu</a:t>
            </a:r>
            <a:r>
              <a:rPr lang="en-US" sz="1600" dirty="0">
                <a:latin typeface="Segeo UI Light"/>
              </a:rPr>
              <a:t> </a:t>
            </a:r>
            <a:r>
              <a:rPr lang="en-US" sz="1600" dirty="0" err="1">
                <a:latin typeface="Segeo UI Light"/>
              </a:rPr>
              <a:t>định</a:t>
            </a:r>
            <a:r>
              <a:rPr lang="en-US" sz="1600" dirty="0">
                <a:latin typeface="Segeo UI Light"/>
              </a:rPr>
              <a:t> </a:t>
            </a:r>
            <a:r>
              <a:rPr lang="en-US" sz="1600" dirty="0" err="1">
                <a:latin typeface="Segeo UI Light"/>
              </a:rPr>
              <a:t>dạng</a:t>
            </a:r>
            <a:r>
              <a:rPr lang="en-US" sz="1600" dirty="0">
                <a:latin typeface="Segeo UI Light"/>
              </a:rPr>
              <a:t> XML.</a:t>
            </a:r>
            <a:br>
              <a:rPr lang="en-US" sz="1600" dirty="0">
                <a:latin typeface="Segeo UI Light"/>
              </a:rPr>
            </a:br>
            <a:r>
              <a:rPr lang="en-US" sz="1600" dirty="0" err="1">
                <a:latin typeface="Segeo UI Light"/>
              </a:rPr>
              <a:t>Xác</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người</a:t>
            </a:r>
            <a:r>
              <a:rPr lang="en-US" sz="1600" dirty="0">
                <a:latin typeface="Segeo UI Light"/>
              </a:rPr>
              <a:t> </a:t>
            </a:r>
            <a:r>
              <a:rPr lang="en-US" sz="1600" dirty="0" err="1">
                <a:latin typeface="Segeo UI Light"/>
              </a:rPr>
              <a:t>dùng</a:t>
            </a:r>
            <a:r>
              <a:rPr lang="en-US" sz="1600" dirty="0">
                <a:latin typeface="Segeo UI Light"/>
              </a:rPr>
              <a:t> </a:t>
            </a:r>
            <a:r>
              <a:rPr lang="en-US" sz="1600" dirty="0" err="1">
                <a:latin typeface="Segeo UI Light"/>
              </a:rPr>
              <a:t>ứng</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dùng</a:t>
            </a:r>
            <a:r>
              <a:rPr lang="en-US" sz="1600" dirty="0">
                <a:latin typeface="Segeo UI Light"/>
              </a:rPr>
              <a:t> </a:t>
            </a:r>
            <a:r>
              <a:rPr lang="en-US" sz="1600" dirty="0" err="1">
                <a:latin typeface="Segeo UI Light"/>
              </a:rPr>
              <a:t>thẻ</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minh</a:t>
            </a:r>
            <a:r>
              <a:rPr lang="en-US" sz="1600" dirty="0">
                <a:latin typeface="Segeo UI Light"/>
              </a:rPr>
              <a:t>, </a:t>
            </a:r>
            <a:r>
              <a:rPr lang="en-US" sz="1600" dirty="0" err="1">
                <a:latin typeface="Segeo UI Light"/>
              </a:rPr>
              <a:t>xác</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máy</a:t>
            </a:r>
            <a:r>
              <a:rPr lang="en-US" sz="1600" dirty="0">
                <a:latin typeface="Segeo UI Light"/>
              </a:rPr>
              <a:t> </a:t>
            </a:r>
            <a:r>
              <a:rPr lang="en-US" sz="1600" dirty="0" err="1">
                <a:latin typeface="Segeo UI Light"/>
              </a:rPr>
              <a:t>khách</a:t>
            </a:r>
            <a:r>
              <a:rPr lang="en-US" sz="1600" dirty="0">
                <a:latin typeface="Segeo UI Light"/>
              </a:rPr>
              <a:t> qua SSL, </a:t>
            </a:r>
            <a:r>
              <a:rPr lang="en-US" sz="1600" dirty="0" err="1">
                <a:latin typeface="Segeo UI Light"/>
              </a:rPr>
              <a:t>hoặc</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số</a:t>
            </a:r>
            <a:r>
              <a:rPr lang="en-US" sz="1600" dirty="0">
                <a:latin typeface="Segeo UI Light"/>
              </a:rPr>
              <a:t> HTTP (</a:t>
            </a:r>
            <a:r>
              <a:rPr lang="en-US" sz="1600" dirty="0" err="1">
                <a:latin typeface="Segeo UI Light"/>
              </a:rPr>
              <a:t>Enigform</a:t>
            </a:r>
            <a:r>
              <a:rPr lang="en-US" sz="1600" dirty="0">
                <a:latin typeface="Segeo UI Light"/>
              </a:rPr>
              <a:t>, </a:t>
            </a:r>
            <a:r>
              <a:rPr lang="en-US" sz="1600" dirty="0" err="1">
                <a:latin typeface="Segeo UI Light"/>
              </a:rPr>
              <a:t>mod_openpgp</a:t>
            </a:r>
            <a:r>
              <a:rPr lang="en-US" sz="1600" dirty="0">
                <a:latin typeface="Segeo UI Light"/>
              </a:rPr>
              <a:t>).</a:t>
            </a:r>
            <a:br>
              <a:rPr lang="en-US" sz="1600" dirty="0">
                <a:latin typeface="Segeo UI Light"/>
              </a:rPr>
            </a:br>
            <a:r>
              <a:rPr lang="en-US" sz="1600" dirty="0" err="1">
                <a:latin typeface="Segeo UI Light"/>
              </a:rPr>
              <a:t>Truyền</a:t>
            </a:r>
            <a:r>
              <a:rPr lang="en-US" sz="1600" dirty="0">
                <a:latin typeface="Segeo UI Light"/>
              </a:rPr>
              <a:t> </a:t>
            </a:r>
            <a:r>
              <a:rPr lang="en-US" sz="1600" dirty="0" err="1">
                <a:latin typeface="Segeo UI Light"/>
              </a:rPr>
              <a:t>thông</a:t>
            </a:r>
            <a:r>
              <a:rPr lang="en-US" sz="1600" dirty="0">
                <a:latin typeface="Segeo UI Light"/>
              </a:rPr>
              <a:t> an </a:t>
            </a:r>
            <a:r>
              <a:rPr lang="en-US" sz="1600" dirty="0" err="1">
                <a:latin typeface="Segeo UI Light"/>
              </a:rPr>
              <a:t>toàn</a:t>
            </a:r>
            <a:r>
              <a:rPr lang="en-US" sz="1600" dirty="0">
                <a:latin typeface="Segeo UI Light"/>
              </a:rPr>
              <a:t>: </a:t>
            </a:r>
            <a:r>
              <a:rPr lang="en-US" sz="1600" dirty="0" err="1">
                <a:latin typeface="Segeo UI Light"/>
              </a:rPr>
              <a:t>trong</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giao</a:t>
            </a:r>
            <a:r>
              <a:rPr lang="en-US" sz="1600" dirty="0">
                <a:latin typeface="Segeo UI Light"/>
              </a:rPr>
              <a:t> </a:t>
            </a:r>
            <a:r>
              <a:rPr lang="en-US" sz="1600" dirty="0" err="1">
                <a:latin typeface="Segeo UI Light"/>
              </a:rPr>
              <a:t>thức</a:t>
            </a:r>
            <a:r>
              <a:rPr lang="en-US" sz="1600" dirty="0">
                <a:latin typeface="Segeo UI Light"/>
              </a:rPr>
              <a:t> </a:t>
            </a:r>
            <a:r>
              <a:rPr lang="en-US" sz="1600" dirty="0" err="1">
                <a:latin typeface="Segeo UI Light"/>
              </a:rPr>
              <a:t>như</a:t>
            </a:r>
            <a:r>
              <a:rPr lang="en-US" sz="1600" dirty="0">
                <a:latin typeface="Segeo UI Light"/>
              </a:rPr>
              <a:t> IKE, SSL – </a:t>
            </a:r>
            <a:r>
              <a:rPr lang="en-US" sz="1600" dirty="0" err="1">
                <a:latin typeface="Segeo UI Light"/>
              </a:rPr>
              <a:t>giai</a:t>
            </a:r>
            <a:r>
              <a:rPr lang="en-US" sz="1600" dirty="0">
                <a:latin typeface="Segeo UI Light"/>
              </a:rPr>
              <a:t> </a:t>
            </a:r>
            <a:r>
              <a:rPr lang="en-US" sz="1600" dirty="0" err="1">
                <a:latin typeface="Segeo UI Light"/>
              </a:rPr>
              <a:t>đoạn</a:t>
            </a:r>
            <a:r>
              <a:rPr lang="en-US" sz="1600" dirty="0">
                <a:latin typeface="Segeo UI Light"/>
              </a:rPr>
              <a:t> </a:t>
            </a:r>
            <a:r>
              <a:rPr lang="en-US" sz="1600" dirty="0" err="1">
                <a:latin typeface="Segeo UI Light"/>
              </a:rPr>
              <a:t>đầu</a:t>
            </a:r>
            <a:r>
              <a:rPr lang="en-US" sz="1600" dirty="0">
                <a:latin typeface="Segeo UI Light"/>
              </a:rPr>
              <a:t> </a:t>
            </a:r>
            <a:r>
              <a:rPr lang="en-US" sz="1600" dirty="0" err="1">
                <a:latin typeface="Segeo UI Light"/>
              </a:rPr>
              <a:t>dùng</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bất</a:t>
            </a:r>
            <a:r>
              <a:rPr lang="en-US" sz="1600" dirty="0">
                <a:latin typeface="Segeo UI Light"/>
              </a:rPr>
              <a:t> </a:t>
            </a:r>
            <a:r>
              <a:rPr lang="en-US" sz="1600" dirty="0" err="1">
                <a:latin typeface="Segeo UI Light"/>
              </a:rPr>
              <a:t>đối</a:t>
            </a:r>
            <a:r>
              <a:rPr lang="en-US" sz="1600" dirty="0">
                <a:latin typeface="Segeo UI Light"/>
              </a:rPr>
              <a:t> </a:t>
            </a:r>
            <a:r>
              <a:rPr lang="en-US" sz="1600" dirty="0" err="1">
                <a:latin typeface="Segeo UI Light"/>
              </a:rPr>
              <a:t>xứng</a:t>
            </a:r>
            <a:r>
              <a:rPr lang="en-US" sz="1600" dirty="0">
                <a:latin typeface="Segeo UI Light"/>
              </a:rPr>
              <a:t> </a:t>
            </a:r>
            <a:r>
              <a:rPr lang="en-US" sz="1600" dirty="0" err="1">
                <a:latin typeface="Segeo UI Light"/>
              </a:rPr>
              <a:t>thiết</a:t>
            </a:r>
            <a:r>
              <a:rPr lang="en-US" sz="1600" dirty="0">
                <a:latin typeface="Segeo UI Light"/>
              </a:rPr>
              <a:t> </a:t>
            </a:r>
            <a:r>
              <a:rPr lang="en-US" sz="1600" dirty="0" err="1">
                <a:latin typeface="Segeo UI Light"/>
              </a:rPr>
              <a:t>lập</a:t>
            </a:r>
            <a:r>
              <a:rPr lang="en-US" sz="1600" dirty="0">
                <a:latin typeface="Segeo UI Light"/>
              </a:rPr>
              <a:t> </a:t>
            </a:r>
            <a:r>
              <a:rPr lang="en-US" sz="1600" dirty="0" err="1">
                <a:latin typeface="Segeo UI Light"/>
              </a:rPr>
              <a:t>kênh</a:t>
            </a:r>
            <a:r>
              <a:rPr lang="en-US" sz="1600" dirty="0">
                <a:latin typeface="Segeo UI Light"/>
              </a:rPr>
              <a:t> an </a:t>
            </a:r>
            <a:r>
              <a:rPr lang="en-US" sz="1600" dirty="0" err="1">
                <a:latin typeface="Segeo UI Light"/>
              </a:rPr>
              <a:t>toàn</a:t>
            </a:r>
            <a:r>
              <a:rPr lang="en-US" sz="1600" dirty="0">
                <a:latin typeface="Segeo UI Light"/>
              </a:rPr>
              <a:t>, </a:t>
            </a:r>
            <a:r>
              <a:rPr lang="en-US" sz="1600" dirty="0" err="1">
                <a:latin typeface="Segeo UI Light"/>
              </a:rPr>
              <a:t>sau</a:t>
            </a:r>
            <a:r>
              <a:rPr lang="en-US" sz="1600" dirty="0">
                <a:latin typeface="Segeo UI Light"/>
              </a:rPr>
              <a:t> </a:t>
            </a:r>
            <a:r>
              <a:rPr lang="en-US" sz="1600" dirty="0" err="1">
                <a:latin typeface="Segeo UI Light"/>
              </a:rPr>
              <a:t>đó</a:t>
            </a:r>
            <a:r>
              <a:rPr lang="en-US" sz="1600" dirty="0">
                <a:latin typeface="Segeo UI Light"/>
              </a:rPr>
              <a:t> </a:t>
            </a:r>
            <a:r>
              <a:rPr lang="en-US" sz="1600" dirty="0" err="1">
                <a:latin typeface="Segeo UI Light"/>
              </a:rPr>
              <a:t>dùng</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đối</a:t>
            </a:r>
            <a:r>
              <a:rPr lang="en-US" sz="1600" dirty="0">
                <a:latin typeface="Segeo UI Light"/>
              </a:rPr>
              <a:t> </a:t>
            </a:r>
            <a:r>
              <a:rPr lang="en-US" sz="1600" dirty="0" err="1">
                <a:latin typeface="Segeo UI Light"/>
              </a:rPr>
              <a:t>xứng</a:t>
            </a:r>
            <a:r>
              <a:rPr lang="en-US" sz="1600" dirty="0">
                <a:latin typeface="Segeo UI Light"/>
              </a:rPr>
              <a:t> </a:t>
            </a:r>
            <a:r>
              <a:rPr lang="en-US" sz="1600" dirty="0" err="1">
                <a:latin typeface="Segeo UI Light"/>
              </a:rPr>
              <a:t>cho</a:t>
            </a:r>
            <a:r>
              <a:rPr lang="en-US" sz="1600" dirty="0">
                <a:latin typeface="Segeo UI Light"/>
              </a:rPr>
              <a:t> </a:t>
            </a:r>
            <a:r>
              <a:rPr lang="en-US" sz="1600" dirty="0" err="1">
                <a:latin typeface="Segeo UI Light"/>
              </a:rPr>
              <a:t>trao</a:t>
            </a:r>
            <a:r>
              <a:rPr lang="en-US" sz="1600" dirty="0">
                <a:latin typeface="Segeo UI Light"/>
              </a:rPr>
              <a:t> </a:t>
            </a:r>
            <a:r>
              <a:rPr lang="en-US" sz="1600" dirty="0" err="1">
                <a:latin typeface="Segeo UI Light"/>
              </a:rPr>
              <a:t>đổi</a:t>
            </a:r>
            <a:r>
              <a:rPr lang="en-US" sz="1600" dirty="0">
                <a:latin typeface="Segeo UI Light"/>
              </a:rPr>
              <a:t> </a:t>
            </a:r>
            <a:r>
              <a:rPr lang="en-US" sz="1600" dirty="0" err="1">
                <a:latin typeface="Segeo UI Light"/>
              </a:rPr>
              <a:t>dữ</a:t>
            </a:r>
            <a:r>
              <a:rPr lang="en-US" sz="1600" dirty="0">
                <a:latin typeface="Segeo UI Light"/>
              </a:rPr>
              <a:t> </a:t>
            </a:r>
            <a:r>
              <a:rPr lang="en-US" sz="1600" dirty="0" err="1">
                <a:latin typeface="Segeo UI Light"/>
              </a:rPr>
              <a:t>liệu</a:t>
            </a:r>
            <a:r>
              <a:rPr lang="en-US" sz="1600" dirty="0">
                <a:latin typeface="Segeo UI Light"/>
              </a:rPr>
              <a:t>.</a:t>
            </a:r>
            <a:br>
              <a:rPr lang="en-US" sz="1600" dirty="0">
                <a:latin typeface="Segeo UI Light"/>
              </a:rPr>
            </a:b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di </a:t>
            </a:r>
            <a:r>
              <a:rPr lang="en-US" sz="1600" dirty="0" err="1">
                <a:latin typeface="Segeo UI Light"/>
              </a:rPr>
              <a:t>động</a:t>
            </a:r>
            <a:r>
              <a:rPr lang="en-US" sz="1600" dirty="0">
                <a:latin typeface="Segeo UI Light"/>
              </a:rPr>
              <a:t>: </a:t>
            </a:r>
            <a:r>
              <a:rPr lang="en-US" sz="1600" dirty="0" err="1">
                <a:latin typeface="Segeo UI Light"/>
              </a:rPr>
              <a:t>tạo</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a:t>
            </a:r>
            <a:r>
              <a:rPr lang="en-US" sz="1600" dirty="0" err="1">
                <a:latin typeface="Segeo UI Light"/>
              </a:rPr>
              <a:t>điện</a:t>
            </a:r>
            <a:r>
              <a:rPr lang="en-US" sz="1600" dirty="0">
                <a:latin typeface="Segeo UI Light"/>
              </a:rPr>
              <a:t> </a:t>
            </a:r>
            <a:r>
              <a:rPr lang="en-US" sz="1600" dirty="0" err="1">
                <a:latin typeface="Segeo UI Light"/>
              </a:rPr>
              <a:t>tử</a:t>
            </a:r>
            <a:r>
              <a:rPr lang="en-US" sz="1600" dirty="0">
                <a:latin typeface="Segeo UI Light"/>
              </a:rPr>
              <a:t> </a:t>
            </a:r>
            <a:r>
              <a:rPr lang="en-US" sz="1600" dirty="0" err="1">
                <a:latin typeface="Segeo UI Light"/>
              </a:rPr>
              <a:t>bằng</a:t>
            </a:r>
            <a:r>
              <a:rPr lang="en-US" sz="1600" dirty="0">
                <a:latin typeface="Segeo UI Light"/>
              </a:rPr>
              <a:t> </a:t>
            </a:r>
            <a:r>
              <a:rPr lang="en-US" sz="1600" dirty="0" err="1">
                <a:latin typeface="Segeo UI Light"/>
              </a:rPr>
              <a:t>thiết</a:t>
            </a:r>
            <a:r>
              <a:rPr lang="en-US" sz="1600" dirty="0">
                <a:latin typeface="Segeo UI Light"/>
              </a:rPr>
              <a:t> </a:t>
            </a:r>
            <a:r>
              <a:rPr lang="en-US" sz="1600" dirty="0" err="1">
                <a:latin typeface="Segeo UI Light"/>
              </a:rPr>
              <a:t>bị</a:t>
            </a:r>
            <a:r>
              <a:rPr lang="en-US" sz="1600" dirty="0">
                <a:latin typeface="Segeo UI Light"/>
              </a:rPr>
              <a:t> di </a:t>
            </a:r>
            <a:r>
              <a:rPr lang="en-US" sz="1600" dirty="0" err="1">
                <a:latin typeface="Segeo UI Light"/>
              </a:rPr>
              <a:t>động</a:t>
            </a:r>
            <a:r>
              <a:rPr lang="en-US" sz="1600" dirty="0">
                <a:latin typeface="Segeo UI Light"/>
              </a:rPr>
              <a:t>, </a:t>
            </a:r>
            <a:r>
              <a:rPr lang="en-US" sz="1600" dirty="0" err="1">
                <a:latin typeface="Segeo UI Light"/>
              </a:rPr>
              <a:t>kết</a:t>
            </a:r>
            <a:r>
              <a:rPr lang="en-US" sz="1600" dirty="0">
                <a:latin typeface="Segeo UI Light"/>
              </a:rPr>
              <a:t> </a:t>
            </a:r>
            <a:r>
              <a:rPr lang="en-US" sz="1600" dirty="0" err="1">
                <a:latin typeface="Segeo UI Light"/>
              </a:rPr>
              <a:t>hợp</a:t>
            </a:r>
            <a:r>
              <a:rPr lang="en-US" sz="1600" dirty="0">
                <a:latin typeface="Segeo UI Light"/>
              </a:rPr>
              <a:t> </a:t>
            </a:r>
            <a:r>
              <a:rPr lang="en-US" sz="1600" dirty="0" err="1">
                <a:latin typeface="Segeo UI Light"/>
              </a:rPr>
              <a:t>dịch</a:t>
            </a:r>
            <a:r>
              <a:rPr lang="en-US" sz="1600" dirty="0">
                <a:latin typeface="Segeo UI Light"/>
              </a:rPr>
              <a:t> </a:t>
            </a:r>
            <a:r>
              <a:rPr lang="en-US" sz="1600" dirty="0" err="1">
                <a:latin typeface="Segeo UI Light"/>
              </a:rPr>
              <a:t>vụ</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trong</a:t>
            </a:r>
            <a:r>
              <a:rPr lang="en-US" sz="1600" dirty="0">
                <a:latin typeface="Segeo UI Light"/>
              </a:rPr>
              <a:t> </a:t>
            </a:r>
            <a:r>
              <a:rPr lang="en-US" sz="1600" dirty="0" err="1">
                <a:latin typeface="Segeo UI Light"/>
              </a:rPr>
              <a:t>môi</a:t>
            </a:r>
            <a:r>
              <a:rPr lang="en-US" sz="1600" dirty="0">
                <a:latin typeface="Segeo UI Light"/>
              </a:rPr>
              <a:t> </a:t>
            </a:r>
            <a:r>
              <a:rPr lang="en-US" sz="1600" dirty="0" err="1">
                <a:latin typeface="Segeo UI Light"/>
              </a:rPr>
              <a:t>trường</a:t>
            </a:r>
            <a:r>
              <a:rPr lang="en-US" sz="1600" dirty="0">
                <a:latin typeface="Segeo UI Light"/>
              </a:rPr>
              <a:t> </a:t>
            </a:r>
            <a:r>
              <a:rPr lang="en-US" sz="1600" dirty="0" err="1">
                <a:latin typeface="Segeo UI Light"/>
              </a:rPr>
              <a:t>viễn</a:t>
            </a:r>
            <a:r>
              <a:rPr lang="en-US" sz="1600" dirty="0">
                <a:latin typeface="Segeo UI Light"/>
              </a:rPr>
              <a:t> </a:t>
            </a:r>
            <a:r>
              <a:rPr lang="en-US" sz="1600" dirty="0" err="1">
                <a:latin typeface="Segeo UI Light"/>
              </a:rPr>
              <a:t>thông</a:t>
            </a:r>
            <a:r>
              <a:rPr lang="en-US" sz="1600" dirty="0">
                <a:latin typeface="Segeo UI Light"/>
              </a:rPr>
              <a:t> </a:t>
            </a:r>
            <a:r>
              <a:rPr lang="en-US" sz="1600" dirty="0" err="1">
                <a:latin typeface="Segeo UI Light"/>
              </a:rPr>
              <a:t>độc</a:t>
            </a:r>
            <a:r>
              <a:rPr lang="en-US" sz="1600" dirty="0">
                <a:latin typeface="Segeo UI Light"/>
              </a:rPr>
              <a:t> </a:t>
            </a:r>
            <a:r>
              <a:rPr lang="en-US" sz="1600" dirty="0" err="1">
                <a:latin typeface="Segeo UI Light"/>
              </a:rPr>
              <a:t>lập</a:t>
            </a:r>
            <a:r>
              <a:rPr lang="en-US" sz="1600" dirty="0">
                <a:latin typeface="Segeo UI Light"/>
              </a:rPr>
              <a:t>.</a:t>
            </a:r>
          </a:p>
        </p:txBody>
      </p:sp>
    </p:spTree>
    <p:extLst>
      <p:ext uri="{BB962C8B-B14F-4D97-AF65-F5344CB8AC3E}">
        <p14:creationId xmlns:p14="http://schemas.microsoft.com/office/powerpoint/2010/main" val="2125098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418FC-794E-F833-D015-78DBC8328392}"/>
            </a:ext>
          </a:extLst>
        </p:cNvPr>
        <p:cNvGrpSpPr/>
        <p:nvPr/>
      </p:nvGrpSpPr>
      <p:grpSpPr>
        <a:xfrm>
          <a:off x="0" y="0"/>
          <a:ext cx="0" cy="0"/>
          <a:chOff x="0" y="0"/>
          <a:chExt cx="0" cy="0"/>
        </a:xfrm>
      </p:grpSpPr>
      <p:sp>
        <p:nvSpPr>
          <p:cNvPr id="5" name="Title 3">
            <a:extLst>
              <a:ext uri="{FF2B5EF4-FFF2-40B4-BE49-F238E27FC236}">
                <a16:creationId xmlns:a16="http://schemas.microsoft.com/office/drawing/2014/main" id="{3571A4A7-1036-EABC-6BC3-9ED6A0AB0B42}"/>
              </a:ext>
            </a:extLst>
          </p:cNvPr>
          <p:cNvSpPr txBox="1">
            <a:spLocks/>
          </p:cNvSpPr>
          <p:nvPr/>
        </p:nvSpPr>
        <p:spPr>
          <a:xfrm>
            <a:off x="783397" y="237893"/>
            <a:ext cx="8360603" cy="70624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4800"/>
              <a:buFont typeface="Viga"/>
              <a:buNone/>
              <a:defRPr sz="4800" b="0" i="0" u="none" strike="noStrike" cap="none">
                <a:solidFill>
                  <a:schemeClr val="lt2"/>
                </a:solidFill>
                <a:latin typeface="Viga"/>
                <a:ea typeface="Viga"/>
                <a:cs typeface="Viga"/>
                <a:sym typeface="Viga"/>
              </a:defRPr>
            </a:lvl1pPr>
            <a:lvl2pPr marR="0" lvl="1"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4800"/>
              <a:buFont typeface="Arial"/>
              <a:buNone/>
              <a:defRPr sz="4800" b="0" i="0" u="none" strike="noStrike" cap="none">
                <a:solidFill>
                  <a:schemeClr val="lt2"/>
                </a:solidFill>
                <a:latin typeface="Arial"/>
                <a:ea typeface="Arial"/>
                <a:cs typeface="Arial"/>
                <a:sym typeface="Arial"/>
              </a:defRPr>
            </a:lvl9pPr>
          </a:lstStyle>
          <a:p>
            <a:r>
              <a:rPr lang="en-US" sz="3200" b="1" dirty="0">
                <a:latin typeface="Segeo UI Black"/>
              </a:rPr>
              <a:t>2.13. </a:t>
            </a:r>
            <a:r>
              <a:rPr lang="en-US" sz="3200" b="1" dirty="0" err="1">
                <a:latin typeface="Segeo UI Black"/>
              </a:rPr>
              <a:t>Chứng</a:t>
            </a:r>
            <a:r>
              <a:rPr lang="en-US" sz="3200" b="1" dirty="0">
                <a:latin typeface="Segeo UI Black"/>
              </a:rPr>
              <a:t> </a:t>
            </a:r>
            <a:r>
              <a:rPr lang="en-US" sz="3200" b="1" dirty="0" err="1">
                <a:latin typeface="Segeo UI Black"/>
              </a:rPr>
              <a:t>thực</a:t>
            </a:r>
            <a:r>
              <a:rPr lang="en-US" sz="3200" b="1" dirty="0">
                <a:latin typeface="Segeo UI Black"/>
              </a:rPr>
              <a:t> </a:t>
            </a:r>
            <a:r>
              <a:rPr lang="en-US" sz="3200" b="1" dirty="0" err="1">
                <a:latin typeface="Segeo UI Black"/>
              </a:rPr>
              <a:t>chéo</a:t>
            </a:r>
            <a:r>
              <a:rPr lang="en-US" sz="3200" b="1" dirty="0">
                <a:latin typeface="Segeo UI Black"/>
              </a:rPr>
              <a:t> </a:t>
            </a:r>
            <a:r>
              <a:rPr lang="en-US" sz="3200" b="1" dirty="0" err="1">
                <a:latin typeface="Segeo UI Black"/>
              </a:rPr>
              <a:t>và</a:t>
            </a:r>
            <a:r>
              <a:rPr lang="en-US" sz="3200" b="1" dirty="0">
                <a:latin typeface="Segeo UI Black"/>
              </a:rPr>
              <a:t> </a:t>
            </a:r>
            <a:r>
              <a:rPr lang="en-US" sz="3200" b="1" dirty="0" err="1">
                <a:latin typeface="Segeo UI Black"/>
              </a:rPr>
              <a:t>choỗi</a:t>
            </a:r>
            <a:r>
              <a:rPr lang="en-US" sz="3200" b="1" dirty="0">
                <a:latin typeface="Segeo UI Black"/>
              </a:rPr>
              <a:t> tin </a:t>
            </a:r>
            <a:r>
              <a:rPr lang="en-US" sz="3200" b="1" dirty="0" err="1">
                <a:latin typeface="Segeo UI Black"/>
              </a:rPr>
              <a:t>cậy</a:t>
            </a:r>
            <a:endParaRPr lang="en-US" sz="3200" dirty="0">
              <a:latin typeface="Segeo UI Black"/>
            </a:endParaRPr>
          </a:p>
        </p:txBody>
      </p:sp>
      <p:sp>
        <p:nvSpPr>
          <p:cNvPr id="6" name="Title 1">
            <a:extLst>
              <a:ext uri="{FF2B5EF4-FFF2-40B4-BE49-F238E27FC236}">
                <a16:creationId xmlns:a16="http://schemas.microsoft.com/office/drawing/2014/main" id="{836EC2BB-B098-FEDF-869E-922D010F22F4}"/>
              </a:ext>
            </a:extLst>
          </p:cNvPr>
          <p:cNvSpPr>
            <a:spLocks noGrp="1"/>
          </p:cNvSpPr>
          <p:nvPr>
            <p:ph type="title"/>
          </p:nvPr>
        </p:nvSpPr>
        <p:spPr>
          <a:xfrm>
            <a:off x="622091" y="2354376"/>
            <a:ext cx="7899818" cy="1874789"/>
          </a:xfrm>
        </p:spPr>
        <p:txBody>
          <a:bodyPr/>
          <a:lstStyle/>
          <a:p>
            <a:r>
              <a:rPr lang="en-US" sz="1600" b="1" dirty="0" err="1">
                <a:latin typeface="Segeo UI Light"/>
              </a:rPr>
              <a:t>Chứng</a:t>
            </a:r>
            <a:r>
              <a:rPr lang="en-US" sz="1600" b="1" dirty="0">
                <a:latin typeface="Segeo UI Light"/>
              </a:rPr>
              <a:t> </a:t>
            </a:r>
            <a:r>
              <a:rPr lang="en-US" sz="1600" b="1" dirty="0" err="1">
                <a:latin typeface="Segeo UI Light"/>
              </a:rPr>
              <a:t>thực</a:t>
            </a:r>
            <a:r>
              <a:rPr lang="en-US" sz="1600" b="1" dirty="0">
                <a:latin typeface="Segeo UI Light"/>
              </a:rPr>
              <a:t> </a:t>
            </a:r>
            <a:r>
              <a:rPr lang="en-US" sz="1600" b="1" dirty="0" err="1">
                <a:latin typeface="Segeo UI Light"/>
              </a:rPr>
              <a:t>chéo</a:t>
            </a:r>
            <a:r>
              <a:rPr lang="en-US" sz="1600" b="1" dirty="0">
                <a:latin typeface="Segeo UI Light"/>
              </a:rPr>
              <a:t> (Cross-Certification) bao </a:t>
            </a:r>
            <a:r>
              <a:rPr lang="en-US" sz="1600" b="1" dirty="0" err="1">
                <a:latin typeface="Segeo UI Light"/>
              </a:rPr>
              <a:t>gồm</a:t>
            </a:r>
            <a:r>
              <a:rPr lang="en-US" sz="1600" b="1" dirty="0">
                <a:latin typeface="Segeo UI Light"/>
              </a:rPr>
              <a:t> </a:t>
            </a:r>
            <a:r>
              <a:rPr lang="en-US" sz="1600" b="1" dirty="0" err="1">
                <a:latin typeface="Segeo UI Light"/>
              </a:rPr>
              <a:t>hai</a:t>
            </a:r>
            <a:r>
              <a:rPr lang="en-US" sz="1600" b="1" dirty="0">
                <a:latin typeface="Segeo UI Light"/>
              </a:rPr>
              <a:t> </a:t>
            </a:r>
            <a:r>
              <a:rPr lang="en-US" sz="1600" b="1" dirty="0" err="1">
                <a:latin typeface="Segeo UI Light"/>
              </a:rPr>
              <a:t>hoạt</a:t>
            </a:r>
            <a:r>
              <a:rPr lang="en-US" sz="1600" b="1" dirty="0">
                <a:latin typeface="Segeo UI Light"/>
              </a:rPr>
              <a:t> </a:t>
            </a:r>
            <a:r>
              <a:rPr lang="en-US" sz="1600" b="1" dirty="0" err="1">
                <a:latin typeface="Segeo UI Light"/>
              </a:rPr>
              <a:t>động</a:t>
            </a:r>
            <a:r>
              <a:rPr lang="en-US" sz="1600" b="1" dirty="0">
                <a:latin typeface="Segeo UI Light"/>
              </a:rPr>
              <a:t> </a:t>
            </a:r>
            <a:r>
              <a:rPr lang="en-US" sz="1600" b="1" dirty="0" err="1">
                <a:latin typeface="Segeo UI Light"/>
              </a:rPr>
              <a:t>chính</a:t>
            </a:r>
            <a:r>
              <a:rPr lang="en-US" sz="1600" b="1" dirty="0">
                <a:latin typeface="Segeo UI Light"/>
              </a:rPr>
              <a:t>:</a:t>
            </a:r>
            <a:br>
              <a:rPr lang="en-US" sz="1600" dirty="0">
                <a:latin typeface="Segeo UI Light"/>
              </a:rPr>
            </a:br>
            <a:r>
              <a:rPr lang="en-US" sz="1600" b="1" dirty="0" err="1">
                <a:latin typeface="Segeo UI Light"/>
              </a:rPr>
              <a:t>Thiết</a:t>
            </a:r>
            <a:r>
              <a:rPr lang="en-US" sz="1600" b="1" dirty="0">
                <a:latin typeface="Segeo UI Light"/>
              </a:rPr>
              <a:t> </a:t>
            </a:r>
            <a:r>
              <a:rPr lang="en-US" sz="1600" b="1" dirty="0" err="1">
                <a:latin typeface="Segeo UI Light"/>
              </a:rPr>
              <a:t>lập</a:t>
            </a:r>
            <a:r>
              <a:rPr lang="en-US" sz="1600" b="1" dirty="0">
                <a:latin typeface="Segeo UI Light"/>
              </a:rPr>
              <a:t> </a:t>
            </a:r>
            <a:r>
              <a:rPr lang="en-US" sz="1600" b="1" dirty="0" err="1">
                <a:latin typeface="Segeo UI Light"/>
              </a:rPr>
              <a:t>quan</a:t>
            </a:r>
            <a:r>
              <a:rPr lang="en-US" sz="1600" b="1" dirty="0">
                <a:latin typeface="Segeo UI Light"/>
              </a:rPr>
              <a:t> </a:t>
            </a:r>
            <a:r>
              <a:rPr lang="en-US" sz="1600" b="1" dirty="0" err="1">
                <a:latin typeface="Segeo UI Light"/>
              </a:rPr>
              <a:t>hệ</a:t>
            </a:r>
            <a:r>
              <a:rPr lang="en-US" sz="1600" b="1" dirty="0">
                <a:latin typeface="Segeo UI Light"/>
              </a:rPr>
              <a:t> tin </a:t>
            </a:r>
            <a:r>
              <a:rPr lang="en-US" sz="1600" b="1" dirty="0" err="1">
                <a:latin typeface="Segeo UI Light"/>
              </a:rPr>
              <a:t>cậy</a:t>
            </a:r>
            <a:r>
              <a:rPr lang="en-US" sz="1600" b="1" dirty="0">
                <a:latin typeface="Segeo UI Light"/>
              </a:rPr>
              <a:t> </a:t>
            </a:r>
            <a:r>
              <a:rPr lang="en-US" sz="1600" b="1" dirty="0" err="1">
                <a:latin typeface="Segeo UI Light"/>
              </a:rPr>
              <a:t>giữa</a:t>
            </a:r>
            <a:r>
              <a:rPr lang="en-US" sz="1600" b="1" dirty="0">
                <a:latin typeface="Segeo UI Light"/>
              </a:rPr>
              <a:t> </a:t>
            </a:r>
            <a:r>
              <a:rPr lang="en-US" sz="1600" b="1" dirty="0" err="1">
                <a:latin typeface="Segeo UI Light"/>
              </a:rPr>
              <a:t>hai</a:t>
            </a:r>
            <a:r>
              <a:rPr lang="en-US" sz="1600" b="1" dirty="0">
                <a:latin typeface="Segeo UI Light"/>
              </a:rPr>
              <a:t> CA</a:t>
            </a:r>
            <a:br>
              <a:rPr lang="en-US" sz="1600" dirty="0">
                <a:latin typeface="Segeo UI Light"/>
              </a:rPr>
            </a:br>
            <a:r>
              <a:rPr lang="en-US" sz="1600" dirty="0">
                <a:latin typeface="Segeo UI Light"/>
              </a:rPr>
              <a:t>Hai CA </a:t>
            </a:r>
            <a:r>
              <a:rPr lang="en-US" sz="1600" dirty="0" err="1">
                <a:latin typeface="Segeo UI Light"/>
              </a:rPr>
              <a:t>ký</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của</a:t>
            </a:r>
            <a:r>
              <a:rPr lang="en-US" sz="1600" dirty="0">
                <a:latin typeface="Segeo UI Light"/>
              </a:rPr>
              <a:t> </a:t>
            </a:r>
            <a:r>
              <a:rPr lang="en-US" sz="1600" dirty="0" err="1">
                <a:latin typeface="Segeo UI Light"/>
              </a:rPr>
              <a:t>nhau</a:t>
            </a:r>
            <a:r>
              <a:rPr lang="en-US" sz="1600" dirty="0">
                <a:latin typeface="Segeo UI Light"/>
              </a:rPr>
              <a:t>.</a:t>
            </a:r>
            <a:br>
              <a:rPr lang="en-US" sz="1600" dirty="0">
                <a:latin typeface="Segeo UI Light"/>
              </a:rPr>
            </a:br>
            <a:r>
              <a:rPr lang="en-US" sz="1600" dirty="0" err="1">
                <a:latin typeface="Segeo UI Light"/>
              </a:rPr>
              <a:t>Tạo</a:t>
            </a:r>
            <a:r>
              <a:rPr lang="en-US" sz="1600" dirty="0">
                <a:latin typeface="Segeo UI Light"/>
              </a:rPr>
              <a:t> </a:t>
            </a:r>
            <a:r>
              <a:rPr lang="en-US" sz="1600" dirty="0" err="1">
                <a:latin typeface="Segeo UI Light"/>
              </a:rPr>
              <a:t>ra</a:t>
            </a:r>
            <a:r>
              <a:rPr lang="en-US" sz="1600" dirty="0">
                <a:latin typeface="Segeo UI Light"/>
              </a:rPr>
              <a:t> </a:t>
            </a:r>
            <a:r>
              <a:rPr lang="en-US" sz="1600" dirty="0" err="1">
                <a:latin typeface="Segeo UI Light"/>
              </a:rPr>
              <a:t>một</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thực</a:t>
            </a:r>
            <a:r>
              <a:rPr lang="en-US" sz="1600" dirty="0">
                <a:latin typeface="Segeo UI Light"/>
              </a:rPr>
              <a:t> </a:t>
            </a:r>
            <a:r>
              <a:rPr lang="en-US" sz="1600" dirty="0" err="1">
                <a:latin typeface="Segeo UI Light"/>
              </a:rPr>
              <a:t>chéo</a:t>
            </a:r>
            <a:r>
              <a:rPr lang="en-US" sz="1600" dirty="0">
                <a:latin typeface="Segeo UI Light"/>
              </a:rPr>
              <a:t>” </a:t>
            </a:r>
            <a:r>
              <a:rPr lang="en-US" sz="1600" dirty="0" err="1">
                <a:latin typeface="Segeo UI Light"/>
              </a:rPr>
              <a:t>để</a:t>
            </a:r>
            <a:r>
              <a:rPr lang="en-US" sz="1600" dirty="0">
                <a:latin typeface="Segeo UI Light"/>
              </a:rPr>
              <a:t> </a:t>
            </a:r>
            <a:r>
              <a:rPr lang="en-US" sz="1600" dirty="0" err="1">
                <a:latin typeface="Segeo UI Light"/>
              </a:rPr>
              <a:t>các</a:t>
            </a:r>
            <a:r>
              <a:rPr lang="en-US" sz="1600" dirty="0">
                <a:latin typeface="Segeo UI Light"/>
              </a:rPr>
              <a:t> </a:t>
            </a:r>
            <a:r>
              <a:rPr lang="en-US" sz="1600" dirty="0" err="1">
                <a:latin typeface="Segeo UI Light"/>
              </a:rPr>
              <a:t>hệ</a:t>
            </a:r>
            <a:r>
              <a:rPr lang="en-US" sz="1600" dirty="0">
                <a:latin typeface="Segeo UI Light"/>
              </a:rPr>
              <a:t> </a:t>
            </a:r>
            <a:r>
              <a:rPr lang="en-US" sz="1600" dirty="0" err="1">
                <a:latin typeface="Segeo UI Light"/>
              </a:rPr>
              <a:t>thống</a:t>
            </a:r>
            <a:r>
              <a:rPr lang="en-US" sz="1600" dirty="0">
                <a:latin typeface="Segeo UI Light"/>
              </a:rPr>
              <a:t> </a:t>
            </a:r>
            <a:r>
              <a:rPr lang="en-US" sz="1600" dirty="0" err="1">
                <a:latin typeface="Segeo UI Light"/>
              </a:rPr>
              <a:t>có</a:t>
            </a:r>
            <a:r>
              <a:rPr lang="en-US" sz="1600" dirty="0">
                <a:latin typeface="Segeo UI Light"/>
              </a:rPr>
              <a:t> </a:t>
            </a:r>
            <a:r>
              <a:rPr lang="en-US" sz="1600" dirty="0" err="1">
                <a:latin typeface="Segeo UI Light"/>
              </a:rPr>
              <a:t>thể</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nhận</a:t>
            </a:r>
            <a:r>
              <a:rPr lang="en-US" sz="1600" dirty="0">
                <a:latin typeface="Segeo UI Light"/>
              </a:rPr>
              <a:t> </a:t>
            </a:r>
            <a:r>
              <a:rPr lang="en-US" sz="1600" dirty="0" err="1">
                <a:latin typeface="Segeo UI Light"/>
              </a:rPr>
              <a:t>lẫn</a:t>
            </a:r>
            <a:r>
              <a:rPr lang="en-US" sz="1600" dirty="0">
                <a:latin typeface="Segeo UI Light"/>
              </a:rPr>
              <a:t> </a:t>
            </a:r>
            <a:r>
              <a:rPr lang="en-US" sz="1600" dirty="0" err="1">
                <a:latin typeface="Segeo UI Light"/>
              </a:rPr>
              <a:t>nhau</a:t>
            </a:r>
            <a:r>
              <a:rPr lang="en-US" sz="1600" dirty="0">
                <a:latin typeface="Segeo UI Light"/>
              </a:rPr>
              <a:t>.</a:t>
            </a:r>
            <a:br>
              <a:rPr lang="en-US" sz="1600" dirty="0">
                <a:latin typeface="Segeo UI Light"/>
              </a:rPr>
            </a:br>
            <a:r>
              <a:rPr lang="en-US" sz="1600" b="1" dirty="0" err="1">
                <a:latin typeface="Segeo UI Light"/>
              </a:rPr>
              <a:t>Đại</a:t>
            </a:r>
            <a:r>
              <a:rPr lang="en-US" sz="1600" b="1" dirty="0">
                <a:latin typeface="Segeo UI Light"/>
              </a:rPr>
              <a:t> </a:t>
            </a:r>
            <a:r>
              <a:rPr lang="en-US" sz="1600" b="1" dirty="0" err="1">
                <a:latin typeface="Segeo UI Light"/>
              </a:rPr>
              <a:t>diện</a:t>
            </a:r>
            <a:r>
              <a:rPr lang="en-US" sz="1600" b="1" dirty="0">
                <a:latin typeface="Segeo UI Light"/>
              </a:rPr>
              <a:t> </a:t>
            </a:r>
            <a:r>
              <a:rPr lang="en-US" sz="1600" b="1" dirty="0" err="1">
                <a:latin typeface="Segeo UI Light"/>
              </a:rPr>
              <a:t>chuỗi</a:t>
            </a:r>
            <a:r>
              <a:rPr lang="en-US" sz="1600" b="1" dirty="0">
                <a:latin typeface="Segeo UI Light"/>
              </a:rPr>
              <a:t> tin </a:t>
            </a:r>
            <a:r>
              <a:rPr lang="en-US" sz="1600" b="1" dirty="0" err="1">
                <a:latin typeface="Segeo UI Light"/>
              </a:rPr>
              <a:t>cậy</a:t>
            </a:r>
            <a:r>
              <a:rPr lang="en-US" sz="1600" b="1" dirty="0">
                <a:latin typeface="Segeo UI Light"/>
              </a:rPr>
              <a:t> (Trust Chain Representation)</a:t>
            </a:r>
            <a:br>
              <a:rPr lang="en-US" sz="1600" dirty="0">
                <a:latin typeface="Segeo UI Light"/>
              </a:rPr>
            </a:br>
            <a:r>
              <a:rPr lang="en-US" sz="1600" dirty="0" err="1">
                <a:latin typeface="Segeo UI Light"/>
              </a:rPr>
              <a:t>Ứng</a:t>
            </a:r>
            <a:r>
              <a:rPr lang="en-US" sz="1600" dirty="0">
                <a:latin typeface="Segeo UI Light"/>
              </a:rPr>
              <a:t> </a:t>
            </a:r>
            <a:r>
              <a:rPr lang="en-US" sz="1600" dirty="0" err="1">
                <a:latin typeface="Segeo UI Light"/>
              </a:rPr>
              <a:t>dụng</a:t>
            </a:r>
            <a:r>
              <a:rPr lang="en-US" sz="1600" dirty="0">
                <a:latin typeface="Segeo UI Light"/>
              </a:rPr>
              <a:t> </a:t>
            </a:r>
            <a:r>
              <a:rPr lang="en-US" sz="1600" dirty="0" err="1">
                <a:latin typeface="Segeo UI Light"/>
              </a:rPr>
              <a:t>khách</a:t>
            </a:r>
            <a:r>
              <a:rPr lang="en-US" sz="1600" dirty="0">
                <a:latin typeface="Segeo UI Light"/>
              </a:rPr>
              <a:t> </a:t>
            </a:r>
            <a:r>
              <a:rPr lang="en-US" sz="1600" dirty="0" err="1">
                <a:latin typeface="Segeo UI Light"/>
              </a:rPr>
              <a:t>kiểm</a:t>
            </a:r>
            <a:r>
              <a:rPr lang="en-US" sz="1600" dirty="0">
                <a:latin typeface="Segeo UI Light"/>
              </a:rPr>
              <a:t> </a:t>
            </a:r>
            <a:r>
              <a:rPr lang="en-US" sz="1600" dirty="0" err="1">
                <a:latin typeface="Segeo UI Light"/>
              </a:rPr>
              <a:t>tra</a:t>
            </a:r>
            <a:r>
              <a:rPr lang="en-US" sz="1600" dirty="0">
                <a:latin typeface="Segeo UI Light"/>
              </a:rPr>
              <a:t> </a:t>
            </a:r>
            <a:r>
              <a:rPr lang="en-US" sz="1600" dirty="0" err="1">
                <a:latin typeface="Segeo UI Light"/>
              </a:rPr>
              <a:t>độ</a:t>
            </a:r>
            <a:r>
              <a:rPr lang="en-US" sz="1600" dirty="0">
                <a:latin typeface="Segeo UI Light"/>
              </a:rPr>
              <a:t> tin </a:t>
            </a:r>
            <a:r>
              <a:rPr lang="en-US" sz="1600" dirty="0" err="1">
                <a:latin typeface="Segeo UI Light"/>
              </a:rPr>
              <a:t>cậy</a:t>
            </a:r>
            <a:r>
              <a:rPr lang="en-US" sz="1600" dirty="0">
                <a:latin typeface="Segeo UI Light"/>
              </a:rPr>
              <a:t> </a:t>
            </a:r>
            <a:r>
              <a:rPr lang="en-US" sz="1600" dirty="0" err="1">
                <a:latin typeface="Segeo UI Light"/>
              </a:rPr>
              <a:t>của</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thư</a:t>
            </a:r>
            <a:r>
              <a:rPr lang="en-US" sz="1600" dirty="0">
                <a:latin typeface="Segeo UI Light"/>
              </a:rPr>
              <a:t> </a:t>
            </a:r>
            <a:r>
              <a:rPr lang="en-US" sz="1600" dirty="0" err="1">
                <a:latin typeface="Segeo UI Light"/>
              </a:rPr>
              <a:t>số</a:t>
            </a:r>
            <a:r>
              <a:rPr lang="en-US" sz="1600" dirty="0">
                <a:latin typeface="Segeo UI Light"/>
              </a:rPr>
              <a:t> </a:t>
            </a:r>
            <a:r>
              <a:rPr lang="en-US" sz="1600" dirty="0" err="1">
                <a:latin typeface="Segeo UI Light"/>
              </a:rPr>
              <a:t>dựa</a:t>
            </a:r>
            <a:r>
              <a:rPr lang="en-US" sz="1600" dirty="0">
                <a:latin typeface="Segeo UI Light"/>
              </a:rPr>
              <a:t> </a:t>
            </a:r>
            <a:r>
              <a:rPr lang="en-US" sz="1600" dirty="0" err="1">
                <a:latin typeface="Segeo UI Light"/>
              </a:rPr>
              <a:t>trên</a:t>
            </a:r>
            <a:r>
              <a:rPr lang="en-US" sz="1600" dirty="0">
                <a:latin typeface="Segeo UI Light"/>
              </a:rPr>
              <a:t> </a:t>
            </a:r>
            <a:r>
              <a:rPr lang="en-US" sz="1600" dirty="0" err="1">
                <a:latin typeface="Segeo UI Light"/>
              </a:rPr>
              <a:t>chữ</a:t>
            </a:r>
            <a:r>
              <a:rPr lang="en-US" sz="1600" dirty="0">
                <a:latin typeface="Segeo UI Light"/>
              </a:rPr>
              <a:t> </a:t>
            </a:r>
            <a:r>
              <a:rPr lang="en-US" sz="1600" dirty="0" err="1">
                <a:latin typeface="Segeo UI Light"/>
              </a:rPr>
              <a:t>ký</a:t>
            </a:r>
            <a:r>
              <a:rPr lang="en-US" sz="1600" dirty="0">
                <a:latin typeface="Segeo UI Light"/>
              </a:rPr>
              <a:t> CA.</a:t>
            </a:r>
            <a:br>
              <a:rPr lang="en-US" sz="1600" dirty="0">
                <a:latin typeface="Segeo UI Light"/>
              </a:rPr>
            </a:br>
            <a:r>
              <a:rPr lang="en-US" sz="1600" dirty="0" err="1">
                <a:latin typeface="Segeo UI Light"/>
              </a:rPr>
              <a:t>Chuỗi</a:t>
            </a:r>
            <a:r>
              <a:rPr lang="en-US" sz="1600" dirty="0">
                <a:latin typeface="Segeo UI Light"/>
              </a:rPr>
              <a:t> tin </a:t>
            </a:r>
            <a:r>
              <a:rPr lang="en-US" sz="1600" dirty="0" err="1">
                <a:latin typeface="Segeo UI Light"/>
              </a:rPr>
              <a:t>cậy</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danh</a:t>
            </a:r>
            <a:r>
              <a:rPr lang="en-US" sz="1600" dirty="0">
                <a:latin typeface="Segeo UI Light"/>
              </a:rPr>
              <a:t> </a:t>
            </a:r>
            <a:r>
              <a:rPr lang="en-US" sz="1600" dirty="0" err="1">
                <a:latin typeface="Segeo UI Light"/>
              </a:rPr>
              <a:t>sách</a:t>
            </a:r>
            <a:r>
              <a:rPr lang="en-US" sz="1600" dirty="0">
                <a:latin typeface="Segeo UI Light"/>
              </a:rPr>
              <a:t> </a:t>
            </a:r>
            <a:r>
              <a:rPr lang="en-US" sz="1600" dirty="0" err="1">
                <a:latin typeface="Segeo UI Light"/>
              </a:rPr>
              <a:t>chứng</a:t>
            </a:r>
            <a:r>
              <a:rPr lang="en-US" sz="1600" dirty="0">
                <a:latin typeface="Segeo UI Light"/>
              </a:rPr>
              <a:t> </a:t>
            </a:r>
            <a:r>
              <a:rPr lang="en-US" sz="1600" dirty="0" err="1">
                <a:latin typeface="Segeo UI Light"/>
              </a:rPr>
              <a:t>thư</a:t>
            </a:r>
            <a:r>
              <a:rPr lang="en-US" sz="1600" dirty="0">
                <a:latin typeface="Segeo UI Light"/>
              </a:rPr>
              <a:t> </a:t>
            </a:r>
            <a:r>
              <a:rPr lang="en-US" sz="1600" dirty="0" err="1">
                <a:latin typeface="Segeo UI Light"/>
              </a:rPr>
              <a:t>liên</a:t>
            </a:r>
            <a:r>
              <a:rPr lang="en-US" sz="1600" dirty="0">
                <a:latin typeface="Segeo UI Light"/>
              </a:rPr>
              <a:t> </a:t>
            </a:r>
            <a:r>
              <a:rPr lang="en-US" sz="1600" dirty="0" err="1">
                <a:latin typeface="Segeo UI Light"/>
              </a:rPr>
              <a:t>kết</a:t>
            </a:r>
            <a:r>
              <a:rPr lang="en-US" sz="1600" dirty="0">
                <a:latin typeface="Segeo UI Light"/>
              </a:rPr>
              <a:t> </a:t>
            </a:r>
            <a:r>
              <a:rPr lang="en-US" sz="1600" dirty="0" err="1">
                <a:latin typeface="Segeo UI Light"/>
              </a:rPr>
              <a:t>từ</a:t>
            </a:r>
            <a:r>
              <a:rPr lang="en-US" sz="1600" dirty="0">
                <a:latin typeface="Segeo UI Light"/>
              </a:rPr>
              <a:t> CA </a:t>
            </a:r>
            <a:r>
              <a:rPr lang="en-US" sz="1600" dirty="0" err="1">
                <a:latin typeface="Segeo UI Light"/>
              </a:rPr>
              <a:t>yêu</a:t>
            </a:r>
            <a:r>
              <a:rPr lang="en-US" sz="1600" dirty="0">
                <a:latin typeface="Segeo UI Light"/>
              </a:rPr>
              <a:t> </a:t>
            </a:r>
            <a:r>
              <a:rPr lang="en-US" sz="1600" dirty="0" err="1">
                <a:latin typeface="Segeo UI Light"/>
              </a:rPr>
              <a:t>cầu</a:t>
            </a:r>
            <a:r>
              <a:rPr lang="en-US" sz="1600" dirty="0">
                <a:latin typeface="Segeo UI Light"/>
              </a:rPr>
              <a:t> </a:t>
            </a:r>
            <a:r>
              <a:rPr lang="en-US" sz="1600" dirty="0" err="1">
                <a:latin typeface="Segeo UI Light"/>
              </a:rPr>
              <a:t>đến</a:t>
            </a:r>
            <a:r>
              <a:rPr lang="en-US" sz="1600" dirty="0">
                <a:latin typeface="Segeo UI Light"/>
              </a:rPr>
              <a:t> Root CA (</a:t>
            </a:r>
            <a:r>
              <a:rPr lang="en-US" sz="1600" dirty="0" err="1">
                <a:latin typeface="Segeo UI Light"/>
              </a:rPr>
              <a:t>nguồn</a:t>
            </a:r>
            <a:r>
              <a:rPr lang="en-US" sz="1600" dirty="0">
                <a:latin typeface="Segeo UI Light"/>
              </a:rPr>
              <a:t> tin </a:t>
            </a:r>
            <a:r>
              <a:rPr lang="en-US" sz="1600" dirty="0" err="1">
                <a:latin typeface="Segeo UI Light"/>
              </a:rPr>
              <a:t>cậy</a:t>
            </a:r>
            <a:r>
              <a:rPr lang="en-US" sz="1600" dirty="0">
                <a:latin typeface="Segeo UI Light"/>
              </a:rPr>
              <a:t>).</a:t>
            </a:r>
            <a:br>
              <a:rPr lang="en-US" sz="1600" dirty="0">
                <a:latin typeface="Segeo UI Light"/>
              </a:rPr>
            </a:br>
            <a:r>
              <a:rPr lang="en-US" sz="1600" dirty="0" err="1">
                <a:latin typeface="Segeo UI Light"/>
              </a:rPr>
              <a:t>Điểm</a:t>
            </a:r>
            <a:r>
              <a:rPr lang="en-US" sz="1600" dirty="0">
                <a:latin typeface="Segeo UI Light"/>
              </a:rPr>
              <a:t> </a:t>
            </a:r>
            <a:r>
              <a:rPr lang="en-US" sz="1600" dirty="0" err="1">
                <a:latin typeface="Segeo UI Light"/>
              </a:rPr>
              <a:t>khởi</a:t>
            </a:r>
            <a:r>
              <a:rPr lang="en-US" sz="1600" dirty="0">
                <a:latin typeface="Segeo UI Light"/>
              </a:rPr>
              <a:t> </a:t>
            </a:r>
            <a:r>
              <a:rPr lang="en-US" sz="1600" dirty="0" err="1">
                <a:latin typeface="Segeo UI Light"/>
              </a:rPr>
              <a:t>đầu</a:t>
            </a:r>
            <a:r>
              <a:rPr lang="en-US" sz="1600" dirty="0">
                <a:latin typeface="Segeo UI Light"/>
              </a:rPr>
              <a:t> </a:t>
            </a:r>
            <a:r>
              <a:rPr lang="en-US" sz="1600" dirty="0" err="1">
                <a:latin typeface="Segeo UI Light"/>
              </a:rPr>
              <a:t>luôn</a:t>
            </a:r>
            <a:r>
              <a:rPr lang="en-US" sz="1600" dirty="0">
                <a:latin typeface="Segeo UI Light"/>
              </a:rPr>
              <a:t> </a:t>
            </a:r>
            <a:r>
              <a:rPr lang="en-US" sz="1600" dirty="0" err="1">
                <a:latin typeface="Segeo UI Light"/>
              </a:rPr>
              <a:t>là</a:t>
            </a:r>
            <a:r>
              <a:rPr lang="en-US" sz="1600" dirty="0">
                <a:latin typeface="Segeo UI Light"/>
              </a:rPr>
              <a:t> </a:t>
            </a:r>
            <a:r>
              <a:rPr lang="en-US" sz="1600" dirty="0" err="1">
                <a:latin typeface="Segeo UI Light"/>
              </a:rPr>
              <a:t>khóa</a:t>
            </a:r>
            <a:r>
              <a:rPr lang="en-US" sz="1600" dirty="0">
                <a:latin typeface="Segeo UI Light"/>
              </a:rPr>
              <a:t> </a:t>
            </a:r>
            <a:r>
              <a:rPr lang="en-US" sz="1600" dirty="0" err="1">
                <a:latin typeface="Segeo UI Light"/>
              </a:rPr>
              <a:t>công</a:t>
            </a:r>
            <a:r>
              <a:rPr lang="en-US" sz="1600" dirty="0">
                <a:latin typeface="Segeo UI Light"/>
              </a:rPr>
              <a:t> </a:t>
            </a:r>
            <a:r>
              <a:rPr lang="en-US" sz="1600" dirty="0" err="1">
                <a:latin typeface="Segeo UI Light"/>
              </a:rPr>
              <a:t>khai</a:t>
            </a:r>
            <a:r>
              <a:rPr lang="en-US" sz="1600" dirty="0">
                <a:latin typeface="Segeo UI Light"/>
              </a:rPr>
              <a:t> </a:t>
            </a:r>
            <a:r>
              <a:rPr lang="en-US" sz="1600" dirty="0" err="1">
                <a:latin typeface="Segeo UI Light"/>
              </a:rPr>
              <a:t>của</a:t>
            </a:r>
            <a:r>
              <a:rPr lang="en-US" sz="1600" dirty="0">
                <a:latin typeface="Segeo UI Light"/>
              </a:rPr>
              <a:t> Root CA.</a:t>
            </a:r>
            <a:br>
              <a:rPr lang="en-US" sz="1600" dirty="0">
                <a:latin typeface="Segeo UI Light"/>
              </a:rPr>
            </a:br>
            <a:endParaRPr lang="en-US" sz="1600" dirty="0">
              <a:latin typeface="Segeo UI Light"/>
            </a:endParaRPr>
          </a:p>
        </p:txBody>
      </p:sp>
    </p:spTree>
    <p:extLst>
      <p:ext uri="{BB962C8B-B14F-4D97-AF65-F5344CB8AC3E}">
        <p14:creationId xmlns:p14="http://schemas.microsoft.com/office/powerpoint/2010/main" val="478714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1FA99D46-40FC-4B4D-F634-B629DB8694EB}"/>
            </a:ext>
          </a:extLst>
        </p:cNvPr>
        <p:cNvGrpSpPr/>
        <p:nvPr/>
      </p:nvGrpSpPr>
      <p:grpSpPr>
        <a:xfrm>
          <a:off x="0" y="0"/>
          <a:ext cx="0" cy="0"/>
          <a:chOff x="0" y="0"/>
          <a:chExt cx="0" cy="0"/>
        </a:xfrm>
      </p:grpSpPr>
      <p:sp>
        <p:nvSpPr>
          <p:cNvPr id="529" name="Google Shape;529;p34">
            <a:extLst>
              <a:ext uri="{FF2B5EF4-FFF2-40B4-BE49-F238E27FC236}">
                <a16:creationId xmlns:a16="http://schemas.microsoft.com/office/drawing/2014/main" id="{6C79E603-90DD-84F4-26E2-46E54C8C558E}"/>
              </a:ext>
            </a:extLst>
          </p:cNvPr>
          <p:cNvSpPr txBox="1">
            <a:spLocks noGrp="1"/>
          </p:cNvSpPr>
          <p:nvPr>
            <p:ph type="title"/>
          </p:nvPr>
        </p:nvSpPr>
        <p:spPr>
          <a:xfrm>
            <a:off x="269549" y="1563270"/>
            <a:ext cx="4559100" cy="167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latin typeface="Segoe UI Black" panose="020B0A02040204020203" pitchFamily="34" charset="0"/>
                <a:ea typeface="Segoe UI Black" panose="020B0A02040204020203" pitchFamily="34" charset="0"/>
              </a:rPr>
              <a:t>EJBCA</a:t>
            </a:r>
            <a:endParaRPr dirty="0">
              <a:latin typeface="Segoe UI Black" panose="020B0A02040204020203" pitchFamily="34" charset="0"/>
              <a:ea typeface="Segoe UI Black" panose="020B0A02040204020203" pitchFamily="34" charset="0"/>
            </a:endParaRPr>
          </a:p>
        </p:txBody>
      </p:sp>
      <p:sp>
        <p:nvSpPr>
          <p:cNvPr id="530" name="Google Shape;530;p34">
            <a:extLst>
              <a:ext uri="{FF2B5EF4-FFF2-40B4-BE49-F238E27FC236}">
                <a16:creationId xmlns:a16="http://schemas.microsoft.com/office/drawing/2014/main" id="{FCAE9139-F349-99D4-8EDF-4F08F775D5FC}"/>
              </a:ext>
            </a:extLst>
          </p:cNvPr>
          <p:cNvSpPr/>
          <p:nvPr/>
        </p:nvSpPr>
        <p:spPr>
          <a:xfrm>
            <a:off x="3902050" y="1314599"/>
            <a:ext cx="4279065" cy="3330851"/>
          </a:xfrm>
          <a:custGeom>
            <a:avLst/>
            <a:gdLst/>
            <a:ahLst/>
            <a:cxnLst/>
            <a:rect l="l" t="t" r="r" b="b"/>
            <a:pathLst>
              <a:path w="209681" h="163217" extrusionOk="0">
                <a:moveTo>
                  <a:pt x="126215" y="0"/>
                </a:moveTo>
                <a:cubicBezTo>
                  <a:pt x="125383" y="0"/>
                  <a:pt x="124543" y="14"/>
                  <a:pt x="123697" y="42"/>
                </a:cubicBezTo>
                <a:cubicBezTo>
                  <a:pt x="87871" y="1241"/>
                  <a:pt x="57324" y="25234"/>
                  <a:pt x="32056" y="44028"/>
                </a:cubicBezTo>
                <a:cubicBezTo>
                  <a:pt x="6790" y="62820"/>
                  <a:pt x="0" y="92011"/>
                  <a:pt x="14709" y="114804"/>
                </a:cubicBezTo>
                <a:cubicBezTo>
                  <a:pt x="29416" y="137597"/>
                  <a:pt x="52798" y="127999"/>
                  <a:pt x="82590" y="142793"/>
                </a:cubicBezTo>
                <a:cubicBezTo>
                  <a:pt x="107746" y="155286"/>
                  <a:pt x="115695" y="163217"/>
                  <a:pt x="137537" y="163217"/>
                </a:cubicBezTo>
                <a:cubicBezTo>
                  <a:pt x="141563" y="163217"/>
                  <a:pt x="146062" y="162947"/>
                  <a:pt x="151227" y="162387"/>
                </a:cubicBezTo>
                <a:cubicBezTo>
                  <a:pt x="184414" y="158788"/>
                  <a:pt x="209680" y="122000"/>
                  <a:pt x="205910" y="82814"/>
                </a:cubicBezTo>
                <a:cubicBezTo>
                  <a:pt x="202138" y="43628"/>
                  <a:pt x="182150" y="23634"/>
                  <a:pt x="182150" y="23634"/>
                </a:cubicBezTo>
                <a:cubicBezTo>
                  <a:pt x="182150" y="23634"/>
                  <a:pt x="160581" y="0"/>
                  <a:pt x="126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 name="Google Shape;531;p34">
            <a:extLst>
              <a:ext uri="{FF2B5EF4-FFF2-40B4-BE49-F238E27FC236}">
                <a16:creationId xmlns:a16="http://schemas.microsoft.com/office/drawing/2014/main" id="{99A0FAE1-2F6C-8DF9-ACBE-D2266469C9B0}"/>
              </a:ext>
            </a:extLst>
          </p:cNvPr>
          <p:cNvGrpSpPr/>
          <p:nvPr/>
        </p:nvGrpSpPr>
        <p:grpSpPr>
          <a:xfrm>
            <a:off x="6025569" y="1547598"/>
            <a:ext cx="1524512" cy="3199926"/>
            <a:chOff x="5431588" y="1307171"/>
            <a:chExt cx="1423580" cy="2988072"/>
          </a:xfrm>
        </p:grpSpPr>
        <p:sp>
          <p:nvSpPr>
            <p:cNvPr id="532" name="Google Shape;532;p34">
              <a:extLst>
                <a:ext uri="{FF2B5EF4-FFF2-40B4-BE49-F238E27FC236}">
                  <a16:creationId xmlns:a16="http://schemas.microsoft.com/office/drawing/2014/main" id="{1CB64D0D-369B-B3A2-DA78-6A8CC27DEF1F}"/>
                </a:ext>
              </a:extLst>
            </p:cNvPr>
            <p:cNvSpPr/>
            <p:nvPr/>
          </p:nvSpPr>
          <p:spPr>
            <a:xfrm>
              <a:off x="5536047" y="1312545"/>
              <a:ext cx="1313785" cy="2977344"/>
            </a:xfrm>
            <a:custGeom>
              <a:avLst/>
              <a:gdLst/>
              <a:ahLst/>
              <a:cxnLst/>
              <a:rect l="l" t="t" r="r" b="b"/>
              <a:pathLst>
                <a:path w="68947" h="156250" extrusionOk="0">
                  <a:moveTo>
                    <a:pt x="145" y="0"/>
                  </a:moveTo>
                  <a:cubicBezTo>
                    <a:pt x="65" y="0"/>
                    <a:pt x="0" y="64"/>
                    <a:pt x="0" y="145"/>
                  </a:cubicBezTo>
                  <a:lnTo>
                    <a:pt x="0" y="156105"/>
                  </a:lnTo>
                  <a:cubicBezTo>
                    <a:pt x="0" y="156185"/>
                    <a:pt x="65" y="156249"/>
                    <a:pt x="145" y="156249"/>
                  </a:cubicBezTo>
                  <a:lnTo>
                    <a:pt x="63378" y="156249"/>
                  </a:lnTo>
                  <a:cubicBezTo>
                    <a:pt x="66452" y="156249"/>
                    <a:pt x="68946" y="153757"/>
                    <a:pt x="68946" y="150682"/>
                  </a:cubicBezTo>
                  <a:lnTo>
                    <a:pt x="68946" y="5305"/>
                  </a:lnTo>
                  <a:cubicBezTo>
                    <a:pt x="68946" y="2375"/>
                    <a:pt x="66570" y="0"/>
                    <a:pt x="636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4">
              <a:extLst>
                <a:ext uri="{FF2B5EF4-FFF2-40B4-BE49-F238E27FC236}">
                  <a16:creationId xmlns:a16="http://schemas.microsoft.com/office/drawing/2014/main" id="{A26D78AB-F2E0-44BC-CE21-B53F0263D00F}"/>
                </a:ext>
              </a:extLst>
            </p:cNvPr>
            <p:cNvSpPr/>
            <p:nvPr/>
          </p:nvSpPr>
          <p:spPr>
            <a:xfrm>
              <a:off x="5530674" y="1307171"/>
              <a:ext cx="1324494" cy="2988072"/>
            </a:xfrm>
            <a:custGeom>
              <a:avLst/>
              <a:gdLst/>
              <a:ahLst/>
              <a:cxnLst/>
              <a:rect l="l" t="t" r="r" b="b"/>
              <a:pathLst>
                <a:path w="69509" h="156813" extrusionOk="0">
                  <a:moveTo>
                    <a:pt x="64778" y="564"/>
                  </a:moveTo>
                  <a:cubicBezTo>
                    <a:pt x="67077" y="564"/>
                    <a:pt x="68947" y="2433"/>
                    <a:pt x="68947" y="4732"/>
                  </a:cubicBezTo>
                  <a:lnTo>
                    <a:pt x="68947" y="152083"/>
                  </a:lnTo>
                  <a:cubicBezTo>
                    <a:pt x="68947" y="154380"/>
                    <a:pt x="67077" y="156250"/>
                    <a:pt x="64778" y="156250"/>
                  </a:cubicBezTo>
                  <a:lnTo>
                    <a:pt x="4731" y="156250"/>
                  </a:lnTo>
                  <a:cubicBezTo>
                    <a:pt x="2432" y="156250"/>
                    <a:pt x="562" y="154380"/>
                    <a:pt x="562" y="152083"/>
                  </a:cubicBezTo>
                  <a:lnTo>
                    <a:pt x="562" y="4732"/>
                  </a:lnTo>
                  <a:cubicBezTo>
                    <a:pt x="562" y="2433"/>
                    <a:pt x="2432" y="564"/>
                    <a:pt x="4731" y="564"/>
                  </a:cubicBezTo>
                  <a:close/>
                  <a:moveTo>
                    <a:pt x="4731" y="1"/>
                  </a:moveTo>
                  <a:cubicBezTo>
                    <a:pt x="2123" y="1"/>
                    <a:pt x="1" y="2123"/>
                    <a:pt x="1" y="4732"/>
                  </a:cubicBezTo>
                  <a:lnTo>
                    <a:pt x="1" y="152083"/>
                  </a:lnTo>
                  <a:cubicBezTo>
                    <a:pt x="1" y="154691"/>
                    <a:pt x="2123" y="156813"/>
                    <a:pt x="4731" y="156813"/>
                  </a:cubicBezTo>
                  <a:lnTo>
                    <a:pt x="64778" y="156813"/>
                  </a:lnTo>
                  <a:cubicBezTo>
                    <a:pt x="67386" y="156813"/>
                    <a:pt x="69508" y="154691"/>
                    <a:pt x="69508" y="152083"/>
                  </a:cubicBezTo>
                  <a:lnTo>
                    <a:pt x="69508" y="4732"/>
                  </a:lnTo>
                  <a:cubicBezTo>
                    <a:pt x="69508" y="2123"/>
                    <a:pt x="67386"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4">
              <a:extLst>
                <a:ext uri="{FF2B5EF4-FFF2-40B4-BE49-F238E27FC236}">
                  <a16:creationId xmlns:a16="http://schemas.microsoft.com/office/drawing/2014/main" id="{848ED9DE-4532-E86A-1089-A1EC134ADBBC}"/>
                </a:ext>
              </a:extLst>
            </p:cNvPr>
            <p:cNvSpPr/>
            <p:nvPr/>
          </p:nvSpPr>
          <p:spPr>
            <a:xfrm>
              <a:off x="6788418" y="1565043"/>
              <a:ext cx="35004" cy="268733"/>
            </a:xfrm>
            <a:custGeom>
              <a:avLst/>
              <a:gdLst/>
              <a:ahLst/>
              <a:cxnLst/>
              <a:rect l="l" t="t" r="r" b="b"/>
              <a:pathLst>
                <a:path w="1837" h="14103" extrusionOk="0">
                  <a:moveTo>
                    <a:pt x="919" y="1"/>
                  </a:moveTo>
                  <a:cubicBezTo>
                    <a:pt x="416" y="1"/>
                    <a:pt x="8" y="403"/>
                    <a:pt x="0" y="906"/>
                  </a:cubicBezTo>
                  <a:lnTo>
                    <a:pt x="0" y="13185"/>
                  </a:lnTo>
                  <a:cubicBezTo>
                    <a:pt x="0" y="13691"/>
                    <a:pt x="412" y="14103"/>
                    <a:pt x="919" y="14103"/>
                  </a:cubicBezTo>
                  <a:cubicBezTo>
                    <a:pt x="1425" y="14103"/>
                    <a:pt x="1837" y="13691"/>
                    <a:pt x="1837" y="13184"/>
                  </a:cubicBezTo>
                  <a:lnTo>
                    <a:pt x="1837" y="906"/>
                  </a:lnTo>
                  <a:cubicBezTo>
                    <a:pt x="1829" y="403"/>
                    <a:pt x="1421" y="1"/>
                    <a:pt x="9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4">
              <a:extLst>
                <a:ext uri="{FF2B5EF4-FFF2-40B4-BE49-F238E27FC236}">
                  <a16:creationId xmlns:a16="http://schemas.microsoft.com/office/drawing/2014/main" id="{E72D31CE-CD44-17CF-A6C2-EB210AE09CC7}"/>
                </a:ext>
              </a:extLst>
            </p:cNvPr>
            <p:cNvSpPr/>
            <p:nvPr/>
          </p:nvSpPr>
          <p:spPr>
            <a:xfrm>
              <a:off x="6788418" y="1885033"/>
              <a:ext cx="35004" cy="165512"/>
            </a:xfrm>
            <a:custGeom>
              <a:avLst/>
              <a:gdLst/>
              <a:ahLst/>
              <a:cxnLst/>
              <a:rect l="l" t="t" r="r" b="b"/>
              <a:pathLst>
                <a:path w="1837" h="8686" extrusionOk="0">
                  <a:moveTo>
                    <a:pt x="919" y="0"/>
                  </a:moveTo>
                  <a:cubicBezTo>
                    <a:pt x="416" y="0"/>
                    <a:pt x="8" y="403"/>
                    <a:pt x="0" y="906"/>
                  </a:cubicBezTo>
                  <a:lnTo>
                    <a:pt x="0" y="7767"/>
                  </a:lnTo>
                  <a:cubicBezTo>
                    <a:pt x="0" y="8274"/>
                    <a:pt x="412" y="8686"/>
                    <a:pt x="919" y="8686"/>
                  </a:cubicBezTo>
                  <a:cubicBezTo>
                    <a:pt x="1425" y="8684"/>
                    <a:pt x="1837" y="8274"/>
                    <a:pt x="1837" y="7767"/>
                  </a:cubicBezTo>
                  <a:lnTo>
                    <a:pt x="1837" y="906"/>
                  </a:lnTo>
                  <a:cubicBezTo>
                    <a:pt x="1829" y="403"/>
                    <a:pt x="1421" y="0"/>
                    <a:pt x="9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4">
              <a:extLst>
                <a:ext uri="{FF2B5EF4-FFF2-40B4-BE49-F238E27FC236}">
                  <a16:creationId xmlns:a16="http://schemas.microsoft.com/office/drawing/2014/main" id="{48E281FB-CC75-B071-62E2-19233C1976D5}"/>
                </a:ext>
              </a:extLst>
            </p:cNvPr>
            <p:cNvSpPr/>
            <p:nvPr/>
          </p:nvSpPr>
          <p:spPr>
            <a:xfrm>
              <a:off x="5436923" y="1312545"/>
              <a:ext cx="1313766" cy="2977344"/>
            </a:xfrm>
            <a:custGeom>
              <a:avLst/>
              <a:gdLst/>
              <a:ahLst/>
              <a:cxnLst/>
              <a:rect l="l" t="t" r="r" b="b"/>
              <a:pathLst>
                <a:path w="68946" h="156250" extrusionOk="0">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4">
              <a:extLst>
                <a:ext uri="{FF2B5EF4-FFF2-40B4-BE49-F238E27FC236}">
                  <a16:creationId xmlns:a16="http://schemas.microsoft.com/office/drawing/2014/main" id="{C50A5ECC-D008-713A-1F21-579088570D23}"/>
                </a:ext>
              </a:extLst>
            </p:cNvPr>
            <p:cNvSpPr/>
            <p:nvPr/>
          </p:nvSpPr>
          <p:spPr>
            <a:xfrm>
              <a:off x="5431588" y="1307171"/>
              <a:ext cx="1324475" cy="2988072"/>
            </a:xfrm>
            <a:custGeom>
              <a:avLst/>
              <a:gdLst/>
              <a:ahLst/>
              <a:cxnLst/>
              <a:rect l="l" t="t" r="r" b="b"/>
              <a:pathLst>
                <a:path w="69508" h="156813" extrusionOk="0">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4">
              <a:extLst>
                <a:ext uri="{FF2B5EF4-FFF2-40B4-BE49-F238E27FC236}">
                  <a16:creationId xmlns:a16="http://schemas.microsoft.com/office/drawing/2014/main" id="{4BCB8AFA-F24A-0A2F-6760-80D01D5E341F}"/>
                </a:ext>
              </a:extLst>
            </p:cNvPr>
            <p:cNvSpPr/>
            <p:nvPr/>
          </p:nvSpPr>
          <p:spPr>
            <a:xfrm>
              <a:off x="5524405" y="1510774"/>
              <a:ext cx="1138841" cy="2553675"/>
            </a:xfrm>
            <a:custGeom>
              <a:avLst/>
              <a:gdLst/>
              <a:ahLst/>
              <a:cxnLst/>
              <a:rect l="l" t="t" r="r" b="b"/>
              <a:pathLst>
                <a:path w="59766" h="134016" extrusionOk="0">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4">
              <a:extLst>
                <a:ext uri="{FF2B5EF4-FFF2-40B4-BE49-F238E27FC236}">
                  <a16:creationId xmlns:a16="http://schemas.microsoft.com/office/drawing/2014/main" id="{4AB7A42B-1260-B635-706F-D12C8F5ADF2E}"/>
                </a:ext>
              </a:extLst>
            </p:cNvPr>
            <p:cNvSpPr/>
            <p:nvPr/>
          </p:nvSpPr>
          <p:spPr>
            <a:xfrm>
              <a:off x="5908897" y="1413079"/>
              <a:ext cx="334834" cy="32146"/>
            </a:xfrm>
            <a:custGeom>
              <a:avLst/>
              <a:gdLst/>
              <a:ahLst/>
              <a:cxnLst/>
              <a:rect l="l" t="t" r="r" b="b"/>
              <a:pathLst>
                <a:path w="17572" h="1687" extrusionOk="0">
                  <a:moveTo>
                    <a:pt x="831" y="1"/>
                  </a:moveTo>
                  <a:cubicBezTo>
                    <a:pt x="371" y="8"/>
                    <a:pt x="0" y="383"/>
                    <a:pt x="0" y="844"/>
                  </a:cubicBezTo>
                  <a:cubicBezTo>
                    <a:pt x="0" y="1305"/>
                    <a:pt x="371" y="1680"/>
                    <a:pt x="831" y="1687"/>
                  </a:cubicBezTo>
                  <a:lnTo>
                    <a:pt x="16742" y="1687"/>
                  </a:lnTo>
                  <a:cubicBezTo>
                    <a:pt x="17203" y="1680"/>
                    <a:pt x="17572" y="1305"/>
                    <a:pt x="17572" y="844"/>
                  </a:cubicBezTo>
                  <a:cubicBezTo>
                    <a:pt x="17572" y="383"/>
                    <a:pt x="17203" y="8"/>
                    <a:pt x="167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4">
              <a:extLst>
                <a:ext uri="{FF2B5EF4-FFF2-40B4-BE49-F238E27FC236}">
                  <a16:creationId xmlns:a16="http://schemas.microsoft.com/office/drawing/2014/main" id="{A5DAA240-2C11-6917-C83F-48704CEDDD44}"/>
                </a:ext>
              </a:extLst>
            </p:cNvPr>
            <p:cNvSpPr/>
            <p:nvPr/>
          </p:nvSpPr>
          <p:spPr>
            <a:xfrm>
              <a:off x="5994701" y="4116888"/>
              <a:ext cx="58308" cy="75839"/>
            </a:xfrm>
            <a:custGeom>
              <a:avLst/>
              <a:gdLst/>
              <a:ahLst/>
              <a:cxnLst/>
              <a:rect l="l" t="t" r="r" b="b"/>
              <a:pathLst>
                <a:path w="3060" h="3980" extrusionOk="0">
                  <a:moveTo>
                    <a:pt x="1531" y="1"/>
                  </a:moveTo>
                  <a:cubicBezTo>
                    <a:pt x="685" y="1"/>
                    <a:pt x="1" y="892"/>
                    <a:pt x="1" y="1990"/>
                  </a:cubicBezTo>
                  <a:cubicBezTo>
                    <a:pt x="1" y="3088"/>
                    <a:pt x="685" y="3979"/>
                    <a:pt x="1529" y="3979"/>
                  </a:cubicBezTo>
                  <a:cubicBezTo>
                    <a:pt x="2374" y="3979"/>
                    <a:pt x="3059" y="3088"/>
                    <a:pt x="3059" y="1990"/>
                  </a:cubicBezTo>
                  <a:cubicBezTo>
                    <a:pt x="3059" y="892"/>
                    <a:pt x="2375" y="1"/>
                    <a:pt x="1531"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4">
              <a:extLst>
                <a:ext uri="{FF2B5EF4-FFF2-40B4-BE49-F238E27FC236}">
                  <a16:creationId xmlns:a16="http://schemas.microsoft.com/office/drawing/2014/main" id="{342E6E9C-13D3-CF93-3E6D-08BA2A5B86D5}"/>
                </a:ext>
              </a:extLst>
            </p:cNvPr>
            <p:cNvSpPr/>
            <p:nvPr/>
          </p:nvSpPr>
          <p:spPr>
            <a:xfrm>
              <a:off x="5896301" y="1685680"/>
              <a:ext cx="395010" cy="460597"/>
            </a:xfrm>
            <a:custGeom>
              <a:avLst/>
              <a:gdLst/>
              <a:ahLst/>
              <a:cxnLst/>
              <a:rect l="l" t="t" r="r" b="b"/>
              <a:pathLst>
                <a:path w="20730" h="24172" extrusionOk="0">
                  <a:moveTo>
                    <a:pt x="10366" y="1"/>
                  </a:moveTo>
                  <a:cubicBezTo>
                    <a:pt x="7617" y="1"/>
                    <a:pt x="4980" y="1274"/>
                    <a:pt x="3036" y="3541"/>
                  </a:cubicBezTo>
                  <a:cubicBezTo>
                    <a:pt x="1093" y="5807"/>
                    <a:pt x="0" y="8881"/>
                    <a:pt x="0" y="12086"/>
                  </a:cubicBezTo>
                  <a:cubicBezTo>
                    <a:pt x="0" y="15291"/>
                    <a:pt x="1093" y="18366"/>
                    <a:pt x="3036" y="20632"/>
                  </a:cubicBezTo>
                  <a:cubicBezTo>
                    <a:pt x="4980" y="22899"/>
                    <a:pt x="7617" y="24172"/>
                    <a:pt x="10366" y="24172"/>
                  </a:cubicBezTo>
                  <a:cubicBezTo>
                    <a:pt x="13113" y="24172"/>
                    <a:pt x="15750" y="22899"/>
                    <a:pt x="17694" y="20632"/>
                  </a:cubicBezTo>
                  <a:cubicBezTo>
                    <a:pt x="19639" y="18366"/>
                    <a:pt x="20730" y="15291"/>
                    <a:pt x="20730" y="12086"/>
                  </a:cubicBezTo>
                  <a:cubicBezTo>
                    <a:pt x="20730" y="8881"/>
                    <a:pt x="19639" y="5807"/>
                    <a:pt x="17694" y="3541"/>
                  </a:cubicBezTo>
                  <a:cubicBezTo>
                    <a:pt x="15750" y="1274"/>
                    <a:pt x="13113" y="1"/>
                    <a:pt x="103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4">
              <a:extLst>
                <a:ext uri="{FF2B5EF4-FFF2-40B4-BE49-F238E27FC236}">
                  <a16:creationId xmlns:a16="http://schemas.microsoft.com/office/drawing/2014/main" id="{4A312082-1C2C-674D-A7A5-B95312594FD6}"/>
                </a:ext>
              </a:extLst>
            </p:cNvPr>
            <p:cNvSpPr/>
            <p:nvPr/>
          </p:nvSpPr>
          <p:spPr>
            <a:xfrm>
              <a:off x="6018806" y="1738157"/>
              <a:ext cx="150001" cy="174906"/>
            </a:xfrm>
            <a:custGeom>
              <a:avLst/>
              <a:gdLst/>
              <a:ahLst/>
              <a:cxnLst/>
              <a:rect l="l" t="t" r="r" b="b"/>
              <a:pathLst>
                <a:path w="7872" h="9179" extrusionOk="0">
                  <a:moveTo>
                    <a:pt x="3937" y="1"/>
                  </a:moveTo>
                  <a:cubicBezTo>
                    <a:pt x="1762" y="1"/>
                    <a:pt x="0" y="2055"/>
                    <a:pt x="0" y="4590"/>
                  </a:cubicBezTo>
                  <a:cubicBezTo>
                    <a:pt x="0" y="7125"/>
                    <a:pt x="1762" y="9179"/>
                    <a:pt x="3937" y="9179"/>
                  </a:cubicBezTo>
                  <a:cubicBezTo>
                    <a:pt x="6110" y="9179"/>
                    <a:pt x="7872" y="7125"/>
                    <a:pt x="7872" y="4590"/>
                  </a:cubicBezTo>
                  <a:cubicBezTo>
                    <a:pt x="7872" y="2055"/>
                    <a:pt x="6110" y="1"/>
                    <a:pt x="393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4">
              <a:extLst>
                <a:ext uri="{FF2B5EF4-FFF2-40B4-BE49-F238E27FC236}">
                  <a16:creationId xmlns:a16="http://schemas.microsoft.com/office/drawing/2014/main" id="{5EB6EB50-7CAC-808A-EAB5-BE6F0545BD11}"/>
                </a:ext>
              </a:extLst>
            </p:cNvPr>
            <p:cNvSpPr/>
            <p:nvPr/>
          </p:nvSpPr>
          <p:spPr>
            <a:xfrm>
              <a:off x="6013432" y="1732803"/>
              <a:ext cx="160748" cy="185634"/>
            </a:xfrm>
            <a:custGeom>
              <a:avLst/>
              <a:gdLst/>
              <a:ahLst/>
              <a:cxnLst/>
              <a:rect l="l" t="t" r="r" b="b"/>
              <a:pathLst>
                <a:path w="8436" h="9742" extrusionOk="0">
                  <a:moveTo>
                    <a:pt x="4219" y="562"/>
                  </a:moveTo>
                  <a:cubicBezTo>
                    <a:pt x="6234" y="562"/>
                    <a:pt x="7874" y="2494"/>
                    <a:pt x="7874" y="4871"/>
                  </a:cubicBezTo>
                  <a:cubicBezTo>
                    <a:pt x="7874" y="7247"/>
                    <a:pt x="6234" y="9180"/>
                    <a:pt x="4219" y="9180"/>
                  </a:cubicBezTo>
                  <a:cubicBezTo>
                    <a:pt x="2203" y="9180"/>
                    <a:pt x="562" y="7247"/>
                    <a:pt x="562" y="4871"/>
                  </a:cubicBezTo>
                  <a:cubicBezTo>
                    <a:pt x="562" y="2494"/>
                    <a:pt x="2203" y="562"/>
                    <a:pt x="4219" y="562"/>
                  </a:cubicBezTo>
                  <a:close/>
                  <a:moveTo>
                    <a:pt x="4219" y="0"/>
                  </a:moveTo>
                  <a:cubicBezTo>
                    <a:pt x="1892" y="0"/>
                    <a:pt x="1" y="2185"/>
                    <a:pt x="1" y="4871"/>
                  </a:cubicBezTo>
                  <a:cubicBezTo>
                    <a:pt x="1" y="7556"/>
                    <a:pt x="1892" y="9741"/>
                    <a:pt x="4219" y="9741"/>
                  </a:cubicBezTo>
                  <a:cubicBezTo>
                    <a:pt x="6544" y="9741"/>
                    <a:pt x="8435" y="7556"/>
                    <a:pt x="8435" y="4871"/>
                  </a:cubicBezTo>
                  <a:cubicBezTo>
                    <a:pt x="8435" y="2185"/>
                    <a:pt x="6544" y="0"/>
                    <a:pt x="42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4">
              <a:extLst>
                <a:ext uri="{FF2B5EF4-FFF2-40B4-BE49-F238E27FC236}">
                  <a16:creationId xmlns:a16="http://schemas.microsoft.com/office/drawing/2014/main" id="{0FAD5C34-51F2-92CD-9A89-0C698265A651}"/>
                </a:ext>
              </a:extLst>
            </p:cNvPr>
            <p:cNvSpPr/>
            <p:nvPr/>
          </p:nvSpPr>
          <p:spPr>
            <a:xfrm>
              <a:off x="5957544" y="1936386"/>
              <a:ext cx="272525" cy="209891"/>
            </a:xfrm>
            <a:custGeom>
              <a:avLst/>
              <a:gdLst/>
              <a:ahLst/>
              <a:cxnLst/>
              <a:rect l="l" t="t" r="r" b="b"/>
              <a:pathLst>
                <a:path w="14302" h="11015" extrusionOk="0">
                  <a:moveTo>
                    <a:pt x="7152" y="1"/>
                  </a:moveTo>
                  <a:cubicBezTo>
                    <a:pt x="3202" y="1"/>
                    <a:pt x="1" y="3014"/>
                    <a:pt x="1" y="6731"/>
                  </a:cubicBezTo>
                  <a:cubicBezTo>
                    <a:pt x="4" y="7077"/>
                    <a:pt x="34" y="7421"/>
                    <a:pt x="93" y="7763"/>
                  </a:cubicBezTo>
                  <a:cubicBezTo>
                    <a:pt x="1945" y="9775"/>
                    <a:pt x="4421" y="11015"/>
                    <a:pt x="7152" y="11015"/>
                  </a:cubicBezTo>
                  <a:cubicBezTo>
                    <a:pt x="9882" y="11015"/>
                    <a:pt x="12358" y="9775"/>
                    <a:pt x="14209" y="7763"/>
                  </a:cubicBezTo>
                  <a:cubicBezTo>
                    <a:pt x="14268" y="7421"/>
                    <a:pt x="14298" y="7077"/>
                    <a:pt x="14301" y="6731"/>
                  </a:cubicBezTo>
                  <a:cubicBezTo>
                    <a:pt x="14301" y="3014"/>
                    <a:pt x="11100" y="1"/>
                    <a:pt x="71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4">
              <a:extLst>
                <a:ext uri="{FF2B5EF4-FFF2-40B4-BE49-F238E27FC236}">
                  <a16:creationId xmlns:a16="http://schemas.microsoft.com/office/drawing/2014/main" id="{ECA4AAD1-DC9C-BBC2-EBED-680D3DCD2BC0}"/>
                </a:ext>
              </a:extLst>
            </p:cNvPr>
            <p:cNvSpPr/>
            <p:nvPr/>
          </p:nvSpPr>
          <p:spPr>
            <a:xfrm>
              <a:off x="5952190" y="1931032"/>
              <a:ext cx="283234" cy="220619"/>
            </a:xfrm>
            <a:custGeom>
              <a:avLst/>
              <a:gdLst/>
              <a:ahLst/>
              <a:cxnLst/>
              <a:rect l="l" t="t" r="r" b="b"/>
              <a:pathLst>
                <a:path w="14864" h="11578" extrusionOk="0">
                  <a:moveTo>
                    <a:pt x="7433" y="562"/>
                  </a:moveTo>
                  <a:cubicBezTo>
                    <a:pt x="11220" y="562"/>
                    <a:pt x="14302" y="3455"/>
                    <a:pt x="14302" y="7012"/>
                  </a:cubicBezTo>
                  <a:cubicBezTo>
                    <a:pt x="14299" y="7314"/>
                    <a:pt x="14274" y="7616"/>
                    <a:pt x="14226" y="7915"/>
                  </a:cubicBezTo>
                  <a:cubicBezTo>
                    <a:pt x="12358" y="9913"/>
                    <a:pt x="9949" y="11014"/>
                    <a:pt x="7433" y="11014"/>
                  </a:cubicBezTo>
                  <a:cubicBezTo>
                    <a:pt x="4917" y="11014"/>
                    <a:pt x="2506" y="9915"/>
                    <a:pt x="638" y="7915"/>
                  </a:cubicBezTo>
                  <a:cubicBezTo>
                    <a:pt x="590" y="7616"/>
                    <a:pt x="565" y="7314"/>
                    <a:pt x="563" y="7012"/>
                  </a:cubicBezTo>
                  <a:cubicBezTo>
                    <a:pt x="563" y="3455"/>
                    <a:pt x="3644" y="562"/>
                    <a:pt x="7433" y="562"/>
                  </a:cubicBezTo>
                  <a:close/>
                  <a:moveTo>
                    <a:pt x="7433" y="0"/>
                  </a:moveTo>
                  <a:cubicBezTo>
                    <a:pt x="3334" y="0"/>
                    <a:pt x="0" y="3146"/>
                    <a:pt x="0" y="7012"/>
                  </a:cubicBezTo>
                  <a:cubicBezTo>
                    <a:pt x="0" y="7345"/>
                    <a:pt x="31" y="7688"/>
                    <a:pt x="97" y="8089"/>
                  </a:cubicBezTo>
                  <a:cubicBezTo>
                    <a:pt x="105" y="8143"/>
                    <a:pt x="130" y="8194"/>
                    <a:pt x="167" y="8235"/>
                  </a:cubicBezTo>
                  <a:cubicBezTo>
                    <a:pt x="2152" y="10390"/>
                    <a:pt x="4732" y="11577"/>
                    <a:pt x="7433" y="11577"/>
                  </a:cubicBezTo>
                  <a:cubicBezTo>
                    <a:pt x="10134" y="11577"/>
                    <a:pt x="12714" y="10390"/>
                    <a:pt x="14697" y="8235"/>
                  </a:cubicBezTo>
                  <a:cubicBezTo>
                    <a:pt x="14734" y="8194"/>
                    <a:pt x="14759" y="8143"/>
                    <a:pt x="14767" y="8089"/>
                  </a:cubicBezTo>
                  <a:cubicBezTo>
                    <a:pt x="14833" y="7688"/>
                    <a:pt x="14864" y="7345"/>
                    <a:pt x="14864" y="7012"/>
                  </a:cubicBezTo>
                  <a:cubicBezTo>
                    <a:pt x="14864" y="3146"/>
                    <a:pt x="11530" y="0"/>
                    <a:pt x="743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4">
              <a:extLst>
                <a:ext uri="{FF2B5EF4-FFF2-40B4-BE49-F238E27FC236}">
                  <a16:creationId xmlns:a16="http://schemas.microsoft.com/office/drawing/2014/main" id="{96402D1E-0651-0438-BF6A-848731F18FC7}"/>
                </a:ext>
              </a:extLst>
            </p:cNvPr>
            <p:cNvSpPr/>
            <p:nvPr/>
          </p:nvSpPr>
          <p:spPr>
            <a:xfrm>
              <a:off x="5807695" y="2262875"/>
              <a:ext cx="572222" cy="655835"/>
            </a:xfrm>
            <a:custGeom>
              <a:avLst/>
              <a:gdLst/>
              <a:ahLst/>
              <a:cxnLst/>
              <a:rect l="l" t="t" r="r" b="b"/>
              <a:pathLst>
                <a:path w="30030" h="34418" extrusionOk="0">
                  <a:moveTo>
                    <a:pt x="15016" y="5228"/>
                  </a:moveTo>
                  <a:cubicBezTo>
                    <a:pt x="20632" y="5228"/>
                    <a:pt x="25203" y="10176"/>
                    <a:pt x="25203" y="16261"/>
                  </a:cubicBezTo>
                  <a:lnTo>
                    <a:pt x="25203" y="29190"/>
                  </a:lnTo>
                  <a:lnTo>
                    <a:pt x="4827" y="29190"/>
                  </a:lnTo>
                  <a:lnTo>
                    <a:pt x="4827" y="16261"/>
                  </a:lnTo>
                  <a:cubicBezTo>
                    <a:pt x="4827" y="10176"/>
                    <a:pt x="9398" y="5228"/>
                    <a:pt x="15016" y="5228"/>
                  </a:cubicBezTo>
                  <a:close/>
                  <a:moveTo>
                    <a:pt x="15016" y="1"/>
                  </a:moveTo>
                  <a:cubicBezTo>
                    <a:pt x="6736" y="1"/>
                    <a:pt x="1" y="7294"/>
                    <a:pt x="1" y="16261"/>
                  </a:cubicBezTo>
                  <a:lnTo>
                    <a:pt x="1" y="31804"/>
                  </a:lnTo>
                  <a:cubicBezTo>
                    <a:pt x="1" y="33248"/>
                    <a:pt x="1082" y="34417"/>
                    <a:pt x="2415" y="34417"/>
                  </a:cubicBezTo>
                  <a:lnTo>
                    <a:pt x="27617" y="34417"/>
                  </a:lnTo>
                  <a:cubicBezTo>
                    <a:pt x="28950" y="34417"/>
                    <a:pt x="30029" y="33248"/>
                    <a:pt x="30029" y="31804"/>
                  </a:cubicBezTo>
                  <a:lnTo>
                    <a:pt x="30029" y="16261"/>
                  </a:lnTo>
                  <a:cubicBezTo>
                    <a:pt x="30029" y="7294"/>
                    <a:pt x="23294" y="1"/>
                    <a:pt x="1501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4">
              <a:extLst>
                <a:ext uri="{FF2B5EF4-FFF2-40B4-BE49-F238E27FC236}">
                  <a16:creationId xmlns:a16="http://schemas.microsoft.com/office/drawing/2014/main" id="{E203174D-E9A2-D7DA-F94E-83AD8BA4E1CA}"/>
                </a:ext>
              </a:extLst>
            </p:cNvPr>
            <p:cNvSpPr/>
            <p:nvPr/>
          </p:nvSpPr>
          <p:spPr>
            <a:xfrm>
              <a:off x="5760458" y="2716555"/>
              <a:ext cx="666715" cy="630778"/>
            </a:xfrm>
            <a:custGeom>
              <a:avLst/>
              <a:gdLst/>
              <a:ahLst/>
              <a:cxnLst/>
              <a:rect l="l" t="t" r="r" b="b"/>
              <a:pathLst>
                <a:path w="34989" h="33103" extrusionOk="0">
                  <a:moveTo>
                    <a:pt x="1" y="1"/>
                  </a:moveTo>
                  <a:lnTo>
                    <a:pt x="1" y="33102"/>
                  </a:lnTo>
                  <a:lnTo>
                    <a:pt x="34989" y="33102"/>
                  </a:lnTo>
                  <a:lnTo>
                    <a:pt x="349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4">
              <a:extLst>
                <a:ext uri="{FF2B5EF4-FFF2-40B4-BE49-F238E27FC236}">
                  <a16:creationId xmlns:a16="http://schemas.microsoft.com/office/drawing/2014/main" id="{94F339E2-2A6B-487C-6946-D1438E43D31F}"/>
                </a:ext>
              </a:extLst>
            </p:cNvPr>
            <p:cNvSpPr/>
            <p:nvPr/>
          </p:nvSpPr>
          <p:spPr>
            <a:xfrm>
              <a:off x="6003181" y="2875188"/>
              <a:ext cx="187806" cy="275745"/>
            </a:xfrm>
            <a:custGeom>
              <a:avLst/>
              <a:gdLst/>
              <a:ahLst/>
              <a:cxnLst/>
              <a:rect l="l" t="t" r="r" b="b"/>
              <a:pathLst>
                <a:path w="9856" h="14471" extrusionOk="0">
                  <a:moveTo>
                    <a:pt x="4927" y="1"/>
                  </a:moveTo>
                  <a:cubicBezTo>
                    <a:pt x="2633" y="1"/>
                    <a:pt x="772" y="2016"/>
                    <a:pt x="772" y="4502"/>
                  </a:cubicBezTo>
                  <a:cubicBezTo>
                    <a:pt x="772" y="6052"/>
                    <a:pt x="1496" y="7417"/>
                    <a:pt x="2595" y="8227"/>
                  </a:cubicBezTo>
                  <a:lnTo>
                    <a:pt x="1" y="14470"/>
                  </a:lnTo>
                  <a:lnTo>
                    <a:pt x="9856" y="14470"/>
                  </a:lnTo>
                  <a:lnTo>
                    <a:pt x="7261" y="8227"/>
                  </a:lnTo>
                  <a:cubicBezTo>
                    <a:pt x="8361" y="7417"/>
                    <a:pt x="9084" y="6050"/>
                    <a:pt x="9084" y="4502"/>
                  </a:cubicBezTo>
                  <a:cubicBezTo>
                    <a:pt x="9084" y="2016"/>
                    <a:pt x="7223" y="1"/>
                    <a:pt x="492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4">
              <a:extLst>
                <a:ext uri="{FF2B5EF4-FFF2-40B4-BE49-F238E27FC236}">
                  <a16:creationId xmlns:a16="http://schemas.microsoft.com/office/drawing/2014/main" id="{2C66A202-EE21-22CE-1C99-538A13EAFF97}"/>
                </a:ext>
              </a:extLst>
            </p:cNvPr>
            <p:cNvSpPr/>
            <p:nvPr/>
          </p:nvSpPr>
          <p:spPr>
            <a:xfrm>
              <a:off x="5996759" y="2869853"/>
              <a:ext cx="200611" cy="286435"/>
            </a:xfrm>
            <a:custGeom>
              <a:avLst/>
              <a:gdLst/>
              <a:ahLst/>
              <a:cxnLst/>
              <a:rect l="l" t="t" r="r" b="b"/>
              <a:pathLst>
                <a:path w="10528" h="15032" extrusionOk="0">
                  <a:moveTo>
                    <a:pt x="5264" y="562"/>
                  </a:moveTo>
                  <a:cubicBezTo>
                    <a:pt x="7401" y="562"/>
                    <a:pt x="9139" y="2455"/>
                    <a:pt x="9139" y="4782"/>
                  </a:cubicBezTo>
                  <a:cubicBezTo>
                    <a:pt x="9139" y="6185"/>
                    <a:pt x="8501" y="7493"/>
                    <a:pt x="7430" y="8280"/>
                  </a:cubicBezTo>
                  <a:cubicBezTo>
                    <a:pt x="7327" y="8356"/>
                    <a:pt x="7287" y="8495"/>
                    <a:pt x="7337" y="8614"/>
                  </a:cubicBezTo>
                  <a:lnTo>
                    <a:pt x="9771" y="14469"/>
                  </a:lnTo>
                  <a:lnTo>
                    <a:pt x="759" y="14469"/>
                  </a:lnTo>
                  <a:lnTo>
                    <a:pt x="3192" y="8614"/>
                  </a:lnTo>
                  <a:cubicBezTo>
                    <a:pt x="3241" y="8495"/>
                    <a:pt x="3204" y="8356"/>
                    <a:pt x="3099" y="8280"/>
                  </a:cubicBezTo>
                  <a:cubicBezTo>
                    <a:pt x="2028" y="7493"/>
                    <a:pt x="1391" y="6185"/>
                    <a:pt x="1391" y="4782"/>
                  </a:cubicBezTo>
                  <a:cubicBezTo>
                    <a:pt x="1391" y="2455"/>
                    <a:pt x="3129" y="562"/>
                    <a:pt x="5264" y="562"/>
                  </a:cubicBezTo>
                  <a:close/>
                  <a:moveTo>
                    <a:pt x="5264" y="1"/>
                  </a:moveTo>
                  <a:cubicBezTo>
                    <a:pt x="2819" y="1"/>
                    <a:pt x="828" y="2146"/>
                    <a:pt x="828" y="4782"/>
                  </a:cubicBezTo>
                  <a:cubicBezTo>
                    <a:pt x="828" y="6285"/>
                    <a:pt x="1483" y="7696"/>
                    <a:pt x="2591" y="8598"/>
                  </a:cubicBezTo>
                  <a:lnTo>
                    <a:pt x="78" y="14642"/>
                  </a:lnTo>
                  <a:cubicBezTo>
                    <a:pt x="1" y="14827"/>
                    <a:pt x="136" y="15030"/>
                    <a:pt x="338" y="15032"/>
                  </a:cubicBezTo>
                  <a:lnTo>
                    <a:pt x="10193" y="15032"/>
                  </a:lnTo>
                  <a:cubicBezTo>
                    <a:pt x="10392" y="15032"/>
                    <a:pt x="10528" y="14827"/>
                    <a:pt x="10452" y="14642"/>
                  </a:cubicBezTo>
                  <a:lnTo>
                    <a:pt x="7939" y="8598"/>
                  </a:lnTo>
                  <a:cubicBezTo>
                    <a:pt x="9046" y="7696"/>
                    <a:pt x="9701" y="6285"/>
                    <a:pt x="9701" y="4782"/>
                  </a:cubicBezTo>
                  <a:cubicBezTo>
                    <a:pt x="9701" y="2146"/>
                    <a:pt x="7712" y="1"/>
                    <a:pt x="526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4">
              <a:extLst>
                <a:ext uri="{FF2B5EF4-FFF2-40B4-BE49-F238E27FC236}">
                  <a16:creationId xmlns:a16="http://schemas.microsoft.com/office/drawing/2014/main" id="{EC766B7D-DA89-DB47-8A61-22703E76B410}"/>
                </a:ext>
              </a:extLst>
            </p:cNvPr>
            <p:cNvSpPr/>
            <p:nvPr/>
          </p:nvSpPr>
          <p:spPr>
            <a:xfrm>
              <a:off x="5887574" y="2853485"/>
              <a:ext cx="775672" cy="1061878"/>
            </a:xfrm>
            <a:custGeom>
              <a:avLst/>
              <a:gdLst/>
              <a:ahLst/>
              <a:cxnLst/>
              <a:rect l="l" t="t" r="r" b="b"/>
              <a:pathLst>
                <a:path w="40707" h="55727" extrusionOk="0">
                  <a:moveTo>
                    <a:pt x="40706" y="1"/>
                  </a:moveTo>
                  <a:lnTo>
                    <a:pt x="100" y="55240"/>
                  </a:lnTo>
                  <a:cubicBezTo>
                    <a:pt x="1" y="55375"/>
                    <a:pt x="30" y="55568"/>
                    <a:pt x="165" y="55667"/>
                  </a:cubicBezTo>
                  <a:cubicBezTo>
                    <a:pt x="220" y="55707"/>
                    <a:pt x="283" y="55727"/>
                    <a:pt x="346" y="55727"/>
                  </a:cubicBezTo>
                  <a:cubicBezTo>
                    <a:pt x="441" y="55727"/>
                    <a:pt x="534" y="55683"/>
                    <a:pt x="594" y="55601"/>
                  </a:cubicBezTo>
                  <a:lnTo>
                    <a:pt x="40706" y="1035"/>
                  </a:lnTo>
                  <a:lnTo>
                    <a:pt x="407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4">
              <a:extLst>
                <a:ext uri="{FF2B5EF4-FFF2-40B4-BE49-F238E27FC236}">
                  <a16:creationId xmlns:a16="http://schemas.microsoft.com/office/drawing/2014/main" id="{24A722D3-4DFF-E7FD-0E74-75C4EB6A0495}"/>
                </a:ext>
              </a:extLst>
            </p:cNvPr>
            <p:cNvSpPr/>
            <p:nvPr/>
          </p:nvSpPr>
          <p:spPr>
            <a:xfrm>
              <a:off x="6507643" y="1676190"/>
              <a:ext cx="155603" cy="218351"/>
            </a:xfrm>
            <a:custGeom>
              <a:avLst/>
              <a:gdLst/>
              <a:ahLst/>
              <a:cxnLst/>
              <a:rect l="l" t="t" r="r" b="b"/>
              <a:pathLst>
                <a:path w="8166" h="11459" extrusionOk="0">
                  <a:moveTo>
                    <a:pt x="8165" y="0"/>
                  </a:moveTo>
                  <a:lnTo>
                    <a:pt x="95" y="10977"/>
                  </a:lnTo>
                  <a:cubicBezTo>
                    <a:pt x="1" y="11112"/>
                    <a:pt x="31" y="11300"/>
                    <a:pt x="165" y="11398"/>
                  </a:cubicBezTo>
                  <a:cubicBezTo>
                    <a:pt x="220" y="11438"/>
                    <a:pt x="284" y="11458"/>
                    <a:pt x="347" y="11458"/>
                  </a:cubicBezTo>
                  <a:cubicBezTo>
                    <a:pt x="439" y="11458"/>
                    <a:pt x="529" y="11417"/>
                    <a:pt x="590" y="11338"/>
                  </a:cubicBezTo>
                  <a:lnTo>
                    <a:pt x="8165" y="1034"/>
                  </a:lnTo>
                  <a:lnTo>
                    <a:pt x="81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4">
              <a:extLst>
                <a:ext uri="{FF2B5EF4-FFF2-40B4-BE49-F238E27FC236}">
                  <a16:creationId xmlns:a16="http://schemas.microsoft.com/office/drawing/2014/main" id="{34BAF270-99E5-472A-86D1-C97588324891}"/>
                </a:ext>
              </a:extLst>
            </p:cNvPr>
            <p:cNvSpPr/>
            <p:nvPr/>
          </p:nvSpPr>
          <p:spPr>
            <a:xfrm>
              <a:off x="5524405" y="1952545"/>
              <a:ext cx="945204" cy="1292558"/>
            </a:xfrm>
            <a:custGeom>
              <a:avLst/>
              <a:gdLst/>
              <a:ahLst/>
              <a:cxnLst/>
              <a:rect l="l" t="t" r="r" b="b"/>
              <a:pathLst>
                <a:path w="49604" h="67833" extrusionOk="0">
                  <a:moveTo>
                    <a:pt x="49258" y="0"/>
                  </a:moveTo>
                  <a:cubicBezTo>
                    <a:pt x="49164" y="0"/>
                    <a:pt x="49071" y="44"/>
                    <a:pt x="49010" y="125"/>
                  </a:cubicBezTo>
                  <a:lnTo>
                    <a:pt x="0" y="66799"/>
                  </a:lnTo>
                  <a:lnTo>
                    <a:pt x="0" y="67833"/>
                  </a:lnTo>
                  <a:lnTo>
                    <a:pt x="49505" y="489"/>
                  </a:lnTo>
                  <a:cubicBezTo>
                    <a:pt x="49604" y="352"/>
                    <a:pt x="49575" y="160"/>
                    <a:pt x="49439" y="60"/>
                  </a:cubicBezTo>
                  <a:cubicBezTo>
                    <a:pt x="49384" y="20"/>
                    <a:pt x="49321" y="0"/>
                    <a:pt x="49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4">
              <a:extLst>
                <a:ext uri="{FF2B5EF4-FFF2-40B4-BE49-F238E27FC236}">
                  <a16:creationId xmlns:a16="http://schemas.microsoft.com/office/drawing/2014/main" id="{6BD9DC14-31FF-1BF0-54E7-2110486D0FF3}"/>
                </a:ext>
              </a:extLst>
            </p:cNvPr>
            <p:cNvSpPr/>
            <p:nvPr/>
          </p:nvSpPr>
          <p:spPr>
            <a:xfrm>
              <a:off x="5795367" y="3956807"/>
              <a:ext cx="66388" cy="83975"/>
            </a:xfrm>
            <a:custGeom>
              <a:avLst/>
              <a:gdLst/>
              <a:ahLst/>
              <a:cxnLst/>
              <a:rect l="l" t="t" r="r" b="b"/>
              <a:pathLst>
                <a:path w="3484" h="4407" extrusionOk="0">
                  <a:moveTo>
                    <a:pt x="3136" y="0"/>
                  </a:moveTo>
                  <a:cubicBezTo>
                    <a:pt x="3042" y="0"/>
                    <a:pt x="2949" y="44"/>
                    <a:pt x="2890" y="125"/>
                  </a:cubicBezTo>
                  <a:lnTo>
                    <a:pt x="100" y="3920"/>
                  </a:lnTo>
                  <a:cubicBezTo>
                    <a:pt x="0" y="4057"/>
                    <a:pt x="30" y="4248"/>
                    <a:pt x="165" y="4349"/>
                  </a:cubicBezTo>
                  <a:cubicBezTo>
                    <a:pt x="218" y="4387"/>
                    <a:pt x="282" y="4407"/>
                    <a:pt x="347" y="4407"/>
                  </a:cubicBezTo>
                  <a:cubicBezTo>
                    <a:pt x="444" y="4407"/>
                    <a:pt x="536" y="4360"/>
                    <a:pt x="594" y="4283"/>
                  </a:cubicBezTo>
                  <a:lnTo>
                    <a:pt x="3383" y="488"/>
                  </a:lnTo>
                  <a:cubicBezTo>
                    <a:pt x="3483" y="351"/>
                    <a:pt x="3454" y="160"/>
                    <a:pt x="3317" y="59"/>
                  </a:cubicBezTo>
                  <a:cubicBezTo>
                    <a:pt x="3263" y="20"/>
                    <a:pt x="3199" y="0"/>
                    <a:pt x="3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4">
              <a:extLst>
                <a:ext uri="{FF2B5EF4-FFF2-40B4-BE49-F238E27FC236}">
                  <a16:creationId xmlns:a16="http://schemas.microsoft.com/office/drawing/2014/main" id="{0B317FB0-1587-830E-AAF4-96E53F1DE9EC}"/>
                </a:ext>
              </a:extLst>
            </p:cNvPr>
            <p:cNvSpPr/>
            <p:nvPr/>
          </p:nvSpPr>
          <p:spPr>
            <a:xfrm>
              <a:off x="6033802" y="3081344"/>
              <a:ext cx="629444" cy="862906"/>
            </a:xfrm>
            <a:custGeom>
              <a:avLst/>
              <a:gdLst/>
              <a:ahLst/>
              <a:cxnLst/>
              <a:rect l="l" t="t" r="r" b="b"/>
              <a:pathLst>
                <a:path w="33033" h="45285" extrusionOk="0">
                  <a:moveTo>
                    <a:pt x="33032" y="1"/>
                  </a:moveTo>
                  <a:lnTo>
                    <a:pt x="102" y="44797"/>
                  </a:lnTo>
                  <a:cubicBezTo>
                    <a:pt x="1" y="44934"/>
                    <a:pt x="32" y="45125"/>
                    <a:pt x="167" y="45224"/>
                  </a:cubicBezTo>
                  <a:cubicBezTo>
                    <a:pt x="222" y="45265"/>
                    <a:pt x="286" y="45284"/>
                    <a:pt x="349" y="45284"/>
                  </a:cubicBezTo>
                  <a:cubicBezTo>
                    <a:pt x="443" y="45284"/>
                    <a:pt x="535" y="45241"/>
                    <a:pt x="595" y="45159"/>
                  </a:cubicBezTo>
                  <a:lnTo>
                    <a:pt x="33032" y="1036"/>
                  </a:lnTo>
                  <a:lnTo>
                    <a:pt x="330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 name="Google Shape;555;p34">
            <a:extLst>
              <a:ext uri="{FF2B5EF4-FFF2-40B4-BE49-F238E27FC236}">
                <a16:creationId xmlns:a16="http://schemas.microsoft.com/office/drawing/2014/main" id="{2590C300-E3AF-8955-2F51-B683A52D7FEA}"/>
              </a:ext>
            </a:extLst>
          </p:cNvPr>
          <p:cNvGrpSpPr/>
          <p:nvPr/>
        </p:nvGrpSpPr>
        <p:grpSpPr>
          <a:xfrm>
            <a:off x="4330173" y="1963985"/>
            <a:ext cx="1891146" cy="2887347"/>
            <a:chOff x="3605604" y="1716301"/>
            <a:chExt cx="1765941" cy="2696187"/>
          </a:xfrm>
        </p:grpSpPr>
        <p:sp>
          <p:nvSpPr>
            <p:cNvPr id="556" name="Google Shape;556;p34">
              <a:extLst>
                <a:ext uri="{FF2B5EF4-FFF2-40B4-BE49-F238E27FC236}">
                  <a16:creationId xmlns:a16="http://schemas.microsoft.com/office/drawing/2014/main" id="{09759D46-2D23-C638-B402-6F2358AD6471}"/>
                </a:ext>
              </a:extLst>
            </p:cNvPr>
            <p:cNvSpPr/>
            <p:nvPr/>
          </p:nvSpPr>
          <p:spPr>
            <a:xfrm>
              <a:off x="3611854" y="1721637"/>
              <a:ext cx="862372" cy="1070872"/>
            </a:xfrm>
            <a:custGeom>
              <a:avLst/>
              <a:gdLst/>
              <a:ahLst/>
              <a:cxnLst/>
              <a:rect l="l" t="t" r="r" b="b"/>
              <a:pathLst>
                <a:path w="45257" h="56199" extrusionOk="0">
                  <a:moveTo>
                    <a:pt x="37476" y="1"/>
                  </a:moveTo>
                  <a:cubicBezTo>
                    <a:pt x="34727" y="1"/>
                    <a:pt x="33541" y="1233"/>
                    <a:pt x="34009" y="2053"/>
                  </a:cubicBezTo>
                  <a:cubicBezTo>
                    <a:pt x="34538" y="2979"/>
                    <a:pt x="35994" y="4038"/>
                    <a:pt x="35994" y="4038"/>
                  </a:cubicBezTo>
                  <a:cubicBezTo>
                    <a:pt x="35994" y="4038"/>
                    <a:pt x="34170" y="3024"/>
                    <a:pt x="32260" y="3024"/>
                  </a:cubicBezTo>
                  <a:cubicBezTo>
                    <a:pt x="31497" y="3024"/>
                    <a:pt x="30719" y="3186"/>
                    <a:pt x="30039" y="3640"/>
                  </a:cubicBezTo>
                  <a:cubicBezTo>
                    <a:pt x="27657" y="5228"/>
                    <a:pt x="31098" y="4566"/>
                    <a:pt x="30436" y="6154"/>
                  </a:cubicBezTo>
                  <a:cubicBezTo>
                    <a:pt x="29774" y="7743"/>
                    <a:pt x="26069" y="7081"/>
                    <a:pt x="25143" y="11316"/>
                  </a:cubicBezTo>
                  <a:cubicBezTo>
                    <a:pt x="24217" y="15550"/>
                    <a:pt x="26864" y="19785"/>
                    <a:pt x="24481" y="21637"/>
                  </a:cubicBezTo>
                  <a:cubicBezTo>
                    <a:pt x="22099" y="23490"/>
                    <a:pt x="14954" y="20975"/>
                    <a:pt x="12837" y="25607"/>
                  </a:cubicBezTo>
                  <a:cubicBezTo>
                    <a:pt x="10719" y="30239"/>
                    <a:pt x="13712" y="32291"/>
                    <a:pt x="8684" y="35202"/>
                  </a:cubicBezTo>
                  <a:cubicBezTo>
                    <a:pt x="3657" y="38112"/>
                    <a:pt x="1" y="40958"/>
                    <a:pt x="1456" y="48103"/>
                  </a:cubicBezTo>
                  <a:cubicBezTo>
                    <a:pt x="2544" y="53444"/>
                    <a:pt x="5480" y="56198"/>
                    <a:pt x="10818" y="56198"/>
                  </a:cubicBezTo>
                  <a:cubicBezTo>
                    <a:pt x="12621" y="56198"/>
                    <a:pt x="14698" y="55884"/>
                    <a:pt x="17070" y="55249"/>
                  </a:cubicBezTo>
                  <a:cubicBezTo>
                    <a:pt x="26466" y="52736"/>
                    <a:pt x="25805" y="47045"/>
                    <a:pt x="28848" y="41223"/>
                  </a:cubicBezTo>
                  <a:cubicBezTo>
                    <a:pt x="31891" y="35399"/>
                    <a:pt x="36655" y="36591"/>
                    <a:pt x="38112" y="33283"/>
                  </a:cubicBezTo>
                  <a:cubicBezTo>
                    <a:pt x="39567" y="29974"/>
                    <a:pt x="37714" y="26004"/>
                    <a:pt x="37846" y="22962"/>
                  </a:cubicBezTo>
                  <a:cubicBezTo>
                    <a:pt x="37979" y="19918"/>
                    <a:pt x="41023" y="19256"/>
                    <a:pt x="42213" y="15683"/>
                  </a:cubicBezTo>
                  <a:cubicBezTo>
                    <a:pt x="43404" y="12111"/>
                    <a:pt x="44471" y="8399"/>
                    <a:pt x="44471" y="8399"/>
                  </a:cubicBezTo>
                  <a:cubicBezTo>
                    <a:pt x="44471" y="8399"/>
                    <a:pt x="45257" y="6949"/>
                    <a:pt x="45257" y="4435"/>
                  </a:cubicBezTo>
                  <a:cubicBezTo>
                    <a:pt x="45257" y="1921"/>
                    <a:pt x="42213" y="465"/>
                    <a:pt x="38640" y="68"/>
                  </a:cubicBezTo>
                  <a:cubicBezTo>
                    <a:pt x="38225" y="22"/>
                    <a:pt x="37837" y="1"/>
                    <a:pt x="3747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4">
              <a:extLst>
                <a:ext uri="{FF2B5EF4-FFF2-40B4-BE49-F238E27FC236}">
                  <a16:creationId xmlns:a16="http://schemas.microsoft.com/office/drawing/2014/main" id="{0F560D0F-C3A0-EC63-71E3-94A8B47A8D0B}"/>
                </a:ext>
              </a:extLst>
            </p:cNvPr>
            <p:cNvSpPr/>
            <p:nvPr/>
          </p:nvSpPr>
          <p:spPr>
            <a:xfrm>
              <a:off x="3605604" y="1716301"/>
              <a:ext cx="873958" cy="1081600"/>
            </a:xfrm>
            <a:custGeom>
              <a:avLst/>
              <a:gdLst/>
              <a:ahLst/>
              <a:cxnLst/>
              <a:rect l="l" t="t" r="r" b="b"/>
              <a:pathLst>
                <a:path w="45865" h="56762" extrusionOk="0">
                  <a:moveTo>
                    <a:pt x="37811" y="562"/>
                  </a:moveTo>
                  <a:cubicBezTo>
                    <a:pt x="38161" y="562"/>
                    <a:pt x="38537" y="582"/>
                    <a:pt x="38937" y="627"/>
                  </a:cubicBezTo>
                  <a:cubicBezTo>
                    <a:pt x="42014" y="968"/>
                    <a:pt x="45303" y="2222"/>
                    <a:pt x="45303" y="4715"/>
                  </a:cubicBezTo>
                  <a:cubicBezTo>
                    <a:pt x="45303" y="7117"/>
                    <a:pt x="44558" y="8530"/>
                    <a:pt x="44551" y="8545"/>
                  </a:cubicBezTo>
                  <a:cubicBezTo>
                    <a:pt x="44540" y="8562"/>
                    <a:pt x="44533" y="8581"/>
                    <a:pt x="44527" y="8600"/>
                  </a:cubicBezTo>
                  <a:cubicBezTo>
                    <a:pt x="44516" y="8638"/>
                    <a:pt x="43449" y="12347"/>
                    <a:pt x="42274" y="15874"/>
                  </a:cubicBezTo>
                  <a:cubicBezTo>
                    <a:pt x="41733" y="17498"/>
                    <a:pt x="40810" y="18483"/>
                    <a:pt x="39917" y="19435"/>
                  </a:cubicBezTo>
                  <a:cubicBezTo>
                    <a:pt x="38914" y="20504"/>
                    <a:pt x="37967" y="21515"/>
                    <a:pt x="37893" y="23229"/>
                  </a:cubicBezTo>
                  <a:cubicBezTo>
                    <a:pt x="37845" y="24365"/>
                    <a:pt x="38059" y="25596"/>
                    <a:pt x="38285" y="26899"/>
                  </a:cubicBezTo>
                  <a:cubicBezTo>
                    <a:pt x="38673" y="29122"/>
                    <a:pt x="39074" y="31421"/>
                    <a:pt x="38182" y="33449"/>
                  </a:cubicBezTo>
                  <a:cubicBezTo>
                    <a:pt x="37589" y="34794"/>
                    <a:pt x="36424" y="35337"/>
                    <a:pt x="34948" y="36022"/>
                  </a:cubicBezTo>
                  <a:cubicBezTo>
                    <a:pt x="33049" y="36906"/>
                    <a:pt x="30688" y="38003"/>
                    <a:pt x="28926" y="41372"/>
                  </a:cubicBezTo>
                  <a:cubicBezTo>
                    <a:pt x="28171" y="42819"/>
                    <a:pt x="27644" y="44246"/>
                    <a:pt x="27135" y="45628"/>
                  </a:cubicBezTo>
                  <a:cubicBezTo>
                    <a:pt x="25599" y="49797"/>
                    <a:pt x="24272" y="53398"/>
                    <a:pt x="17326" y="55258"/>
                  </a:cubicBezTo>
                  <a:cubicBezTo>
                    <a:pt x="14977" y="55886"/>
                    <a:pt x="12922" y="56201"/>
                    <a:pt x="11140" y="56201"/>
                  </a:cubicBezTo>
                  <a:cubicBezTo>
                    <a:pt x="9077" y="56201"/>
                    <a:pt x="7379" y="55779"/>
                    <a:pt x="6015" y="54935"/>
                  </a:cubicBezTo>
                  <a:cubicBezTo>
                    <a:pt x="4005" y="53691"/>
                    <a:pt x="2712" y="51530"/>
                    <a:pt x="2058" y="48329"/>
                  </a:cubicBezTo>
                  <a:cubicBezTo>
                    <a:pt x="625" y="41289"/>
                    <a:pt x="4256" y="38561"/>
                    <a:pt x="9152" y="35726"/>
                  </a:cubicBezTo>
                  <a:cubicBezTo>
                    <a:pt x="12377" y="33859"/>
                    <a:pt x="12441" y="32288"/>
                    <a:pt x="12523" y="30301"/>
                  </a:cubicBezTo>
                  <a:cubicBezTo>
                    <a:pt x="12571" y="29100"/>
                    <a:pt x="12626" y="27740"/>
                    <a:pt x="13420" y="26005"/>
                  </a:cubicBezTo>
                  <a:cubicBezTo>
                    <a:pt x="14654" y="23303"/>
                    <a:pt x="17779" y="23170"/>
                    <a:pt x="20537" y="23052"/>
                  </a:cubicBezTo>
                  <a:cubicBezTo>
                    <a:pt x="22318" y="22976"/>
                    <a:pt x="23998" y="22903"/>
                    <a:pt x="24982" y="22139"/>
                  </a:cubicBezTo>
                  <a:cubicBezTo>
                    <a:pt x="26461" y="20988"/>
                    <a:pt x="26181" y="19076"/>
                    <a:pt x="25858" y="16862"/>
                  </a:cubicBezTo>
                  <a:cubicBezTo>
                    <a:pt x="25621" y="15258"/>
                    <a:pt x="25354" y="13439"/>
                    <a:pt x="25745" y="11656"/>
                  </a:cubicBezTo>
                  <a:cubicBezTo>
                    <a:pt x="26299" y="9122"/>
                    <a:pt x="27905" y="8438"/>
                    <a:pt x="29195" y="7890"/>
                  </a:cubicBezTo>
                  <a:cubicBezTo>
                    <a:pt x="30021" y="7537"/>
                    <a:pt x="30736" y="7234"/>
                    <a:pt x="31023" y="6542"/>
                  </a:cubicBezTo>
                  <a:cubicBezTo>
                    <a:pt x="31429" y="5570"/>
                    <a:pt x="30609" y="5189"/>
                    <a:pt x="30169" y="4985"/>
                  </a:cubicBezTo>
                  <a:cubicBezTo>
                    <a:pt x="30032" y="4921"/>
                    <a:pt x="29825" y="4824"/>
                    <a:pt x="29797" y="4794"/>
                  </a:cubicBezTo>
                  <a:cubicBezTo>
                    <a:pt x="29800" y="4776"/>
                    <a:pt x="29846" y="4606"/>
                    <a:pt x="30523" y="4155"/>
                  </a:cubicBezTo>
                  <a:cubicBezTo>
                    <a:pt x="31147" y="3738"/>
                    <a:pt x="31871" y="3588"/>
                    <a:pt x="32585" y="3588"/>
                  </a:cubicBezTo>
                  <a:cubicBezTo>
                    <a:pt x="34395" y="3588"/>
                    <a:pt x="36160" y="4550"/>
                    <a:pt x="36185" y="4562"/>
                  </a:cubicBezTo>
                  <a:cubicBezTo>
                    <a:pt x="36228" y="4586"/>
                    <a:pt x="36276" y="4598"/>
                    <a:pt x="36322" y="4598"/>
                  </a:cubicBezTo>
                  <a:cubicBezTo>
                    <a:pt x="36415" y="4598"/>
                    <a:pt x="36505" y="4552"/>
                    <a:pt x="36558" y="4468"/>
                  </a:cubicBezTo>
                  <a:cubicBezTo>
                    <a:pt x="36638" y="4343"/>
                    <a:pt x="36606" y="4177"/>
                    <a:pt x="36487" y="4089"/>
                  </a:cubicBezTo>
                  <a:cubicBezTo>
                    <a:pt x="36472" y="4080"/>
                    <a:pt x="35074" y="3057"/>
                    <a:pt x="34581" y="2193"/>
                  </a:cubicBezTo>
                  <a:cubicBezTo>
                    <a:pt x="34455" y="1974"/>
                    <a:pt x="34543" y="1756"/>
                    <a:pt x="34637" y="1611"/>
                  </a:cubicBezTo>
                  <a:cubicBezTo>
                    <a:pt x="35008" y="1048"/>
                    <a:pt x="36104" y="562"/>
                    <a:pt x="37811" y="562"/>
                  </a:cubicBezTo>
                  <a:close/>
                  <a:moveTo>
                    <a:pt x="37814" y="0"/>
                  </a:moveTo>
                  <a:cubicBezTo>
                    <a:pt x="35780" y="0"/>
                    <a:pt x="34592" y="659"/>
                    <a:pt x="34168" y="1304"/>
                  </a:cubicBezTo>
                  <a:cubicBezTo>
                    <a:pt x="33916" y="1689"/>
                    <a:pt x="33888" y="2114"/>
                    <a:pt x="34092" y="2473"/>
                  </a:cubicBezTo>
                  <a:cubicBezTo>
                    <a:pt x="34268" y="2782"/>
                    <a:pt x="34537" y="3100"/>
                    <a:pt x="34823" y="3392"/>
                  </a:cubicBezTo>
                  <a:cubicBezTo>
                    <a:pt x="34176" y="3190"/>
                    <a:pt x="33397" y="3021"/>
                    <a:pt x="32598" y="3021"/>
                  </a:cubicBezTo>
                  <a:cubicBezTo>
                    <a:pt x="31784" y="3021"/>
                    <a:pt x="30949" y="3196"/>
                    <a:pt x="30211" y="3688"/>
                  </a:cubicBezTo>
                  <a:cubicBezTo>
                    <a:pt x="29492" y="4167"/>
                    <a:pt x="29209" y="4498"/>
                    <a:pt x="29235" y="4830"/>
                  </a:cubicBezTo>
                  <a:cubicBezTo>
                    <a:pt x="29262" y="5183"/>
                    <a:pt x="29603" y="5342"/>
                    <a:pt x="29931" y="5495"/>
                  </a:cubicBezTo>
                  <a:cubicBezTo>
                    <a:pt x="30491" y="5753"/>
                    <a:pt x="30685" y="5893"/>
                    <a:pt x="30504" y="6326"/>
                  </a:cubicBezTo>
                  <a:cubicBezTo>
                    <a:pt x="30304" y="6806"/>
                    <a:pt x="29717" y="7056"/>
                    <a:pt x="28974" y="7374"/>
                  </a:cubicBezTo>
                  <a:cubicBezTo>
                    <a:pt x="27638" y="7941"/>
                    <a:pt x="25811" y="8720"/>
                    <a:pt x="25195" y="11536"/>
                  </a:cubicBezTo>
                  <a:cubicBezTo>
                    <a:pt x="24784" y="13419"/>
                    <a:pt x="25058" y="15292"/>
                    <a:pt x="25300" y="16944"/>
                  </a:cubicBezTo>
                  <a:cubicBezTo>
                    <a:pt x="25611" y="19069"/>
                    <a:pt x="25858" y="20746"/>
                    <a:pt x="24635" y="21696"/>
                  </a:cubicBezTo>
                  <a:cubicBezTo>
                    <a:pt x="23794" y="22351"/>
                    <a:pt x="22200" y="22418"/>
                    <a:pt x="20512" y="22491"/>
                  </a:cubicBezTo>
                  <a:cubicBezTo>
                    <a:pt x="17594" y="22616"/>
                    <a:pt x="14286" y="22757"/>
                    <a:pt x="12908" y="25771"/>
                  </a:cubicBezTo>
                  <a:cubicBezTo>
                    <a:pt x="12069" y="27605"/>
                    <a:pt x="12011" y="29026"/>
                    <a:pt x="11960" y="30279"/>
                  </a:cubicBezTo>
                  <a:cubicBezTo>
                    <a:pt x="11883" y="32165"/>
                    <a:pt x="11827" y="33527"/>
                    <a:pt x="8871" y="35240"/>
                  </a:cubicBezTo>
                  <a:cubicBezTo>
                    <a:pt x="3950" y="38087"/>
                    <a:pt x="1" y="41047"/>
                    <a:pt x="1507" y="48439"/>
                  </a:cubicBezTo>
                  <a:cubicBezTo>
                    <a:pt x="2193" y="51803"/>
                    <a:pt x="3569" y="54082"/>
                    <a:pt x="5719" y="55412"/>
                  </a:cubicBezTo>
                  <a:cubicBezTo>
                    <a:pt x="7173" y="56312"/>
                    <a:pt x="8969" y="56761"/>
                    <a:pt x="11142" y="56761"/>
                  </a:cubicBezTo>
                  <a:cubicBezTo>
                    <a:pt x="12975" y="56761"/>
                    <a:pt x="15078" y="56441"/>
                    <a:pt x="17471" y="55800"/>
                  </a:cubicBezTo>
                  <a:cubicBezTo>
                    <a:pt x="24698" y="53866"/>
                    <a:pt x="26138" y="49959"/>
                    <a:pt x="27662" y="45821"/>
                  </a:cubicBezTo>
                  <a:cubicBezTo>
                    <a:pt x="28165" y="44458"/>
                    <a:pt x="28684" y="43048"/>
                    <a:pt x="29423" y="41633"/>
                  </a:cubicBezTo>
                  <a:cubicBezTo>
                    <a:pt x="31098" y="38433"/>
                    <a:pt x="33269" y="37422"/>
                    <a:pt x="35184" y="36533"/>
                  </a:cubicBezTo>
                  <a:cubicBezTo>
                    <a:pt x="36706" y="35825"/>
                    <a:pt x="38020" y="35214"/>
                    <a:pt x="38696" y="33675"/>
                  </a:cubicBezTo>
                  <a:cubicBezTo>
                    <a:pt x="39657" y="31492"/>
                    <a:pt x="39240" y="29108"/>
                    <a:pt x="38839" y="26803"/>
                  </a:cubicBezTo>
                  <a:cubicBezTo>
                    <a:pt x="38618" y="25531"/>
                    <a:pt x="38409" y="24328"/>
                    <a:pt x="38454" y="23253"/>
                  </a:cubicBezTo>
                  <a:cubicBezTo>
                    <a:pt x="38520" y="21747"/>
                    <a:pt x="39359" y="20854"/>
                    <a:pt x="40327" y="19820"/>
                  </a:cubicBezTo>
                  <a:cubicBezTo>
                    <a:pt x="41217" y="18869"/>
                    <a:pt x="42227" y="17793"/>
                    <a:pt x="42806" y="16051"/>
                  </a:cubicBezTo>
                  <a:cubicBezTo>
                    <a:pt x="43932" y="12675"/>
                    <a:pt x="44960" y="9130"/>
                    <a:pt x="45060" y="8784"/>
                  </a:cubicBezTo>
                  <a:cubicBezTo>
                    <a:pt x="45175" y="8558"/>
                    <a:pt x="45865" y="7111"/>
                    <a:pt x="45865" y="4715"/>
                  </a:cubicBezTo>
                  <a:cubicBezTo>
                    <a:pt x="45865" y="2320"/>
                    <a:pt x="43234" y="539"/>
                    <a:pt x="38998" y="68"/>
                  </a:cubicBezTo>
                  <a:cubicBezTo>
                    <a:pt x="38576" y="21"/>
                    <a:pt x="38181" y="0"/>
                    <a:pt x="3781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4">
              <a:extLst>
                <a:ext uri="{FF2B5EF4-FFF2-40B4-BE49-F238E27FC236}">
                  <a16:creationId xmlns:a16="http://schemas.microsoft.com/office/drawing/2014/main" id="{942593AD-E231-0A72-5371-2C03C7DBAC40}"/>
                </a:ext>
              </a:extLst>
            </p:cNvPr>
            <p:cNvSpPr/>
            <p:nvPr/>
          </p:nvSpPr>
          <p:spPr>
            <a:xfrm>
              <a:off x="3675879" y="1804945"/>
              <a:ext cx="751834" cy="809971"/>
            </a:xfrm>
            <a:custGeom>
              <a:avLst/>
              <a:gdLst/>
              <a:ahLst/>
              <a:cxnLst/>
              <a:rect l="l" t="t" r="r" b="b"/>
              <a:pathLst>
                <a:path w="39456" h="42507" extrusionOk="0">
                  <a:moveTo>
                    <a:pt x="36226" y="0"/>
                  </a:moveTo>
                  <a:cubicBezTo>
                    <a:pt x="35872" y="0"/>
                    <a:pt x="35644" y="89"/>
                    <a:pt x="35530" y="269"/>
                  </a:cubicBezTo>
                  <a:cubicBezTo>
                    <a:pt x="35258" y="700"/>
                    <a:pt x="35854" y="1411"/>
                    <a:pt x="35924" y="1491"/>
                  </a:cubicBezTo>
                  <a:cubicBezTo>
                    <a:pt x="35951" y="1522"/>
                    <a:pt x="35990" y="1539"/>
                    <a:pt x="36029" y="1539"/>
                  </a:cubicBezTo>
                  <a:cubicBezTo>
                    <a:pt x="36061" y="1539"/>
                    <a:pt x="36095" y="1527"/>
                    <a:pt x="36121" y="1504"/>
                  </a:cubicBezTo>
                  <a:cubicBezTo>
                    <a:pt x="36181" y="1454"/>
                    <a:pt x="36187" y="1365"/>
                    <a:pt x="36136" y="1307"/>
                  </a:cubicBezTo>
                  <a:cubicBezTo>
                    <a:pt x="35961" y="1104"/>
                    <a:pt x="35641" y="620"/>
                    <a:pt x="35768" y="419"/>
                  </a:cubicBezTo>
                  <a:cubicBezTo>
                    <a:pt x="35803" y="364"/>
                    <a:pt x="35909" y="281"/>
                    <a:pt x="36224" y="281"/>
                  </a:cubicBezTo>
                  <a:cubicBezTo>
                    <a:pt x="36486" y="281"/>
                    <a:pt x="36892" y="338"/>
                    <a:pt x="37521" y="514"/>
                  </a:cubicBezTo>
                  <a:cubicBezTo>
                    <a:pt x="38426" y="767"/>
                    <a:pt x="38917" y="1221"/>
                    <a:pt x="38983" y="1861"/>
                  </a:cubicBezTo>
                  <a:cubicBezTo>
                    <a:pt x="39161" y="3622"/>
                    <a:pt x="36257" y="6288"/>
                    <a:pt x="34984" y="6942"/>
                  </a:cubicBezTo>
                  <a:cubicBezTo>
                    <a:pt x="33616" y="7645"/>
                    <a:pt x="32046" y="8003"/>
                    <a:pt x="30529" y="8348"/>
                  </a:cubicBezTo>
                  <a:cubicBezTo>
                    <a:pt x="28040" y="8914"/>
                    <a:pt x="25464" y="9501"/>
                    <a:pt x="23691" y="11628"/>
                  </a:cubicBezTo>
                  <a:cubicBezTo>
                    <a:pt x="22232" y="13380"/>
                    <a:pt x="22683" y="15200"/>
                    <a:pt x="23080" y="16807"/>
                  </a:cubicBezTo>
                  <a:cubicBezTo>
                    <a:pt x="23395" y="18079"/>
                    <a:pt x="23692" y="19281"/>
                    <a:pt x="23043" y="20308"/>
                  </a:cubicBezTo>
                  <a:cubicBezTo>
                    <a:pt x="22346" y="21410"/>
                    <a:pt x="20602" y="21689"/>
                    <a:pt x="18755" y="21985"/>
                  </a:cubicBezTo>
                  <a:cubicBezTo>
                    <a:pt x="16645" y="22323"/>
                    <a:pt x="14463" y="22672"/>
                    <a:pt x="13363" y="24253"/>
                  </a:cubicBezTo>
                  <a:cubicBezTo>
                    <a:pt x="12532" y="25446"/>
                    <a:pt x="12932" y="27145"/>
                    <a:pt x="13355" y="28942"/>
                  </a:cubicBezTo>
                  <a:cubicBezTo>
                    <a:pt x="13998" y="31678"/>
                    <a:pt x="14727" y="34779"/>
                    <a:pt x="11241" y="36825"/>
                  </a:cubicBezTo>
                  <a:cubicBezTo>
                    <a:pt x="9299" y="37964"/>
                    <a:pt x="7241" y="38794"/>
                    <a:pt x="5426" y="39526"/>
                  </a:cubicBezTo>
                  <a:cubicBezTo>
                    <a:pt x="3227" y="40413"/>
                    <a:pt x="1327" y="41178"/>
                    <a:pt x="97" y="42262"/>
                  </a:cubicBezTo>
                  <a:cubicBezTo>
                    <a:pt x="1" y="42346"/>
                    <a:pt x="61" y="42507"/>
                    <a:pt x="191" y="42507"/>
                  </a:cubicBezTo>
                  <a:cubicBezTo>
                    <a:pt x="226" y="42507"/>
                    <a:pt x="258" y="42494"/>
                    <a:pt x="284" y="42472"/>
                  </a:cubicBezTo>
                  <a:cubicBezTo>
                    <a:pt x="1475" y="41420"/>
                    <a:pt x="3355" y="40662"/>
                    <a:pt x="5530" y="39785"/>
                  </a:cubicBezTo>
                  <a:cubicBezTo>
                    <a:pt x="7356" y="39050"/>
                    <a:pt x="9423" y="38218"/>
                    <a:pt x="11383" y="37067"/>
                  </a:cubicBezTo>
                  <a:cubicBezTo>
                    <a:pt x="15046" y="34916"/>
                    <a:pt x="14292" y="31708"/>
                    <a:pt x="13627" y="28878"/>
                  </a:cubicBezTo>
                  <a:cubicBezTo>
                    <a:pt x="13219" y="27142"/>
                    <a:pt x="12834" y="25503"/>
                    <a:pt x="13592" y="24412"/>
                  </a:cubicBezTo>
                  <a:cubicBezTo>
                    <a:pt x="14623" y="22930"/>
                    <a:pt x="16746" y="22590"/>
                    <a:pt x="18798" y="22262"/>
                  </a:cubicBezTo>
                  <a:cubicBezTo>
                    <a:pt x="20710" y="21956"/>
                    <a:pt x="22515" y="21667"/>
                    <a:pt x="23279" y="20456"/>
                  </a:cubicBezTo>
                  <a:cubicBezTo>
                    <a:pt x="23993" y="19328"/>
                    <a:pt x="23681" y="18070"/>
                    <a:pt x="23351" y="16739"/>
                  </a:cubicBezTo>
                  <a:cubicBezTo>
                    <a:pt x="22951" y="15121"/>
                    <a:pt x="22537" y="13450"/>
                    <a:pt x="23907" y="11808"/>
                  </a:cubicBezTo>
                  <a:cubicBezTo>
                    <a:pt x="25619" y="9751"/>
                    <a:pt x="28034" y="9203"/>
                    <a:pt x="30591" y="8621"/>
                  </a:cubicBezTo>
                  <a:cubicBezTo>
                    <a:pt x="32126" y="8273"/>
                    <a:pt x="33713" y="7912"/>
                    <a:pt x="35112" y="7192"/>
                  </a:cubicBezTo>
                  <a:cubicBezTo>
                    <a:pt x="36474" y="6492"/>
                    <a:pt x="39455" y="3741"/>
                    <a:pt x="39261" y="1832"/>
                  </a:cubicBezTo>
                  <a:cubicBezTo>
                    <a:pt x="39184" y="1065"/>
                    <a:pt x="38624" y="531"/>
                    <a:pt x="37597" y="244"/>
                  </a:cubicBezTo>
                  <a:cubicBezTo>
                    <a:pt x="37017" y="81"/>
                    <a:pt x="36564" y="0"/>
                    <a:pt x="362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4">
              <a:extLst>
                <a:ext uri="{FF2B5EF4-FFF2-40B4-BE49-F238E27FC236}">
                  <a16:creationId xmlns:a16="http://schemas.microsoft.com/office/drawing/2014/main" id="{9CB562D9-BFEF-29F4-C7F0-1AE7B79A51FB}"/>
                </a:ext>
              </a:extLst>
            </p:cNvPr>
            <p:cNvSpPr/>
            <p:nvPr/>
          </p:nvSpPr>
          <p:spPr>
            <a:xfrm>
              <a:off x="3755434" y="2044505"/>
              <a:ext cx="476127" cy="739029"/>
            </a:xfrm>
            <a:custGeom>
              <a:avLst/>
              <a:gdLst/>
              <a:ahLst/>
              <a:cxnLst/>
              <a:rect l="l" t="t" r="r" b="b"/>
              <a:pathLst>
                <a:path w="24987" h="38784" extrusionOk="0">
                  <a:moveTo>
                    <a:pt x="22347" y="0"/>
                  </a:moveTo>
                  <a:cubicBezTo>
                    <a:pt x="22292" y="0"/>
                    <a:pt x="22239" y="33"/>
                    <a:pt x="22217" y="88"/>
                  </a:cubicBezTo>
                  <a:cubicBezTo>
                    <a:pt x="21838" y="1113"/>
                    <a:pt x="21734" y="2007"/>
                    <a:pt x="21908" y="2745"/>
                  </a:cubicBezTo>
                  <a:cubicBezTo>
                    <a:pt x="22037" y="3298"/>
                    <a:pt x="22322" y="3974"/>
                    <a:pt x="22624" y="4689"/>
                  </a:cubicBezTo>
                  <a:cubicBezTo>
                    <a:pt x="23525" y="6829"/>
                    <a:pt x="24647" y="9489"/>
                    <a:pt x="22717" y="11143"/>
                  </a:cubicBezTo>
                  <a:cubicBezTo>
                    <a:pt x="21595" y="12105"/>
                    <a:pt x="20143" y="12629"/>
                    <a:pt x="18740" y="13136"/>
                  </a:cubicBezTo>
                  <a:cubicBezTo>
                    <a:pt x="16872" y="13812"/>
                    <a:pt x="15105" y="14449"/>
                    <a:pt x="14647" y="16053"/>
                  </a:cubicBezTo>
                  <a:cubicBezTo>
                    <a:pt x="14369" y="17028"/>
                    <a:pt x="14388" y="18575"/>
                    <a:pt x="14410" y="20366"/>
                  </a:cubicBezTo>
                  <a:cubicBezTo>
                    <a:pt x="14449" y="23472"/>
                    <a:pt x="14496" y="27340"/>
                    <a:pt x="12886" y="29513"/>
                  </a:cubicBezTo>
                  <a:cubicBezTo>
                    <a:pt x="11443" y="31460"/>
                    <a:pt x="9206" y="32204"/>
                    <a:pt x="7042" y="32925"/>
                  </a:cubicBezTo>
                  <a:cubicBezTo>
                    <a:pt x="5410" y="33467"/>
                    <a:pt x="3869" y="33979"/>
                    <a:pt x="2714" y="34969"/>
                  </a:cubicBezTo>
                  <a:cubicBezTo>
                    <a:pt x="0" y="37296"/>
                    <a:pt x="360" y="38630"/>
                    <a:pt x="378" y="38684"/>
                  </a:cubicBezTo>
                  <a:cubicBezTo>
                    <a:pt x="395" y="38744"/>
                    <a:pt x="449" y="38783"/>
                    <a:pt x="512" y="38783"/>
                  </a:cubicBezTo>
                  <a:cubicBezTo>
                    <a:pt x="524" y="38783"/>
                    <a:pt x="537" y="38782"/>
                    <a:pt x="550" y="38778"/>
                  </a:cubicBezTo>
                  <a:cubicBezTo>
                    <a:pt x="624" y="38756"/>
                    <a:pt x="667" y="38678"/>
                    <a:pt x="646" y="38604"/>
                  </a:cubicBezTo>
                  <a:cubicBezTo>
                    <a:pt x="643" y="38592"/>
                    <a:pt x="347" y="37367"/>
                    <a:pt x="2897" y="35182"/>
                  </a:cubicBezTo>
                  <a:cubicBezTo>
                    <a:pt x="4009" y="34229"/>
                    <a:pt x="5525" y="33724"/>
                    <a:pt x="7129" y="33190"/>
                  </a:cubicBezTo>
                  <a:cubicBezTo>
                    <a:pt x="9336" y="32457"/>
                    <a:pt x="11615" y="31698"/>
                    <a:pt x="13110" y="29681"/>
                  </a:cubicBezTo>
                  <a:cubicBezTo>
                    <a:pt x="14777" y="27431"/>
                    <a:pt x="14729" y="23510"/>
                    <a:pt x="14690" y="20362"/>
                  </a:cubicBezTo>
                  <a:cubicBezTo>
                    <a:pt x="14668" y="18592"/>
                    <a:pt x="14649" y="17065"/>
                    <a:pt x="14917" y="16131"/>
                  </a:cubicBezTo>
                  <a:cubicBezTo>
                    <a:pt x="15336" y="14665"/>
                    <a:pt x="16958" y="14079"/>
                    <a:pt x="18835" y="13400"/>
                  </a:cubicBezTo>
                  <a:cubicBezTo>
                    <a:pt x="20262" y="12884"/>
                    <a:pt x="21740" y="12352"/>
                    <a:pt x="22901" y="11357"/>
                  </a:cubicBezTo>
                  <a:cubicBezTo>
                    <a:pt x="24986" y="9569"/>
                    <a:pt x="23820" y="6802"/>
                    <a:pt x="22883" y="4581"/>
                  </a:cubicBezTo>
                  <a:cubicBezTo>
                    <a:pt x="22586" y="3877"/>
                    <a:pt x="22306" y="3210"/>
                    <a:pt x="22180" y="2681"/>
                  </a:cubicBezTo>
                  <a:cubicBezTo>
                    <a:pt x="22020" y="1998"/>
                    <a:pt x="22121" y="1158"/>
                    <a:pt x="22481" y="185"/>
                  </a:cubicBezTo>
                  <a:cubicBezTo>
                    <a:pt x="22506" y="114"/>
                    <a:pt x="22468" y="35"/>
                    <a:pt x="22396" y="9"/>
                  </a:cubicBezTo>
                  <a:cubicBezTo>
                    <a:pt x="22380" y="3"/>
                    <a:pt x="22364" y="0"/>
                    <a:pt x="22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4">
              <a:extLst>
                <a:ext uri="{FF2B5EF4-FFF2-40B4-BE49-F238E27FC236}">
                  <a16:creationId xmlns:a16="http://schemas.microsoft.com/office/drawing/2014/main" id="{B050FEF6-C377-4593-A9AC-0ADED1D817C6}"/>
                </a:ext>
              </a:extLst>
            </p:cNvPr>
            <p:cNvSpPr/>
            <p:nvPr/>
          </p:nvSpPr>
          <p:spPr>
            <a:xfrm>
              <a:off x="4191431" y="1996448"/>
              <a:ext cx="18617" cy="24695"/>
            </a:xfrm>
            <a:custGeom>
              <a:avLst/>
              <a:gdLst/>
              <a:ahLst/>
              <a:cxnLst/>
              <a:rect l="l" t="t" r="r" b="b"/>
              <a:pathLst>
                <a:path w="977" h="1296" extrusionOk="0">
                  <a:moveTo>
                    <a:pt x="818" y="1"/>
                  </a:moveTo>
                  <a:cubicBezTo>
                    <a:pt x="775" y="1"/>
                    <a:pt x="734" y="20"/>
                    <a:pt x="707" y="56"/>
                  </a:cubicBezTo>
                  <a:cubicBezTo>
                    <a:pt x="694" y="73"/>
                    <a:pt x="402" y="471"/>
                    <a:pt x="53" y="1086"/>
                  </a:cubicBezTo>
                  <a:cubicBezTo>
                    <a:pt x="1" y="1179"/>
                    <a:pt x="68" y="1296"/>
                    <a:pt x="176" y="1296"/>
                  </a:cubicBezTo>
                  <a:cubicBezTo>
                    <a:pt x="227" y="1296"/>
                    <a:pt x="274" y="1268"/>
                    <a:pt x="298" y="1224"/>
                  </a:cubicBezTo>
                  <a:cubicBezTo>
                    <a:pt x="491" y="878"/>
                    <a:pt x="702" y="544"/>
                    <a:pt x="933" y="224"/>
                  </a:cubicBezTo>
                  <a:cubicBezTo>
                    <a:pt x="977" y="161"/>
                    <a:pt x="963" y="73"/>
                    <a:pt x="902" y="28"/>
                  </a:cubicBezTo>
                  <a:cubicBezTo>
                    <a:pt x="877" y="10"/>
                    <a:pt x="847" y="1"/>
                    <a:pt x="8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4">
              <a:extLst>
                <a:ext uri="{FF2B5EF4-FFF2-40B4-BE49-F238E27FC236}">
                  <a16:creationId xmlns:a16="http://schemas.microsoft.com/office/drawing/2014/main" id="{A352397B-AAD8-31E2-E6A6-B4166721AD61}"/>
                </a:ext>
              </a:extLst>
            </p:cNvPr>
            <p:cNvSpPr/>
            <p:nvPr/>
          </p:nvSpPr>
          <p:spPr>
            <a:xfrm>
              <a:off x="4388670" y="2630732"/>
              <a:ext cx="395296" cy="343219"/>
            </a:xfrm>
            <a:custGeom>
              <a:avLst/>
              <a:gdLst/>
              <a:ahLst/>
              <a:cxnLst/>
              <a:rect l="l" t="t" r="r" b="b"/>
              <a:pathLst>
                <a:path w="20745" h="18012" extrusionOk="0">
                  <a:moveTo>
                    <a:pt x="5074" y="0"/>
                  </a:moveTo>
                  <a:cubicBezTo>
                    <a:pt x="3271" y="0"/>
                    <a:pt x="0" y="5987"/>
                    <a:pt x="609" y="6838"/>
                  </a:cubicBezTo>
                  <a:cubicBezTo>
                    <a:pt x="1258" y="7749"/>
                    <a:pt x="2817" y="10735"/>
                    <a:pt x="4895" y="11256"/>
                  </a:cubicBezTo>
                  <a:cubicBezTo>
                    <a:pt x="6975" y="11777"/>
                    <a:pt x="17496" y="18012"/>
                    <a:pt x="17496" y="18012"/>
                  </a:cubicBezTo>
                  <a:lnTo>
                    <a:pt x="20744" y="17102"/>
                  </a:lnTo>
                  <a:cubicBezTo>
                    <a:pt x="20744" y="17102"/>
                    <a:pt x="14378" y="12685"/>
                    <a:pt x="11910" y="10606"/>
                  </a:cubicBezTo>
                  <a:cubicBezTo>
                    <a:pt x="9443" y="8527"/>
                    <a:pt x="6065" y="5150"/>
                    <a:pt x="6065" y="5150"/>
                  </a:cubicBezTo>
                  <a:lnTo>
                    <a:pt x="5416" y="84"/>
                  </a:lnTo>
                  <a:cubicBezTo>
                    <a:pt x="5310" y="27"/>
                    <a:pt x="5195" y="0"/>
                    <a:pt x="5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4">
              <a:extLst>
                <a:ext uri="{FF2B5EF4-FFF2-40B4-BE49-F238E27FC236}">
                  <a16:creationId xmlns:a16="http://schemas.microsoft.com/office/drawing/2014/main" id="{A9E7A61C-8E6D-5406-1F39-6B7EE078D1E1}"/>
                </a:ext>
              </a:extLst>
            </p:cNvPr>
            <p:cNvSpPr/>
            <p:nvPr/>
          </p:nvSpPr>
          <p:spPr>
            <a:xfrm>
              <a:off x="4384249" y="2625301"/>
              <a:ext cx="406500" cy="353985"/>
            </a:xfrm>
            <a:custGeom>
              <a:avLst/>
              <a:gdLst/>
              <a:ahLst/>
              <a:cxnLst/>
              <a:rect l="l" t="t" r="r" b="b"/>
              <a:pathLst>
                <a:path w="21333" h="18577" extrusionOk="0">
                  <a:moveTo>
                    <a:pt x="5320" y="567"/>
                  </a:moveTo>
                  <a:cubicBezTo>
                    <a:pt x="5344" y="567"/>
                    <a:pt x="5367" y="570"/>
                    <a:pt x="5390" y="574"/>
                  </a:cubicBezTo>
                  <a:lnTo>
                    <a:pt x="6018" y="5471"/>
                  </a:lnTo>
                  <a:cubicBezTo>
                    <a:pt x="6026" y="5532"/>
                    <a:pt x="6053" y="5591"/>
                    <a:pt x="6098" y="5634"/>
                  </a:cubicBezTo>
                  <a:cubicBezTo>
                    <a:pt x="6132" y="5668"/>
                    <a:pt x="9513" y="9044"/>
                    <a:pt x="11961" y="11107"/>
                  </a:cubicBezTo>
                  <a:cubicBezTo>
                    <a:pt x="14012" y="12833"/>
                    <a:pt x="18786" y="16198"/>
                    <a:pt x="20327" y="17276"/>
                  </a:cubicBezTo>
                  <a:lnTo>
                    <a:pt x="17768" y="17993"/>
                  </a:lnTo>
                  <a:cubicBezTo>
                    <a:pt x="16608" y="17308"/>
                    <a:pt x="7203" y="11770"/>
                    <a:pt x="5196" y="11268"/>
                  </a:cubicBezTo>
                  <a:cubicBezTo>
                    <a:pt x="3571" y="10861"/>
                    <a:pt x="2207" y="8726"/>
                    <a:pt x="1475" y="7577"/>
                  </a:cubicBezTo>
                  <a:cubicBezTo>
                    <a:pt x="1315" y="7328"/>
                    <a:pt x="1179" y="7115"/>
                    <a:pt x="1070" y="6962"/>
                  </a:cubicBezTo>
                  <a:cubicBezTo>
                    <a:pt x="806" y="6558"/>
                    <a:pt x="2134" y="3419"/>
                    <a:pt x="3858" y="1542"/>
                  </a:cubicBezTo>
                  <a:cubicBezTo>
                    <a:pt x="4440" y="908"/>
                    <a:pt x="4952" y="568"/>
                    <a:pt x="5305" y="568"/>
                  </a:cubicBezTo>
                  <a:cubicBezTo>
                    <a:pt x="5310" y="567"/>
                    <a:pt x="5315" y="567"/>
                    <a:pt x="5320" y="567"/>
                  </a:cubicBezTo>
                  <a:close/>
                  <a:moveTo>
                    <a:pt x="5302" y="1"/>
                  </a:moveTo>
                  <a:cubicBezTo>
                    <a:pt x="4746" y="1"/>
                    <a:pt x="4084" y="433"/>
                    <a:pt x="3326" y="1293"/>
                  </a:cubicBezTo>
                  <a:cubicBezTo>
                    <a:pt x="1870" y="2945"/>
                    <a:pt x="1" y="6431"/>
                    <a:pt x="612" y="7288"/>
                  </a:cubicBezTo>
                  <a:cubicBezTo>
                    <a:pt x="718" y="7436"/>
                    <a:pt x="848" y="7640"/>
                    <a:pt x="1001" y="7880"/>
                  </a:cubicBezTo>
                  <a:cubicBezTo>
                    <a:pt x="1831" y="9178"/>
                    <a:pt x="3218" y="11353"/>
                    <a:pt x="5060" y="11814"/>
                  </a:cubicBezTo>
                  <a:cubicBezTo>
                    <a:pt x="7076" y="12317"/>
                    <a:pt x="17480" y="18476"/>
                    <a:pt x="17585" y="18537"/>
                  </a:cubicBezTo>
                  <a:cubicBezTo>
                    <a:pt x="17629" y="18564"/>
                    <a:pt x="17679" y="18577"/>
                    <a:pt x="17728" y="18577"/>
                  </a:cubicBezTo>
                  <a:cubicBezTo>
                    <a:pt x="17754" y="18577"/>
                    <a:pt x="17781" y="18574"/>
                    <a:pt x="17805" y="18567"/>
                  </a:cubicBezTo>
                  <a:lnTo>
                    <a:pt x="21052" y="17656"/>
                  </a:lnTo>
                  <a:cubicBezTo>
                    <a:pt x="21281" y="17592"/>
                    <a:pt x="21332" y="17292"/>
                    <a:pt x="21137" y="17156"/>
                  </a:cubicBezTo>
                  <a:cubicBezTo>
                    <a:pt x="21074" y="17112"/>
                    <a:pt x="14754" y="12722"/>
                    <a:pt x="12325" y="10676"/>
                  </a:cubicBezTo>
                  <a:cubicBezTo>
                    <a:pt x="10084" y="8790"/>
                    <a:pt x="7054" y="5792"/>
                    <a:pt x="6564" y="5305"/>
                  </a:cubicBezTo>
                  <a:lnTo>
                    <a:pt x="5926" y="333"/>
                  </a:lnTo>
                  <a:cubicBezTo>
                    <a:pt x="5915" y="244"/>
                    <a:pt x="5861" y="164"/>
                    <a:pt x="5781" y="121"/>
                  </a:cubicBezTo>
                  <a:cubicBezTo>
                    <a:pt x="5631" y="41"/>
                    <a:pt x="5471" y="1"/>
                    <a:pt x="5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4">
              <a:extLst>
                <a:ext uri="{FF2B5EF4-FFF2-40B4-BE49-F238E27FC236}">
                  <a16:creationId xmlns:a16="http://schemas.microsoft.com/office/drawing/2014/main" id="{CB3EE006-6063-04E4-8F9E-EB3AF56AA3C9}"/>
                </a:ext>
              </a:extLst>
            </p:cNvPr>
            <p:cNvSpPr/>
            <p:nvPr/>
          </p:nvSpPr>
          <p:spPr>
            <a:xfrm>
              <a:off x="4508811" y="4188573"/>
              <a:ext cx="245352" cy="128126"/>
            </a:xfrm>
            <a:custGeom>
              <a:avLst/>
              <a:gdLst/>
              <a:ahLst/>
              <a:cxnLst/>
              <a:rect l="l" t="t" r="r" b="b"/>
              <a:pathLst>
                <a:path w="12876" h="6724" extrusionOk="0">
                  <a:moveTo>
                    <a:pt x="1681" y="0"/>
                  </a:moveTo>
                  <a:cubicBezTo>
                    <a:pt x="1681" y="0"/>
                    <a:pt x="0" y="3882"/>
                    <a:pt x="1061" y="4534"/>
                  </a:cubicBezTo>
                  <a:cubicBezTo>
                    <a:pt x="1589" y="4860"/>
                    <a:pt x="2199" y="4921"/>
                    <a:pt x="2749" y="4921"/>
                  </a:cubicBezTo>
                  <a:cubicBezTo>
                    <a:pt x="3080" y="4921"/>
                    <a:pt x="3389" y="4899"/>
                    <a:pt x="3645" y="4899"/>
                  </a:cubicBezTo>
                  <a:cubicBezTo>
                    <a:pt x="3815" y="4899"/>
                    <a:pt x="3961" y="4909"/>
                    <a:pt x="4075" y="4941"/>
                  </a:cubicBezTo>
                  <a:cubicBezTo>
                    <a:pt x="4646" y="5105"/>
                    <a:pt x="5543" y="6163"/>
                    <a:pt x="8639" y="6572"/>
                  </a:cubicBezTo>
                  <a:cubicBezTo>
                    <a:pt x="9448" y="6678"/>
                    <a:pt x="10090" y="6723"/>
                    <a:pt x="10602" y="6723"/>
                  </a:cubicBezTo>
                  <a:cubicBezTo>
                    <a:pt x="12048" y="6723"/>
                    <a:pt x="12450" y="6362"/>
                    <a:pt x="12631" y="6002"/>
                  </a:cubicBezTo>
                  <a:cubicBezTo>
                    <a:pt x="12876" y="5512"/>
                    <a:pt x="11328" y="5105"/>
                    <a:pt x="10024" y="4208"/>
                  </a:cubicBezTo>
                  <a:cubicBezTo>
                    <a:pt x="8721" y="3312"/>
                    <a:pt x="5543" y="623"/>
                    <a:pt x="5543" y="623"/>
                  </a:cubicBezTo>
                  <a:cubicBezTo>
                    <a:pt x="4966" y="952"/>
                    <a:pt x="4433" y="1076"/>
                    <a:pt x="3960" y="1076"/>
                  </a:cubicBezTo>
                  <a:cubicBezTo>
                    <a:pt x="2562" y="1076"/>
                    <a:pt x="1681" y="0"/>
                    <a:pt x="16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4">
              <a:extLst>
                <a:ext uri="{FF2B5EF4-FFF2-40B4-BE49-F238E27FC236}">
                  <a16:creationId xmlns:a16="http://schemas.microsoft.com/office/drawing/2014/main" id="{3CC8E503-B6F8-6B62-B167-097B77C31B4A}"/>
                </a:ext>
              </a:extLst>
            </p:cNvPr>
            <p:cNvSpPr/>
            <p:nvPr/>
          </p:nvSpPr>
          <p:spPr>
            <a:xfrm>
              <a:off x="4503228" y="4183200"/>
              <a:ext cx="256366" cy="138854"/>
            </a:xfrm>
            <a:custGeom>
              <a:avLst/>
              <a:gdLst/>
              <a:ahLst/>
              <a:cxnLst/>
              <a:rect l="l" t="t" r="r" b="b"/>
              <a:pathLst>
                <a:path w="13454" h="7287" extrusionOk="0">
                  <a:moveTo>
                    <a:pt x="2076" y="772"/>
                  </a:moveTo>
                  <a:cubicBezTo>
                    <a:pt x="2481" y="1121"/>
                    <a:pt x="3252" y="1636"/>
                    <a:pt x="4264" y="1636"/>
                  </a:cubicBezTo>
                  <a:cubicBezTo>
                    <a:pt x="4729" y="1636"/>
                    <a:pt x="5245" y="1527"/>
                    <a:pt x="5801" y="1243"/>
                  </a:cubicBezTo>
                  <a:cubicBezTo>
                    <a:pt x="6448" y="1787"/>
                    <a:pt x="9002" y="3928"/>
                    <a:pt x="10158" y="4722"/>
                  </a:cubicBezTo>
                  <a:cubicBezTo>
                    <a:pt x="10672" y="5074"/>
                    <a:pt x="11206" y="5346"/>
                    <a:pt x="11677" y="5585"/>
                  </a:cubicBezTo>
                  <a:cubicBezTo>
                    <a:pt x="12075" y="5786"/>
                    <a:pt x="12617" y="6063"/>
                    <a:pt x="12673" y="6157"/>
                  </a:cubicBezTo>
                  <a:cubicBezTo>
                    <a:pt x="12586" y="6331"/>
                    <a:pt x="12390" y="6724"/>
                    <a:pt x="10903" y="6724"/>
                  </a:cubicBezTo>
                  <a:cubicBezTo>
                    <a:pt x="10413" y="6724"/>
                    <a:pt x="9782" y="6681"/>
                    <a:pt x="8968" y="6574"/>
                  </a:cubicBezTo>
                  <a:cubicBezTo>
                    <a:pt x="6737" y="6281"/>
                    <a:pt x="5687" y="5645"/>
                    <a:pt x="5060" y="5266"/>
                  </a:cubicBezTo>
                  <a:cubicBezTo>
                    <a:pt x="4821" y="5121"/>
                    <a:pt x="4631" y="5006"/>
                    <a:pt x="4446" y="4953"/>
                  </a:cubicBezTo>
                  <a:cubicBezTo>
                    <a:pt x="4301" y="4913"/>
                    <a:pt x="4129" y="4899"/>
                    <a:pt x="3937" y="4899"/>
                  </a:cubicBezTo>
                  <a:cubicBezTo>
                    <a:pt x="3813" y="4899"/>
                    <a:pt x="3679" y="4905"/>
                    <a:pt x="3537" y="4910"/>
                  </a:cubicBezTo>
                  <a:cubicBezTo>
                    <a:pt x="3379" y="4916"/>
                    <a:pt x="3212" y="4922"/>
                    <a:pt x="3040" y="4922"/>
                  </a:cubicBezTo>
                  <a:cubicBezTo>
                    <a:pt x="2526" y="4922"/>
                    <a:pt x="1969" y="4865"/>
                    <a:pt x="1501" y="4577"/>
                  </a:cubicBezTo>
                  <a:cubicBezTo>
                    <a:pt x="967" y="4249"/>
                    <a:pt x="1492" y="2241"/>
                    <a:pt x="2076" y="772"/>
                  </a:cubicBezTo>
                  <a:close/>
                  <a:moveTo>
                    <a:pt x="1977" y="0"/>
                  </a:moveTo>
                  <a:cubicBezTo>
                    <a:pt x="1963" y="0"/>
                    <a:pt x="1949" y="1"/>
                    <a:pt x="1936" y="3"/>
                  </a:cubicBezTo>
                  <a:cubicBezTo>
                    <a:pt x="1838" y="17"/>
                    <a:pt x="1756" y="81"/>
                    <a:pt x="1717" y="170"/>
                  </a:cubicBezTo>
                  <a:cubicBezTo>
                    <a:pt x="1419" y="855"/>
                    <a:pt x="0" y="4313"/>
                    <a:pt x="1206" y="5056"/>
                  </a:cubicBezTo>
                  <a:cubicBezTo>
                    <a:pt x="1796" y="5419"/>
                    <a:pt x="2469" y="5484"/>
                    <a:pt x="3052" y="5484"/>
                  </a:cubicBezTo>
                  <a:cubicBezTo>
                    <a:pt x="3231" y="5484"/>
                    <a:pt x="3401" y="5478"/>
                    <a:pt x="3557" y="5473"/>
                  </a:cubicBezTo>
                  <a:cubicBezTo>
                    <a:pt x="3690" y="5467"/>
                    <a:pt x="3820" y="5463"/>
                    <a:pt x="3937" y="5463"/>
                  </a:cubicBezTo>
                  <a:cubicBezTo>
                    <a:pt x="4082" y="5463"/>
                    <a:pt x="4207" y="5470"/>
                    <a:pt x="4291" y="5495"/>
                  </a:cubicBezTo>
                  <a:cubicBezTo>
                    <a:pt x="4405" y="5527"/>
                    <a:pt x="4565" y="5623"/>
                    <a:pt x="4769" y="5747"/>
                  </a:cubicBezTo>
                  <a:cubicBezTo>
                    <a:pt x="5435" y="6149"/>
                    <a:pt x="6547" y="6822"/>
                    <a:pt x="8895" y="7132"/>
                  </a:cubicBezTo>
                  <a:cubicBezTo>
                    <a:pt x="9712" y="7240"/>
                    <a:pt x="10370" y="7287"/>
                    <a:pt x="10902" y="7287"/>
                  </a:cubicBezTo>
                  <a:cubicBezTo>
                    <a:pt x="12472" y="7287"/>
                    <a:pt x="12941" y="6877"/>
                    <a:pt x="13177" y="6409"/>
                  </a:cubicBezTo>
                  <a:cubicBezTo>
                    <a:pt x="13453" y="5856"/>
                    <a:pt x="12782" y="5516"/>
                    <a:pt x="11932" y="5085"/>
                  </a:cubicBezTo>
                  <a:cubicBezTo>
                    <a:pt x="11477" y="4853"/>
                    <a:pt x="10959" y="4590"/>
                    <a:pt x="10476" y="4259"/>
                  </a:cubicBezTo>
                  <a:cubicBezTo>
                    <a:pt x="9200" y="3381"/>
                    <a:pt x="6049" y="717"/>
                    <a:pt x="6018" y="690"/>
                  </a:cubicBezTo>
                  <a:cubicBezTo>
                    <a:pt x="5966" y="647"/>
                    <a:pt x="5901" y="624"/>
                    <a:pt x="5836" y="624"/>
                  </a:cubicBezTo>
                  <a:cubicBezTo>
                    <a:pt x="5788" y="624"/>
                    <a:pt x="5740" y="636"/>
                    <a:pt x="5697" y="661"/>
                  </a:cubicBezTo>
                  <a:cubicBezTo>
                    <a:pt x="5168" y="964"/>
                    <a:pt x="4681" y="1077"/>
                    <a:pt x="4250" y="1077"/>
                  </a:cubicBezTo>
                  <a:cubicBezTo>
                    <a:pt x="3017" y="1077"/>
                    <a:pt x="2236" y="154"/>
                    <a:pt x="2192" y="103"/>
                  </a:cubicBezTo>
                  <a:cubicBezTo>
                    <a:pt x="2139" y="38"/>
                    <a:pt x="2059" y="0"/>
                    <a:pt x="197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4">
              <a:extLst>
                <a:ext uri="{FF2B5EF4-FFF2-40B4-BE49-F238E27FC236}">
                  <a16:creationId xmlns:a16="http://schemas.microsoft.com/office/drawing/2014/main" id="{E0517681-FCBC-CA9C-C22D-605750362C6E}"/>
                </a:ext>
              </a:extLst>
            </p:cNvPr>
            <p:cNvSpPr/>
            <p:nvPr/>
          </p:nvSpPr>
          <p:spPr>
            <a:xfrm>
              <a:off x="4521483" y="4255837"/>
              <a:ext cx="228431" cy="60843"/>
            </a:xfrm>
            <a:custGeom>
              <a:avLst/>
              <a:gdLst/>
              <a:ahLst/>
              <a:cxnLst/>
              <a:rect l="l" t="t" r="r" b="b"/>
              <a:pathLst>
                <a:path w="11988" h="3193" extrusionOk="0">
                  <a:moveTo>
                    <a:pt x="1" y="1"/>
                  </a:moveTo>
                  <a:lnTo>
                    <a:pt x="1" y="1"/>
                  </a:lnTo>
                  <a:cubicBezTo>
                    <a:pt x="11" y="457"/>
                    <a:pt x="117" y="834"/>
                    <a:pt x="396" y="1003"/>
                  </a:cubicBezTo>
                  <a:cubicBezTo>
                    <a:pt x="926" y="1329"/>
                    <a:pt x="1538" y="1390"/>
                    <a:pt x="2089" y="1390"/>
                  </a:cubicBezTo>
                  <a:cubicBezTo>
                    <a:pt x="2417" y="1390"/>
                    <a:pt x="2723" y="1369"/>
                    <a:pt x="2977" y="1369"/>
                  </a:cubicBezTo>
                  <a:cubicBezTo>
                    <a:pt x="3148" y="1369"/>
                    <a:pt x="3296" y="1378"/>
                    <a:pt x="3410" y="1411"/>
                  </a:cubicBezTo>
                  <a:cubicBezTo>
                    <a:pt x="3981" y="1573"/>
                    <a:pt x="4878" y="2633"/>
                    <a:pt x="7974" y="3040"/>
                  </a:cubicBezTo>
                  <a:cubicBezTo>
                    <a:pt x="8784" y="3147"/>
                    <a:pt x="9427" y="3192"/>
                    <a:pt x="9940" y="3192"/>
                  </a:cubicBezTo>
                  <a:cubicBezTo>
                    <a:pt x="11384" y="3192"/>
                    <a:pt x="11786" y="2832"/>
                    <a:pt x="11967" y="2472"/>
                  </a:cubicBezTo>
                  <a:cubicBezTo>
                    <a:pt x="11977" y="2447"/>
                    <a:pt x="11985" y="2422"/>
                    <a:pt x="11988" y="2396"/>
                  </a:cubicBezTo>
                  <a:lnTo>
                    <a:pt x="11988" y="2396"/>
                  </a:lnTo>
                  <a:cubicBezTo>
                    <a:pt x="11557" y="2454"/>
                    <a:pt x="11130" y="2480"/>
                    <a:pt x="10710" y="2480"/>
                  </a:cubicBezTo>
                  <a:cubicBezTo>
                    <a:pt x="9291" y="2480"/>
                    <a:pt x="7936" y="2190"/>
                    <a:pt x="6676" y="1893"/>
                  </a:cubicBezTo>
                  <a:cubicBezTo>
                    <a:pt x="4670" y="1421"/>
                    <a:pt x="4081" y="360"/>
                    <a:pt x="2195" y="360"/>
                  </a:cubicBezTo>
                  <a:cubicBezTo>
                    <a:pt x="1242" y="360"/>
                    <a:pt x="501" y="179"/>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4">
              <a:extLst>
                <a:ext uri="{FF2B5EF4-FFF2-40B4-BE49-F238E27FC236}">
                  <a16:creationId xmlns:a16="http://schemas.microsoft.com/office/drawing/2014/main" id="{14EF1C7C-0573-908C-61D2-62B8B3B56A11}"/>
                </a:ext>
              </a:extLst>
            </p:cNvPr>
            <p:cNvSpPr/>
            <p:nvPr/>
          </p:nvSpPr>
          <p:spPr>
            <a:xfrm>
              <a:off x="4516052" y="4250483"/>
              <a:ext cx="239426" cy="71571"/>
            </a:xfrm>
            <a:custGeom>
              <a:avLst/>
              <a:gdLst/>
              <a:ahLst/>
              <a:cxnLst/>
              <a:rect l="l" t="t" r="r" b="b"/>
              <a:pathLst>
                <a:path w="12565" h="3756" extrusionOk="0">
                  <a:moveTo>
                    <a:pt x="612" y="679"/>
                  </a:moveTo>
                  <a:cubicBezTo>
                    <a:pt x="1196" y="841"/>
                    <a:pt x="1821" y="922"/>
                    <a:pt x="2480" y="922"/>
                  </a:cubicBezTo>
                  <a:cubicBezTo>
                    <a:pt x="3481" y="922"/>
                    <a:pt x="4092" y="1242"/>
                    <a:pt x="4801" y="1612"/>
                  </a:cubicBezTo>
                  <a:cubicBezTo>
                    <a:pt x="5359" y="1904"/>
                    <a:pt x="5994" y="2235"/>
                    <a:pt x="6895" y="2446"/>
                  </a:cubicBezTo>
                  <a:cubicBezTo>
                    <a:pt x="8194" y="2753"/>
                    <a:pt x="9561" y="3041"/>
                    <a:pt x="10990" y="3041"/>
                  </a:cubicBezTo>
                  <a:cubicBezTo>
                    <a:pt x="11164" y="3041"/>
                    <a:pt x="11338" y="3037"/>
                    <a:pt x="11514" y="3028"/>
                  </a:cubicBezTo>
                  <a:lnTo>
                    <a:pt x="11514" y="3028"/>
                  </a:lnTo>
                  <a:cubicBezTo>
                    <a:pt x="11258" y="3122"/>
                    <a:pt x="10860" y="3193"/>
                    <a:pt x="10231" y="3193"/>
                  </a:cubicBezTo>
                  <a:cubicBezTo>
                    <a:pt x="9740" y="3193"/>
                    <a:pt x="9109" y="3150"/>
                    <a:pt x="8295" y="3043"/>
                  </a:cubicBezTo>
                  <a:cubicBezTo>
                    <a:pt x="6064" y="2750"/>
                    <a:pt x="5014" y="2114"/>
                    <a:pt x="4387" y="1735"/>
                  </a:cubicBezTo>
                  <a:cubicBezTo>
                    <a:pt x="4148" y="1590"/>
                    <a:pt x="3958" y="1475"/>
                    <a:pt x="3773" y="1422"/>
                  </a:cubicBezTo>
                  <a:cubicBezTo>
                    <a:pt x="3628" y="1382"/>
                    <a:pt x="3456" y="1368"/>
                    <a:pt x="3264" y="1368"/>
                  </a:cubicBezTo>
                  <a:cubicBezTo>
                    <a:pt x="3140" y="1368"/>
                    <a:pt x="3006" y="1374"/>
                    <a:pt x="2864" y="1379"/>
                  </a:cubicBezTo>
                  <a:cubicBezTo>
                    <a:pt x="2706" y="1385"/>
                    <a:pt x="2538" y="1391"/>
                    <a:pt x="2366" y="1391"/>
                  </a:cubicBezTo>
                  <a:cubicBezTo>
                    <a:pt x="1852" y="1391"/>
                    <a:pt x="1296" y="1334"/>
                    <a:pt x="828" y="1046"/>
                  </a:cubicBezTo>
                  <a:cubicBezTo>
                    <a:pt x="716" y="976"/>
                    <a:pt x="650" y="838"/>
                    <a:pt x="612" y="679"/>
                  </a:cubicBezTo>
                  <a:close/>
                  <a:moveTo>
                    <a:pt x="286" y="0"/>
                  </a:moveTo>
                  <a:cubicBezTo>
                    <a:pt x="134" y="0"/>
                    <a:pt x="0" y="124"/>
                    <a:pt x="4" y="288"/>
                  </a:cubicBezTo>
                  <a:cubicBezTo>
                    <a:pt x="19" y="900"/>
                    <a:pt x="197" y="1316"/>
                    <a:pt x="533" y="1525"/>
                  </a:cubicBezTo>
                  <a:cubicBezTo>
                    <a:pt x="1123" y="1888"/>
                    <a:pt x="1796" y="1953"/>
                    <a:pt x="2379" y="1953"/>
                  </a:cubicBezTo>
                  <a:cubicBezTo>
                    <a:pt x="2558" y="1953"/>
                    <a:pt x="2728" y="1947"/>
                    <a:pt x="2884" y="1942"/>
                  </a:cubicBezTo>
                  <a:cubicBezTo>
                    <a:pt x="3017" y="1936"/>
                    <a:pt x="3147" y="1932"/>
                    <a:pt x="3264" y="1932"/>
                  </a:cubicBezTo>
                  <a:cubicBezTo>
                    <a:pt x="3409" y="1932"/>
                    <a:pt x="3534" y="1939"/>
                    <a:pt x="3618" y="1964"/>
                  </a:cubicBezTo>
                  <a:cubicBezTo>
                    <a:pt x="3732" y="1996"/>
                    <a:pt x="3892" y="2092"/>
                    <a:pt x="4096" y="2216"/>
                  </a:cubicBezTo>
                  <a:cubicBezTo>
                    <a:pt x="4762" y="2618"/>
                    <a:pt x="5874" y="3291"/>
                    <a:pt x="8222" y="3601"/>
                  </a:cubicBezTo>
                  <a:cubicBezTo>
                    <a:pt x="9039" y="3709"/>
                    <a:pt x="9697" y="3756"/>
                    <a:pt x="10229" y="3756"/>
                  </a:cubicBezTo>
                  <a:cubicBezTo>
                    <a:pt x="11799" y="3756"/>
                    <a:pt x="12268" y="3346"/>
                    <a:pt x="12504" y="2879"/>
                  </a:cubicBezTo>
                  <a:cubicBezTo>
                    <a:pt x="12529" y="2827"/>
                    <a:pt x="12545" y="2772"/>
                    <a:pt x="12553" y="2715"/>
                  </a:cubicBezTo>
                  <a:cubicBezTo>
                    <a:pt x="12564" y="2627"/>
                    <a:pt x="12535" y="2540"/>
                    <a:pt x="12472" y="2478"/>
                  </a:cubicBezTo>
                  <a:cubicBezTo>
                    <a:pt x="12418" y="2425"/>
                    <a:pt x="12346" y="2396"/>
                    <a:pt x="12270" y="2396"/>
                  </a:cubicBezTo>
                  <a:cubicBezTo>
                    <a:pt x="12259" y="2396"/>
                    <a:pt x="12248" y="2397"/>
                    <a:pt x="12236" y="2398"/>
                  </a:cubicBezTo>
                  <a:cubicBezTo>
                    <a:pt x="11822" y="2454"/>
                    <a:pt x="11410" y="2479"/>
                    <a:pt x="11003" y="2479"/>
                  </a:cubicBezTo>
                  <a:cubicBezTo>
                    <a:pt x="9627" y="2479"/>
                    <a:pt x="8293" y="2199"/>
                    <a:pt x="7025" y="1899"/>
                  </a:cubicBezTo>
                  <a:cubicBezTo>
                    <a:pt x="6192" y="1704"/>
                    <a:pt x="5618" y="1403"/>
                    <a:pt x="5062" y="1115"/>
                  </a:cubicBezTo>
                  <a:cubicBezTo>
                    <a:pt x="4321" y="727"/>
                    <a:pt x="3620" y="361"/>
                    <a:pt x="2482" y="361"/>
                  </a:cubicBezTo>
                  <a:cubicBezTo>
                    <a:pt x="1540" y="361"/>
                    <a:pt x="819" y="174"/>
                    <a:pt x="380" y="16"/>
                  </a:cubicBezTo>
                  <a:cubicBezTo>
                    <a:pt x="349" y="5"/>
                    <a:pt x="317" y="0"/>
                    <a:pt x="28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4">
              <a:extLst>
                <a:ext uri="{FF2B5EF4-FFF2-40B4-BE49-F238E27FC236}">
                  <a16:creationId xmlns:a16="http://schemas.microsoft.com/office/drawing/2014/main" id="{972DBB02-AB74-C231-F0C1-C675556EA1F4}"/>
                </a:ext>
              </a:extLst>
            </p:cNvPr>
            <p:cNvSpPr/>
            <p:nvPr/>
          </p:nvSpPr>
          <p:spPr>
            <a:xfrm>
              <a:off x="3818982" y="2130728"/>
              <a:ext cx="867593" cy="2102071"/>
            </a:xfrm>
            <a:custGeom>
              <a:avLst/>
              <a:gdLst/>
              <a:ahLst/>
              <a:cxnLst/>
              <a:rect l="l" t="t" r="r" b="b"/>
              <a:pathLst>
                <a:path w="45531" h="110316" extrusionOk="0">
                  <a:moveTo>
                    <a:pt x="25090" y="1"/>
                  </a:moveTo>
                  <a:cubicBezTo>
                    <a:pt x="25090" y="1"/>
                    <a:pt x="25704" y="4124"/>
                    <a:pt x="24915" y="5791"/>
                  </a:cubicBezTo>
                  <a:cubicBezTo>
                    <a:pt x="24125" y="7458"/>
                    <a:pt x="21670" y="7631"/>
                    <a:pt x="19564" y="7984"/>
                  </a:cubicBezTo>
                  <a:cubicBezTo>
                    <a:pt x="17458" y="8336"/>
                    <a:pt x="12634" y="10176"/>
                    <a:pt x="13160" y="14913"/>
                  </a:cubicBezTo>
                  <a:cubicBezTo>
                    <a:pt x="13687" y="19650"/>
                    <a:pt x="19739" y="29915"/>
                    <a:pt x="19739" y="32810"/>
                  </a:cubicBezTo>
                  <a:cubicBezTo>
                    <a:pt x="19739" y="35705"/>
                    <a:pt x="17897" y="37196"/>
                    <a:pt x="15879" y="42811"/>
                  </a:cubicBezTo>
                  <a:cubicBezTo>
                    <a:pt x="13862" y="48426"/>
                    <a:pt x="14124" y="58864"/>
                    <a:pt x="14738" y="65620"/>
                  </a:cubicBezTo>
                  <a:cubicBezTo>
                    <a:pt x="15352" y="72374"/>
                    <a:pt x="17371" y="78778"/>
                    <a:pt x="17371" y="78778"/>
                  </a:cubicBezTo>
                  <a:cubicBezTo>
                    <a:pt x="17371" y="78778"/>
                    <a:pt x="12282" y="86936"/>
                    <a:pt x="10090" y="90445"/>
                  </a:cubicBezTo>
                  <a:cubicBezTo>
                    <a:pt x="7897" y="93956"/>
                    <a:pt x="1" y="109219"/>
                    <a:pt x="1" y="109219"/>
                  </a:cubicBezTo>
                  <a:cubicBezTo>
                    <a:pt x="1" y="109219"/>
                    <a:pt x="1" y="109745"/>
                    <a:pt x="1229" y="110097"/>
                  </a:cubicBezTo>
                  <a:cubicBezTo>
                    <a:pt x="1841" y="110272"/>
                    <a:pt x="2498" y="110316"/>
                    <a:pt x="3002" y="110316"/>
                  </a:cubicBezTo>
                  <a:cubicBezTo>
                    <a:pt x="3509" y="110316"/>
                    <a:pt x="3861" y="110272"/>
                    <a:pt x="3861" y="110272"/>
                  </a:cubicBezTo>
                  <a:cubicBezTo>
                    <a:pt x="3861" y="110272"/>
                    <a:pt x="18950" y="92112"/>
                    <a:pt x="21756" y="89042"/>
                  </a:cubicBezTo>
                  <a:cubicBezTo>
                    <a:pt x="24564" y="85972"/>
                    <a:pt x="27196" y="80621"/>
                    <a:pt x="27546" y="78164"/>
                  </a:cubicBezTo>
                  <a:cubicBezTo>
                    <a:pt x="27898" y="75706"/>
                    <a:pt x="27459" y="60707"/>
                    <a:pt x="27459" y="60706"/>
                  </a:cubicBezTo>
                  <a:lnTo>
                    <a:pt x="27459" y="60706"/>
                  </a:lnTo>
                  <a:cubicBezTo>
                    <a:pt x="27459" y="60706"/>
                    <a:pt x="30618" y="68251"/>
                    <a:pt x="33074" y="72111"/>
                  </a:cubicBezTo>
                  <a:cubicBezTo>
                    <a:pt x="35532" y="75972"/>
                    <a:pt x="37191" y="79392"/>
                    <a:pt x="37191" y="79392"/>
                  </a:cubicBezTo>
                  <a:cubicBezTo>
                    <a:pt x="37191" y="79392"/>
                    <a:pt x="36583" y="84568"/>
                    <a:pt x="37197" y="88955"/>
                  </a:cubicBezTo>
                  <a:cubicBezTo>
                    <a:pt x="37811" y="93340"/>
                    <a:pt x="37293" y="107423"/>
                    <a:pt x="37907" y="108564"/>
                  </a:cubicBezTo>
                  <a:cubicBezTo>
                    <a:pt x="38185" y="109079"/>
                    <a:pt x="38821" y="109264"/>
                    <a:pt x="39484" y="109264"/>
                  </a:cubicBezTo>
                  <a:cubicBezTo>
                    <a:pt x="40288" y="109264"/>
                    <a:pt x="41132" y="108991"/>
                    <a:pt x="41421" y="108702"/>
                  </a:cubicBezTo>
                  <a:cubicBezTo>
                    <a:pt x="41947" y="108176"/>
                    <a:pt x="42198" y="104746"/>
                    <a:pt x="42198" y="104746"/>
                  </a:cubicBezTo>
                  <a:cubicBezTo>
                    <a:pt x="42198" y="104746"/>
                    <a:pt x="43250" y="94043"/>
                    <a:pt x="43864" y="89042"/>
                  </a:cubicBezTo>
                  <a:cubicBezTo>
                    <a:pt x="44479" y="84043"/>
                    <a:pt x="45531" y="79743"/>
                    <a:pt x="45181" y="78603"/>
                  </a:cubicBezTo>
                  <a:cubicBezTo>
                    <a:pt x="44829" y="77462"/>
                    <a:pt x="42636" y="65270"/>
                    <a:pt x="40969" y="59479"/>
                  </a:cubicBezTo>
                  <a:cubicBezTo>
                    <a:pt x="39302" y="53689"/>
                    <a:pt x="34215" y="42900"/>
                    <a:pt x="33074" y="40092"/>
                  </a:cubicBezTo>
                  <a:cubicBezTo>
                    <a:pt x="31934" y="37285"/>
                    <a:pt x="31320" y="34741"/>
                    <a:pt x="31495" y="33863"/>
                  </a:cubicBezTo>
                  <a:cubicBezTo>
                    <a:pt x="31670" y="32987"/>
                    <a:pt x="35091" y="27723"/>
                    <a:pt x="35969" y="26319"/>
                  </a:cubicBezTo>
                  <a:cubicBezTo>
                    <a:pt x="36846" y="24915"/>
                    <a:pt x="37197" y="22372"/>
                    <a:pt x="36144" y="20091"/>
                  </a:cubicBezTo>
                  <a:cubicBezTo>
                    <a:pt x="35091" y="17810"/>
                    <a:pt x="36144" y="14740"/>
                    <a:pt x="35969" y="12898"/>
                  </a:cubicBezTo>
                  <a:cubicBezTo>
                    <a:pt x="35793" y="11054"/>
                    <a:pt x="33074" y="10265"/>
                    <a:pt x="31670" y="9564"/>
                  </a:cubicBezTo>
                  <a:cubicBezTo>
                    <a:pt x="30267" y="8862"/>
                    <a:pt x="29740" y="7281"/>
                    <a:pt x="29740" y="5967"/>
                  </a:cubicBezTo>
                  <a:cubicBezTo>
                    <a:pt x="29740" y="4652"/>
                    <a:pt x="30529" y="2808"/>
                    <a:pt x="30529" y="2808"/>
                  </a:cubicBezTo>
                  <a:cubicBezTo>
                    <a:pt x="30529" y="2808"/>
                    <a:pt x="26231" y="1"/>
                    <a:pt x="250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4">
              <a:extLst>
                <a:ext uri="{FF2B5EF4-FFF2-40B4-BE49-F238E27FC236}">
                  <a16:creationId xmlns:a16="http://schemas.microsoft.com/office/drawing/2014/main" id="{CB9D6360-F314-968B-43E3-FCCDACDF3092}"/>
                </a:ext>
              </a:extLst>
            </p:cNvPr>
            <p:cNvSpPr/>
            <p:nvPr/>
          </p:nvSpPr>
          <p:spPr>
            <a:xfrm>
              <a:off x="3813647" y="2125393"/>
              <a:ext cx="875825" cy="2112780"/>
            </a:xfrm>
            <a:custGeom>
              <a:avLst/>
              <a:gdLst/>
              <a:ahLst/>
              <a:cxnLst/>
              <a:rect l="l" t="t" r="r" b="b"/>
              <a:pathLst>
                <a:path w="45963" h="110878" extrusionOk="0">
                  <a:moveTo>
                    <a:pt x="25697" y="619"/>
                  </a:moveTo>
                  <a:lnTo>
                    <a:pt x="25697" y="619"/>
                  </a:lnTo>
                  <a:cubicBezTo>
                    <a:pt x="26709" y="908"/>
                    <a:pt x="28945" y="2219"/>
                    <a:pt x="30460" y="3196"/>
                  </a:cubicBezTo>
                  <a:cubicBezTo>
                    <a:pt x="30248" y="3736"/>
                    <a:pt x="29737" y="5146"/>
                    <a:pt x="29737" y="6246"/>
                  </a:cubicBezTo>
                  <a:cubicBezTo>
                    <a:pt x="29737" y="7602"/>
                    <a:pt x="30285" y="9325"/>
                    <a:pt x="31823" y="10093"/>
                  </a:cubicBezTo>
                  <a:cubicBezTo>
                    <a:pt x="32084" y="10224"/>
                    <a:pt x="32390" y="10359"/>
                    <a:pt x="32718" y="10502"/>
                  </a:cubicBezTo>
                  <a:cubicBezTo>
                    <a:pt x="34110" y="11108"/>
                    <a:pt x="35839" y="11864"/>
                    <a:pt x="35968" y="13203"/>
                  </a:cubicBezTo>
                  <a:cubicBezTo>
                    <a:pt x="36026" y="13820"/>
                    <a:pt x="35937" y="14611"/>
                    <a:pt x="35842" y="15450"/>
                  </a:cubicBezTo>
                  <a:cubicBezTo>
                    <a:pt x="35658" y="17084"/>
                    <a:pt x="35451" y="18936"/>
                    <a:pt x="36167" y="20488"/>
                  </a:cubicBezTo>
                  <a:cubicBezTo>
                    <a:pt x="37209" y="22742"/>
                    <a:pt x="36815" y="25159"/>
                    <a:pt x="36008" y="26448"/>
                  </a:cubicBezTo>
                  <a:cubicBezTo>
                    <a:pt x="35864" y="26680"/>
                    <a:pt x="35651" y="27016"/>
                    <a:pt x="35394" y="27418"/>
                  </a:cubicBezTo>
                  <a:cubicBezTo>
                    <a:pt x="33584" y="30265"/>
                    <a:pt x="31642" y="33363"/>
                    <a:pt x="31497" y="34086"/>
                  </a:cubicBezTo>
                  <a:cubicBezTo>
                    <a:pt x="31303" y="35059"/>
                    <a:pt x="31958" y="37687"/>
                    <a:pt x="33092" y="40476"/>
                  </a:cubicBezTo>
                  <a:cubicBezTo>
                    <a:pt x="33383" y="41192"/>
                    <a:pt x="33923" y="42408"/>
                    <a:pt x="34605" y="43947"/>
                  </a:cubicBezTo>
                  <a:cubicBezTo>
                    <a:pt x="36649" y="48560"/>
                    <a:pt x="39738" y="55531"/>
                    <a:pt x="40977" y="59835"/>
                  </a:cubicBezTo>
                  <a:cubicBezTo>
                    <a:pt x="42093" y="63707"/>
                    <a:pt x="43435" y="70406"/>
                    <a:pt x="44322" y="74838"/>
                  </a:cubicBezTo>
                  <a:cubicBezTo>
                    <a:pt x="44756" y="77007"/>
                    <a:pt x="45070" y="78576"/>
                    <a:pt x="45189" y="78964"/>
                  </a:cubicBezTo>
                  <a:cubicBezTo>
                    <a:pt x="45386" y="79602"/>
                    <a:pt x="45054" y="81609"/>
                    <a:pt x="44669" y="83932"/>
                  </a:cubicBezTo>
                  <a:cubicBezTo>
                    <a:pt x="44403" y="85533"/>
                    <a:pt x="44101" y="87349"/>
                    <a:pt x="43864" y="89287"/>
                  </a:cubicBezTo>
                  <a:cubicBezTo>
                    <a:pt x="43257" y="94233"/>
                    <a:pt x="42207" y="104890"/>
                    <a:pt x="42197" y="105004"/>
                  </a:cubicBezTo>
                  <a:cubicBezTo>
                    <a:pt x="42076" y="106639"/>
                    <a:pt x="41784" y="108498"/>
                    <a:pt x="41501" y="108783"/>
                  </a:cubicBezTo>
                  <a:cubicBezTo>
                    <a:pt x="41278" y="109004"/>
                    <a:pt x="40505" y="109262"/>
                    <a:pt x="39761" y="109262"/>
                  </a:cubicBezTo>
                  <a:cubicBezTo>
                    <a:pt x="39623" y="109262"/>
                    <a:pt x="39486" y="109253"/>
                    <a:pt x="39354" y="109233"/>
                  </a:cubicBezTo>
                  <a:cubicBezTo>
                    <a:pt x="39038" y="109187"/>
                    <a:pt x="38621" y="109058"/>
                    <a:pt x="38434" y="108710"/>
                  </a:cubicBezTo>
                  <a:cubicBezTo>
                    <a:pt x="38157" y="108196"/>
                    <a:pt x="38132" y="103924"/>
                    <a:pt x="38112" y="100156"/>
                  </a:cubicBezTo>
                  <a:cubicBezTo>
                    <a:pt x="38088" y="96047"/>
                    <a:pt x="38062" y="91389"/>
                    <a:pt x="37754" y="89195"/>
                  </a:cubicBezTo>
                  <a:cubicBezTo>
                    <a:pt x="37152" y="84896"/>
                    <a:pt x="37743" y="79755"/>
                    <a:pt x="37748" y="79704"/>
                  </a:cubicBezTo>
                  <a:cubicBezTo>
                    <a:pt x="37756" y="79651"/>
                    <a:pt x="37747" y="79597"/>
                    <a:pt x="37722" y="79548"/>
                  </a:cubicBezTo>
                  <a:cubicBezTo>
                    <a:pt x="37706" y="79514"/>
                    <a:pt x="36027" y="76068"/>
                    <a:pt x="33590" y="72239"/>
                  </a:cubicBezTo>
                  <a:cubicBezTo>
                    <a:pt x="31175" y="68445"/>
                    <a:pt x="28029" y="60952"/>
                    <a:pt x="27999" y="60878"/>
                  </a:cubicBezTo>
                  <a:cubicBezTo>
                    <a:pt x="27953" y="60772"/>
                    <a:pt x="27850" y="60705"/>
                    <a:pt x="27739" y="60705"/>
                  </a:cubicBezTo>
                  <a:cubicBezTo>
                    <a:pt x="27720" y="60705"/>
                    <a:pt x="27699" y="60707"/>
                    <a:pt x="27679" y="60712"/>
                  </a:cubicBezTo>
                  <a:cubicBezTo>
                    <a:pt x="27546" y="60741"/>
                    <a:pt x="27453" y="60859"/>
                    <a:pt x="27458" y="60995"/>
                  </a:cubicBezTo>
                  <a:cubicBezTo>
                    <a:pt x="27463" y="61145"/>
                    <a:pt x="27892" y="75999"/>
                    <a:pt x="27549" y="78404"/>
                  </a:cubicBezTo>
                  <a:cubicBezTo>
                    <a:pt x="27205" y="80805"/>
                    <a:pt x="24579" y="86127"/>
                    <a:pt x="21829" y="89133"/>
                  </a:cubicBezTo>
                  <a:cubicBezTo>
                    <a:pt x="19152" y="92063"/>
                    <a:pt x="5143" y="108907"/>
                    <a:pt x="3998" y="110283"/>
                  </a:cubicBezTo>
                  <a:cubicBezTo>
                    <a:pt x="3861" y="110296"/>
                    <a:pt x="3604" y="110314"/>
                    <a:pt x="3282" y="110314"/>
                  </a:cubicBezTo>
                  <a:cubicBezTo>
                    <a:pt x="2798" y="110314"/>
                    <a:pt x="2169" y="110272"/>
                    <a:pt x="1586" y="110107"/>
                  </a:cubicBezTo>
                  <a:cubicBezTo>
                    <a:pt x="835" y="109891"/>
                    <a:pt x="632" y="109628"/>
                    <a:pt x="580" y="109534"/>
                  </a:cubicBezTo>
                  <a:cubicBezTo>
                    <a:pt x="1249" y="108243"/>
                    <a:pt x="8535" y="94192"/>
                    <a:pt x="10606" y="90874"/>
                  </a:cubicBezTo>
                  <a:cubicBezTo>
                    <a:pt x="12799" y="87365"/>
                    <a:pt x="17887" y="79207"/>
                    <a:pt x="17887" y="79207"/>
                  </a:cubicBezTo>
                  <a:cubicBezTo>
                    <a:pt x="17931" y="79137"/>
                    <a:pt x="17943" y="79050"/>
                    <a:pt x="17918" y="78973"/>
                  </a:cubicBezTo>
                  <a:cubicBezTo>
                    <a:pt x="17897" y="78909"/>
                    <a:pt x="15902" y="72521"/>
                    <a:pt x="15297" y="65873"/>
                  </a:cubicBezTo>
                  <a:cubicBezTo>
                    <a:pt x="14611" y="58327"/>
                    <a:pt x="14546" y="48404"/>
                    <a:pt x="16423" y="43186"/>
                  </a:cubicBezTo>
                  <a:cubicBezTo>
                    <a:pt x="17279" y="40801"/>
                    <a:pt x="18106" y="39163"/>
                    <a:pt x="18769" y="37845"/>
                  </a:cubicBezTo>
                  <a:cubicBezTo>
                    <a:pt x="19658" y="36086"/>
                    <a:pt x="20299" y="34814"/>
                    <a:pt x="20299" y="33089"/>
                  </a:cubicBezTo>
                  <a:cubicBezTo>
                    <a:pt x="20299" y="31656"/>
                    <a:pt x="18968" y="28694"/>
                    <a:pt x="17428" y="25264"/>
                  </a:cubicBezTo>
                  <a:cubicBezTo>
                    <a:pt x="15816" y="21676"/>
                    <a:pt x="13990" y="17610"/>
                    <a:pt x="13717" y="15163"/>
                  </a:cubicBezTo>
                  <a:cubicBezTo>
                    <a:pt x="13235" y="10819"/>
                    <a:pt x="17543" y="8931"/>
                    <a:pt x="19888" y="8540"/>
                  </a:cubicBezTo>
                  <a:cubicBezTo>
                    <a:pt x="20132" y="8499"/>
                    <a:pt x="20380" y="8461"/>
                    <a:pt x="20629" y="8423"/>
                  </a:cubicBezTo>
                  <a:cubicBezTo>
                    <a:pt x="22624" y="8116"/>
                    <a:pt x="24686" y="7798"/>
                    <a:pt x="25448" y="6190"/>
                  </a:cubicBezTo>
                  <a:cubicBezTo>
                    <a:pt x="26129" y="4754"/>
                    <a:pt x="25830" y="1697"/>
                    <a:pt x="25697" y="619"/>
                  </a:cubicBezTo>
                  <a:close/>
                  <a:moveTo>
                    <a:pt x="25368" y="1"/>
                  </a:moveTo>
                  <a:cubicBezTo>
                    <a:pt x="25197" y="1"/>
                    <a:pt x="25067" y="153"/>
                    <a:pt x="25092" y="323"/>
                  </a:cubicBezTo>
                  <a:cubicBezTo>
                    <a:pt x="25099" y="362"/>
                    <a:pt x="25685" y="4379"/>
                    <a:pt x="24942" y="5951"/>
                  </a:cubicBezTo>
                  <a:cubicBezTo>
                    <a:pt x="24307" y="7289"/>
                    <a:pt x="22395" y="7585"/>
                    <a:pt x="20546" y="7869"/>
                  </a:cubicBezTo>
                  <a:cubicBezTo>
                    <a:pt x="20294" y="7907"/>
                    <a:pt x="20044" y="7946"/>
                    <a:pt x="19798" y="7987"/>
                  </a:cubicBezTo>
                  <a:cubicBezTo>
                    <a:pt x="17270" y="8409"/>
                    <a:pt x="12632" y="10464"/>
                    <a:pt x="13160" y="15225"/>
                  </a:cubicBezTo>
                  <a:cubicBezTo>
                    <a:pt x="13442" y="17762"/>
                    <a:pt x="15288" y="21870"/>
                    <a:pt x="16916" y="25496"/>
                  </a:cubicBezTo>
                  <a:cubicBezTo>
                    <a:pt x="18367" y="28726"/>
                    <a:pt x="19738" y="31778"/>
                    <a:pt x="19738" y="33090"/>
                  </a:cubicBezTo>
                  <a:cubicBezTo>
                    <a:pt x="19738" y="34681"/>
                    <a:pt x="19154" y="35839"/>
                    <a:pt x="18269" y="37594"/>
                  </a:cubicBezTo>
                  <a:cubicBezTo>
                    <a:pt x="17598" y="38924"/>
                    <a:pt x="16763" y="40581"/>
                    <a:pt x="15895" y="42996"/>
                  </a:cubicBezTo>
                  <a:cubicBezTo>
                    <a:pt x="13496" y="49673"/>
                    <a:pt x="14403" y="62234"/>
                    <a:pt x="14738" y="65926"/>
                  </a:cubicBezTo>
                  <a:cubicBezTo>
                    <a:pt x="15303" y="72120"/>
                    <a:pt x="17062" y="78089"/>
                    <a:pt x="17345" y="79018"/>
                  </a:cubicBezTo>
                  <a:cubicBezTo>
                    <a:pt x="16735" y="79996"/>
                    <a:pt x="12176" y="87305"/>
                    <a:pt x="10131" y="90577"/>
                  </a:cubicBezTo>
                  <a:cubicBezTo>
                    <a:pt x="7956" y="94055"/>
                    <a:pt x="110" y="109217"/>
                    <a:pt x="31" y="109370"/>
                  </a:cubicBezTo>
                  <a:cubicBezTo>
                    <a:pt x="11" y="109410"/>
                    <a:pt x="1" y="109455"/>
                    <a:pt x="1" y="109499"/>
                  </a:cubicBezTo>
                  <a:cubicBezTo>
                    <a:pt x="1" y="109623"/>
                    <a:pt x="69" y="110257"/>
                    <a:pt x="1431" y="110646"/>
                  </a:cubicBezTo>
                  <a:cubicBezTo>
                    <a:pt x="2079" y="110832"/>
                    <a:pt x="2763" y="110877"/>
                    <a:pt x="3286" y="110877"/>
                  </a:cubicBezTo>
                  <a:cubicBezTo>
                    <a:pt x="3311" y="110877"/>
                    <a:pt x="3336" y="110877"/>
                    <a:pt x="3361" y="110877"/>
                  </a:cubicBezTo>
                  <a:cubicBezTo>
                    <a:pt x="3633" y="110877"/>
                    <a:pt x="3905" y="110863"/>
                    <a:pt x="4176" y="110833"/>
                  </a:cubicBezTo>
                  <a:cubicBezTo>
                    <a:pt x="4248" y="110824"/>
                    <a:pt x="4312" y="110788"/>
                    <a:pt x="4358" y="110734"/>
                  </a:cubicBezTo>
                  <a:cubicBezTo>
                    <a:pt x="4509" y="110552"/>
                    <a:pt x="19474" y="92544"/>
                    <a:pt x="22245" y="89513"/>
                  </a:cubicBezTo>
                  <a:cubicBezTo>
                    <a:pt x="25105" y="86385"/>
                    <a:pt x="27745" y="81016"/>
                    <a:pt x="28107" y="78486"/>
                  </a:cubicBezTo>
                  <a:cubicBezTo>
                    <a:pt x="28395" y="76466"/>
                    <a:pt x="28162" y="66301"/>
                    <a:pt x="28061" y="62446"/>
                  </a:cubicBezTo>
                  <a:lnTo>
                    <a:pt x="28061" y="62446"/>
                  </a:lnTo>
                  <a:cubicBezTo>
                    <a:pt x="29092" y="64804"/>
                    <a:pt x="31305" y="69694"/>
                    <a:pt x="33118" y="72544"/>
                  </a:cubicBezTo>
                  <a:cubicBezTo>
                    <a:pt x="35342" y="76039"/>
                    <a:pt x="36929" y="79211"/>
                    <a:pt x="37183" y="79724"/>
                  </a:cubicBezTo>
                  <a:cubicBezTo>
                    <a:pt x="37110" y="80411"/>
                    <a:pt x="36630" y="85207"/>
                    <a:pt x="37199" y="89276"/>
                  </a:cubicBezTo>
                  <a:cubicBezTo>
                    <a:pt x="37500" y="91433"/>
                    <a:pt x="37527" y="96071"/>
                    <a:pt x="37550" y="100162"/>
                  </a:cubicBezTo>
                  <a:cubicBezTo>
                    <a:pt x="37579" y="105234"/>
                    <a:pt x="37614" y="108373"/>
                    <a:pt x="37939" y="108978"/>
                  </a:cubicBezTo>
                  <a:cubicBezTo>
                    <a:pt x="38176" y="109418"/>
                    <a:pt x="38638" y="109700"/>
                    <a:pt x="39274" y="109793"/>
                  </a:cubicBezTo>
                  <a:cubicBezTo>
                    <a:pt x="39434" y="109816"/>
                    <a:pt x="39599" y="109827"/>
                    <a:pt x="39765" y="109827"/>
                  </a:cubicBezTo>
                  <a:cubicBezTo>
                    <a:pt x="40643" y="109827"/>
                    <a:pt x="41554" y="109527"/>
                    <a:pt x="41899" y="109182"/>
                  </a:cubicBezTo>
                  <a:cubicBezTo>
                    <a:pt x="42469" y="108610"/>
                    <a:pt x="42713" y="105638"/>
                    <a:pt x="42755" y="105055"/>
                  </a:cubicBezTo>
                  <a:cubicBezTo>
                    <a:pt x="42765" y="104947"/>
                    <a:pt x="43816" y="94297"/>
                    <a:pt x="44422" y="89357"/>
                  </a:cubicBezTo>
                  <a:cubicBezTo>
                    <a:pt x="44659" y="87431"/>
                    <a:pt x="44958" y="85622"/>
                    <a:pt x="45223" y="84027"/>
                  </a:cubicBezTo>
                  <a:cubicBezTo>
                    <a:pt x="45652" y="81436"/>
                    <a:pt x="45962" y="79564"/>
                    <a:pt x="45728" y="78803"/>
                  </a:cubicBezTo>
                  <a:cubicBezTo>
                    <a:pt x="45615" y="78439"/>
                    <a:pt x="45289" y="76803"/>
                    <a:pt x="44873" y="74729"/>
                  </a:cubicBezTo>
                  <a:cubicBezTo>
                    <a:pt x="43983" y="70288"/>
                    <a:pt x="42640" y="63576"/>
                    <a:pt x="41519" y="59682"/>
                  </a:cubicBezTo>
                  <a:cubicBezTo>
                    <a:pt x="40270" y="55342"/>
                    <a:pt x="37169" y="48350"/>
                    <a:pt x="35119" y="43722"/>
                  </a:cubicBezTo>
                  <a:cubicBezTo>
                    <a:pt x="34439" y="42187"/>
                    <a:pt x="33901" y="40975"/>
                    <a:pt x="33614" y="40267"/>
                  </a:cubicBezTo>
                  <a:cubicBezTo>
                    <a:pt x="32405" y="37290"/>
                    <a:pt x="31906" y="34919"/>
                    <a:pt x="32050" y="34199"/>
                  </a:cubicBezTo>
                  <a:cubicBezTo>
                    <a:pt x="32186" y="33517"/>
                    <a:pt x="34767" y="29457"/>
                    <a:pt x="35870" y="27723"/>
                  </a:cubicBezTo>
                  <a:cubicBezTo>
                    <a:pt x="36128" y="27318"/>
                    <a:pt x="36342" y="26981"/>
                    <a:pt x="36487" y="26749"/>
                  </a:cubicBezTo>
                  <a:cubicBezTo>
                    <a:pt x="37371" y="25334"/>
                    <a:pt x="37808" y="22699"/>
                    <a:pt x="36679" y="20253"/>
                  </a:cubicBezTo>
                  <a:cubicBezTo>
                    <a:pt x="36029" y="18844"/>
                    <a:pt x="36227" y="17075"/>
                    <a:pt x="36402" y="15516"/>
                  </a:cubicBezTo>
                  <a:cubicBezTo>
                    <a:pt x="36500" y="14646"/>
                    <a:pt x="36592" y="13827"/>
                    <a:pt x="36528" y="13152"/>
                  </a:cubicBezTo>
                  <a:cubicBezTo>
                    <a:pt x="36370" y="11483"/>
                    <a:pt x="34390" y="10618"/>
                    <a:pt x="32944" y="9988"/>
                  </a:cubicBezTo>
                  <a:cubicBezTo>
                    <a:pt x="32626" y="9850"/>
                    <a:pt x="32329" y="9720"/>
                    <a:pt x="32075" y="9593"/>
                  </a:cubicBezTo>
                  <a:cubicBezTo>
                    <a:pt x="30767" y="8938"/>
                    <a:pt x="30301" y="7436"/>
                    <a:pt x="30301" y="6247"/>
                  </a:cubicBezTo>
                  <a:cubicBezTo>
                    <a:pt x="30301" y="5006"/>
                    <a:pt x="31060" y="3218"/>
                    <a:pt x="31067" y="3199"/>
                  </a:cubicBezTo>
                  <a:cubicBezTo>
                    <a:pt x="31121" y="3074"/>
                    <a:pt x="31077" y="2928"/>
                    <a:pt x="30964" y="2853"/>
                  </a:cubicBezTo>
                  <a:cubicBezTo>
                    <a:pt x="30516" y="2562"/>
                    <a:pt x="26561" y="1"/>
                    <a:pt x="25370" y="1"/>
                  </a:cubicBezTo>
                  <a:cubicBezTo>
                    <a:pt x="25370" y="1"/>
                    <a:pt x="25369" y="1"/>
                    <a:pt x="253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4">
              <a:extLst>
                <a:ext uri="{FF2B5EF4-FFF2-40B4-BE49-F238E27FC236}">
                  <a16:creationId xmlns:a16="http://schemas.microsoft.com/office/drawing/2014/main" id="{30B9D77E-D368-9EB2-463F-C1026F3CEFB5}"/>
                </a:ext>
              </a:extLst>
            </p:cNvPr>
            <p:cNvSpPr/>
            <p:nvPr/>
          </p:nvSpPr>
          <p:spPr>
            <a:xfrm>
              <a:off x="4471959" y="2414229"/>
              <a:ext cx="34032" cy="79383"/>
            </a:xfrm>
            <a:custGeom>
              <a:avLst/>
              <a:gdLst/>
              <a:ahLst/>
              <a:cxnLst/>
              <a:rect l="l" t="t" r="r" b="b"/>
              <a:pathLst>
                <a:path w="1786" h="4166" extrusionOk="0">
                  <a:moveTo>
                    <a:pt x="303" y="0"/>
                  </a:moveTo>
                  <a:cubicBezTo>
                    <a:pt x="289" y="0"/>
                    <a:pt x="274" y="1"/>
                    <a:pt x="260" y="3"/>
                  </a:cubicBezTo>
                  <a:cubicBezTo>
                    <a:pt x="107" y="28"/>
                    <a:pt x="1" y="172"/>
                    <a:pt x="27" y="327"/>
                  </a:cubicBezTo>
                  <a:cubicBezTo>
                    <a:pt x="181" y="1341"/>
                    <a:pt x="1150" y="3878"/>
                    <a:pt x="1191" y="3985"/>
                  </a:cubicBezTo>
                  <a:cubicBezTo>
                    <a:pt x="1231" y="4094"/>
                    <a:pt x="1336" y="4166"/>
                    <a:pt x="1453" y="4166"/>
                  </a:cubicBezTo>
                  <a:cubicBezTo>
                    <a:pt x="1650" y="4166"/>
                    <a:pt x="1786" y="3969"/>
                    <a:pt x="1716" y="3785"/>
                  </a:cubicBezTo>
                  <a:cubicBezTo>
                    <a:pt x="1705" y="3759"/>
                    <a:pt x="728" y="1196"/>
                    <a:pt x="581" y="241"/>
                  </a:cubicBezTo>
                  <a:cubicBezTo>
                    <a:pt x="561" y="101"/>
                    <a:pt x="440" y="0"/>
                    <a:pt x="3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4">
              <a:extLst>
                <a:ext uri="{FF2B5EF4-FFF2-40B4-BE49-F238E27FC236}">
                  <a16:creationId xmlns:a16="http://schemas.microsoft.com/office/drawing/2014/main" id="{D4C6BA7D-620D-B501-FDF1-0329414C5435}"/>
                </a:ext>
              </a:extLst>
            </p:cNvPr>
            <p:cNvSpPr/>
            <p:nvPr/>
          </p:nvSpPr>
          <p:spPr>
            <a:xfrm>
              <a:off x="4276817" y="2645537"/>
              <a:ext cx="102554" cy="34871"/>
            </a:xfrm>
            <a:custGeom>
              <a:avLst/>
              <a:gdLst/>
              <a:ahLst/>
              <a:cxnLst/>
              <a:rect l="l" t="t" r="r" b="b"/>
              <a:pathLst>
                <a:path w="5382" h="1830" extrusionOk="0">
                  <a:moveTo>
                    <a:pt x="5061" y="1"/>
                  </a:moveTo>
                  <a:cubicBezTo>
                    <a:pt x="5020" y="1"/>
                    <a:pt x="4979" y="9"/>
                    <a:pt x="4940" y="28"/>
                  </a:cubicBezTo>
                  <a:cubicBezTo>
                    <a:pt x="2779" y="1110"/>
                    <a:pt x="1374" y="1265"/>
                    <a:pt x="744" y="1265"/>
                  </a:cubicBezTo>
                  <a:cubicBezTo>
                    <a:pt x="497" y="1265"/>
                    <a:pt x="369" y="1241"/>
                    <a:pt x="362" y="1240"/>
                  </a:cubicBezTo>
                  <a:cubicBezTo>
                    <a:pt x="344" y="1236"/>
                    <a:pt x="326" y="1235"/>
                    <a:pt x="308" y="1235"/>
                  </a:cubicBezTo>
                  <a:cubicBezTo>
                    <a:pt x="178" y="1235"/>
                    <a:pt x="62" y="1325"/>
                    <a:pt x="32" y="1456"/>
                  </a:cubicBezTo>
                  <a:cubicBezTo>
                    <a:pt x="0" y="1604"/>
                    <a:pt x="94" y="1753"/>
                    <a:pt x="241" y="1790"/>
                  </a:cubicBezTo>
                  <a:cubicBezTo>
                    <a:pt x="263" y="1794"/>
                    <a:pt x="433" y="1829"/>
                    <a:pt x="753" y="1829"/>
                  </a:cubicBezTo>
                  <a:cubicBezTo>
                    <a:pt x="1475" y="1829"/>
                    <a:pt x="2955" y="1648"/>
                    <a:pt x="5192" y="531"/>
                  </a:cubicBezTo>
                  <a:cubicBezTo>
                    <a:pt x="5328" y="460"/>
                    <a:pt x="5382" y="293"/>
                    <a:pt x="5313" y="156"/>
                  </a:cubicBezTo>
                  <a:cubicBezTo>
                    <a:pt x="5264" y="58"/>
                    <a:pt x="5164" y="1"/>
                    <a:pt x="506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4">
              <a:extLst>
                <a:ext uri="{FF2B5EF4-FFF2-40B4-BE49-F238E27FC236}">
                  <a16:creationId xmlns:a16="http://schemas.microsoft.com/office/drawing/2014/main" id="{59E817C2-B9B6-494E-AFC5-84E91867CED0}"/>
                </a:ext>
              </a:extLst>
            </p:cNvPr>
            <p:cNvSpPr/>
            <p:nvPr/>
          </p:nvSpPr>
          <p:spPr>
            <a:xfrm>
              <a:off x="3818982" y="2883248"/>
              <a:ext cx="867593" cy="1349551"/>
            </a:xfrm>
            <a:custGeom>
              <a:avLst/>
              <a:gdLst/>
              <a:ahLst/>
              <a:cxnLst/>
              <a:rect l="l" t="t" r="r" b="b"/>
              <a:pathLst>
                <a:path w="45531" h="70824" extrusionOk="0">
                  <a:moveTo>
                    <a:pt x="17240" y="1"/>
                  </a:moveTo>
                  <a:cubicBezTo>
                    <a:pt x="16809" y="931"/>
                    <a:pt x="16350" y="2009"/>
                    <a:pt x="15879" y="3319"/>
                  </a:cubicBezTo>
                  <a:cubicBezTo>
                    <a:pt x="13862" y="8934"/>
                    <a:pt x="14124" y="19372"/>
                    <a:pt x="14738" y="26128"/>
                  </a:cubicBezTo>
                  <a:cubicBezTo>
                    <a:pt x="15352" y="32882"/>
                    <a:pt x="17371" y="39286"/>
                    <a:pt x="17371" y="39286"/>
                  </a:cubicBezTo>
                  <a:cubicBezTo>
                    <a:pt x="17371" y="39286"/>
                    <a:pt x="12282" y="47444"/>
                    <a:pt x="10090" y="50953"/>
                  </a:cubicBezTo>
                  <a:cubicBezTo>
                    <a:pt x="7897" y="54462"/>
                    <a:pt x="1" y="69727"/>
                    <a:pt x="1" y="69727"/>
                  </a:cubicBezTo>
                  <a:cubicBezTo>
                    <a:pt x="1" y="69727"/>
                    <a:pt x="1" y="70253"/>
                    <a:pt x="1229" y="70605"/>
                  </a:cubicBezTo>
                  <a:cubicBezTo>
                    <a:pt x="1843" y="70780"/>
                    <a:pt x="2501" y="70823"/>
                    <a:pt x="3006" y="70823"/>
                  </a:cubicBezTo>
                  <a:cubicBezTo>
                    <a:pt x="3510" y="70823"/>
                    <a:pt x="3861" y="70780"/>
                    <a:pt x="3861" y="70780"/>
                  </a:cubicBezTo>
                  <a:cubicBezTo>
                    <a:pt x="3861" y="70780"/>
                    <a:pt x="18950" y="52620"/>
                    <a:pt x="21756" y="49550"/>
                  </a:cubicBezTo>
                  <a:cubicBezTo>
                    <a:pt x="24564" y="46479"/>
                    <a:pt x="27196" y="41129"/>
                    <a:pt x="27546" y="38672"/>
                  </a:cubicBezTo>
                  <a:cubicBezTo>
                    <a:pt x="27898" y="36214"/>
                    <a:pt x="27459" y="21215"/>
                    <a:pt x="27459" y="21214"/>
                  </a:cubicBezTo>
                  <a:lnTo>
                    <a:pt x="27459" y="21214"/>
                  </a:lnTo>
                  <a:cubicBezTo>
                    <a:pt x="27459" y="21214"/>
                    <a:pt x="30618" y="28759"/>
                    <a:pt x="33074" y="32619"/>
                  </a:cubicBezTo>
                  <a:cubicBezTo>
                    <a:pt x="35532" y="36478"/>
                    <a:pt x="37191" y="39900"/>
                    <a:pt x="37191" y="39900"/>
                  </a:cubicBezTo>
                  <a:cubicBezTo>
                    <a:pt x="37191" y="39900"/>
                    <a:pt x="36583" y="45076"/>
                    <a:pt x="37197" y="49463"/>
                  </a:cubicBezTo>
                  <a:cubicBezTo>
                    <a:pt x="37811" y="53848"/>
                    <a:pt x="37293" y="67931"/>
                    <a:pt x="37907" y="69072"/>
                  </a:cubicBezTo>
                  <a:cubicBezTo>
                    <a:pt x="38185" y="69587"/>
                    <a:pt x="38821" y="69772"/>
                    <a:pt x="39484" y="69772"/>
                  </a:cubicBezTo>
                  <a:cubicBezTo>
                    <a:pt x="40288" y="69772"/>
                    <a:pt x="41132" y="69499"/>
                    <a:pt x="41421" y="69210"/>
                  </a:cubicBezTo>
                  <a:cubicBezTo>
                    <a:pt x="41947" y="68684"/>
                    <a:pt x="42198" y="65254"/>
                    <a:pt x="42198" y="65254"/>
                  </a:cubicBezTo>
                  <a:cubicBezTo>
                    <a:pt x="42198" y="65254"/>
                    <a:pt x="43250" y="54551"/>
                    <a:pt x="43864" y="49550"/>
                  </a:cubicBezTo>
                  <a:cubicBezTo>
                    <a:pt x="44479" y="44551"/>
                    <a:pt x="45531" y="40251"/>
                    <a:pt x="45181" y="39111"/>
                  </a:cubicBezTo>
                  <a:cubicBezTo>
                    <a:pt x="44829" y="37970"/>
                    <a:pt x="42636" y="25776"/>
                    <a:pt x="40969" y="19986"/>
                  </a:cubicBezTo>
                  <a:cubicBezTo>
                    <a:pt x="39376" y="14453"/>
                    <a:pt x="34661" y="4357"/>
                    <a:pt x="33251" y="1023"/>
                  </a:cubicBezTo>
                  <a:cubicBezTo>
                    <a:pt x="30986" y="1871"/>
                    <a:pt x="28774" y="2193"/>
                    <a:pt x="26723" y="2193"/>
                  </a:cubicBezTo>
                  <a:cubicBezTo>
                    <a:pt x="22649" y="2193"/>
                    <a:pt x="19208" y="926"/>
                    <a:pt x="172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4">
              <a:extLst>
                <a:ext uri="{FF2B5EF4-FFF2-40B4-BE49-F238E27FC236}">
                  <a16:creationId xmlns:a16="http://schemas.microsoft.com/office/drawing/2014/main" id="{E2E101CA-855F-4067-9B2D-B811D858FE82}"/>
                </a:ext>
              </a:extLst>
            </p:cNvPr>
            <p:cNvSpPr/>
            <p:nvPr/>
          </p:nvSpPr>
          <p:spPr>
            <a:xfrm>
              <a:off x="3813647" y="2877894"/>
              <a:ext cx="875844" cy="1360260"/>
            </a:xfrm>
            <a:custGeom>
              <a:avLst/>
              <a:gdLst/>
              <a:ahLst/>
              <a:cxnLst/>
              <a:rect l="l" t="t" r="r" b="b"/>
              <a:pathLst>
                <a:path w="45964" h="71386" extrusionOk="0">
                  <a:moveTo>
                    <a:pt x="17657" y="654"/>
                  </a:moveTo>
                  <a:cubicBezTo>
                    <a:pt x="19756" y="1609"/>
                    <a:pt x="23090" y="2759"/>
                    <a:pt x="26989" y="2759"/>
                  </a:cubicBezTo>
                  <a:cubicBezTo>
                    <a:pt x="28999" y="2759"/>
                    <a:pt x="31158" y="2453"/>
                    <a:pt x="33376" y="1659"/>
                  </a:cubicBezTo>
                  <a:cubicBezTo>
                    <a:pt x="33681" y="2372"/>
                    <a:pt x="34108" y="3334"/>
                    <a:pt x="34607" y="4460"/>
                  </a:cubicBezTo>
                  <a:cubicBezTo>
                    <a:pt x="36650" y="9072"/>
                    <a:pt x="39739" y="16040"/>
                    <a:pt x="40979" y="20344"/>
                  </a:cubicBezTo>
                  <a:cubicBezTo>
                    <a:pt x="42093" y="24216"/>
                    <a:pt x="43435" y="30915"/>
                    <a:pt x="44322" y="35347"/>
                  </a:cubicBezTo>
                  <a:cubicBezTo>
                    <a:pt x="44756" y="37516"/>
                    <a:pt x="45071" y="39085"/>
                    <a:pt x="45191" y="39473"/>
                  </a:cubicBezTo>
                  <a:cubicBezTo>
                    <a:pt x="45386" y="40111"/>
                    <a:pt x="45054" y="42118"/>
                    <a:pt x="44669" y="44441"/>
                  </a:cubicBezTo>
                  <a:cubicBezTo>
                    <a:pt x="44403" y="46042"/>
                    <a:pt x="44101" y="47858"/>
                    <a:pt x="43864" y="49796"/>
                  </a:cubicBezTo>
                  <a:cubicBezTo>
                    <a:pt x="43257" y="54742"/>
                    <a:pt x="42207" y="65399"/>
                    <a:pt x="42197" y="65513"/>
                  </a:cubicBezTo>
                  <a:cubicBezTo>
                    <a:pt x="42077" y="67148"/>
                    <a:pt x="41784" y="69007"/>
                    <a:pt x="41501" y="69292"/>
                  </a:cubicBezTo>
                  <a:cubicBezTo>
                    <a:pt x="41278" y="69513"/>
                    <a:pt x="40505" y="69771"/>
                    <a:pt x="39761" y="69771"/>
                  </a:cubicBezTo>
                  <a:cubicBezTo>
                    <a:pt x="39623" y="69771"/>
                    <a:pt x="39486" y="69762"/>
                    <a:pt x="39354" y="69742"/>
                  </a:cubicBezTo>
                  <a:cubicBezTo>
                    <a:pt x="39038" y="69696"/>
                    <a:pt x="38622" y="69567"/>
                    <a:pt x="38434" y="69219"/>
                  </a:cubicBezTo>
                  <a:cubicBezTo>
                    <a:pt x="38157" y="68705"/>
                    <a:pt x="38133" y="64433"/>
                    <a:pt x="38112" y="60665"/>
                  </a:cubicBezTo>
                  <a:cubicBezTo>
                    <a:pt x="38088" y="56556"/>
                    <a:pt x="38062" y="51898"/>
                    <a:pt x="37754" y="49704"/>
                  </a:cubicBezTo>
                  <a:cubicBezTo>
                    <a:pt x="37153" y="45405"/>
                    <a:pt x="37743" y="40264"/>
                    <a:pt x="37750" y="40213"/>
                  </a:cubicBezTo>
                  <a:cubicBezTo>
                    <a:pt x="37756" y="40160"/>
                    <a:pt x="37747" y="40106"/>
                    <a:pt x="37724" y="40057"/>
                  </a:cubicBezTo>
                  <a:cubicBezTo>
                    <a:pt x="37706" y="40023"/>
                    <a:pt x="36027" y="36577"/>
                    <a:pt x="33590" y="32748"/>
                  </a:cubicBezTo>
                  <a:cubicBezTo>
                    <a:pt x="31175" y="28954"/>
                    <a:pt x="28029" y="21461"/>
                    <a:pt x="27999" y="21387"/>
                  </a:cubicBezTo>
                  <a:cubicBezTo>
                    <a:pt x="27953" y="21281"/>
                    <a:pt x="27850" y="21214"/>
                    <a:pt x="27739" y="21214"/>
                  </a:cubicBezTo>
                  <a:cubicBezTo>
                    <a:pt x="27720" y="21214"/>
                    <a:pt x="27699" y="21216"/>
                    <a:pt x="27679" y="21221"/>
                  </a:cubicBezTo>
                  <a:cubicBezTo>
                    <a:pt x="27546" y="21250"/>
                    <a:pt x="27453" y="21368"/>
                    <a:pt x="27458" y="21504"/>
                  </a:cubicBezTo>
                  <a:cubicBezTo>
                    <a:pt x="27462" y="21654"/>
                    <a:pt x="27892" y="36508"/>
                    <a:pt x="27549" y="38913"/>
                  </a:cubicBezTo>
                  <a:cubicBezTo>
                    <a:pt x="27205" y="41314"/>
                    <a:pt x="24579" y="46636"/>
                    <a:pt x="21829" y="49642"/>
                  </a:cubicBezTo>
                  <a:cubicBezTo>
                    <a:pt x="19152" y="52572"/>
                    <a:pt x="5143" y="69416"/>
                    <a:pt x="3998" y="70792"/>
                  </a:cubicBezTo>
                  <a:cubicBezTo>
                    <a:pt x="3861" y="70805"/>
                    <a:pt x="3604" y="70823"/>
                    <a:pt x="3282" y="70823"/>
                  </a:cubicBezTo>
                  <a:cubicBezTo>
                    <a:pt x="2798" y="70823"/>
                    <a:pt x="2169" y="70781"/>
                    <a:pt x="1586" y="70616"/>
                  </a:cubicBezTo>
                  <a:cubicBezTo>
                    <a:pt x="835" y="70400"/>
                    <a:pt x="632" y="70137"/>
                    <a:pt x="580" y="70043"/>
                  </a:cubicBezTo>
                  <a:cubicBezTo>
                    <a:pt x="1249" y="68752"/>
                    <a:pt x="8535" y="54701"/>
                    <a:pt x="10606" y="51383"/>
                  </a:cubicBezTo>
                  <a:cubicBezTo>
                    <a:pt x="12800" y="47873"/>
                    <a:pt x="17889" y="39716"/>
                    <a:pt x="17889" y="39716"/>
                  </a:cubicBezTo>
                  <a:cubicBezTo>
                    <a:pt x="17932" y="39646"/>
                    <a:pt x="17943" y="39559"/>
                    <a:pt x="17918" y="39482"/>
                  </a:cubicBezTo>
                  <a:cubicBezTo>
                    <a:pt x="17897" y="39418"/>
                    <a:pt x="15902" y="33030"/>
                    <a:pt x="15298" y="26382"/>
                  </a:cubicBezTo>
                  <a:cubicBezTo>
                    <a:pt x="14613" y="18836"/>
                    <a:pt x="14547" y="8913"/>
                    <a:pt x="16423" y="3693"/>
                  </a:cubicBezTo>
                  <a:cubicBezTo>
                    <a:pt x="16796" y="2655"/>
                    <a:pt x="17202" y="1657"/>
                    <a:pt x="17657" y="654"/>
                  </a:cubicBezTo>
                  <a:close/>
                  <a:moveTo>
                    <a:pt x="17519" y="1"/>
                  </a:moveTo>
                  <a:cubicBezTo>
                    <a:pt x="17486" y="1"/>
                    <a:pt x="17454" y="6"/>
                    <a:pt x="17423" y="18"/>
                  </a:cubicBezTo>
                  <a:cubicBezTo>
                    <a:pt x="17353" y="44"/>
                    <a:pt x="17296" y="97"/>
                    <a:pt x="17264" y="164"/>
                  </a:cubicBezTo>
                  <a:cubicBezTo>
                    <a:pt x="16754" y="1269"/>
                    <a:pt x="16306" y="2363"/>
                    <a:pt x="15895" y="3505"/>
                  </a:cubicBezTo>
                  <a:cubicBezTo>
                    <a:pt x="13496" y="10182"/>
                    <a:pt x="14403" y="22743"/>
                    <a:pt x="14738" y="26435"/>
                  </a:cubicBezTo>
                  <a:cubicBezTo>
                    <a:pt x="15303" y="32629"/>
                    <a:pt x="17062" y="38598"/>
                    <a:pt x="17345" y="39527"/>
                  </a:cubicBezTo>
                  <a:cubicBezTo>
                    <a:pt x="16735" y="40505"/>
                    <a:pt x="12176" y="47814"/>
                    <a:pt x="10131" y="51086"/>
                  </a:cubicBezTo>
                  <a:cubicBezTo>
                    <a:pt x="7956" y="54564"/>
                    <a:pt x="110" y="69726"/>
                    <a:pt x="31" y="69879"/>
                  </a:cubicBezTo>
                  <a:cubicBezTo>
                    <a:pt x="11" y="69919"/>
                    <a:pt x="1" y="69964"/>
                    <a:pt x="1" y="70008"/>
                  </a:cubicBezTo>
                  <a:cubicBezTo>
                    <a:pt x="1" y="70132"/>
                    <a:pt x="69" y="70766"/>
                    <a:pt x="1433" y="71155"/>
                  </a:cubicBezTo>
                  <a:cubicBezTo>
                    <a:pt x="2079" y="71341"/>
                    <a:pt x="2763" y="71386"/>
                    <a:pt x="3286" y="71386"/>
                  </a:cubicBezTo>
                  <a:cubicBezTo>
                    <a:pt x="3300" y="71386"/>
                    <a:pt x="3313" y="71386"/>
                    <a:pt x="3327" y="71386"/>
                  </a:cubicBezTo>
                  <a:cubicBezTo>
                    <a:pt x="3611" y="71386"/>
                    <a:pt x="3895" y="71371"/>
                    <a:pt x="4178" y="71341"/>
                  </a:cubicBezTo>
                  <a:cubicBezTo>
                    <a:pt x="4249" y="71332"/>
                    <a:pt x="4315" y="71295"/>
                    <a:pt x="4360" y="71242"/>
                  </a:cubicBezTo>
                  <a:cubicBezTo>
                    <a:pt x="4510" y="71059"/>
                    <a:pt x="19477" y="53052"/>
                    <a:pt x="22248" y="50021"/>
                  </a:cubicBezTo>
                  <a:cubicBezTo>
                    <a:pt x="25108" y="46893"/>
                    <a:pt x="27746" y="41524"/>
                    <a:pt x="28108" y="38994"/>
                  </a:cubicBezTo>
                  <a:cubicBezTo>
                    <a:pt x="28397" y="36972"/>
                    <a:pt x="28163" y="26808"/>
                    <a:pt x="28063" y="22953"/>
                  </a:cubicBezTo>
                  <a:lnTo>
                    <a:pt x="28063" y="22953"/>
                  </a:lnTo>
                  <a:cubicBezTo>
                    <a:pt x="29094" y="25312"/>
                    <a:pt x="31306" y="30202"/>
                    <a:pt x="33119" y="33052"/>
                  </a:cubicBezTo>
                  <a:cubicBezTo>
                    <a:pt x="35343" y="36546"/>
                    <a:pt x="36932" y="39718"/>
                    <a:pt x="37185" y="40232"/>
                  </a:cubicBezTo>
                  <a:cubicBezTo>
                    <a:pt x="37111" y="40919"/>
                    <a:pt x="36631" y="45714"/>
                    <a:pt x="37201" y="49783"/>
                  </a:cubicBezTo>
                  <a:cubicBezTo>
                    <a:pt x="37503" y="51940"/>
                    <a:pt x="37530" y="56578"/>
                    <a:pt x="37553" y="60669"/>
                  </a:cubicBezTo>
                  <a:cubicBezTo>
                    <a:pt x="37581" y="65742"/>
                    <a:pt x="37616" y="68880"/>
                    <a:pt x="37941" y="69486"/>
                  </a:cubicBezTo>
                  <a:cubicBezTo>
                    <a:pt x="38179" y="69926"/>
                    <a:pt x="38640" y="70207"/>
                    <a:pt x="39275" y="70301"/>
                  </a:cubicBezTo>
                  <a:cubicBezTo>
                    <a:pt x="39435" y="70324"/>
                    <a:pt x="39600" y="70335"/>
                    <a:pt x="39767" y="70335"/>
                  </a:cubicBezTo>
                  <a:cubicBezTo>
                    <a:pt x="40646" y="70335"/>
                    <a:pt x="41556" y="70034"/>
                    <a:pt x="41901" y="69690"/>
                  </a:cubicBezTo>
                  <a:cubicBezTo>
                    <a:pt x="42471" y="69118"/>
                    <a:pt x="42714" y="66146"/>
                    <a:pt x="42757" y="65562"/>
                  </a:cubicBezTo>
                  <a:cubicBezTo>
                    <a:pt x="42768" y="65454"/>
                    <a:pt x="43817" y="54805"/>
                    <a:pt x="44424" y="49865"/>
                  </a:cubicBezTo>
                  <a:cubicBezTo>
                    <a:pt x="44660" y="47938"/>
                    <a:pt x="44960" y="46130"/>
                    <a:pt x="45224" y="44534"/>
                  </a:cubicBezTo>
                  <a:cubicBezTo>
                    <a:pt x="45653" y="41944"/>
                    <a:pt x="45964" y="40071"/>
                    <a:pt x="45729" y="39310"/>
                  </a:cubicBezTo>
                  <a:cubicBezTo>
                    <a:pt x="45618" y="38947"/>
                    <a:pt x="45290" y="37311"/>
                    <a:pt x="44874" y="35237"/>
                  </a:cubicBezTo>
                  <a:cubicBezTo>
                    <a:pt x="43985" y="30796"/>
                    <a:pt x="42642" y="24084"/>
                    <a:pt x="41520" y="20190"/>
                  </a:cubicBezTo>
                  <a:cubicBezTo>
                    <a:pt x="40270" y="15849"/>
                    <a:pt x="37171" y="8859"/>
                    <a:pt x="35120" y="4234"/>
                  </a:cubicBezTo>
                  <a:cubicBezTo>
                    <a:pt x="34563" y="2977"/>
                    <a:pt x="34096" y="1924"/>
                    <a:pt x="33789" y="1195"/>
                  </a:cubicBezTo>
                  <a:cubicBezTo>
                    <a:pt x="33744" y="1088"/>
                    <a:pt x="33640" y="1023"/>
                    <a:pt x="33531" y="1023"/>
                  </a:cubicBezTo>
                  <a:cubicBezTo>
                    <a:pt x="33498" y="1023"/>
                    <a:pt x="33464" y="1029"/>
                    <a:pt x="33431" y="1042"/>
                  </a:cubicBezTo>
                  <a:cubicBezTo>
                    <a:pt x="31195" y="1879"/>
                    <a:pt x="29014" y="2198"/>
                    <a:pt x="26988" y="2198"/>
                  </a:cubicBezTo>
                  <a:cubicBezTo>
                    <a:pt x="23030" y="2198"/>
                    <a:pt x="19665" y="980"/>
                    <a:pt x="17639" y="28"/>
                  </a:cubicBezTo>
                  <a:cubicBezTo>
                    <a:pt x="17601" y="10"/>
                    <a:pt x="17560" y="1"/>
                    <a:pt x="175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4">
              <a:extLst>
                <a:ext uri="{FF2B5EF4-FFF2-40B4-BE49-F238E27FC236}">
                  <a16:creationId xmlns:a16="http://schemas.microsoft.com/office/drawing/2014/main" id="{543AF020-04E3-4E40-9121-474C17950010}"/>
                </a:ext>
              </a:extLst>
            </p:cNvPr>
            <p:cNvSpPr/>
            <p:nvPr/>
          </p:nvSpPr>
          <p:spPr>
            <a:xfrm>
              <a:off x="5055175" y="2964518"/>
              <a:ext cx="217551" cy="233233"/>
            </a:xfrm>
            <a:custGeom>
              <a:avLst/>
              <a:gdLst/>
              <a:ahLst/>
              <a:cxnLst/>
              <a:rect l="l" t="t" r="r" b="b"/>
              <a:pathLst>
                <a:path w="11417" h="12240" extrusionOk="0">
                  <a:moveTo>
                    <a:pt x="4" y="0"/>
                  </a:moveTo>
                  <a:lnTo>
                    <a:pt x="4" y="9002"/>
                  </a:lnTo>
                  <a:lnTo>
                    <a:pt x="968" y="9002"/>
                  </a:lnTo>
                  <a:lnTo>
                    <a:pt x="968" y="10150"/>
                  </a:lnTo>
                  <a:lnTo>
                    <a:pt x="1" y="10150"/>
                  </a:lnTo>
                  <a:lnTo>
                    <a:pt x="1" y="12240"/>
                  </a:lnTo>
                  <a:lnTo>
                    <a:pt x="3704" y="12240"/>
                  </a:lnTo>
                  <a:lnTo>
                    <a:pt x="3704" y="11538"/>
                  </a:lnTo>
                  <a:lnTo>
                    <a:pt x="7713" y="11538"/>
                  </a:lnTo>
                  <a:lnTo>
                    <a:pt x="7713" y="12240"/>
                  </a:lnTo>
                  <a:lnTo>
                    <a:pt x="11416" y="12240"/>
                  </a:lnTo>
                  <a:lnTo>
                    <a:pt x="11416" y="10150"/>
                  </a:lnTo>
                  <a:lnTo>
                    <a:pt x="10451" y="10150"/>
                  </a:lnTo>
                  <a:lnTo>
                    <a:pt x="10451" y="9002"/>
                  </a:lnTo>
                  <a:lnTo>
                    <a:pt x="11415" y="9002"/>
                  </a:lnTo>
                  <a:lnTo>
                    <a:pt x="1141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4">
              <a:extLst>
                <a:ext uri="{FF2B5EF4-FFF2-40B4-BE49-F238E27FC236}">
                  <a16:creationId xmlns:a16="http://schemas.microsoft.com/office/drawing/2014/main" id="{3B6DBE7A-CE8F-DF02-4C33-A77D964A8C09}"/>
                </a:ext>
              </a:extLst>
            </p:cNvPr>
            <p:cNvSpPr/>
            <p:nvPr/>
          </p:nvSpPr>
          <p:spPr>
            <a:xfrm>
              <a:off x="5049840" y="2959183"/>
              <a:ext cx="228241" cy="243904"/>
            </a:xfrm>
            <a:custGeom>
              <a:avLst/>
              <a:gdLst/>
              <a:ahLst/>
              <a:cxnLst/>
              <a:rect l="l" t="t" r="r" b="b"/>
              <a:pathLst>
                <a:path w="11978" h="12800" extrusionOk="0">
                  <a:moveTo>
                    <a:pt x="11415" y="562"/>
                  </a:moveTo>
                  <a:lnTo>
                    <a:pt x="11415" y="9000"/>
                  </a:lnTo>
                  <a:lnTo>
                    <a:pt x="10732" y="9000"/>
                  </a:lnTo>
                  <a:cubicBezTo>
                    <a:pt x="10576" y="9000"/>
                    <a:pt x="10451" y="9126"/>
                    <a:pt x="10451" y="9282"/>
                  </a:cubicBezTo>
                  <a:lnTo>
                    <a:pt x="10451" y="10430"/>
                  </a:lnTo>
                  <a:cubicBezTo>
                    <a:pt x="10451" y="10584"/>
                    <a:pt x="10576" y="10711"/>
                    <a:pt x="10732" y="10711"/>
                  </a:cubicBezTo>
                  <a:lnTo>
                    <a:pt x="11416" y="10711"/>
                  </a:lnTo>
                  <a:lnTo>
                    <a:pt x="11416" y="12238"/>
                  </a:lnTo>
                  <a:lnTo>
                    <a:pt x="8276" y="12238"/>
                  </a:lnTo>
                  <a:lnTo>
                    <a:pt x="8275" y="11817"/>
                  </a:lnTo>
                  <a:cubicBezTo>
                    <a:pt x="8275" y="11662"/>
                    <a:pt x="8149" y="11537"/>
                    <a:pt x="7993" y="11537"/>
                  </a:cubicBezTo>
                  <a:lnTo>
                    <a:pt x="3984" y="11537"/>
                  </a:lnTo>
                  <a:cubicBezTo>
                    <a:pt x="3829" y="11537"/>
                    <a:pt x="3702" y="11662"/>
                    <a:pt x="3704" y="11817"/>
                  </a:cubicBezTo>
                  <a:lnTo>
                    <a:pt x="3704" y="12238"/>
                  </a:lnTo>
                  <a:lnTo>
                    <a:pt x="562" y="12238"/>
                  </a:lnTo>
                  <a:lnTo>
                    <a:pt x="562" y="10711"/>
                  </a:lnTo>
                  <a:lnTo>
                    <a:pt x="1248" y="10711"/>
                  </a:lnTo>
                  <a:cubicBezTo>
                    <a:pt x="1402" y="10711"/>
                    <a:pt x="1528" y="10584"/>
                    <a:pt x="1528" y="10430"/>
                  </a:cubicBezTo>
                  <a:lnTo>
                    <a:pt x="1528" y="9282"/>
                  </a:lnTo>
                  <a:cubicBezTo>
                    <a:pt x="1528" y="9126"/>
                    <a:pt x="1402" y="9000"/>
                    <a:pt x="1248" y="9000"/>
                  </a:cubicBezTo>
                  <a:lnTo>
                    <a:pt x="564" y="9000"/>
                  </a:lnTo>
                  <a:lnTo>
                    <a:pt x="564" y="562"/>
                  </a:lnTo>
                  <a:close/>
                  <a:moveTo>
                    <a:pt x="284" y="0"/>
                  </a:moveTo>
                  <a:cubicBezTo>
                    <a:pt x="128" y="0"/>
                    <a:pt x="2" y="126"/>
                    <a:pt x="2" y="280"/>
                  </a:cubicBezTo>
                  <a:lnTo>
                    <a:pt x="2" y="9282"/>
                  </a:lnTo>
                  <a:cubicBezTo>
                    <a:pt x="2" y="9436"/>
                    <a:pt x="128" y="9563"/>
                    <a:pt x="284" y="9563"/>
                  </a:cubicBezTo>
                  <a:lnTo>
                    <a:pt x="966" y="9563"/>
                  </a:lnTo>
                  <a:lnTo>
                    <a:pt x="966" y="10148"/>
                  </a:lnTo>
                  <a:lnTo>
                    <a:pt x="281" y="10148"/>
                  </a:lnTo>
                  <a:cubicBezTo>
                    <a:pt x="126" y="10148"/>
                    <a:pt x="1" y="10275"/>
                    <a:pt x="1" y="10430"/>
                  </a:cubicBezTo>
                  <a:lnTo>
                    <a:pt x="1" y="12520"/>
                  </a:lnTo>
                  <a:cubicBezTo>
                    <a:pt x="1" y="12674"/>
                    <a:pt x="126" y="12800"/>
                    <a:pt x="281" y="12800"/>
                  </a:cubicBezTo>
                  <a:lnTo>
                    <a:pt x="3984" y="12800"/>
                  </a:lnTo>
                  <a:cubicBezTo>
                    <a:pt x="4138" y="12800"/>
                    <a:pt x="4265" y="12674"/>
                    <a:pt x="4265" y="12520"/>
                  </a:cubicBezTo>
                  <a:lnTo>
                    <a:pt x="4265" y="12098"/>
                  </a:lnTo>
                  <a:lnTo>
                    <a:pt x="7713" y="12098"/>
                  </a:lnTo>
                  <a:lnTo>
                    <a:pt x="7713" y="12520"/>
                  </a:lnTo>
                  <a:cubicBezTo>
                    <a:pt x="7713" y="12674"/>
                    <a:pt x="7838" y="12800"/>
                    <a:pt x="7993" y="12800"/>
                  </a:cubicBezTo>
                  <a:lnTo>
                    <a:pt x="11696" y="12800"/>
                  </a:lnTo>
                  <a:cubicBezTo>
                    <a:pt x="11852" y="12800"/>
                    <a:pt x="11978" y="12674"/>
                    <a:pt x="11978" y="12520"/>
                  </a:cubicBezTo>
                  <a:lnTo>
                    <a:pt x="11978" y="10430"/>
                  </a:lnTo>
                  <a:cubicBezTo>
                    <a:pt x="11978" y="10275"/>
                    <a:pt x="11852" y="10148"/>
                    <a:pt x="11696" y="10148"/>
                  </a:cubicBezTo>
                  <a:lnTo>
                    <a:pt x="11012" y="10148"/>
                  </a:lnTo>
                  <a:lnTo>
                    <a:pt x="11012" y="9563"/>
                  </a:lnTo>
                  <a:lnTo>
                    <a:pt x="11696" y="9563"/>
                  </a:lnTo>
                  <a:cubicBezTo>
                    <a:pt x="11851" y="9563"/>
                    <a:pt x="11976" y="9436"/>
                    <a:pt x="11976" y="9282"/>
                  </a:cubicBezTo>
                  <a:lnTo>
                    <a:pt x="11976" y="280"/>
                  </a:lnTo>
                  <a:cubicBezTo>
                    <a:pt x="11976" y="126"/>
                    <a:pt x="11851" y="0"/>
                    <a:pt x="116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4">
              <a:extLst>
                <a:ext uri="{FF2B5EF4-FFF2-40B4-BE49-F238E27FC236}">
                  <a16:creationId xmlns:a16="http://schemas.microsoft.com/office/drawing/2014/main" id="{E010A4F2-2EBB-7E7B-DE01-AC0BE409061B}"/>
                </a:ext>
              </a:extLst>
            </p:cNvPr>
            <p:cNvSpPr/>
            <p:nvPr/>
          </p:nvSpPr>
          <p:spPr>
            <a:xfrm>
              <a:off x="4085943" y="2913203"/>
              <a:ext cx="1280229" cy="76601"/>
            </a:xfrm>
            <a:custGeom>
              <a:avLst/>
              <a:gdLst/>
              <a:ahLst/>
              <a:cxnLst/>
              <a:rect l="l" t="t" r="r" b="b"/>
              <a:pathLst>
                <a:path w="67186" h="4020" extrusionOk="0">
                  <a:moveTo>
                    <a:pt x="1" y="1"/>
                  </a:moveTo>
                  <a:lnTo>
                    <a:pt x="1" y="4019"/>
                  </a:lnTo>
                  <a:lnTo>
                    <a:pt x="67154" y="4019"/>
                  </a:lnTo>
                  <a:cubicBezTo>
                    <a:pt x="67171" y="4019"/>
                    <a:pt x="67186" y="4006"/>
                    <a:pt x="67186" y="3987"/>
                  </a:cubicBezTo>
                  <a:lnTo>
                    <a:pt x="67186" y="35"/>
                  </a:lnTo>
                  <a:cubicBezTo>
                    <a:pt x="67186" y="16"/>
                    <a:pt x="67171" y="1"/>
                    <a:pt x="67154"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4">
              <a:extLst>
                <a:ext uri="{FF2B5EF4-FFF2-40B4-BE49-F238E27FC236}">
                  <a16:creationId xmlns:a16="http://schemas.microsoft.com/office/drawing/2014/main" id="{3BBAA9BF-64D2-8A68-F2C5-E041E59669B6}"/>
                </a:ext>
              </a:extLst>
            </p:cNvPr>
            <p:cNvSpPr/>
            <p:nvPr/>
          </p:nvSpPr>
          <p:spPr>
            <a:xfrm>
              <a:off x="4080588" y="2907868"/>
              <a:ext cx="1290957" cy="87291"/>
            </a:xfrm>
            <a:custGeom>
              <a:avLst/>
              <a:gdLst/>
              <a:ahLst/>
              <a:cxnLst/>
              <a:rect l="l" t="t" r="r" b="b"/>
              <a:pathLst>
                <a:path w="67749" h="4581" extrusionOk="0">
                  <a:moveTo>
                    <a:pt x="66465" y="562"/>
                  </a:moveTo>
                  <a:cubicBezTo>
                    <a:pt x="66863" y="562"/>
                    <a:pt x="67185" y="886"/>
                    <a:pt x="67185" y="1284"/>
                  </a:cubicBezTo>
                  <a:lnTo>
                    <a:pt x="67185" y="3297"/>
                  </a:lnTo>
                  <a:cubicBezTo>
                    <a:pt x="67185" y="3695"/>
                    <a:pt x="66863" y="4018"/>
                    <a:pt x="66465" y="4019"/>
                  </a:cubicBezTo>
                  <a:lnTo>
                    <a:pt x="563" y="4019"/>
                  </a:lnTo>
                  <a:lnTo>
                    <a:pt x="563" y="562"/>
                  </a:lnTo>
                  <a:close/>
                  <a:moveTo>
                    <a:pt x="282" y="1"/>
                  </a:moveTo>
                  <a:cubicBezTo>
                    <a:pt x="127" y="1"/>
                    <a:pt x="0" y="126"/>
                    <a:pt x="0" y="282"/>
                  </a:cubicBezTo>
                  <a:lnTo>
                    <a:pt x="0" y="4299"/>
                  </a:lnTo>
                  <a:cubicBezTo>
                    <a:pt x="0" y="4455"/>
                    <a:pt x="127" y="4581"/>
                    <a:pt x="282" y="4581"/>
                  </a:cubicBezTo>
                  <a:lnTo>
                    <a:pt x="66465" y="4581"/>
                  </a:lnTo>
                  <a:cubicBezTo>
                    <a:pt x="67174" y="4581"/>
                    <a:pt x="67747" y="4006"/>
                    <a:pt x="67748" y="3297"/>
                  </a:cubicBezTo>
                  <a:lnTo>
                    <a:pt x="67748" y="1284"/>
                  </a:lnTo>
                  <a:cubicBezTo>
                    <a:pt x="67747" y="576"/>
                    <a:pt x="67174" y="1"/>
                    <a:pt x="6646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4">
              <a:extLst>
                <a:ext uri="{FF2B5EF4-FFF2-40B4-BE49-F238E27FC236}">
                  <a16:creationId xmlns:a16="http://schemas.microsoft.com/office/drawing/2014/main" id="{BD9F4911-B958-67E7-6811-B42E246B8C39}"/>
                </a:ext>
              </a:extLst>
            </p:cNvPr>
            <p:cNvSpPr/>
            <p:nvPr/>
          </p:nvSpPr>
          <p:spPr>
            <a:xfrm>
              <a:off x="4903783" y="2901732"/>
              <a:ext cx="98000" cy="99562"/>
            </a:xfrm>
            <a:custGeom>
              <a:avLst/>
              <a:gdLst/>
              <a:ahLst/>
              <a:cxnLst/>
              <a:rect l="l" t="t" r="r" b="b"/>
              <a:pathLst>
                <a:path w="5143" h="5225" extrusionOk="0">
                  <a:moveTo>
                    <a:pt x="18" y="1"/>
                  </a:moveTo>
                  <a:cubicBezTo>
                    <a:pt x="7" y="1"/>
                    <a:pt x="0" y="9"/>
                    <a:pt x="0" y="18"/>
                  </a:cubicBezTo>
                  <a:lnTo>
                    <a:pt x="0" y="5206"/>
                  </a:lnTo>
                  <a:cubicBezTo>
                    <a:pt x="0" y="5216"/>
                    <a:pt x="7" y="5225"/>
                    <a:pt x="18" y="5225"/>
                  </a:cubicBezTo>
                  <a:lnTo>
                    <a:pt x="5125" y="5225"/>
                  </a:lnTo>
                  <a:cubicBezTo>
                    <a:pt x="5135" y="5225"/>
                    <a:pt x="5143" y="5216"/>
                    <a:pt x="5143" y="5206"/>
                  </a:cubicBezTo>
                  <a:lnTo>
                    <a:pt x="5143" y="18"/>
                  </a:lnTo>
                  <a:cubicBezTo>
                    <a:pt x="5143" y="9"/>
                    <a:pt x="5135" y="1"/>
                    <a:pt x="5125"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4">
              <a:extLst>
                <a:ext uri="{FF2B5EF4-FFF2-40B4-BE49-F238E27FC236}">
                  <a16:creationId xmlns:a16="http://schemas.microsoft.com/office/drawing/2014/main" id="{6D3B280B-BDF7-9378-BA7D-2DA9AA3A734D}"/>
                </a:ext>
              </a:extLst>
            </p:cNvPr>
            <p:cNvSpPr/>
            <p:nvPr/>
          </p:nvSpPr>
          <p:spPr>
            <a:xfrm>
              <a:off x="4898391" y="2896396"/>
              <a:ext cx="108766" cy="110271"/>
            </a:xfrm>
            <a:custGeom>
              <a:avLst/>
              <a:gdLst/>
              <a:ahLst/>
              <a:cxnLst/>
              <a:rect l="l" t="t" r="r" b="b"/>
              <a:pathLst>
                <a:path w="5708" h="5787" extrusionOk="0">
                  <a:moveTo>
                    <a:pt x="4871" y="562"/>
                  </a:moveTo>
                  <a:cubicBezTo>
                    <a:pt x="5022" y="562"/>
                    <a:pt x="5144" y="685"/>
                    <a:pt x="5144" y="836"/>
                  </a:cubicBezTo>
                  <a:lnTo>
                    <a:pt x="5144" y="4949"/>
                  </a:lnTo>
                  <a:cubicBezTo>
                    <a:pt x="5144" y="5101"/>
                    <a:pt x="5022" y="5223"/>
                    <a:pt x="4871" y="5223"/>
                  </a:cubicBezTo>
                  <a:lnTo>
                    <a:pt x="837" y="5223"/>
                  </a:lnTo>
                  <a:cubicBezTo>
                    <a:pt x="686" y="5223"/>
                    <a:pt x="563" y="5101"/>
                    <a:pt x="563" y="4949"/>
                  </a:cubicBezTo>
                  <a:lnTo>
                    <a:pt x="563" y="835"/>
                  </a:lnTo>
                  <a:cubicBezTo>
                    <a:pt x="563" y="685"/>
                    <a:pt x="686" y="562"/>
                    <a:pt x="837" y="562"/>
                  </a:cubicBezTo>
                  <a:close/>
                  <a:moveTo>
                    <a:pt x="837" y="1"/>
                  </a:moveTo>
                  <a:cubicBezTo>
                    <a:pt x="375" y="1"/>
                    <a:pt x="2" y="374"/>
                    <a:pt x="0" y="836"/>
                  </a:cubicBezTo>
                  <a:lnTo>
                    <a:pt x="0" y="4951"/>
                  </a:lnTo>
                  <a:cubicBezTo>
                    <a:pt x="2" y="5411"/>
                    <a:pt x="375" y="5785"/>
                    <a:pt x="837" y="5786"/>
                  </a:cubicBezTo>
                  <a:lnTo>
                    <a:pt x="4871" y="5786"/>
                  </a:lnTo>
                  <a:cubicBezTo>
                    <a:pt x="5332" y="5785"/>
                    <a:pt x="5707" y="5411"/>
                    <a:pt x="5707" y="4951"/>
                  </a:cubicBezTo>
                  <a:lnTo>
                    <a:pt x="5707" y="836"/>
                  </a:lnTo>
                  <a:cubicBezTo>
                    <a:pt x="5707" y="374"/>
                    <a:pt x="5332" y="1"/>
                    <a:pt x="48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4">
              <a:extLst>
                <a:ext uri="{FF2B5EF4-FFF2-40B4-BE49-F238E27FC236}">
                  <a16:creationId xmlns:a16="http://schemas.microsoft.com/office/drawing/2014/main" id="{F09FCF9D-F91B-7E9D-5617-14353D8AD537}"/>
                </a:ext>
              </a:extLst>
            </p:cNvPr>
            <p:cNvSpPr/>
            <p:nvPr/>
          </p:nvSpPr>
          <p:spPr>
            <a:xfrm>
              <a:off x="3729919" y="2752436"/>
              <a:ext cx="398154" cy="398154"/>
            </a:xfrm>
            <a:custGeom>
              <a:avLst/>
              <a:gdLst/>
              <a:ahLst/>
              <a:cxnLst/>
              <a:rect l="l" t="t" r="r" b="b"/>
              <a:pathLst>
                <a:path w="20895" h="20895" extrusionOk="0">
                  <a:moveTo>
                    <a:pt x="10447" y="1"/>
                  </a:moveTo>
                  <a:cubicBezTo>
                    <a:pt x="7676" y="1"/>
                    <a:pt x="5019" y="1100"/>
                    <a:pt x="3060" y="3061"/>
                  </a:cubicBezTo>
                  <a:cubicBezTo>
                    <a:pt x="1100" y="5019"/>
                    <a:pt x="0" y="7677"/>
                    <a:pt x="0" y="10448"/>
                  </a:cubicBezTo>
                  <a:cubicBezTo>
                    <a:pt x="0" y="13219"/>
                    <a:pt x="1100" y="15876"/>
                    <a:pt x="3060" y="17835"/>
                  </a:cubicBezTo>
                  <a:cubicBezTo>
                    <a:pt x="5019" y="19795"/>
                    <a:pt x="7676" y="20895"/>
                    <a:pt x="10447" y="20895"/>
                  </a:cubicBezTo>
                  <a:cubicBezTo>
                    <a:pt x="13218" y="20895"/>
                    <a:pt x="15876" y="19795"/>
                    <a:pt x="17834" y="17835"/>
                  </a:cubicBezTo>
                  <a:cubicBezTo>
                    <a:pt x="19794" y="15876"/>
                    <a:pt x="20894" y="13219"/>
                    <a:pt x="20894" y="10448"/>
                  </a:cubicBezTo>
                  <a:cubicBezTo>
                    <a:pt x="20894" y="7677"/>
                    <a:pt x="19794" y="5019"/>
                    <a:pt x="17834" y="3061"/>
                  </a:cubicBezTo>
                  <a:cubicBezTo>
                    <a:pt x="15876" y="1100"/>
                    <a:pt x="13218" y="1"/>
                    <a:pt x="10447"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4">
              <a:extLst>
                <a:ext uri="{FF2B5EF4-FFF2-40B4-BE49-F238E27FC236}">
                  <a16:creationId xmlns:a16="http://schemas.microsoft.com/office/drawing/2014/main" id="{F11A86B5-26E3-0D32-05DC-9ACD04297620}"/>
                </a:ext>
              </a:extLst>
            </p:cNvPr>
            <p:cNvSpPr/>
            <p:nvPr/>
          </p:nvSpPr>
          <p:spPr>
            <a:xfrm>
              <a:off x="3724546" y="2747101"/>
              <a:ext cx="408882" cy="408882"/>
            </a:xfrm>
            <a:custGeom>
              <a:avLst/>
              <a:gdLst/>
              <a:ahLst/>
              <a:cxnLst/>
              <a:rect l="l" t="t" r="r" b="b"/>
              <a:pathLst>
                <a:path w="21458" h="21458" extrusionOk="0">
                  <a:moveTo>
                    <a:pt x="10729" y="561"/>
                  </a:moveTo>
                  <a:cubicBezTo>
                    <a:pt x="16335" y="561"/>
                    <a:pt x="20896" y="5123"/>
                    <a:pt x="20896" y="10729"/>
                  </a:cubicBezTo>
                  <a:cubicBezTo>
                    <a:pt x="20896" y="16334"/>
                    <a:pt x="16335" y="20895"/>
                    <a:pt x="10729" y="20895"/>
                  </a:cubicBezTo>
                  <a:cubicBezTo>
                    <a:pt x="5123" y="20895"/>
                    <a:pt x="562" y="16334"/>
                    <a:pt x="562" y="10729"/>
                  </a:cubicBezTo>
                  <a:cubicBezTo>
                    <a:pt x="562" y="5123"/>
                    <a:pt x="5123" y="562"/>
                    <a:pt x="10729" y="562"/>
                  </a:cubicBezTo>
                  <a:lnTo>
                    <a:pt x="10729" y="561"/>
                  </a:lnTo>
                  <a:close/>
                  <a:moveTo>
                    <a:pt x="10729" y="1"/>
                  </a:moveTo>
                  <a:cubicBezTo>
                    <a:pt x="4814" y="1"/>
                    <a:pt x="1" y="4814"/>
                    <a:pt x="1" y="10729"/>
                  </a:cubicBezTo>
                  <a:cubicBezTo>
                    <a:pt x="1" y="16645"/>
                    <a:pt x="4814" y="21458"/>
                    <a:pt x="10729" y="21458"/>
                  </a:cubicBezTo>
                  <a:cubicBezTo>
                    <a:pt x="16645" y="21458"/>
                    <a:pt x="21458" y="16643"/>
                    <a:pt x="21458" y="10728"/>
                  </a:cubicBezTo>
                  <a:cubicBezTo>
                    <a:pt x="21458" y="4812"/>
                    <a:pt x="16645" y="1"/>
                    <a:pt x="1072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4">
              <a:extLst>
                <a:ext uri="{FF2B5EF4-FFF2-40B4-BE49-F238E27FC236}">
                  <a16:creationId xmlns:a16="http://schemas.microsoft.com/office/drawing/2014/main" id="{ECDD28BE-0B6B-1E02-11F0-B6FF203EB2E1}"/>
                </a:ext>
              </a:extLst>
            </p:cNvPr>
            <p:cNvSpPr/>
            <p:nvPr/>
          </p:nvSpPr>
          <p:spPr>
            <a:xfrm>
              <a:off x="3848575" y="2819814"/>
              <a:ext cx="160824" cy="263416"/>
            </a:xfrm>
            <a:custGeom>
              <a:avLst/>
              <a:gdLst/>
              <a:ahLst/>
              <a:cxnLst/>
              <a:rect l="l" t="t" r="r" b="b"/>
              <a:pathLst>
                <a:path w="8440" h="13824" extrusionOk="0">
                  <a:moveTo>
                    <a:pt x="4220" y="0"/>
                  </a:moveTo>
                  <a:cubicBezTo>
                    <a:pt x="1890" y="0"/>
                    <a:pt x="1" y="1664"/>
                    <a:pt x="1" y="3716"/>
                  </a:cubicBezTo>
                  <a:cubicBezTo>
                    <a:pt x="1" y="5077"/>
                    <a:pt x="834" y="6264"/>
                    <a:pt x="2072" y="6912"/>
                  </a:cubicBezTo>
                  <a:cubicBezTo>
                    <a:pt x="834" y="7559"/>
                    <a:pt x="1" y="8745"/>
                    <a:pt x="1" y="10106"/>
                  </a:cubicBezTo>
                  <a:cubicBezTo>
                    <a:pt x="1" y="12159"/>
                    <a:pt x="1890" y="13823"/>
                    <a:pt x="4220" y="13823"/>
                  </a:cubicBezTo>
                  <a:cubicBezTo>
                    <a:pt x="6551" y="13823"/>
                    <a:pt x="8439" y="12159"/>
                    <a:pt x="8439" y="10107"/>
                  </a:cubicBezTo>
                  <a:cubicBezTo>
                    <a:pt x="8439" y="8746"/>
                    <a:pt x="7607" y="7559"/>
                    <a:pt x="6368" y="6912"/>
                  </a:cubicBezTo>
                  <a:cubicBezTo>
                    <a:pt x="7607" y="6266"/>
                    <a:pt x="8439" y="5077"/>
                    <a:pt x="8439" y="3716"/>
                  </a:cubicBezTo>
                  <a:cubicBezTo>
                    <a:pt x="8439" y="1664"/>
                    <a:pt x="6551" y="0"/>
                    <a:pt x="42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4">
              <a:extLst>
                <a:ext uri="{FF2B5EF4-FFF2-40B4-BE49-F238E27FC236}">
                  <a16:creationId xmlns:a16="http://schemas.microsoft.com/office/drawing/2014/main" id="{0F31D359-FE07-E4F0-07FF-69A4B60246EC}"/>
                </a:ext>
              </a:extLst>
            </p:cNvPr>
            <p:cNvSpPr/>
            <p:nvPr/>
          </p:nvSpPr>
          <p:spPr>
            <a:xfrm>
              <a:off x="3843220" y="2814441"/>
              <a:ext cx="171533" cy="274144"/>
            </a:xfrm>
            <a:custGeom>
              <a:avLst/>
              <a:gdLst/>
              <a:ahLst/>
              <a:cxnLst/>
              <a:rect l="l" t="t" r="r" b="b"/>
              <a:pathLst>
                <a:path w="9002" h="14387" extrusionOk="0">
                  <a:moveTo>
                    <a:pt x="4501" y="564"/>
                  </a:moveTo>
                  <a:cubicBezTo>
                    <a:pt x="6673" y="564"/>
                    <a:pt x="8439" y="2104"/>
                    <a:pt x="8439" y="3998"/>
                  </a:cubicBezTo>
                  <a:cubicBezTo>
                    <a:pt x="8439" y="5215"/>
                    <a:pt x="7721" y="6316"/>
                    <a:pt x="6518" y="6944"/>
                  </a:cubicBezTo>
                  <a:cubicBezTo>
                    <a:pt x="6317" y="7049"/>
                    <a:pt x="6317" y="7338"/>
                    <a:pt x="6518" y="7443"/>
                  </a:cubicBezTo>
                  <a:cubicBezTo>
                    <a:pt x="7721" y="8072"/>
                    <a:pt x="8439" y="9173"/>
                    <a:pt x="8439" y="10389"/>
                  </a:cubicBezTo>
                  <a:cubicBezTo>
                    <a:pt x="8439" y="12282"/>
                    <a:pt x="6673" y="13824"/>
                    <a:pt x="4501" y="13824"/>
                  </a:cubicBezTo>
                  <a:cubicBezTo>
                    <a:pt x="2330" y="13824"/>
                    <a:pt x="563" y="12282"/>
                    <a:pt x="563" y="10389"/>
                  </a:cubicBezTo>
                  <a:cubicBezTo>
                    <a:pt x="563" y="9173"/>
                    <a:pt x="1281" y="8072"/>
                    <a:pt x="2484" y="7443"/>
                  </a:cubicBezTo>
                  <a:cubicBezTo>
                    <a:pt x="2685" y="7338"/>
                    <a:pt x="2685" y="7049"/>
                    <a:pt x="2484" y="6944"/>
                  </a:cubicBezTo>
                  <a:cubicBezTo>
                    <a:pt x="1281" y="6316"/>
                    <a:pt x="563" y="5215"/>
                    <a:pt x="563" y="3998"/>
                  </a:cubicBezTo>
                  <a:cubicBezTo>
                    <a:pt x="563" y="2104"/>
                    <a:pt x="2330" y="564"/>
                    <a:pt x="4501" y="564"/>
                  </a:cubicBezTo>
                  <a:close/>
                  <a:moveTo>
                    <a:pt x="4501" y="1"/>
                  </a:moveTo>
                  <a:cubicBezTo>
                    <a:pt x="2020" y="1"/>
                    <a:pt x="0" y="1795"/>
                    <a:pt x="0" y="3998"/>
                  </a:cubicBezTo>
                  <a:cubicBezTo>
                    <a:pt x="0" y="5257"/>
                    <a:pt x="681" y="6444"/>
                    <a:pt x="1803" y="7194"/>
                  </a:cubicBezTo>
                  <a:cubicBezTo>
                    <a:pt x="681" y="7943"/>
                    <a:pt x="0" y="9131"/>
                    <a:pt x="0" y="10389"/>
                  </a:cubicBezTo>
                  <a:cubicBezTo>
                    <a:pt x="0" y="12593"/>
                    <a:pt x="2020" y="14387"/>
                    <a:pt x="4501" y="14387"/>
                  </a:cubicBezTo>
                  <a:cubicBezTo>
                    <a:pt x="6982" y="14387"/>
                    <a:pt x="9002" y="12593"/>
                    <a:pt x="9002" y="10389"/>
                  </a:cubicBezTo>
                  <a:cubicBezTo>
                    <a:pt x="9002" y="9131"/>
                    <a:pt x="8322" y="7943"/>
                    <a:pt x="7199" y="7194"/>
                  </a:cubicBezTo>
                  <a:cubicBezTo>
                    <a:pt x="8322" y="6444"/>
                    <a:pt x="9002" y="5257"/>
                    <a:pt x="9002" y="3998"/>
                  </a:cubicBezTo>
                  <a:cubicBezTo>
                    <a:pt x="9002" y="1795"/>
                    <a:pt x="6982" y="1"/>
                    <a:pt x="45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4">
              <a:extLst>
                <a:ext uri="{FF2B5EF4-FFF2-40B4-BE49-F238E27FC236}">
                  <a16:creationId xmlns:a16="http://schemas.microsoft.com/office/drawing/2014/main" id="{7FD46EA9-FE14-CC5A-C215-4C65EA64F94E}"/>
                </a:ext>
              </a:extLst>
            </p:cNvPr>
            <p:cNvSpPr/>
            <p:nvPr/>
          </p:nvSpPr>
          <p:spPr>
            <a:xfrm>
              <a:off x="4744636" y="2935878"/>
              <a:ext cx="144913" cy="81841"/>
            </a:xfrm>
            <a:custGeom>
              <a:avLst/>
              <a:gdLst/>
              <a:ahLst/>
              <a:cxnLst/>
              <a:rect l="l" t="t" r="r" b="b"/>
              <a:pathLst>
                <a:path w="7605" h="4295" extrusionOk="0">
                  <a:moveTo>
                    <a:pt x="6557" y="1"/>
                  </a:moveTo>
                  <a:cubicBezTo>
                    <a:pt x="6528" y="1"/>
                    <a:pt x="6495" y="5"/>
                    <a:pt x="6459" y="13"/>
                  </a:cubicBezTo>
                  <a:cubicBezTo>
                    <a:pt x="5806" y="157"/>
                    <a:pt x="5444" y="883"/>
                    <a:pt x="5444" y="883"/>
                  </a:cubicBezTo>
                  <a:cubicBezTo>
                    <a:pt x="5444" y="883"/>
                    <a:pt x="5396" y="168"/>
                    <a:pt x="5069" y="168"/>
                  </a:cubicBezTo>
                  <a:cubicBezTo>
                    <a:pt x="4992" y="168"/>
                    <a:pt x="4900" y="207"/>
                    <a:pt x="4791" y="303"/>
                  </a:cubicBezTo>
                  <a:cubicBezTo>
                    <a:pt x="4210" y="811"/>
                    <a:pt x="3774" y="1464"/>
                    <a:pt x="3774" y="1464"/>
                  </a:cubicBezTo>
                  <a:cubicBezTo>
                    <a:pt x="3774" y="1464"/>
                    <a:pt x="3717" y="387"/>
                    <a:pt x="3454" y="387"/>
                  </a:cubicBezTo>
                  <a:cubicBezTo>
                    <a:pt x="3419" y="387"/>
                    <a:pt x="3381" y="405"/>
                    <a:pt x="3339" y="447"/>
                  </a:cubicBezTo>
                  <a:cubicBezTo>
                    <a:pt x="2976" y="811"/>
                    <a:pt x="1598" y="2771"/>
                    <a:pt x="1598" y="2771"/>
                  </a:cubicBezTo>
                  <a:lnTo>
                    <a:pt x="1" y="2917"/>
                  </a:lnTo>
                  <a:cubicBezTo>
                    <a:pt x="1" y="2917"/>
                    <a:pt x="3266" y="4295"/>
                    <a:pt x="4283" y="4295"/>
                  </a:cubicBezTo>
                  <a:cubicBezTo>
                    <a:pt x="5300" y="4295"/>
                    <a:pt x="6460" y="3278"/>
                    <a:pt x="7041" y="2044"/>
                  </a:cubicBezTo>
                  <a:cubicBezTo>
                    <a:pt x="7523" y="1021"/>
                    <a:pt x="7605" y="447"/>
                    <a:pt x="7411" y="447"/>
                  </a:cubicBezTo>
                  <a:cubicBezTo>
                    <a:pt x="7371" y="447"/>
                    <a:pt x="7320" y="471"/>
                    <a:pt x="7258" y="520"/>
                  </a:cubicBezTo>
                  <a:lnTo>
                    <a:pt x="6532" y="1101"/>
                  </a:lnTo>
                  <a:cubicBezTo>
                    <a:pt x="6532" y="1101"/>
                    <a:pt x="7049" y="1"/>
                    <a:pt x="65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4">
              <a:extLst>
                <a:ext uri="{FF2B5EF4-FFF2-40B4-BE49-F238E27FC236}">
                  <a16:creationId xmlns:a16="http://schemas.microsoft.com/office/drawing/2014/main" id="{22AB74EA-663F-E579-2380-B40422508CEB}"/>
                </a:ext>
              </a:extLst>
            </p:cNvPr>
            <p:cNvSpPr/>
            <p:nvPr/>
          </p:nvSpPr>
          <p:spPr>
            <a:xfrm>
              <a:off x="4738977" y="2930543"/>
              <a:ext cx="158976" cy="92550"/>
            </a:xfrm>
            <a:custGeom>
              <a:avLst/>
              <a:gdLst/>
              <a:ahLst/>
              <a:cxnLst/>
              <a:rect l="l" t="t" r="r" b="b"/>
              <a:pathLst>
                <a:path w="8343" h="4857" extrusionOk="0">
                  <a:moveTo>
                    <a:pt x="6787" y="580"/>
                  </a:moveTo>
                  <a:cubicBezTo>
                    <a:pt x="6776" y="730"/>
                    <a:pt x="6689" y="1021"/>
                    <a:pt x="6575" y="1261"/>
                  </a:cubicBezTo>
                  <a:cubicBezTo>
                    <a:pt x="6520" y="1381"/>
                    <a:pt x="6553" y="1521"/>
                    <a:pt x="6655" y="1602"/>
                  </a:cubicBezTo>
                  <a:cubicBezTo>
                    <a:pt x="6707" y="1642"/>
                    <a:pt x="6769" y="1662"/>
                    <a:pt x="6830" y="1662"/>
                  </a:cubicBezTo>
                  <a:cubicBezTo>
                    <a:pt x="6892" y="1662"/>
                    <a:pt x="6954" y="1642"/>
                    <a:pt x="7005" y="1601"/>
                  </a:cubicBezTo>
                  <a:lnTo>
                    <a:pt x="7465" y="1235"/>
                  </a:lnTo>
                  <a:lnTo>
                    <a:pt x="7465" y="1235"/>
                  </a:lnTo>
                  <a:cubicBezTo>
                    <a:pt x="7404" y="1451"/>
                    <a:pt x="7290" y="1766"/>
                    <a:pt x="7083" y="2205"/>
                  </a:cubicBezTo>
                  <a:cubicBezTo>
                    <a:pt x="6523" y="3396"/>
                    <a:pt x="5446" y="4293"/>
                    <a:pt x="4580" y="4293"/>
                  </a:cubicBezTo>
                  <a:cubicBezTo>
                    <a:pt x="4017" y="4293"/>
                    <a:pt x="2583" y="3793"/>
                    <a:pt x="1485" y="3370"/>
                  </a:cubicBezTo>
                  <a:lnTo>
                    <a:pt x="1920" y="3331"/>
                  </a:lnTo>
                  <a:cubicBezTo>
                    <a:pt x="2001" y="3323"/>
                    <a:pt x="2077" y="3280"/>
                    <a:pt x="2124" y="3213"/>
                  </a:cubicBezTo>
                  <a:cubicBezTo>
                    <a:pt x="2456" y="2740"/>
                    <a:pt x="3299" y="1562"/>
                    <a:pt x="3698" y="1082"/>
                  </a:cubicBezTo>
                  <a:cubicBezTo>
                    <a:pt x="3749" y="1305"/>
                    <a:pt x="3779" y="1531"/>
                    <a:pt x="3791" y="1758"/>
                  </a:cubicBezTo>
                  <a:cubicBezTo>
                    <a:pt x="3800" y="1925"/>
                    <a:pt x="3936" y="2026"/>
                    <a:pt x="4074" y="2026"/>
                  </a:cubicBezTo>
                  <a:cubicBezTo>
                    <a:pt x="4161" y="2026"/>
                    <a:pt x="4248" y="1986"/>
                    <a:pt x="4306" y="1900"/>
                  </a:cubicBezTo>
                  <a:cubicBezTo>
                    <a:pt x="4310" y="1894"/>
                    <a:pt x="4726" y="1273"/>
                    <a:pt x="5273" y="794"/>
                  </a:cubicBezTo>
                  <a:cubicBezTo>
                    <a:pt x="5309" y="764"/>
                    <a:pt x="5335" y="746"/>
                    <a:pt x="5344" y="736"/>
                  </a:cubicBezTo>
                  <a:cubicBezTo>
                    <a:pt x="5394" y="808"/>
                    <a:pt x="5449" y="1010"/>
                    <a:pt x="5461" y="1182"/>
                  </a:cubicBezTo>
                  <a:cubicBezTo>
                    <a:pt x="5470" y="1309"/>
                    <a:pt x="5562" y="1414"/>
                    <a:pt x="5685" y="1439"/>
                  </a:cubicBezTo>
                  <a:cubicBezTo>
                    <a:pt x="5704" y="1443"/>
                    <a:pt x="5722" y="1445"/>
                    <a:pt x="5741" y="1445"/>
                  </a:cubicBezTo>
                  <a:cubicBezTo>
                    <a:pt x="5845" y="1445"/>
                    <a:pt x="5943" y="1386"/>
                    <a:pt x="5992" y="1289"/>
                  </a:cubicBezTo>
                  <a:cubicBezTo>
                    <a:pt x="5995" y="1283"/>
                    <a:pt x="6283" y="732"/>
                    <a:pt x="6787" y="580"/>
                  </a:cubicBezTo>
                  <a:close/>
                  <a:moveTo>
                    <a:pt x="6854" y="1"/>
                  </a:moveTo>
                  <a:cubicBezTo>
                    <a:pt x="6807" y="1"/>
                    <a:pt x="6755" y="6"/>
                    <a:pt x="6698" y="19"/>
                  </a:cubicBezTo>
                  <a:cubicBezTo>
                    <a:pt x="6345" y="97"/>
                    <a:pt x="6066" y="309"/>
                    <a:pt x="5866" y="519"/>
                  </a:cubicBezTo>
                  <a:cubicBezTo>
                    <a:pt x="5796" y="383"/>
                    <a:pt x="5697" y="265"/>
                    <a:pt x="5556" y="205"/>
                  </a:cubicBezTo>
                  <a:cubicBezTo>
                    <a:pt x="5504" y="183"/>
                    <a:pt x="5440" y="166"/>
                    <a:pt x="5367" y="166"/>
                  </a:cubicBezTo>
                  <a:cubicBezTo>
                    <a:pt x="5240" y="166"/>
                    <a:pt x="5083" y="216"/>
                    <a:pt x="4904" y="373"/>
                  </a:cubicBezTo>
                  <a:cubicBezTo>
                    <a:pt x="4675" y="574"/>
                    <a:pt x="4462" y="794"/>
                    <a:pt x="4266" y="1029"/>
                  </a:cubicBezTo>
                  <a:cubicBezTo>
                    <a:pt x="4150" y="512"/>
                    <a:pt x="3959" y="440"/>
                    <a:pt x="3887" y="411"/>
                  </a:cubicBezTo>
                  <a:cubicBezTo>
                    <a:pt x="3858" y="400"/>
                    <a:pt x="3810" y="386"/>
                    <a:pt x="3751" y="386"/>
                  </a:cubicBezTo>
                  <a:cubicBezTo>
                    <a:pt x="3664" y="386"/>
                    <a:pt x="3551" y="416"/>
                    <a:pt x="3438" y="529"/>
                  </a:cubicBezTo>
                  <a:cubicBezTo>
                    <a:pt x="3105" y="862"/>
                    <a:pt x="2052" y="2340"/>
                    <a:pt x="1740" y="2782"/>
                  </a:cubicBezTo>
                  <a:lnTo>
                    <a:pt x="273" y="2917"/>
                  </a:lnTo>
                  <a:cubicBezTo>
                    <a:pt x="143" y="2927"/>
                    <a:pt x="40" y="3024"/>
                    <a:pt x="19" y="3153"/>
                  </a:cubicBezTo>
                  <a:cubicBezTo>
                    <a:pt x="0" y="3280"/>
                    <a:pt x="69" y="3405"/>
                    <a:pt x="189" y="3455"/>
                  </a:cubicBezTo>
                  <a:cubicBezTo>
                    <a:pt x="528" y="3598"/>
                    <a:pt x="3537" y="4856"/>
                    <a:pt x="4580" y="4856"/>
                  </a:cubicBezTo>
                  <a:cubicBezTo>
                    <a:pt x="5668" y="4856"/>
                    <a:pt x="6934" y="3841"/>
                    <a:pt x="7592" y="2445"/>
                  </a:cubicBezTo>
                  <a:cubicBezTo>
                    <a:pt x="8343" y="848"/>
                    <a:pt x="8042" y="612"/>
                    <a:pt x="7930" y="523"/>
                  </a:cubicBezTo>
                  <a:cubicBezTo>
                    <a:pt x="7890" y="492"/>
                    <a:pt x="7814" y="446"/>
                    <a:pt x="7708" y="446"/>
                  </a:cubicBezTo>
                  <a:cubicBezTo>
                    <a:pt x="7618" y="446"/>
                    <a:pt x="7508" y="479"/>
                    <a:pt x="7380" y="582"/>
                  </a:cubicBezTo>
                  <a:lnTo>
                    <a:pt x="7348" y="608"/>
                  </a:lnTo>
                  <a:cubicBezTo>
                    <a:pt x="7355" y="442"/>
                    <a:pt x="7325" y="287"/>
                    <a:pt x="7234" y="173"/>
                  </a:cubicBezTo>
                  <a:cubicBezTo>
                    <a:pt x="7177" y="102"/>
                    <a:pt x="7061" y="1"/>
                    <a:pt x="685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4">
              <a:extLst>
                <a:ext uri="{FF2B5EF4-FFF2-40B4-BE49-F238E27FC236}">
                  <a16:creationId xmlns:a16="http://schemas.microsoft.com/office/drawing/2014/main" id="{59FFF497-D851-943D-1832-F44D44736BE3}"/>
                </a:ext>
              </a:extLst>
            </p:cNvPr>
            <p:cNvSpPr/>
            <p:nvPr/>
          </p:nvSpPr>
          <p:spPr>
            <a:xfrm>
              <a:off x="4791664" y="2963756"/>
              <a:ext cx="24924" cy="38758"/>
            </a:xfrm>
            <a:custGeom>
              <a:avLst/>
              <a:gdLst/>
              <a:ahLst/>
              <a:cxnLst/>
              <a:rect l="l" t="t" r="r" b="b"/>
              <a:pathLst>
                <a:path w="1308" h="2034" extrusionOk="0">
                  <a:moveTo>
                    <a:pt x="1307" y="1"/>
                  </a:moveTo>
                  <a:lnTo>
                    <a:pt x="1" y="2034"/>
                  </a:lnTo>
                  <a:cubicBezTo>
                    <a:pt x="1089" y="1744"/>
                    <a:pt x="1307" y="1"/>
                    <a:pt x="13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4">
              <a:extLst>
                <a:ext uri="{FF2B5EF4-FFF2-40B4-BE49-F238E27FC236}">
                  <a16:creationId xmlns:a16="http://schemas.microsoft.com/office/drawing/2014/main" id="{270AA661-3AF2-0676-85C9-66FA15C79CF4}"/>
                </a:ext>
              </a:extLst>
            </p:cNvPr>
            <p:cNvSpPr/>
            <p:nvPr/>
          </p:nvSpPr>
          <p:spPr>
            <a:xfrm>
              <a:off x="4785966" y="2958306"/>
              <a:ext cx="36338" cy="49562"/>
            </a:xfrm>
            <a:custGeom>
              <a:avLst/>
              <a:gdLst/>
              <a:ahLst/>
              <a:cxnLst/>
              <a:rect l="l" t="t" r="r" b="b"/>
              <a:pathLst>
                <a:path w="1907" h="2601" extrusionOk="0">
                  <a:moveTo>
                    <a:pt x="1606" y="0"/>
                  </a:moveTo>
                  <a:cubicBezTo>
                    <a:pt x="1464" y="0"/>
                    <a:pt x="1341" y="108"/>
                    <a:pt x="1326" y="253"/>
                  </a:cubicBezTo>
                  <a:cubicBezTo>
                    <a:pt x="1325" y="268"/>
                    <a:pt x="1108" y="1812"/>
                    <a:pt x="227" y="2047"/>
                  </a:cubicBezTo>
                  <a:cubicBezTo>
                    <a:pt x="90" y="2084"/>
                    <a:pt x="1" y="2216"/>
                    <a:pt x="20" y="2356"/>
                  </a:cubicBezTo>
                  <a:cubicBezTo>
                    <a:pt x="38" y="2496"/>
                    <a:pt x="157" y="2600"/>
                    <a:pt x="297" y="2600"/>
                  </a:cubicBezTo>
                  <a:cubicBezTo>
                    <a:pt x="298" y="2600"/>
                    <a:pt x="299" y="2600"/>
                    <a:pt x="300" y="2600"/>
                  </a:cubicBezTo>
                  <a:cubicBezTo>
                    <a:pt x="323" y="2600"/>
                    <a:pt x="348" y="2597"/>
                    <a:pt x="371" y="2591"/>
                  </a:cubicBezTo>
                  <a:cubicBezTo>
                    <a:pt x="1628" y="2256"/>
                    <a:pt x="1873" y="401"/>
                    <a:pt x="1884" y="322"/>
                  </a:cubicBezTo>
                  <a:cubicBezTo>
                    <a:pt x="1907" y="166"/>
                    <a:pt x="1796" y="23"/>
                    <a:pt x="1640" y="3"/>
                  </a:cubicBezTo>
                  <a:cubicBezTo>
                    <a:pt x="1628" y="1"/>
                    <a:pt x="1617" y="0"/>
                    <a:pt x="160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4">
              <a:extLst>
                <a:ext uri="{FF2B5EF4-FFF2-40B4-BE49-F238E27FC236}">
                  <a16:creationId xmlns:a16="http://schemas.microsoft.com/office/drawing/2014/main" id="{BC7FCDEA-E812-451A-2F05-C2342E7DB33E}"/>
                </a:ext>
              </a:extLst>
            </p:cNvPr>
            <p:cNvSpPr/>
            <p:nvPr/>
          </p:nvSpPr>
          <p:spPr>
            <a:xfrm>
              <a:off x="4820704" y="2952704"/>
              <a:ext cx="27668" cy="60881"/>
            </a:xfrm>
            <a:custGeom>
              <a:avLst/>
              <a:gdLst/>
              <a:ahLst/>
              <a:cxnLst/>
              <a:rect l="l" t="t" r="r" b="b"/>
              <a:pathLst>
                <a:path w="1452" h="3195" extrusionOk="0">
                  <a:moveTo>
                    <a:pt x="1452" y="0"/>
                  </a:moveTo>
                  <a:lnTo>
                    <a:pt x="1" y="3194"/>
                  </a:lnTo>
                  <a:cubicBezTo>
                    <a:pt x="871" y="2758"/>
                    <a:pt x="1452" y="1"/>
                    <a:pt x="14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4">
              <a:extLst>
                <a:ext uri="{FF2B5EF4-FFF2-40B4-BE49-F238E27FC236}">
                  <a16:creationId xmlns:a16="http://schemas.microsoft.com/office/drawing/2014/main" id="{F5A0B9F4-75A5-2220-065B-FC00E00E2116}"/>
                </a:ext>
              </a:extLst>
            </p:cNvPr>
            <p:cNvSpPr/>
            <p:nvPr/>
          </p:nvSpPr>
          <p:spPr>
            <a:xfrm>
              <a:off x="4814930" y="2947464"/>
              <a:ext cx="39234" cy="71475"/>
            </a:xfrm>
            <a:custGeom>
              <a:avLst/>
              <a:gdLst/>
              <a:ahLst/>
              <a:cxnLst/>
              <a:rect l="l" t="t" r="r" b="b"/>
              <a:pathLst>
                <a:path w="2059" h="3751" extrusionOk="0">
                  <a:moveTo>
                    <a:pt x="1752" y="1"/>
                  </a:moveTo>
                  <a:cubicBezTo>
                    <a:pt x="1625" y="1"/>
                    <a:pt x="1511" y="88"/>
                    <a:pt x="1481" y="217"/>
                  </a:cubicBezTo>
                  <a:cubicBezTo>
                    <a:pt x="1266" y="1232"/>
                    <a:pt x="724" y="2944"/>
                    <a:pt x="178" y="3219"/>
                  </a:cubicBezTo>
                  <a:cubicBezTo>
                    <a:pt x="62" y="3275"/>
                    <a:pt x="0" y="3407"/>
                    <a:pt x="30" y="3534"/>
                  </a:cubicBezTo>
                  <a:cubicBezTo>
                    <a:pt x="60" y="3661"/>
                    <a:pt x="174" y="3751"/>
                    <a:pt x="304" y="3751"/>
                  </a:cubicBezTo>
                  <a:cubicBezTo>
                    <a:pt x="347" y="3751"/>
                    <a:pt x="390" y="3741"/>
                    <a:pt x="429" y="3720"/>
                  </a:cubicBezTo>
                  <a:cubicBezTo>
                    <a:pt x="1393" y="3238"/>
                    <a:pt x="1968" y="630"/>
                    <a:pt x="2031" y="334"/>
                  </a:cubicBezTo>
                  <a:cubicBezTo>
                    <a:pt x="2058" y="184"/>
                    <a:pt x="1961" y="38"/>
                    <a:pt x="1812" y="7"/>
                  </a:cubicBezTo>
                  <a:cubicBezTo>
                    <a:pt x="1792" y="3"/>
                    <a:pt x="1772" y="1"/>
                    <a:pt x="17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4">
              <a:extLst>
                <a:ext uri="{FF2B5EF4-FFF2-40B4-BE49-F238E27FC236}">
                  <a16:creationId xmlns:a16="http://schemas.microsoft.com/office/drawing/2014/main" id="{D3CE2977-0DA1-08B3-7B53-5F27DF0E1E5C}"/>
                </a:ext>
              </a:extLst>
            </p:cNvPr>
            <p:cNvSpPr/>
            <p:nvPr/>
          </p:nvSpPr>
          <p:spPr>
            <a:xfrm>
              <a:off x="4846961" y="2956877"/>
              <a:ext cx="22180" cy="55317"/>
            </a:xfrm>
            <a:custGeom>
              <a:avLst/>
              <a:gdLst/>
              <a:ahLst/>
              <a:cxnLst/>
              <a:rect l="l" t="t" r="r" b="b"/>
              <a:pathLst>
                <a:path w="1164" h="2903" extrusionOk="0">
                  <a:moveTo>
                    <a:pt x="1163" y="0"/>
                  </a:moveTo>
                  <a:lnTo>
                    <a:pt x="1" y="2903"/>
                  </a:lnTo>
                  <a:cubicBezTo>
                    <a:pt x="510" y="2176"/>
                    <a:pt x="1163" y="1"/>
                    <a:pt x="1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4">
              <a:extLst>
                <a:ext uri="{FF2B5EF4-FFF2-40B4-BE49-F238E27FC236}">
                  <a16:creationId xmlns:a16="http://schemas.microsoft.com/office/drawing/2014/main" id="{68982779-E02D-0119-2F32-91B1800D4E2C}"/>
                </a:ext>
              </a:extLst>
            </p:cNvPr>
            <p:cNvSpPr/>
            <p:nvPr/>
          </p:nvSpPr>
          <p:spPr>
            <a:xfrm>
              <a:off x="4840883" y="2951504"/>
              <a:ext cx="34223" cy="66026"/>
            </a:xfrm>
            <a:custGeom>
              <a:avLst/>
              <a:gdLst/>
              <a:ahLst/>
              <a:cxnLst/>
              <a:rect l="l" t="t" r="r" b="b"/>
              <a:pathLst>
                <a:path w="1796" h="3465" extrusionOk="0">
                  <a:moveTo>
                    <a:pt x="1481" y="0"/>
                  </a:moveTo>
                  <a:cubicBezTo>
                    <a:pt x="1360" y="0"/>
                    <a:pt x="1248" y="79"/>
                    <a:pt x="1213" y="201"/>
                  </a:cubicBezTo>
                  <a:cubicBezTo>
                    <a:pt x="1207" y="222"/>
                    <a:pt x="566" y="2343"/>
                    <a:pt x="90" y="3023"/>
                  </a:cubicBezTo>
                  <a:cubicBezTo>
                    <a:pt x="1" y="3150"/>
                    <a:pt x="31" y="3325"/>
                    <a:pt x="160" y="3414"/>
                  </a:cubicBezTo>
                  <a:cubicBezTo>
                    <a:pt x="206" y="3447"/>
                    <a:pt x="263" y="3465"/>
                    <a:pt x="320" y="3465"/>
                  </a:cubicBezTo>
                  <a:cubicBezTo>
                    <a:pt x="412" y="3465"/>
                    <a:pt x="498" y="3421"/>
                    <a:pt x="550" y="3345"/>
                  </a:cubicBezTo>
                  <a:cubicBezTo>
                    <a:pt x="1078" y="2591"/>
                    <a:pt x="1723" y="453"/>
                    <a:pt x="1751" y="362"/>
                  </a:cubicBezTo>
                  <a:cubicBezTo>
                    <a:pt x="1796" y="214"/>
                    <a:pt x="1711" y="56"/>
                    <a:pt x="1563" y="12"/>
                  </a:cubicBezTo>
                  <a:cubicBezTo>
                    <a:pt x="1535" y="4"/>
                    <a:pt x="1508" y="0"/>
                    <a:pt x="14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4">
              <a:extLst>
                <a:ext uri="{FF2B5EF4-FFF2-40B4-BE49-F238E27FC236}">
                  <a16:creationId xmlns:a16="http://schemas.microsoft.com/office/drawing/2014/main" id="{419767C3-60FD-D6A9-082D-7196A751EE11}"/>
                </a:ext>
              </a:extLst>
            </p:cNvPr>
            <p:cNvSpPr/>
            <p:nvPr/>
          </p:nvSpPr>
          <p:spPr>
            <a:xfrm>
              <a:off x="4270967" y="2130728"/>
              <a:ext cx="148038" cy="292799"/>
            </a:xfrm>
            <a:custGeom>
              <a:avLst/>
              <a:gdLst/>
              <a:ahLst/>
              <a:cxnLst/>
              <a:rect l="l" t="t" r="r" b="b"/>
              <a:pathLst>
                <a:path w="7769" h="15366" extrusionOk="0">
                  <a:moveTo>
                    <a:pt x="1370" y="1"/>
                  </a:moveTo>
                  <a:cubicBezTo>
                    <a:pt x="1370" y="1"/>
                    <a:pt x="1984" y="4124"/>
                    <a:pt x="1195" y="5791"/>
                  </a:cubicBezTo>
                  <a:cubicBezTo>
                    <a:pt x="945" y="6320"/>
                    <a:pt x="523" y="6698"/>
                    <a:pt x="1" y="6979"/>
                  </a:cubicBezTo>
                  <a:cubicBezTo>
                    <a:pt x="576" y="8931"/>
                    <a:pt x="2912" y="13287"/>
                    <a:pt x="4185" y="14855"/>
                  </a:cubicBezTo>
                  <a:cubicBezTo>
                    <a:pt x="4473" y="15209"/>
                    <a:pt x="4733" y="15365"/>
                    <a:pt x="4975" y="15365"/>
                  </a:cubicBezTo>
                  <a:cubicBezTo>
                    <a:pt x="6081" y="15365"/>
                    <a:pt x="6780" y="12079"/>
                    <a:pt x="7769" y="9450"/>
                  </a:cubicBezTo>
                  <a:cubicBezTo>
                    <a:pt x="6509" y="8706"/>
                    <a:pt x="6020" y="7220"/>
                    <a:pt x="6020" y="5966"/>
                  </a:cubicBezTo>
                  <a:cubicBezTo>
                    <a:pt x="6020" y="4650"/>
                    <a:pt x="6809" y="2808"/>
                    <a:pt x="6809" y="2808"/>
                  </a:cubicBezTo>
                  <a:cubicBezTo>
                    <a:pt x="6809" y="2808"/>
                    <a:pt x="2511" y="1"/>
                    <a:pt x="13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4">
              <a:extLst>
                <a:ext uri="{FF2B5EF4-FFF2-40B4-BE49-F238E27FC236}">
                  <a16:creationId xmlns:a16="http://schemas.microsoft.com/office/drawing/2014/main" id="{260D1617-D33B-BE27-8A8B-4CCD67A459F3}"/>
                </a:ext>
              </a:extLst>
            </p:cNvPr>
            <p:cNvSpPr/>
            <p:nvPr/>
          </p:nvSpPr>
          <p:spPr>
            <a:xfrm>
              <a:off x="4265117" y="2125393"/>
              <a:ext cx="159833" cy="303489"/>
            </a:xfrm>
            <a:custGeom>
              <a:avLst/>
              <a:gdLst/>
              <a:ahLst/>
              <a:cxnLst/>
              <a:rect l="l" t="t" r="r" b="b"/>
              <a:pathLst>
                <a:path w="8388" h="15927" extrusionOk="0">
                  <a:moveTo>
                    <a:pt x="2006" y="618"/>
                  </a:moveTo>
                  <a:lnTo>
                    <a:pt x="2006" y="618"/>
                  </a:lnTo>
                  <a:cubicBezTo>
                    <a:pt x="3018" y="908"/>
                    <a:pt x="5254" y="2218"/>
                    <a:pt x="6769" y="3196"/>
                  </a:cubicBezTo>
                  <a:cubicBezTo>
                    <a:pt x="6556" y="3734"/>
                    <a:pt x="6046" y="5146"/>
                    <a:pt x="6046" y="6244"/>
                  </a:cubicBezTo>
                  <a:cubicBezTo>
                    <a:pt x="6046" y="7445"/>
                    <a:pt x="6495" y="8988"/>
                    <a:pt x="7734" y="9844"/>
                  </a:cubicBezTo>
                  <a:cubicBezTo>
                    <a:pt x="7510" y="10455"/>
                    <a:pt x="7301" y="11092"/>
                    <a:pt x="7097" y="11712"/>
                  </a:cubicBezTo>
                  <a:cubicBezTo>
                    <a:pt x="6556" y="13369"/>
                    <a:pt x="5941" y="15246"/>
                    <a:pt x="5332" y="15358"/>
                  </a:cubicBezTo>
                  <a:cubicBezTo>
                    <a:pt x="5317" y="15361"/>
                    <a:pt x="5302" y="15362"/>
                    <a:pt x="5286" y="15362"/>
                  </a:cubicBezTo>
                  <a:cubicBezTo>
                    <a:pt x="5082" y="15362"/>
                    <a:pt x="4864" y="15148"/>
                    <a:pt x="4711" y="14957"/>
                  </a:cubicBezTo>
                  <a:cubicBezTo>
                    <a:pt x="3487" y="13453"/>
                    <a:pt x="1289" y="9346"/>
                    <a:pt x="643" y="7392"/>
                  </a:cubicBezTo>
                  <a:cubicBezTo>
                    <a:pt x="1160" y="7073"/>
                    <a:pt x="1526" y="6679"/>
                    <a:pt x="1756" y="6189"/>
                  </a:cubicBezTo>
                  <a:cubicBezTo>
                    <a:pt x="2437" y="4752"/>
                    <a:pt x="2140" y="1695"/>
                    <a:pt x="2006" y="618"/>
                  </a:cubicBezTo>
                  <a:close/>
                  <a:moveTo>
                    <a:pt x="1675" y="1"/>
                  </a:moveTo>
                  <a:cubicBezTo>
                    <a:pt x="1504" y="1"/>
                    <a:pt x="1374" y="153"/>
                    <a:pt x="1400" y="323"/>
                  </a:cubicBezTo>
                  <a:cubicBezTo>
                    <a:pt x="1406" y="362"/>
                    <a:pt x="1992" y="4380"/>
                    <a:pt x="1249" y="5951"/>
                  </a:cubicBezTo>
                  <a:cubicBezTo>
                    <a:pt x="1040" y="6389"/>
                    <a:pt x="690" y="6736"/>
                    <a:pt x="174" y="7014"/>
                  </a:cubicBezTo>
                  <a:cubicBezTo>
                    <a:pt x="57" y="7077"/>
                    <a:pt x="0" y="7213"/>
                    <a:pt x="38" y="7341"/>
                  </a:cubicBezTo>
                  <a:cubicBezTo>
                    <a:pt x="611" y="9282"/>
                    <a:pt x="2946" y="13680"/>
                    <a:pt x="4274" y="15313"/>
                  </a:cubicBezTo>
                  <a:cubicBezTo>
                    <a:pt x="4606" y="15721"/>
                    <a:pt x="4944" y="15927"/>
                    <a:pt x="5281" y="15927"/>
                  </a:cubicBezTo>
                  <a:cubicBezTo>
                    <a:pt x="5332" y="15927"/>
                    <a:pt x="5383" y="15923"/>
                    <a:pt x="5434" y="15914"/>
                  </a:cubicBezTo>
                  <a:cubicBezTo>
                    <a:pt x="6371" y="15740"/>
                    <a:pt x="6928" y="14041"/>
                    <a:pt x="7632" y="11890"/>
                  </a:cubicBezTo>
                  <a:cubicBezTo>
                    <a:pt x="7857" y="11205"/>
                    <a:pt x="8089" y="10494"/>
                    <a:pt x="8340" y="9831"/>
                  </a:cubicBezTo>
                  <a:cubicBezTo>
                    <a:pt x="8388" y="9702"/>
                    <a:pt x="8337" y="9559"/>
                    <a:pt x="8219" y="9489"/>
                  </a:cubicBezTo>
                  <a:cubicBezTo>
                    <a:pt x="7031" y="8788"/>
                    <a:pt x="6608" y="7354"/>
                    <a:pt x="6608" y="6247"/>
                  </a:cubicBezTo>
                  <a:cubicBezTo>
                    <a:pt x="6608" y="5006"/>
                    <a:pt x="7367" y="3218"/>
                    <a:pt x="7374" y="3199"/>
                  </a:cubicBezTo>
                  <a:cubicBezTo>
                    <a:pt x="7430" y="3074"/>
                    <a:pt x="7384" y="2928"/>
                    <a:pt x="7271" y="2853"/>
                  </a:cubicBezTo>
                  <a:cubicBezTo>
                    <a:pt x="6823" y="2560"/>
                    <a:pt x="2868" y="1"/>
                    <a:pt x="1677" y="1"/>
                  </a:cubicBezTo>
                  <a:cubicBezTo>
                    <a:pt x="1677" y="1"/>
                    <a:pt x="1676" y="1"/>
                    <a:pt x="167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4">
              <a:extLst>
                <a:ext uri="{FF2B5EF4-FFF2-40B4-BE49-F238E27FC236}">
                  <a16:creationId xmlns:a16="http://schemas.microsoft.com/office/drawing/2014/main" id="{B479F923-8838-327E-ACF3-2E79D0B4DB0A}"/>
                </a:ext>
              </a:extLst>
            </p:cNvPr>
            <p:cNvSpPr/>
            <p:nvPr/>
          </p:nvSpPr>
          <p:spPr>
            <a:xfrm>
              <a:off x="3892630" y="2293668"/>
              <a:ext cx="561932" cy="719231"/>
            </a:xfrm>
            <a:custGeom>
              <a:avLst/>
              <a:gdLst/>
              <a:ahLst/>
              <a:cxnLst/>
              <a:rect l="l" t="t" r="r" b="b"/>
              <a:pathLst>
                <a:path w="29490" h="37745" extrusionOk="0">
                  <a:moveTo>
                    <a:pt x="14359" y="1"/>
                  </a:moveTo>
                  <a:cubicBezTo>
                    <a:pt x="14359" y="1"/>
                    <a:pt x="11024" y="371"/>
                    <a:pt x="9291" y="3708"/>
                  </a:cubicBezTo>
                  <a:cubicBezTo>
                    <a:pt x="7560" y="7046"/>
                    <a:pt x="0" y="22197"/>
                    <a:pt x="645" y="23103"/>
                  </a:cubicBezTo>
                  <a:cubicBezTo>
                    <a:pt x="4320" y="28273"/>
                    <a:pt x="17690" y="31992"/>
                    <a:pt x="19051" y="33351"/>
                  </a:cubicBezTo>
                  <a:cubicBezTo>
                    <a:pt x="20410" y="34710"/>
                    <a:pt x="22146" y="36337"/>
                    <a:pt x="23505" y="37203"/>
                  </a:cubicBezTo>
                  <a:cubicBezTo>
                    <a:pt x="24148" y="37612"/>
                    <a:pt x="25097" y="37745"/>
                    <a:pt x="25970" y="37745"/>
                  </a:cubicBezTo>
                  <a:cubicBezTo>
                    <a:pt x="26941" y="37745"/>
                    <a:pt x="27819" y="37581"/>
                    <a:pt x="28079" y="37451"/>
                  </a:cubicBezTo>
                  <a:cubicBezTo>
                    <a:pt x="28572" y="37203"/>
                    <a:pt x="28944" y="36090"/>
                    <a:pt x="28079" y="36090"/>
                  </a:cubicBezTo>
                  <a:cubicBezTo>
                    <a:pt x="27214" y="36090"/>
                    <a:pt x="26771" y="35466"/>
                    <a:pt x="26647" y="34971"/>
                  </a:cubicBezTo>
                  <a:cubicBezTo>
                    <a:pt x="26621" y="34869"/>
                    <a:pt x="26665" y="34830"/>
                    <a:pt x="26757" y="34830"/>
                  </a:cubicBezTo>
                  <a:cubicBezTo>
                    <a:pt x="27035" y="34830"/>
                    <a:pt x="27753" y="35181"/>
                    <a:pt x="28332" y="35181"/>
                  </a:cubicBezTo>
                  <a:cubicBezTo>
                    <a:pt x="28484" y="35181"/>
                    <a:pt x="28626" y="35156"/>
                    <a:pt x="28748" y="35095"/>
                  </a:cubicBezTo>
                  <a:cubicBezTo>
                    <a:pt x="29489" y="34725"/>
                    <a:pt x="27088" y="33372"/>
                    <a:pt x="26348" y="32753"/>
                  </a:cubicBezTo>
                  <a:cubicBezTo>
                    <a:pt x="25607" y="32136"/>
                    <a:pt x="24988" y="31270"/>
                    <a:pt x="23999" y="31270"/>
                  </a:cubicBezTo>
                  <a:cubicBezTo>
                    <a:pt x="23011" y="31270"/>
                    <a:pt x="21154" y="31248"/>
                    <a:pt x="21154" y="31248"/>
                  </a:cubicBezTo>
                  <a:cubicBezTo>
                    <a:pt x="21154" y="31248"/>
                    <a:pt x="16599" y="27949"/>
                    <a:pt x="13849" y="25493"/>
                  </a:cubicBezTo>
                  <a:cubicBezTo>
                    <a:pt x="10143" y="22185"/>
                    <a:pt x="6876" y="20401"/>
                    <a:pt x="6876" y="20401"/>
                  </a:cubicBezTo>
                  <a:lnTo>
                    <a:pt x="15225" y="6675"/>
                  </a:lnTo>
                  <a:lnTo>
                    <a:pt x="143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4">
              <a:extLst>
                <a:ext uri="{FF2B5EF4-FFF2-40B4-BE49-F238E27FC236}">
                  <a16:creationId xmlns:a16="http://schemas.microsoft.com/office/drawing/2014/main" id="{63B6F3F3-394E-928F-EA12-186CEDAA757B}"/>
                </a:ext>
              </a:extLst>
            </p:cNvPr>
            <p:cNvSpPr/>
            <p:nvPr/>
          </p:nvSpPr>
          <p:spPr>
            <a:xfrm>
              <a:off x="3890801" y="2288332"/>
              <a:ext cx="558273" cy="729845"/>
            </a:xfrm>
            <a:custGeom>
              <a:avLst/>
              <a:gdLst/>
              <a:ahLst/>
              <a:cxnLst/>
              <a:rect l="l" t="t" r="r" b="b"/>
              <a:pathLst>
                <a:path w="29298" h="38302" extrusionOk="0">
                  <a:moveTo>
                    <a:pt x="14455" y="0"/>
                  </a:moveTo>
                  <a:cubicBezTo>
                    <a:pt x="14444" y="0"/>
                    <a:pt x="14434" y="1"/>
                    <a:pt x="14423" y="2"/>
                  </a:cubicBezTo>
                  <a:cubicBezTo>
                    <a:pt x="14281" y="18"/>
                    <a:pt x="10917" y="428"/>
                    <a:pt x="9137" y="3860"/>
                  </a:cubicBezTo>
                  <a:cubicBezTo>
                    <a:pt x="8325" y="5426"/>
                    <a:pt x="5981" y="10083"/>
                    <a:pt x="3919" y="14477"/>
                  </a:cubicBezTo>
                  <a:cubicBezTo>
                    <a:pt x="0" y="22828"/>
                    <a:pt x="333" y="23295"/>
                    <a:pt x="511" y="23546"/>
                  </a:cubicBezTo>
                  <a:cubicBezTo>
                    <a:pt x="3062" y="27132"/>
                    <a:pt x="10112" y="30001"/>
                    <a:pt x="14776" y="31900"/>
                  </a:cubicBezTo>
                  <a:cubicBezTo>
                    <a:pt x="16803" y="32724"/>
                    <a:pt x="18553" y="33437"/>
                    <a:pt x="18947" y="33831"/>
                  </a:cubicBezTo>
                  <a:cubicBezTo>
                    <a:pt x="20817" y="35699"/>
                    <a:pt x="22331" y="37007"/>
                    <a:pt x="23451" y="37721"/>
                  </a:cubicBezTo>
                  <a:cubicBezTo>
                    <a:pt x="24142" y="38160"/>
                    <a:pt x="25135" y="38301"/>
                    <a:pt x="26050" y="38301"/>
                  </a:cubicBezTo>
                  <a:cubicBezTo>
                    <a:pt x="27090" y="38301"/>
                    <a:pt x="28026" y="38119"/>
                    <a:pt x="28299" y="37982"/>
                  </a:cubicBezTo>
                  <a:cubicBezTo>
                    <a:pt x="28745" y="37760"/>
                    <a:pt x="29061" y="37107"/>
                    <a:pt x="28951" y="36638"/>
                  </a:cubicBezTo>
                  <a:cubicBezTo>
                    <a:pt x="28870" y="36296"/>
                    <a:pt x="28580" y="36090"/>
                    <a:pt x="28173" y="36090"/>
                  </a:cubicBezTo>
                  <a:cubicBezTo>
                    <a:pt x="27631" y="36090"/>
                    <a:pt x="27288" y="35785"/>
                    <a:pt x="27116" y="35451"/>
                  </a:cubicBezTo>
                  <a:lnTo>
                    <a:pt x="27116" y="35451"/>
                  </a:lnTo>
                  <a:cubicBezTo>
                    <a:pt x="27176" y="35469"/>
                    <a:pt x="27237" y="35489"/>
                    <a:pt x="27292" y="35505"/>
                  </a:cubicBezTo>
                  <a:cubicBezTo>
                    <a:pt x="27625" y="35610"/>
                    <a:pt x="28041" y="35740"/>
                    <a:pt x="28429" y="35740"/>
                  </a:cubicBezTo>
                  <a:cubicBezTo>
                    <a:pt x="28620" y="35740"/>
                    <a:pt x="28805" y="35708"/>
                    <a:pt x="28970" y="35626"/>
                  </a:cubicBezTo>
                  <a:cubicBezTo>
                    <a:pt x="29209" y="35507"/>
                    <a:pt x="29257" y="35319"/>
                    <a:pt x="29263" y="35216"/>
                  </a:cubicBezTo>
                  <a:cubicBezTo>
                    <a:pt x="29298" y="34728"/>
                    <a:pt x="28590" y="34203"/>
                    <a:pt x="27422" y="33395"/>
                  </a:cubicBezTo>
                  <a:cubicBezTo>
                    <a:pt x="27104" y="33175"/>
                    <a:pt x="26804" y="32968"/>
                    <a:pt x="26623" y="32817"/>
                  </a:cubicBezTo>
                  <a:cubicBezTo>
                    <a:pt x="26457" y="32679"/>
                    <a:pt x="26298" y="32527"/>
                    <a:pt x="26137" y="32377"/>
                  </a:cubicBezTo>
                  <a:cubicBezTo>
                    <a:pt x="25564" y="31831"/>
                    <a:pt x="24969" y="31268"/>
                    <a:pt x="24095" y="31268"/>
                  </a:cubicBezTo>
                  <a:cubicBezTo>
                    <a:pt x="23239" y="31268"/>
                    <a:pt x="21725" y="31254"/>
                    <a:pt x="21343" y="31249"/>
                  </a:cubicBezTo>
                  <a:cubicBezTo>
                    <a:pt x="20750" y="30816"/>
                    <a:pt x="16653" y="27813"/>
                    <a:pt x="14133" y="25564"/>
                  </a:cubicBezTo>
                  <a:cubicBezTo>
                    <a:pt x="11035" y="22799"/>
                    <a:pt x="8208" y="21074"/>
                    <a:pt x="7363" y="20581"/>
                  </a:cubicBezTo>
                  <a:lnTo>
                    <a:pt x="15562" y="7100"/>
                  </a:lnTo>
                  <a:cubicBezTo>
                    <a:pt x="15641" y="6968"/>
                    <a:pt x="15597" y="6797"/>
                    <a:pt x="15466" y="6717"/>
                  </a:cubicBezTo>
                  <a:cubicBezTo>
                    <a:pt x="15420" y="6689"/>
                    <a:pt x="15370" y="6676"/>
                    <a:pt x="15320" y="6676"/>
                  </a:cubicBezTo>
                  <a:cubicBezTo>
                    <a:pt x="15226" y="6676"/>
                    <a:pt x="15134" y="6723"/>
                    <a:pt x="15081" y="6809"/>
                  </a:cubicBezTo>
                  <a:lnTo>
                    <a:pt x="6732" y="20537"/>
                  </a:lnTo>
                  <a:cubicBezTo>
                    <a:pt x="6649" y="20674"/>
                    <a:pt x="6697" y="20852"/>
                    <a:pt x="6837" y="20929"/>
                  </a:cubicBezTo>
                  <a:cubicBezTo>
                    <a:pt x="6871" y="20947"/>
                    <a:pt x="10122" y="22738"/>
                    <a:pt x="13758" y="25983"/>
                  </a:cubicBezTo>
                  <a:cubicBezTo>
                    <a:pt x="16488" y="28420"/>
                    <a:pt x="21040" y="31723"/>
                    <a:pt x="21085" y="31757"/>
                  </a:cubicBezTo>
                  <a:cubicBezTo>
                    <a:pt x="21132" y="31791"/>
                    <a:pt x="21189" y="31810"/>
                    <a:pt x="21247" y="31811"/>
                  </a:cubicBezTo>
                  <a:cubicBezTo>
                    <a:pt x="21247" y="31811"/>
                    <a:pt x="23107" y="31831"/>
                    <a:pt x="24097" y="31831"/>
                  </a:cubicBezTo>
                  <a:cubicBezTo>
                    <a:pt x="24746" y="31831"/>
                    <a:pt x="25234" y="32295"/>
                    <a:pt x="25752" y="32785"/>
                  </a:cubicBezTo>
                  <a:cubicBezTo>
                    <a:pt x="25921" y="32944"/>
                    <a:pt x="26089" y="33103"/>
                    <a:pt x="26264" y="33249"/>
                  </a:cubicBezTo>
                  <a:cubicBezTo>
                    <a:pt x="26465" y="33417"/>
                    <a:pt x="26775" y="33631"/>
                    <a:pt x="27103" y="33859"/>
                  </a:cubicBezTo>
                  <a:cubicBezTo>
                    <a:pt x="27577" y="34185"/>
                    <a:pt x="28534" y="34846"/>
                    <a:pt x="28685" y="35138"/>
                  </a:cubicBezTo>
                  <a:cubicBezTo>
                    <a:pt x="28611" y="35168"/>
                    <a:pt x="28523" y="35180"/>
                    <a:pt x="28426" y="35180"/>
                  </a:cubicBezTo>
                  <a:cubicBezTo>
                    <a:pt x="28130" y="35180"/>
                    <a:pt x="27756" y="35062"/>
                    <a:pt x="27460" y="34970"/>
                  </a:cubicBezTo>
                  <a:cubicBezTo>
                    <a:pt x="27210" y="34891"/>
                    <a:pt x="27010" y="34828"/>
                    <a:pt x="26848" y="34828"/>
                  </a:cubicBezTo>
                  <a:cubicBezTo>
                    <a:pt x="26737" y="34828"/>
                    <a:pt x="26644" y="34858"/>
                    <a:pt x="26566" y="34932"/>
                  </a:cubicBezTo>
                  <a:cubicBezTo>
                    <a:pt x="26508" y="34987"/>
                    <a:pt x="26417" y="35110"/>
                    <a:pt x="26470" y="35320"/>
                  </a:cubicBezTo>
                  <a:cubicBezTo>
                    <a:pt x="26624" y="35934"/>
                    <a:pt x="27163" y="36652"/>
                    <a:pt x="28175" y="36652"/>
                  </a:cubicBezTo>
                  <a:cubicBezTo>
                    <a:pt x="28377" y="36652"/>
                    <a:pt x="28395" y="36727"/>
                    <a:pt x="28405" y="36767"/>
                  </a:cubicBezTo>
                  <a:cubicBezTo>
                    <a:pt x="28455" y="36981"/>
                    <a:pt x="28259" y="37374"/>
                    <a:pt x="28048" y="37479"/>
                  </a:cubicBezTo>
                  <a:cubicBezTo>
                    <a:pt x="27823" y="37591"/>
                    <a:pt x="26986" y="37744"/>
                    <a:pt x="26061" y="37744"/>
                  </a:cubicBezTo>
                  <a:cubicBezTo>
                    <a:pt x="25238" y="37744"/>
                    <a:pt x="24345" y="37623"/>
                    <a:pt x="23753" y="37245"/>
                  </a:cubicBezTo>
                  <a:cubicBezTo>
                    <a:pt x="22668" y="36555"/>
                    <a:pt x="21184" y="35272"/>
                    <a:pt x="19345" y="33433"/>
                  </a:cubicBezTo>
                  <a:cubicBezTo>
                    <a:pt x="18871" y="32959"/>
                    <a:pt x="17242" y="32297"/>
                    <a:pt x="14989" y="31379"/>
                  </a:cubicBezTo>
                  <a:cubicBezTo>
                    <a:pt x="10383" y="29505"/>
                    <a:pt x="3425" y="26674"/>
                    <a:pt x="986" y="23253"/>
                  </a:cubicBezTo>
                  <a:cubicBezTo>
                    <a:pt x="713" y="22192"/>
                    <a:pt x="6557" y="10057"/>
                    <a:pt x="9636" y="4118"/>
                  </a:cubicBezTo>
                  <a:cubicBezTo>
                    <a:pt x="11274" y="962"/>
                    <a:pt x="14454" y="564"/>
                    <a:pt x="14486" y="561"/>
                  </a:cubicBezTo>
                  <a:cubicBezTo>
                    <a:pt x="14640" y="543"/>
                    <a:pt x="14751" y="403"/>
                    <a:pt x="14734" y="250"/>
                  </a:cubicBezTo>
                  <a:cubicBezTo>
                    <a:pt x="14719" y="106"/>
                    <a:pt x="14596" y="0"/>
                    <a:pt x="14455"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4">
              <a:extLst>
                <a:ext uri="{FF2B5EF4-FFF2-40B4-BE49-F238E27FC236}">
                  <a16:creationId xmlns:a16="http://schemas.microsoft.com/office/drawing/2014/main" id="{10C3FC45-C679-4DAE-0139-9E881A44104A}"/>
                </a:ext>
              </a:extLst>
            </p:cNvPr>
            <p:cNvSpPr/>
            <p:nvPr/>
          </p:nvSpPr>
          <p:spPr>
            <a:xfrm>
              <a:off x="3898308" y="2547004"/>
              <a:ext cx="556254" cy="465895"/>
            </a:xfrm>
            <a:custGeom>
              <a:avLst/>
              <a:gdLst/>
              <a:ahLst/>
              <a:cxnLst/>
              <a:rect l="l" t="t" r="r" b="b"/>
              <a:pathLst>
                <a:path w="29192" h="24450" extrusionOk="0">
                  <a:moveTo>
                    <a:pt x="4262" y="1"/>
                  </a:moveTo>
                  <a:cubicBezTo>
                    <a:pt x="2037" y="4688"/>
                    <a:pt x="0" y="9319"/>
                    <a:pt x="347" y="9808"/>
                  </a:cubicBezTo>
                  <a:cubicBezTo>
                    <a:pt x="4022" y="14978"/>
                    <a:pt x="17392" y="18697"/>
                    <a:pt x="18753" y="20056"/>
                  </a:cubicBezTo>
                  <a:cubicBezTo>
                    <a:pt x="20112" y="21415"/>
                    <a:pt x="21848" y="23042"/>
                    <a:pt x="23207" y="23908"/>
                  </a:cubicBezTo>
                  <a:cubicBezTo>
                    <a:pt x="23850" y="24317"/>
                    <a:pt x="24799" y="24450"/>
                    <a:pt x="25672" y="24450"/>
                  </a:cubicBezTo>
                  <a:cubicBezTo>
                    <a:pt x="26643" y="24450"/>
                    <a:pt x="27521" y="24286"/>
                    <a:pt x="27781" y="24156"/>
                  </a:cubicBezTo>
                  <a:cubicBezTo>
                    <a:pt x="28274" y="23908"/>
                    <a:pt x="28646" y="22795"/>
                    <a:pt x="27781" y="22795"/>
                  </a:cubicBezTo>
                  <a:cubicBezTo>
                    <a:pt x="26916" y="22795"/>
                    <a:pt x="26473" y="22171"/>
                    <a:pt x="26349" y="21676"/>
                  </a:cubicBezTo>
                  <a:cubicBezTo>
                    <a:pt x="26323" y="21574"/>
                    <a:pt x="26367" y="21535"/>
                    <a:pt x="26459" y="21535"/>
                  </a:cubicBezTo>
                  <a:cubicBezTo>
                    <a:pt x="26737" y="21535"/>
                    <a:pt x="27455" y="21886"/>
                    <a:pt x="28034" y="21886"/>
                  </a:cubicBezTo>
                  <a:cubicBezTo>
                    <a:pt x="28186" y="21886"/>
                    <a:pt x="28328" y="21861"/>
                    <a:pt x="28450" y="21800"/>
                  </a:cubicBezTo>
                  <a:cubicBezTo>
                    <a:pt x="29191" y="21429"/>
                    <a:pt x="26792" y="20077"/>
                    <a:pt x="26050" y="19458"/>
                  </a:cubicBezTo>
                  <a:cubicBezTo>
                    <a:pt x="25309" y="18840"/>
                    <a:pt x="24690" y="17975"/>
                    <a:pt x="23701" y="17975"/>
                  </a:cubicBezTo>
                  <a:cubicBezTo>
                    <a:pt x="22713" y="17975"/>
                    <a:pt x="20856" y="17953"/>
                    <a:pt x="20856" y="17953"/>
                  </a:cubicBezTo>
                  <a:cubicBezTo>
                    <a:pt x="20856" y="17953"/>
                    <a:pt x="16301" y="14654"/>
                    <a:pt x="13551" y="12198"/>
                  </a:cubicBezTo>
                  <a:cubicBezTo>
                    <a:pt x="9845" y="8890"/>
                    <a:pt x="6578" y="7106"/>
                    <a:pt x="6578" y="7106"/>
                  </a:cubicBezTo>
                  <a:lnTo>
                    <a:pt x="9919" y="1614"/>
                  </a:lnTo>
                  <a:cubicBezTo>
                    <a:pt x="7727" y="240"/>
                    <a:pt x="5424" y="15"/>
                    <a:pt x="42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4">
              <a:extLst>
                <a:ext uri="{FF2B5EF4-FFF2-40B4-BE49-F238E27FC236}">
                  <a16:creationId xmlns:a16="http://schemas.microsoft.com/office/drawing/2014/main" id="{D353BFF0-38D9-12A4-BFEF-F1F538EBDE52}"/>
                </a:ext>
              </a:extLst>
            </p:cNvPr>
            <p:cNvSpPr/>
            <p:nvPr/>
          </p:nvSpPr>
          <p:spPr>
            <a:xfrm>
              <a:off x="3890286" y="2541669"/>
              <a:ext cx="558788" cy="476508"/>
            </a:xfrm>
            <a:custGeom>
              <a:avLst/>
              <a:gdLst/>
              <a:ahLst/>
              <a:cxnLst/>
              <a:rect l="l" t="t" r="r" b="b"/>
              <a:pathLst>
                <a:path w="29325" h="25007" extrusionOk="0">
                  <a:moveTo>
                    <a:pt x="4859" y="567"/>
                  </a:moveTo>
                  <a:cubicBezTo>
                    <a:pt x="6001" y="600"/>
                    <a:pt x="8006" y="845"/>
                    <a:pt x="9955" y="1989"/>
                  </a:cubicBezTo>
                  <a:lnTo>
                    <a:pt x="6761" y="7242"/>
                  </a:lnTo>
                  <a:cubicBezTo>
                    <a:pt x="6676" y="7379"/>
                    <a:pt x="6724" y="7557"/>
                    <a:pt x="6866" y="7634"/>
                  </a:cubicBezTo>
                  <a:cubicBezTo>
                    <a:pt x="6898" y="7652"/>
                    <a:pt x="10146" y="9440"/>
                    <a:pt x="13786" y="12688"/>
                  </a:cubicBezTo>
                  <a:cubicBezTo>
                    <a:pt x="16517" y="15125"/>
                    <a:pt x="21067" y="18428"/>
                    <a:pt x="21112" y="18462"/>
                  </a:cubicBezTo>
                  <a:cubicBezTo>
                    <a:pt x="21160" y="18496"/>
                    <a:pt x="21217" y="18515"/>
                    <a:pt x="21276" y="18516"/>
                  </a:cubicBezTo>
                  <a:cubicBezTo>
                    <a:pt x="21276" y="18516"/>
                    <a:pt x="23134" y="18536"/>
                    <a:pt x="24124" y="18536"/>
                  </a:cubicBezTo>
                  <a:cubicBezTo>
                    <a:pt x="24773" y="18536"/>
                    <a:pt x="25261" y="18999"/>
                    <a:pt x="25781" y="19489"/>
                  </a:cubicBezTo>
                  <a:cubicBezTo>
                    <a:pt x="25948" y="19649"/>
                    <a:pt x="26118" y="19808"/>
                    <a:pt x="26293" y="19954"/>
                  </a:cubicBezTo>
                  <a:cubicBezTo>
                    <a:pt x="26492" y="20122"/>
                    <a:pt x="26803" y="20336"/>
                    <a:pt x="27131" y="20564"/>
                  </a:cubicBezTo>
                  <a:cubicBezTo>
                    <a:pt x="27605" y="20890"/>
                    <a:pt x="28561" y="21551"/>
                    <a:pt x="28712" y="21843"/>
                  </a:cubicBezTo>
                  <a:cubicBezTo>
                    <a:pt x="28638" y="21873"/>
                    <a:pt x="28550" y="21885"/>
                    <a:pt x="28453" y="21885"/>
                  </a:cubicBezTo>
                  <a:cubicBezTo>
                    <a:pt x="28158" y="21885"/>
                    <a:pt x="27783" y="21767"/>
                    <a:pt x="27489" y="21675"/>
                  </a:cubicBezTo>
                  <a:cubicBezTo>
                    <a:pt x="27238" y="21596"/>
                    <a:pt x="27037" y="21533"/>
                    <a:pt x="26876" y="21533"/>
                  </a:cubicBezTo>
                  <a:cubicBezTo>
                    <a:pt x="26765" y="21533"/>
                    <a:pt x="26672" y="21563"/>
                    <a:pt x="26593" y="21637"/>
                  </a:cubicBezTo>
                  <a:cubicBezTo>
                    <a:pt x="26536" y="21692"/>
                    <a:pt x="26446" y="21815"/>
                    <a:pt x="26498" y="22025"/>
                  </a:cubicBezTo>
                  <a:cubicBezTo>
                    <a:pt x="26653" y="22639"/>
                    <a:pt x="27191" y="23357"/>
                    <a:pt x="28202" y="23357"/>
                  </a:cubicBezTo>
                  <a:cubicBezTo>
                    <a:pt x="28406" y="23357"/>
                    <a:pt x="28423" y="23432"/>
                    <a:pt x="28432" y="23472"/>
                  </a:cubicBezTo>
                  <a:cubicBezTo>
                    <a:pt x="28483" y="23686"/>
                    <a:pt x="28286" y="24079"/>
                    <a:pt x="28076" y="24184"/>
                  </a:cubicBezTo>
                  <a:cubicBezTo>
                    <a:pt x="27851" y="24296"/>
                    <a:pt x="27014" y="24449"/>
                    <a:pt x="26089" y="24449"/>
                  </a:cubicBezTo>
                  <a:cubicBezTo>
                    <a:pt x="25266" y="24449"/>
                    <a:pt x="24373" y="24328"/>
                    <a:pt x="23780" y="23950"/>
                  </a:cubicBezTo>
                  <a:cubicBezTo>
                    <a:pt x="22696" y="23260"/>
                    <a:pt x="21213" y="21977"/>
                    <a:pt x="19374" y="20138"/>
                  </a:cubicBezTo>
                  <a:cubicBezTo>
                    <a:pt x="18900" y="19664"/>
                    <a:pt x="17271" y="19002"/>
                    <a:pt x="15016" y="18084"/>
                  </a:cubicBezTo>
                  <a:cubicBezTo>
                    <a:pt x="10411" y="16210"/>
                    <a:pt x="3452" y="13379"/>
                    <a:pt x="1013" y="9958"/>
                  </a:cubicBezTo>
                  <a:cubicBezTo>
                    <a:pt x="964" y="9762"/>
                    <a:pt x="1096" y="8511"/>
                    <a:pt x="4859" y="567"/>
                  </a:cubicBezTo>
                  <a:close/>
                  <a:moveTo>
                    <a:pt x="4686" y="1"/>
                  </a:moveTo>
                  <a:cubicBezTo>
                    <a:pt x="4562" y="13"/>
                    <a:pt x="4476" y="62"/>
                    <a:pt x="4429" y="161"/>
                  </a:cubicBezTo>
                  <a:cubicBezTo>
                    <a:pt x="1" y="9494"/>
                    <a:pt x="350" y="9987"/>
                    <a:pt x="538" y="10251"/>
                  </a:cubicBezTo>
                  <a:cubicBezTo>
                    <a:pt x="3089" y="13837"/>
                    <a:pt x="10139" y="16706"/>
                    <a:pt x="14803" y="18605"/>
                  </a:cubicBezTo>
                  <a:cubicBezTo>
                    <a:pt x="16830" y="19429"/>
                    <a:pt x="18580" y="20142"/>
                    <a:pt x="18974" y="20536"/>
                  </a:cubicBezTo>
                  <a:cubicBezTo>
                    <a:pt x="20844" y="22404"/>
                    <a:pt x="22358" y="23712"/>
                    <a:pt x="23478" y="24426"/>
                  </a:cubicBezTo>
                  <a:cubicBezTo>
                    <a:pt x="24169" y="24865"/>
                    <a:pt x="25162" y="25006"/>
                    <a:pt x="26077" y="25006"/>
                  </a:cubicBezTo>
                  <a:cubicBezTo>
                    <a:pt x="27117" y="25006"/>
                    <a:pt x="28053" y="24824"/>
                    <a:pt x="28326" y="24687"/>
                  </a:cubicBezTo>
                  <a:cubicBezTo>
                    <a:pt x="28772" y="24465"/>
                    <a:pt x="29088" y="23812"/>
                    <a:pt x="28978" y="23343"/>
                  </a:cubicBezTo>
                  <a:cubicBezTo>
                    <a:pt x="28897" y="23001"/>
                    <a:pt x="28606" y="22795"/>
                    <a:pt x="28200" y="22795"/>
                  </a:cubicBezTo>
                  <a:cubicBezTo>
                    <a:pt x="27658" y="22795"/>
                    <a:pt x="27315" y="22490"/>
                    <a:pt x="27143" y="22156"/>
                  </a:cubicBezTo>
                  <a:lnTo>
                    <a:pt x="27143" y="22156"/>
                  </a:lnTo>
                  <a:cubicBezTo>
                    <a:pt x="27203" y="22174"/>
                    <a:pt x="27264" y="22194"/>
                    <a:pt x="27318" y="22210"/>
                  </a:cubicBezTo>
                  <a:cubicBezTo>
                    <a:pt x="27652" y="22315"/>
                    <a:pt x="28068" y="22445"/>
                    <a:pt x="28455" y="22445"/>
                  </a:cubicBezTo>
                  <a:cubicBezTo>
                    <a:pt x="28647" y="22445"/>
                    <a:pt x="28831" y="22413"/>
                    <a:pt x="28995" y="22331"/>
                  </a:cubicBezTo>
                  <a:cubicBezTo>
                    <a:pt x="29236" y="22212"/>
                    <a:pt x="29282" y="22024"/>
                    <a:pt x="29290" y="21921"/>
                  </a:cubicBezTo>
                  <a:cubicBezTo>
                    <a:pt x="29325" y="21433"/>
                    <a:pt x="28617" y="20908"/>
                    <a:pt x="27449" y="20100"/>
                  </a:cubicBezTo>
                  <a:cubicBezTo>
                    <a:pt x="27131" y="19881"/>
                    <a:pt x="26831" y="19673"/>
                    <a:pt x="26650" y="19522"/>
                  </a:cubicBezTo>
                  <a:cubicBezTo>
                    <a:pt x="26484" y="19384"/>
                    <a:pt x="26323" y="19232"/>
                    <a:pt x="26164" y="19080"/>
                  </a:cubicBezTo>
                  <a:cubicBezTo>
                    <a:pt x="25590" y="18536"/>
                    <a:pt x="24995" y="17973"/>
                    <a:pt x="24122" y="17973"/>
                  </a:cubicBezTo>
                  <a:cubicBezTo>
                    <a:pt x="23266" y="17973"/>
                    <a:pt x="21752" y="17957"/>
                    <a:pt x="21369" y="17954"/>
                  </a:cubicBezTo>
                  <a:cubicBezTo>
                    <a:pt x="20777" y="17521"/>
                    <a:pt x="16680" y="14518"/>
                    <a:pt x="14160" y="12268"/>
                  </a:cubicBezTo>
                  <a:cubicBezTo>
                    <a:pt x="11062" y="9504"/>
                    <a:pt x="8235" y="7779"/>
                    <a:pt x="7390" y="7286"/>
                  </a:cubicBezTo>
                  <a:lnTo>
                    <a:pt x="10581" y="2040"/>
                  </a:lnTo>
                  <a:cubicBezTo>
                    <a:pt x="10659" y="1909"/>
                    <a:pt x="10619" y="1736"/>
                    <a:pt x="10489" y="1655"/>
                  </a:cubicBezTo>
                  <a:cubicBezTo>
                    <a:pt x="8246" y="250"/>
                    <a:pt x="5889" y="15"/>
                    <a:pt x="468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4">
              <a:extLst>
                <a:ext uri="{FF2B5EF4-FFF2-40B4-BE49-F238E27FC236}">
                  <a16:creationId xmlns:a16="http://schemas.microsoft.com/office/drawing/2014/main" id="{4935D549-442F-D128-38FE-1743CDEED48E}"/>
                </a:ext>
              </a:extLst>
            </p:cNvPr>
            <p:cNvSpPr/>
            <p:nvPr/>
          </p:nvSpPr>
          <p:spPr>
            <a:xfrm>
              <a:off x="4220147" y="1881641"/>
              <a:ext cx="299278" cy="334987"/>
            </a:xfrm>
            <a:custGeom>
              <a:avLst/>
              <a:gdLst/>
              <a:ahLst/>
              <a:cxnLst/>
              <a:rect l="l" t="t" r="r" b="b"/>
              <a:pathLst>
                <a:path w="15706" h="17580" extrusionOk="0">
                  <a:moveTo>
                    <a:pt x="12548" y="1"/>
                  </a:moveTo>
                  <a:lnTo>
                    <a:pt x="12532" y="12"/>
                  </a:lnTo>
                  <a:cubicBezTo>
                    <a:pt x="11458" y="1872"/>
                    <a:pt x="8354" y="2973"/>
                    <a:pt x="6979" y="3396"/>
                  </a:cubicBezTo>
                  <a:cubicBezTo>
                    <a:pt x="5468" y="3861"/>
                    <a:pt x="7676" y="4907"/>
                    <a:pt x="7444" y="6303"/>
                  </a:cubicBezTo>
                  <a:cubicBezTo>
                    <a:pt x="7211" y="7698"/>
                    <a:pt x="4189" y="8512"/>
                    <a:pt x="4189" y="8512"/>
                  </a:cubicBezTo>
                  <a:cubicBezTo>
                    <a:pt x="4189" y="8512"/>
                    <a:pt x="3324" y="6653"/>
                    <a:pt x="2096" y="6653"/>
                  </a:cubicBezTo>
                  <a:cubicBezTo>
                    <a:pt x="868" y="6653"/>
                    <a:pt x="0" y="9462"/>
                    <a:pt x="702" y="10955"/>
                  </a:cubicBezTo>
                  <a:cubicBezTo>
                    <a:pt x="1184" y="11981"/>
                    <a:pt x="2041" y="12142"/>
                    <a:pt x="2530" y="12142"/>
                  </a:cubicBezTo>
                  <a:cubicBezTo>
                    <a:pt x="2751" y="12142"/>
                    <a:pt x="2897" y="12109"/>
                    <a:pt x="2897" y="12109"/>
                  </a:cubicBezTo>
                  <a:lnTo>
                    <a:pt x="2897" y="12109"/>
                  </a:lnTo>
                  <a:cubicBezTo>
                    <a:pt x="2897" y="12109"/>
                    <a:pt x="2809" y="14740"/>
                    <a:pt x="4476" y="15529"/>
                  </a:cubicBezTo>
                  <a:cubicBezTo>
                    <a:pt x="6143" y="16319"/>
                    <a:pt x="8951" y="17372"/>
                    <a:pt x="10003" y="17547"/>
                  </a:cubicBezTo>
                  <a:cubicBezTo>
                    <a:pt x="10130" y="17568"/>
                    <a:pt x="10258" y="17579"/>
                    <a:pt x="10384" y="17579"/>
                  </a:cubicBezTo>
                  <a:cubicBezTo>
                    <a:pt x="11302" y="17579"/>
                    <a:pt x="12162" y="17005"/>
                    <a:pt x="12548" y="15618"/>
                  </a:cubicBezTo>
                  <a:cubicBezTo>
                    <a:pt x="12985" y="14038"/>
                    <a:pt x="13249" y="10792"/>
                    <a:pt x="13249" y="10792"/>
                  </a:cubicBezTo>
                  <a:cubicBezTo>
                    <a:pt x="13249" y="10792"/>
                    <a:pt x="14829" y="9740"/>
                    <a:pt x="15266" y="9126"/>
                  </a:cubicBezTo>
                  <a:cubicBezTo>
                    <a:pt x="15705" y="8512"/>
                    <a:pt x="14126" y="7897"/>
                    <a:pt x="13688" y="7020"/>
                  </a:cubicBezTo>
                  <a:cubicBezTo>
                    <a:pt x="13249" y="6142"/>
                    <a:pt x="13249" y="5441"/>
                    <a:pt x="13424" y="4211"/>
                  </a:cubicBezTo>
                  <a:cubicBezTo>
                    <a:pt x="13601" y="2983"/>
                    <a:pt x="12548" y="1"/>
                    <a:pt x="125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4">
              <a:extLst>
                <a:ext uri="{FF2B5EF4-FFF2-40B4-BE49-F238E27FC236}">
                  <a16:creationId xmlns:a16="http://schemas.microsoft.com/office/drawing/2014/main" id="{A2DB6EE7-A7ED-D817-5FFC-F4B700A682CB}"/>
                </a:ext>
              </a:extLst>
            </p:cNvPr>
            <p:cNvSpPr/>
            <p:nvPr/>
          </p:nvSpPr>
          <p:spPr>
            <a:xfrm>
              <a:off x="4218337" y="1876439"/>
              <a:ext cx="304842" cy="345581"/>
            </a:xfrm>
            <a:custGeom>
              <a:avLst/>
              <a:gdLst/>
              <a:ahLst/>
              <a:cxnLst/>
              <a:rect l="l" t="t" r="r" b="b"/>
              <a:pathLst>
                <a:path w="15998" h="18136" extrusionOk="0">
                  <a:moveTo>
                    <a:pt x="12552" y="892"/>
                  </a:moveTo>
                  <a:cubicBezTo>
                    <a:pt x="12880" y="1920"/>
                    <a:pt x="13354" y="3654"/>
                    <a:pt x="13242" y="4446"/>
                  </a:cubicBezTo>
                  <a:cubicBezTo>
                    <a:pt x="13061" y="5706"/>
                    <a:pt x="13058" y="6473"/>
                    <a:pt x="13532" y="7419"/>
                  </a:cubicBezTo>
                  <a:cubicBezTo>
                    <a:pt x="13741" y="7839"/>
                    <a:pt x="14156" y="8186"/>
                    <a:pt x="14523" y="8492"/>
                  </a:cubicBezTo>
                  <a:cubicBezTo>
                    <a:pt x="14927" y="8830"/>
                    <a:pt x="15228" y="9100"/>
                    <a:pt x="15134" y="9234"/>
                  </a:cubicBezTo>
                  <a:cubicBezTo>
                    <a:pt x="14798" y="9704"/>
                    <a:pt x="13615" y="10545"/>
                    <a:pt x="13188" y="10831"/>
                  </a:cubicBezTo>
                  <a:cubicBezTo>
                    <a:pt x="13117" y="10879"/>
                    <a:pt x="13071" y="10957"/>
                    <a:pt x="13064" y="11043"/>
                  </a:cubicBezTo>
                  <a:cubicBezTo>
                    <a:pt x="13061" y="11075"/>
                    <a:pt x="12797" y="14281"/>
                    <a:pt x="12371" y="15815"/>
                  </a:cubicBezTo>
                  <a:cubicBezTo>
                    <a:pt x="12056" y="16949"/>
                    <a:pt x="11379" y="17572"/>
                    <a:pt x="10487" y="17572"/>
                  </a:cubicBezTo>
                  <a:cubicBezTo>
                    <a:pt x="10376" y="17572"/>
                    <a:pt x="10262" y="17563"/>
                    <a:pt x="10144" y="17543"/>
                  </a:cubicBezTo>
                  <a:cubicBezTo>
                    <a:pt x="9112" y="17371"/>
                    <a:pt x="6284" y="16302"/>
                    <a:pt x="4691" y="15548"/>
                  </a:cubicBezTo>
                  <a:cubicBezTo>
                    <a:pt x="3214" y="14848"/>
                    <a:pt x="3273" y="12414"/>
                    <a:pt x="3273" y="12390"/>
                  </a:cubicBezTo>
                  <a:cubicBezTo>
                    <a:pt x="3278" y="12231"/>
                    <a:pt x="3149" y="12100"/>
                    <a:pt x="2990" y="12100"/>
                  </a:cubicBezTo>
                  <a:cubicBezTo>
                    <a:pt x="2972" y="12100"/>
                    <a:pt x="2951" y="12102"/>
                    <a:pt x="2931" y="12106"/>
                  </a:cubicBezTo>
                  <a:cubicBezTo>
                    <a:pt x="2915" y="12109"/>
                    <a:pt x="2796" y="12134"/>
                    <a:pt x="2621" y="12134"/>
                  </a:cubicBezTo>
                  <a:cubicBezTo>
                    <a:pt x="2205" y="12134"/>
                    <a:pt x="1469" y="11996"/>
                    <a:pt x="1051" y="11107"/>
                  </a:cubicBezTo>
                  <a:cubicBezTo>
                    <a:pt x="606" y="10162"/>
                    <a:pt x="871" y="8636"/>
                    <a:pt x="1399" y="7805"/>
                  </a:cubicBezTo>
                  <a:cubicBezTo>
                    <a:pt x="1541" y="7582"/>
                    <a:pt x="1832" y="7207"/>
                    <a:pt x="2191" y="7207"/>
                  </a:cubicBezTo>
                  <a:cubicBezTo>
                    <a:pt x="3049" y="7207"/>
                    <a:pt x="3809" y="8432"/>
                    <a:pt x="4029" y="8905"/>
                  </a:cubicBezTo>
                  <a:cubicBezTo>
                    <a:pt x="4076" y="9005"/>
                    <a:pt x="4176" y="9067"/>
                    <a:pt x="4283" y="9067"/>
                  </a:cubicBezTo>
                  <a:cubicBezTo>
                    <a:pt x="4307" y="9067"/>
                    <a:pt x="4332" y="9063"/>
                    <a:pt x="4357" y="9056"/>
                  </a:cubicBezTo>
                  <a:cubicBezTo>
                    <a:pt x="4685" y="8969"/>
                    <a:pt x="7561" y="8152"/>
                    <a:pt x="7817" y="6622"/>
                  </a:cubicBezTo>
                  <a:cubicBezTo>
                    <a:pt x="7939" y="5887"/>
                    <a:pt x="7512" y="5270"/>
                    <a:pt x="7169" y="4774"/>
                  </a:cubicBezTo>
                  <a:cubicBezTo>
                    <a:pt x="7009" y="4544"/>
                    <a:pt x="6790" y="4227"/>
                    <a:pt x="6826" y="4121"/>
                  </a:cubicBezTo>
                  <a:cubicBezTo>
                    <a:pt x="6829" y="4112"/>
                    <a:pt x="6866" y="4029"/>
                    <a:pt x="7157" y="3939"/>
                  </a:cubicBezTo>
                  <a:cubicBezTo>
                    <a:pt x="8687" y="3469"/>
                    <a:pt x="11296" y="2476"/>
                    <a:pt x="12552" y="892"/>
                  </a:cubicBezTo>
                  <a:close/>
                  <a:moveTo>
                    <a:pt x="12638" y="0"/>
                  </a:moveTo>
                  <a:cubicBezTo>
                    <a:pt x="12571" y="0"/>
                    <a:pt x="12505" y="22"/>
                    <a:pt x="12451" y="65"/>
                  </a:cubicBezTo>
                  <a:cubicBezTo>
                    <a:pt x="12424" y="87"/>
                    <a:pt x="12400" y="115"/>
                    <a:pt x="12383" y="145"/>
                  </a:cubicBezTo>
                  <a:cubicBezTo>
                    <a:pt x="11409" y="1834"/>
                    <a:pt x="8587" y="2910"/>
                    <a:pt x="6992" y="3400"/>
                  </a:cubicBezTo>
                  <a:cubicBezTo>
                    <a:pt x="6606" y="3519"/>
                    <a:pt x="6378" y="3694"/>
                    <a:pt x="6295" y="3937"/>
                  </a:cubicBezTo>
                  <a:cubicBezTo>
                    <a:pt x="6166" y="4312"/>
                    <a:pt x="6428" y="4693"/>
                    <a:pt x="6707" y="5094"/>
                  </a:cubicBezTo>
                  <a:cubicBezTo>
                    <a:pt x="7007" y="5527"/>
                    <a:pt x="7348" y="6018"/>
                    <a:pt x="7262" y="6529"/>
                  </a:cubicBezTo>
                  <a:cubicBezTo>
                    <a:pt x="7111" y="7445"/>
                    <a:pt x="5331" y="8173"/>
                    <a:pt x="4429" y="8450"/>
                  </a:cubicBezTo>
                  <a:cubicBezTo>
                    <a:pt x="4143" y="7926"/>
                    <a:pt x="3323" y="6643"/>
                    <a:pt x="2191" y="6643"/>
                  </a:cubicBezTo>
                  <a:cubicBezTo>
                    <a:pt x="1720" y="6643"/>
                    <a:pt x="1283" y="6940"/>
                    <a:pt x="925" y="7503"/>
                  </a:cubicBezTo>
                  <a:cubicBezTo>
                    <a:pt x="320" y="8455"/>
                    <a:pt x="1" y="10197"/>
                    <a:pt x="542" y="11346"/>
                  </a:cubicBezTo>
                  <a:cubicBezTo>
                    <a:pt x="1046" y="12417"/>
                    <a:pt x="1973" y="12699"/>
                    <a:pt x="2623" y="12699"/>
                  </a:cubicBezTo>
                  <a:cubicBezTo>
                    <a:pt x="2655" y="12699"/>
                    <a:pt x="2686" y="12698"/>
                    <a:pt x="2716" y="12697"/>
                  </a:cubicBezTo>
                  <a:cubicBezTo>
                    <a:pt x="2751" y="13465"/>
                    <a:pt x="2989" y="15363"/>
                    <a:pt x="4450" y="16055"/>
                  </a:cubicBezTo>
                  <a:cubicBezTo>
                    <a:pt x="6085" y="16830"/>
                    <a:pt x="8948" y="17912"/>
                    <a:pt x="10051" y="18097"/>
                  </a:cubicBezTo>
                  <a:cubicBezTo>
                    <a:pt x="10198" y="18122"/>
                    <a:pt x="10348" y="18134"/>
                    <a:pt x="10497" y="18135"/>
                  </a:cubicBezTo>
                  <a:cubicBezTo>
                    <a:pt x="11642" y="18135"/>
                    <a:pt x="12527" y="17351"/>
                    <a:pt x="12914" y="15964"/>
                  </a:cubicBezTo>
                  <a:cubicBezTo>
                    <a:pt x="13309" y="14542"/>
                    <a:pt x="13558" y="11860"/>
                    <a:pt x="13614" y="11221"/>
                  </a:cubicBezTo>
                  <a:cubicBezTo>
                    <a:pt x="13992" y="10963"/>
                    <a:pt x="15195" y="10115"/>
                    <a:pt x="15592" y="9560"/>
                  </a:cubicBezTo>
                  <a:cubicBezTo>
                    <a:pt x="15997" y="8991"/>
                    <a:pt x="15406" y="8496"/>
                    <a:pt x="14884" y="8059"/>
                  </a:cubicBezTo>
                  <a:cubicBezTo>
                    <a:pt x="14560" y="7787"/>
                    <a:pt x="14193" y="7481"/>
                    <a:pt x="14035" y="7166"/>
                  </a:cubicBezTo>
                  <a:cubicBezTo>
                    <a:pt x="13626" y="6349"/>
                    <a:pt x="13631" y="5690"/>
                    <a:pt x="13798" y="4523"/>
                  </a:cubicBezTo>
                  <a:cubicBezTo>
                    <a:pt x="13981" y="3243"/>
                    <a:pt x="12952" y="304"/>
                    <a:pt x="12908" y="180"/>
                  </a:cubicBezTo>
                  <a:cubicBezTo>
                    <a:pt x="12877" y="94"/>
                    <a:pt x="12800" y="34"/>
                    <a:pt x="12713" y="10"/>
                  </a:cubicBezTo>
                  <a:cubicBezTo>
                    <a:pt x="12688" y="3"/>
                    <a:pt x="12663" y="0"/>
                    <a:pt x="1263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4">
              <a:extLst>
                <a:ext uri="{FF2B5EF4-FFF2-40B4-BE49-F238E27FC236}">
                  <a16:creationId xmlns:a16="http://schemas.microsoft.com/office/drawing/2014/main" id="{BF2388F4-F7DF-BF81-2BF9-69F698EDDDE8}"/>
                </a:ext>
              </a:extLst>
            </p:cNvPr>
            <p:cNvSpPr/>
            <p:nvPr/>
          </p:nvSpPr>
          <p:spPr>
            <a:xfrm>
              <a:off x="4435088" y="1999535"/>
              <a:ext cx="13319" cy="33251"/>
            </a:xfrm>
            <a:custGeom>
              <a:avLst/>
              <a:gdLst/>
              <a:ahLst/>
              <a:cxnLst/>
              <a:rect l="l" t="t" r="r" b="b"/>
              <a:pathLst>
                <a:path w="699" h="1745" extrusionOk="0">
                  <a:moveTo>
                    <a:pt x="350" y="0"/>
                  </a:moveTo>
                  <a:cubicBezTo>
                    <a:pt x="158" y="0"/>
                    <a:pt x="0" y="391"/>
                    <a:pt x="0" y="872"/>
                  </a:cubicBezTo>
                  <a:cubicBezTo>
                    <a:pt x="0" y="1354"/>
                    <a:pt x="156" y="1745"/>
                    <a:pt x="350" y="1745"/>
                  </a:cubicBezTo>
                  <a:cubicBezTo>
                    <a:pt x="543" y="1745"/>
                    <a:pt x="699" y="1354"/>
                    <a:pt x="699" y="872"/>
                  </a:cubicBezTo>
                  <a:cubicBezTo>
                    <a:pt x="699" y="391"/>
                    <a:pt x="543" y="0"/>
                    <a:pt x="35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4">
              <a:extLst>
                <a:ext uri="{FF2B5EF4-FFF2-40B4-BE49-F238E27FC236}">
                  <a16:creationId xmlns:a16="http://schemas.microsoft.com/office/drawing/2014/main" id="{3BB982BA-F99A-064F-6CBD-44C7280F4DB7}"/>
                </a:ext>
              </a:extLst>
            </p:cNvPr>
            <p:cNvSpPr/>
            <p:nvPr/>
          </p:nvSpPr>
          <p:spPr>
            <a:xfrm>
              <a:off x="4412507" y="1966951"/>
              <a:ext cx="43998" cy="26868"/>
            </a:xfrm>
            <a:custGeom>
              <a:avLst/>
              <a:gdLst/>
              <a:ahLst/>
              <a:cxnLst/>
              <a:rect l="l" t="t" r="r" b="b"/>
              <a:pathLst>
                <a:path w="2309" h="1410" extrusionOk="0">
                  <a:moveTo>
                    <a:pt x="1783" y="0"/>
                  </a:moveTo>
                  <a:cubicBezTo>
                    <a:pt x="1021" y="0"/>
                    <a:pt x="257" y="835"/>
                    <a:pt x="163" y="942"/>
                  </a:cubicBezTo>
                  <a:cubicBezTo>
                    <a:pt x="1" y="1124"/>
                    <a:pt x="129" y="1410"/>
                    <a:pt x="371" y="1410"/>
                  </a:cubicBezTo>
                  <a:cubicBezTo>
                    <a:pt x="452" y="1410"/>
                    <a:pt x="529" y="1376"/>
                    <a:pt x="581" y="1317"/>
                  </a:cubicBezTo>
                  <a:cubicBezTo>
                    <a:pt x="771" y="1103"/>
                    <a:pt x="1359" y="562"/>
                    <a:pt x="1781" y="562"/>
                  </a:cubicBezTo>
                  <a:cubicBezTo>
                    <a:pt x="1826" y="562"/>
                    <a:pt x="1869" y="568"/>
                    <a:pt x="1910" y="581"/>
                  </a:cubicBezTo>
                  <a:cubicBezTo>
                    <a:pt x="1938" y="590"/>
                    <a:pt x="1966" y="594"/>
                    <a:pt x="1994" y="594"/>
                  </a:cubicBezTo>
                  <a:cubicBezTo>
                    <a:pt x="2111" y="594"/>
                    <a:pt x="2221" y="520"/>
                    <a:pt x="2260" y="402"/>
                  </a:cubicBezTo>
                  <a:cubicBezTo>
                    <a:pt x="2308" y="258"/>
                    <a:pt x="2232" y="100"/>
                    <a:pt x="2088" y="49"/>
                  </a:cubicBezTo>
                  <a:cubicBezTo>
                    <a:pt x="1987" y="15"/>
                    <a:pt x="1885" y="0"/>
                    <a:pt x="178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4">
              <a:extLst>
                <a:ext uri="{FF2B5EF4-FFF2-40B4-BE49-F238E27FC236}">
                  <a16:creationId xmlns:a16="http://schemas.microsoft.com/office/drawing/2014/main" id="{CDAE86E8-3CFB-F9E1-C871-265E63E44DA0}"/>
                </a:ext>
              </a:extLst>
            </p:cNvPr>
            <p:cNvSpPr/>
            <p:nvPr/>
          </p:nvSpPr>
          <p:spPr>
            <a:xfrm>
              <a:off x="4398121" y="2109368"/>
              <a:ext cx="58537" cy="23800"/>
            </a:xfrm>
            <a:custGeom>
              <a:avLst/>
              <a:gdLst/>
              <a:ahLst/>
              <a:cxnLst/>
              <a:rect l="l" t="t" r="r" b="b"/>
              <a:pathLst>
                <a:path w="3072" h="1249" extrusionOk="0">
                  <a:moveTo>
                    <a:pt x="312" y="1"/>
                  </a:moveTo>
                  <a:cubicBezTo>
                    <a:pt x="236" y="1"/>
                    <a:pt x="159" y="32"/>
                    <a:pt x="104" y="93"/>
                  </a:cubicBezTo>
                  <a:cubicBezTo>
                    <a:pt x="0" y="209"/>
                    <a:pt x="11" y="387"/>
                    <a:pt x="126" y="490"/>
                  </a:cubicBezTo>
                  <a:cubicBezTo>
                    <a:pt x="805" y="1103"/>
                    <a:pt x="1519" y="1249"/>
                    <a:pt x="2045" y="1249"/>
                  </a:cubicBezTo>
                  <a:cubicBezTo>
                    <a:pt x="2506" y="1249"/>
                    <a:pt x="2823" y="1138"/>
                    <a:pt x="2850" y="1128"/>
                  </a:cubicBezTo>
                  <a:cubicBezTo>
                    <a:pt x="2996" y="1074"/>
                    <a:pt x="3072" y="913"/>
                    <a:pt x="3019" y="767"/>
                  </a:cubicBezTo>
                  <a:cubicBezTo>
                    <a:pt x="2978" y="653"/>
                    <a:pt x="2870" y="581"/>
                    <a:pt x="2754" y="581"/>
                  </a:cubicBezTo>
                  <a:cubicBezTo>
                    <a:pt x="2723" y="581"/>
                    <a:pt x="2691" y="587"/>
                    <a:pt x="2659" y="598"/>
                  </a:cubicBezTo>
                  <a:cubicBezTo>
                    <a:pt x="2639" y="605"/>
                    <a:pt x="2400" y="687"/>
                    <a:pt x="2049" y="687"/>
                  </a:cubicBezTo>
                  <a:cubicBezTo>
                    <a:pt x="1631" y="687"/>
                    <a:pt x="1054" y="571"/>
                    <a:pt x="501" y="73"/>
                  </a:cubicBezTo>
                  <a:cubicBezTo>
                    <a:pt x="447" y="25"/>
                    <a:pt x="379" y="1"/>
                    <a:pt x="31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4">
              <a:extLst>
                <a:ext uri="{FF2B5EF4-FFF2-40B4-BE49-F238E27FC236}">
                  <a16:creationId xmlns:a16="http://schemas.microsoft.com/office/drawing/2014/main" id="{395DDC38-EBEA-4D4E-693A-8C97FDF40C88}"/>
                </a:ext>
              </a:extLst>
            </p:cNvPr>
            <p:cNvSpPr/>
            <p:nvPr/>
          </p:nvSpPr>
          <p:spPr>
            <a:xfrm>
              <a:off x="3779024" y="4211877"/>
              <a:ext cx="221324" cy="195276"/>
            </a:xfrm>
            <a:custGeom>
              <a:avLst/>
              <a:gdLst/>
              <a:ahLst/>
              <a:cxnLst/>
              <a:rect l="l" t="t" r="r" b="b"/>
              <a:pathLst>
                <a:path w="11615" h="10248" extrusionOk="0">
                  <a:moveTo>
                    <a:pt x="2098" y="1"/>
                  </a:moveTo>
                  <a:cubicBezTo>
                    <a:pt x="2098" y="1"/>
                    <a:pt x="0" y="4207"/>
                    <a:pt x="82" y="4777"/>
                  </a:cubicBezTo>
                  <a:cubicBezTo>
                    <a:pt x="164" y="5347"/>
                    <a:pt x="4319" y="8363"/>
                    <a:pt x="6275" y="9422"/>
                  </a:cubicBezTo>
                  <a:cubicBezTo>
                    <a:pt x="7237" y="9943"/>
                    <a:pt x="8573" y="10247"/>
                    <a:pt x="9654" y="10247"/>
                  </a:cubicBezTo>
                  <a:cubicBezTo>
                    <a:pt x="10771" y="10247"/>
                    <a:pt x="11615" y="9923"/>
                    <a:pt x="11490" y="9177"/>
                  </a:cubicBezTo>
                  <a:cubicBezTo>
                    <a:pt x="11245" y="7712"/>
                    <a:pt x="7905" y="6733"/>
                    <a:pt x="7090" y="4534"/>
                  </a:cubicBezTo>
                  <a:cubicBezTo>
                    <a:pt x="6275" y="2333"/>
                    <a:pt x="5958" y="1054"/>
                    <a:pt x="5958" y="1054"/>
                  </a:cubicBezTo>
                  <a:cubicBezTo>
                    <a:pt x="5958" y="1054"/>
                    <a:pt x="5901" y="1057"/>
                    <a:pt x="5796" y="1057"/>
                  </a:cubicBezTo>
                  <a:cubicBezTo>
                    <a:pt x="5283" y="1057"/>
                    <a:pt x="3637" y="975"/>
                    <a:pt x="20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4">
              <a:extLst>
                <a:ext uri="{FF2B5EF4-FFF2-40B4-BE49-F238E27FC236}">
                  <a16:creationId xmlns:a16="http://schemas.microsoft.com/office/drawing/2014/main" id="{8DAADFC5-F2A5-FD7C-9D6A-47BE00B7A69E}"/>
                </a:ext>
              </a:extLst>
            </p:cNvPr>
            <p:cNvSpPr/>
            <p:nvPr/>
          </p:nvSpPr>
          <p:spPr>
            <a:xfrm>
              <a:off x="3773650" y="4206542"/>
              <a:ext cx="230889" cy="205946"/>
            </a:xfrm>
            <a:custGeom>
              <a:avLst/>
              <a:gdLst/>
              <a:ahLst/>
              <a:cxnLst/>
              <a:rect l="l" t="t" r="r" b="b"/>
              <a:pathLst>
                <a:path w="12117" h="10808" extrusionOk="0">
                  <a:moveTo>
                    <a:pt x="2496" y="679"/>
                  </a:moveTo>
                  <a:cubicBezTo>
                    <a:pt x="3971" y="1516"/>
                    <a:pt x="5463" y="1614"/>
                    <a:pt x="6024" y="1618"/>
                  </a:cubicBezTo>
                  <a:cubicBezTo>
                    <a:pt x="6148" y="2072"/>
                    <a:pt x="6481" y="3214"/>
                    <a:pt x="7108" y="4910"/>
                  </a:cubicBezTo>
                  <a:cubicBezTo>
                    <a:pt x="7569" y="6152"/>
                    <a:pt x="8744" y="7004"/>
                    <a:pt x="9781" y="7754"/>
                  </a:cubicBezTo>
                  <a:cubicBezTo>
                    <a:pt x="10613" y="8356"/>
                    <a:pt x="11399" y="8926"/>
                    <a:pt x="11495" y="9504"/>
                  </a:cubicBezTo>
                  <a:cubicBezTo>
                    <a:pt x="11527" y="9698"/>
                    <a:pt x="11467" y="9838"/>
                    <a:pt x="11300" y="9956"/>
                  </a:cubicBezTo>
                  <a:cubicBezTo>
                    <a:pt x="11019" y="10157"/>
                    <a:pt x="10528" y="10251"/>
                    <a:pt x="9947" y="10251"/>
                  </a:cubicBezTo>
                  <a:cubicBezTo>
                    <a:pt x="8926" y="10251"/>
                    <a:pt x="7625" y="9962"/>
                    <a:pt x="6691" y="9456"/>
                  </a:cubicBezTo>
                  <a:cubicBezTo>
                    <a:pt x="4541" y="8292"/>
                    <a:pt x="831" y="5499"/>
                    <a:pt x="643" y="5024"/>
                  </a:cubicBezTo>
                  <a:cubicBezTo>
                    <a:pt x="627" y="4679"/>
                    <a:pt x="1551" y="2595"/>
                    <a:pt x="2496" y="679"/>
                  </a:cubicBezTo>
                  <a:close/>
                  <a:moveTo>
                    <a:pt x="2381" y="0"/>
                  </a:moveTo>
                  <a:cubicBezTo>
                    <a:pt x="2278" y="0"/>
                    <a:pt x="2178" y="56"/>
                    <a:pt x="2129" y="155"/>
                  </a:cubicBezTo>
                  <a:cubicBezTo>
                    <a:pt x="1486" y="1445"/>
                    <a:pt x="1" y="4504"/>
                    <a:pt x="85" y="5096"/>
                  </a:cubicBezTo>
                  <a:cubicBezTo>
                    <a:pt x="198" y="5887"/>
                    <a:pt x="4757" y="9047"/>
                    <a:pt x="6422" y="9950"/>
                  </a:cubicBezTo>
                  <a:cubicBezTo>
                    <a:pt x="7372" y="10464"/>
                    <a:pt x="8776" y="10808"/>
                    <a:pt x="9945" y="10808"/>
                  </a:cubicBezTo>
                  <a:cubicBezTo>
                    <a:pt x="10634" y="10808"/>
                    <a:pt x="11241" y="10688"/>
                    <a:pt x="11626" y="10415"/>
                  </a:cubicBezTo>
                  <a:cubicBezTo>
                    <a:pt x="11966" y="10172"/>
                    <a:pt x="12116" y="9816"/>
                    <a:pt x="12049" y="9412"/>
                  </a:cubicBezTo>
                  <a:cubicBezTo>
                    <a:pt x="11915" y="8606"/>
                    <a:pt x="11078" y="8000"/>
                    <a:pt x="10111" y="7300"/>
                  </a:cubicBezTo>
                  <a:cubicBezTo>
                    <a:pt x="9138" y="6596"/>
                    <a:pt x="8035" y="5797"/>
                    <a:pt x="7634" y="4716"/>
                  </a:cubicBezTo>
                  <a:cubicBezTo>
                    <a:pt x="6837" y="2559"/>
                    <a:pt x="6516" y="1278"/>
                    <a:pt x="6513" y="1267"/>
                  </a:cubicBezTo>
                  <a:cubicBezTo>
                    <a:pt x="6482" y="1140"/>
                    <a:pt x="6369" y="1053"/>
                    <a:pt x="6241" y="1053"/>
                  </a:cubicBezTo>
                  <a:cubicBezTo>
                    <a:pt x="6235" y="1053"/>
                    <a:pt x="6229" y="1053"/>
                    <a:pt x="6223" y="1054"/>
                  </a:cubicBezTo>
                  <a:cubicBezTo>
                    <a:pt x="6220" y="1054"/>
                    <a:pt x="6175" y="1056"/>
                    <a:pt x="6095" y="1056"/>
                  </a:cubicBezTo>
                  <a:cubicBezTo>
                    <a:pt x="5636" y="1056"/>
                    <a:pt x="4021" y="986"/>
                    <a:pt x="2530" y="43"/>
                  </a:cubicBezTo>
                  <a:cubicBezTo>
                    <a:pt x="2483" y="14"/>
                    <a:pt x="2432" y="0"/>
                    <a:pt x="23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4">
              <a:extLst>
                <a:ext uri="{FF2B5EF4-FFF2-40B4-BE49-F238E27FC236}">
                  <a16:creationId xmlns:a16="http://schemas.microsoft.com/office/drawing/2014/main" id="{E0A97381-7481-9876-CAB8-182351780584}"/>
                </a:ext>
              </a:extLst>
            </p:cNvPr>
            <p:cNvSpPr/>
            <p:nvPr/>
          </p:nvSpPr>
          <p:spPr>
            <a:xfrm>
              <a:off x="3780186" y="4284687"/>
              <a:ext cx="219742" cy="122466"/>
            </a:xfrm>
            <a:custGeom>
              <a:avLst/>
              <a:gdLst/>
              <a:ahLst/>
              <a:cxnLst/>
              <a:rect l="l" t="t" r="r" b="b"/>
              <a:pathLst>
                <a:path w="11532" h="6427" extrusionOk="0">
                  <a:moveTo>
                    <a:pt x="291" y="1"/>
                  </a:moveTo>
                  <a:cubicBezTo>
                    <a:pt x="113" y="460"/>
                    <a:pt x="1" y="818"/>
                    <a:pt x="21" y="958"/>
                  </a:cubicBezTo>
                  <a:cubicBezTo>
                    <a:pt x="103" y="1528"/>
                    <a:pt x="4258" y="4542"/>
                    <a:pt x="6214" y="5603"/>
                  </a:cubicBezTo>
                  <a:cubicBezTo>
                    <a:pt x="7175" y="6123"/>
                    <a:pt x="8509" y="6427"/>
                    <a:pt x="9589" y="6427"/>
                  </a:cubicBezTo>
                  <a:cubicBezTo>
                    <a:pt x="10694" y="6427"/>
                    <a:pt x="11532" y="6109"/>
                    <a:pt x="11429" y="5380"/>
                  </a:cubicBezTo>
                  <a:lnTo>
                    <a:pt x="11429" y="5380"/>
                  </a:lnTo>
                  <a:cubicBezTo>
                    <a:pt x="11107" y="5424"/>
                    <a:pt x="10751" y="5453"/>
                    <a:pt x="10364" y="5453"/>
                  </a:cubicBezTo>
                  <a:cubicBezTo>
                    <a:pt x="9408" y="5453"/>
                    <a:pt x="8269" y="5279"/>
                    <a:pt x="7027" y="4741"/>
                  </a:cubicBezTo>
                  <a:cubicBezTo>
                    <a:pt x="4010" y="3433"/>
                    <a:pt x="1084" y="758"/>
                    <a:pt x="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4">
              <a:extLst>
                <a:ext uri="{FF2B5EF4-FFF2-40B4-BE49-F238E27FC236}">
                  <a16:creationId xmlns:a16="http://schemas.microsoft.com/office/drawing/2014/main" id="{AC9E3207-94E0-53D9-74D7-59714C14961B}"/>
                </a:ext>
              </a:extLst>
            </p:cNvPr>
            <p:cNvSpPr/>
            <p:nvPr/>
          </p:nvSpPr>
          <p:spPr>
            <a:xfrm>
              <a:off x="3774908" y="4279313"/>
              <a:ext cx="229441" cy="133156"/>
            </a:xfrm>
            <a:custGeom>
              <a:avLst/>
              <a:gdLst/>
              <a:ahLst/>
              <a:cxnLst/>
              <a:rect l="l" t="t" r="r" b="b"/>
              <a:pathLst>
                <a:path w="12041" h="6988" extrusionOk="0">
                  <a:moveTo>
                    <a:pt x="686" y="777"/>
                  </a:moveTo>
                  <a:cubicBezTo>
                    <a:pt x="1796" y="1801"/>
                    <a:pt x="4455" y="4094"/>
                    <a:pt x="7192" y="5281"/>
                  </a:cubicBezTo>
                  <a:cubicBezTo>
                    <a:pt x="8325" y="5772"/>
                    <a:pt x="9478" y="6017"/>
                    <a:pt x="10633" y="6017"/>
                  </a:cubicBezTo>
                  <a:cubicBezTo>
                    <a:pt x="10883" y="6017"/>
                    <a:pt x="11132" y="6005"/>
                    <a:pt x="11381" y="5982"/>
                  </a:cubicBezTo>
                  <a:lnTo>
                    <a:pt x="11381" y="5982"/>
                  </a:lnTo>
                  <a:cubicBezTo>
                    <a:pt x="11340" y="6047"/>
                    <a:pt x="11286" y="6101"/>
                    <a:pt x="11222" y="6143"/>
                  </a:cubicBezTo>
                  <a:cubicBezTo>
                    <a:pt x="10941" y="6338"/>
                    <a:pt x="10455" y="6429"/>
                    <a:pt x="9880" y="6429"/>
                  </a:cubicBezTo>
                  <a:cubicBezTo>
                    <a:pt x="8858" y="6429"/>
                    <a:pt x="7555" y="6141"/>
                    <a:pt x="6625" y="5637"/>
                  </a:cubicBezTo>
                  <a:cubicBezTo>
                    <a:pt x="4475" y="4473"/>
                    <a:pt x="765" y="1680"/>
                    <a:pt x="577" y="1205"/>
                  </a:cubicBezTo>
                  <a:cubicBezTo>
                    <a:pt x="577" y="1193"/>
                    <a:pt x="577" y="1101"/>
                    <a:pt x="686" y="777"/>
                  </a:cubicBezTo>
                  <a:close/>
                  <a:moveTo>
                    <a:pt x="568" y="1"/>
                  </a:moveTo>
                  <a:cubicBezTo>
                    <a:pt x="457" y="1"/>
                    <a:pt x="349" y="65"/>
                    <a:pt x="305" y="181"/>
                  </a:cubicBezTo>
                  <a:cubicBezTo>
                    <a:pt x="21" y="914"/>
                    <a:pt x="0" y="1142"/>
                    <a:pt x="19" y="1279"/>
                  </a:cubicBezTo>
                  <a:cubicBezTo>
                    <a:pt x="132" y="2069"/>
                    <a:pt x="4691" y="5228"/>
                    <a:pt x="6356" y="6131"/>
                  </a:cubicBezTo>
                  <a:cubicBezTo>
                    <a:pt x="7302" y="6643"/>
                    <a:pt x="8709" y="6987"/>
                    <a:pt x="9879" y="6987"/>
                  </a:cubicBezTo>
                  <a:cubicBezTo>
                    <a:pt x="10558" y="6987"/>
                    <a:pt x="11159" y="6871"/>
                    <a:pt x="11543" y="6604"/>
                  </a:cubicBezTo>
                  <a:cubicBezTo>
                    <a:pt x="11884" y="6367"/>
                    <a:pt x="12040" y="6019"/>
                    <a:pt x="11985" y="5624"/>
                  </a:cubicBezTo>
                  <a:cubicBezTo>
                    <a:pt x="11965" y="5482"/>
                    <a:pt x="11844" y="5381"/>
                    <a:pt x="11706" y="5381"/>
                  </a:cubicBezTo>
                  <a:cubicBezTo>
                    <a:pt x="11693" y="5381"/>
                    <a:pt x="11681" y="5381"/>
                    <a:pt x="11668" y="5383"/>
                  </a:cubicBezTo>
                  <a:cubicBezTo>
                    <a:pt x="11323" y="5431"/>
                    <a:pt x="10976" y="5455"/>
                    <a:pt x="10630" y="5455"/>
                  </a:cubicBezTo>
                  <a:cubicBezTo>
                    <a:pt x="9553" y="5455"/>
                    <a:pt x="8476" y="5223"/>
                    <a:pt x="7417" y="4763"/>
                  </a:cubicBezTo>
                  <a:cubicBezTo>
                    <a:pt x="4458" y="3483"/>
                    <a:pt x="1574" y="855"/>
                    <a:pt x="760" y="79"/>
                  </a:cubicBezTo>
                  <a:cubicBezTo>
                    <a:pt x="705" y="26"/>
                    <a:pt x="636" y="1"/>
                    <a:pt x="5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34">
            <a:extLst>
              <a:ext uri="{FF2B5EF4-FFF2-40B4-BE49-F238E27FC236}">
                <a16:creationId xmlns:a16="http://schemas.microsoft.com/office/drawing/2014/main" id="{5DAD68D8-0144-2415-155A-A9BFD7B78644}"/>
              </a:ext>
            </a:extLst>
          </p:cNvPr>
          <p:cNvSpPr txBox="1">
            <a:spLocks noGrp="1"/>
          </p:cNvSpPr>
          <p:nvPr>
            <p:ph type="title" idx="2"/>
          </p:nvPr>
        </p:nvSpPr>
        <p:spPr>
          <a:xfrm>
            <a:off x="876325" y="388388"/>
            <a:ext cx="860326"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03</a:t>
            </a:r>
            <a:endParaRPr dirty="0"/>
          </a:p>
        </p:txBody>
      </p:sp>
    </p:spTree>
    <p:extLst>
      <p:ext uri="{BB962C8B-B14F-4D97-AF65-F5344CB8AC3E}">
        <p14:creationId xmlns:p14="http://schemas.microsoft.com/office/powerpoint/2010/main" val="1439540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A34C4-7F9C-4AB9-7372-D30E089D376F}"/>
              </a:ext>
            </a:extLst>
          </p:cNvPr>
          <p:cNvSpPr>
            <a:spLocks noGrp="1"/>
          </p:cNvSpPr>
          <p:nvPr>
            <p:ph type="title"/>
          </p:nvPr>
        </p:nvSpPr>
        <p:spPr>
          <a:xfrm>
            <a:off x="876325" y="1458975"/>
            <a:ext cx="7332010" cy="1671900"/>
          </a:xfrm>
        </p:spPr>
        <p:txBody>
          <a:bodyPr/>
          <a:lstStyle/>
          <a:p>
            <a:r>
              <a:rPr lang="en-US" sz="1600" dirty="0">
                <a:latin typeface="Segoe UI Light" panose="020B0502040204020203" pitchFamily="34" charset="0"/>
                <a:cs typeface="Segoe UI Light" panose="020B0502040204020203" pitchFamily="34" charset="0"/>
              </a:rPr>
              <a:t>EJBCA (Enterprise Java Beans Certificate Authority) </a:t>
            </a:r>
            <a:r>
              <a:rPr lang="en-US" sz="1600" dirty="0" err="1">
                <a:latin typeface="Segoe UI Light" panose="020B0502040204020203" pitchFamily="34" charset="0"/>
                <a:cs typeface="Segoe UI Light" panose="020B0502040204020203" pitchFamily="34" charset="0"/>
              </a:rPr>
              <a:t>là</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phần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mềm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mã</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nguồn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mở</a:t>
            </a:r>
            <a:r>
              <a:rPr lang="en-US" sz="1600" dirty="0">
                <a:latin typeface="Segoe UI Light" panose="020B0502040204020203" pitchFamily="34" charset="0"/>
                <a:cs typeface="Segoe UI Light" panose="020B0502040204020203" pitchFamily="34" charset="0"/>
              </a:rPr>
              <a:t> do </a:t>
            </a:r>
            <a:r>
              <a:rPr lang="en-US" sz="1600" dirty="0" err="1">
                <a:latin typeface="Segoe UI Light" panose="020B0502040204020203" pitchFamily="34" charset="0"/>
                <a:cs typeface="Segoe UI Light" panose="020B0502040204020203" pitchFamily="34" charset="0"/>
              </a:rPr>
              <a:t>PrimeKey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phát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triển</a:t>
            </a:r>
            <a:r>
              <a:rPr lang="en-US" sz="1600" dirty="0">
                <a:latin typeface="Segoe UI Light" panose="020B0502040204020203" pitchFamily="34" charset="0"/>
                <a:cs typeface="Segoe UI Light" panose="020B0502040204020203" pitchFamily="34" charset="0"/>
              </a:rPr>
              <a:t>. Cho </a:t>
            </a:r>
            <a:r>
              <a:rPr lang="en-US" sz="1600" dirty="0" err="1">
                <a:latin typeface="Segoe UI Light" panose="020B0502040204020203" pitchFamily="34" charset="0"/>
                <a:cs typeface="Segoe UI Light" panose="020B0502040204020203" pitchFamily="34" charset="0"/>
              </a:rPr>
              <a:t>phép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triển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khai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một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hệ</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thống</a:t>
            </a:r>
            <a:r>
              <a:rPr lang="en-US" sz="1600" dirty="0">
                <a:latin typeface="Segoe UI Light" panose="020B0502040204020203" pitchFamily="34" charset="0"/>
                <a:cs typeface="Segoe UI Light" panose="020B0502040204020203" pitchFamily="34" charset="0"/>
              </a:rPr>
              <a:t> PKI (Public Key Infrastructure) </a:t>
            </a:r>
            <a:r>
              <a:rPr lang="en-US" sz="1600" dirty="0" err="1">
                <a:latin typeface="Segoe UI Light" panose="020B0502040204020203" pitchFamily="34" charset="0"/>
                <a:cs typeface="Segoe UI Light" panose="020B0502040204020203" pitchFamily="34" charset="0"/>
              </a:rPr>
              <a:t>đầy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đủ</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năng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Được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sử</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dụng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xây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dựng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hệ</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thống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thực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số</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hỗ</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trợ</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cả</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triển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khai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thực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tế</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nghiên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cứu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thử</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nghiệm</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endParaRPr lang="en-US" sz="1600" dirty="0">
              <a:latin typeface="Segoe UI Light" panose="020B0502040204020203" pitchFamily="34" charset="0"/>
              <a:cs typeface="Segoe UI Light" panose="020B0502040204020203" pitchFamily="34" charset="0"/>
            </a:endParaRPr>
          </a:p>
        </p:txBody>
      </p:sp>
      <p:sp>
        <p:nvSpPr>
          <p:cNvPr id="4" name="Title 3">
            <a:extLst>
              <a:ext uri="{FF2B5EF4-FFF2-40B4-BE49-F238E27FC236}">
                <a16:creationId xmlns:a16="http://schemas.microsoft.com/office/drawing/2014/main" id="{194C7034-035A-93D6-83A9-BB6FD2F19F80}"/>
              </a:ext>
            </a:extLst>
          </p:cNvPr>
          <p:cNvSpPr>
            <a:spLocks noGrp="1"/>
          </p:cNvSpPr>
          <p:nvPr>
            <p:ph type="title" idx="2"/>
          </p:nvPr>
        </p:nvSpPr>
        <p:spPr>
          <a:xfrm>
            <a:off x="498175" y="388387"/>
            <a:ext cx="4619630" cy="792600"/>
          </a:xfrm>
        </p:spPr>
        <p:txBody>
          <a:bodyPr/>
          <a:lstStyle/>
          <a:p>
            <a:r>
              <a:rPr lang="en-US" sz="3200" dirty="0">
                <a:latin typeface="Segoe UI Black" panose="020B0A02040204020203" pitchFamily="34" charset="0"/>
                <a:ea typeface="Segoe UI Black" panose="020B0A02040204020203" pitchFamily="34" charset="0"/>
              </a:rPr>
              <a:t>3.1. </a:t>
            </a:r>
            <a:r>
              <a:rPr lang="en-US" sz="3200" dirty="0" err="1">
                <a:latin typeface="Segoe UI Black" panose="020B0A02040204020203" pitchFamily="34" charset="0"/>
                <a:ea typeface="Segoe UI Black" panose="020B0A02040204020203" pitchFamily="34" charset="0"/>
              </a:rPr>
              <a:t>Giới</a:t>
            </a:r>
            <a:r>
              <a:rPr lang="en-US" sz="3200" dirty="0">
                <a:latin typeface="Segoe UI Black" panose="020B0A02040204020203" pitchFamily="34" charset="0"/>
                <a:ea typeface="Segoe UI Black" panose="020B0A02040204020203" pitchFamily="34" charset="0"/>
              </a:rPr>
              <a:t> </a:t>
            </a:r>
            <a:r>
              <a:rPr lang="en-US" sz="3200" dirty="0" err="1">
                <a:latin typeface="Segoe UI Black" panose="020B0A02040204020203" pitchFamily="34" charset="0"/>
                <a:ea typeface="Segoe UI Black" panose="020B0A02040204020203" pitchFamily="34" charset="0"/>
              </a:rPr>
              <a:t>thiệu</a:t>
            </a:r>
            <a:endParaRPr lang="en-US" sz="3200" dirty="0">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765653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CC919-D4CD-90BB-EE51-444D18C41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2F467-D29D-38F3-65DD-54B0E34CE2B1}"/>
              </a:ext>
            </a:extLst>
          </p:cNvPr>
          <p:cNvSpPr>
            <a:spLocks noGrp="1"/>
          </p:cNvSpPr>
          <p:nvPr>
            <p:ph type="title"/>
          </p:nvPr>
        </p:nvSpPr>
        <p:spPr>
          <a:xfrm>
            <a:off x="876325" y="1458975"/>
            <a:ext cx="7332010" cy="1671900"/>
          </a:xfrm>
        </p:spPr>
        <p:txBody>
          <a:bodyPr/>
          <a:lstStyle/>
          <a:p>
            <a:r>
              <a:rPr lang="vi-VN" sz="1600" dirty="0">
                <a:latin typeface="Segoe UI Light" panose="020B0502040204020203" pitchFamily="34" charset="0"/>
                <a:cs typeface="Segoe UI Light" panose="020B0502040204020203" pitchFamily="34" charset="0"/>
              </a:rPr>
              <a:t>Được phát triển trên nền tảng Java, EJBCA là một hệ thống độc lập, có khả năng hoạt động trên hầu hết các loại phần cứng phổ biến cũng như các hệ điều hành thông dụng như Windows và Linux.</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Để triển khai và vận hành, EJBCA cần:</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 Một Application Server (máy chủ ứng dụng) làm nền tảng, ví dụ: JBOSS, Oracle WebLogic, IBM WebSphere…</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 Một hệ quản trị cơ sở dữ liệu (CSDL) để lưu trữ dữ liệu, có thể lựa chọn từ các giải pháp miễn phí đến thương mại như: MySQL, Oracle, IBM DB2, MS SQL Server…</a:t>
            </a:r>
          </a:p>
        </p:txBody>
      </p:sp>
      <p:sp>
        <p:nvSpPr>
          <p:cNvPr id="4" name="Title 3">
            <a:extLst>
              <a:ext uri="{FF2B5EF4-FFF2-40B4-BE49-F238E27FC236}">
                <a16:creationId xmlns:a16="http://schemas.microsoft.com/office/drawing/2014/main" id="{14BA016D-9101-B287-1589-0BB420F19419}"/>
              </a:ext>
            </a:extLst>
          </p:cNvPr>
          <p:cNvSpPr>
            <a:spLocks noGrp="1"/>
          </p:cNvSpPr>
          <p:nvPr>
            <p:ph type="title" idx="2"/>
          </p:nvPr>
        </p:nvSpPr>
        <p:spPr>
          <a:xfrm>
            <a:off x="498175" y="388387"/>
            <a:ext cx="4619630" cy="792600"/>
          </a:xfrm>
        </p:spPr>
        <p:txBody>
          <a:bodyPr/>
          <a:lstStyle/>
          <a:p>
            <a:r>
              <a:rPr lang="en-US" sz="3200" dirty="0">
                <a:latin typeface="Segoe UI Black" panose="020B0A02040204020203" pitchFamily="34" charset="0"/>
                <a:ea typeface="Segoe UI Black" panose="020B0A02040204020203" pitchFamily="34" charset="0"/>
              </a:rPr>
              <a:t>3.2. PKI – EJBCA</a:t>
            </a:r>
          </a:p>
        </p:txBody>
      </p:sp>
    </p:spTree>
    <p:extLst>
      <p:ext uri="{BB962C8B-B14F-4D97-AF65-F5344CB8AC3E}">
        <p14:creationId xmlns:p14="http://schemas.microsoft.com/office/powerpoint/2010/main" val="3188716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453DC-B0FC-AB39-5E14-18BCD59D2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C9202-0EF4-9726-D00D-75BEA7CAAD26}"/>
              </a:ext>
            </a:extLst>
          </p:cNvPr>
          <p:cNvSpPr>
            <a:spLocks noGrp="1"/>
          </p:cNvSpPr>
          <p:nvPr>
            <p:ph type="title"/>
          </p:nvPr>
        </p:nvSpPr>
        <p:spPr>
          <a:xfrm>
            <a:off x="876325" y="1458975"/>
            <a:ext cx="7332010" cy="1671900"/>
          </a:xfrm>
        </p:spPr>
        <p:txBody>
          <a:bodyPr/>
          <a:lstStyle/>
          <a:p>
            <a:r>
              <a:rPr lang="vi-VN" sz="1600" dirty="0">
                <a:latin typeface="Segoe UI Light" panose="020B0502040204020203" pitchFamily="34" charset="0"/>
                <a:cs typeface="Segoe UI Light" panose="020B0502040204020203" pitchFamily="34" charset="0"/>
              </a:rPr>
              <a:t>Ngoài ra, EJBCA có một số đặc điểm nổi bật:</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 Hỗ trợ xây dựng CA nhiều cấp, không giới hạn số lượng CA.</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 Hỗ trợ thuật toán RSA với độ dài khóa lên tới 4096 bit.</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 Hỗ trợ thuật toán DSA với độ dài khóa tối đa 1024 bit.</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 Hỗ trợ các hàm băm phổ biến: MD5, SHA-1, SHA-256.</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 Các chứng thư số phát hành đều tuân thủ nghiêm ngặt chuẩn X.509.</a:t>
            </a:r>
          </a:p>
        </p:txBody>
      </p:sp>
      <p:sp>
        <p:nvSpPr>
          <p:cNvPr id="4" name="Title 3">
            <a:extLst>
              <a:ext uri="{FF2B5EF4-FFF2-40B4-BE49-F238E27FC236}">
                <a16:creationId xmlns:a16="http://schemas.microsoft.com/office/drawing/2014/main" id="{DD07D14A-0FFE-939E-25DE-E5402E02723A}"/>
              </a:ext>
            </a:extLst>
          </p:cNvPr>
          <p:cNvSpPr>
            <a:spLocks noGrp="1"/>
          </p:cNvSpPr>
          <p:nvPr>
            <p:ph type="title" idx="2"/>
          </p:nvPr>
        </p:nvSpPr>
        <p:spPr>
          <a:xfrm>
            <a:off x="498175" y="388387"/>
            <a:ext cx="4619630" cy="792600"/>
          </a:xfrm>
        </p:spPr>
        <p:txBody>
          <a:bodyPr/>
          <a:lstStyle/>
          <a:p>
            <a:r>
              <a:rPr lang="en-US" sz="3200" dirty="0">
                <a:latin typeface="Segoe UI Black" panose="020B0A02040204020203" pitchFamily="34" charset="0"/>
                <a:ea typeface="Segoe UI Black" panose="020B0A02040204020203" pitchFamily="34" charset="0"/>
              </a:rPr>
              <a:t>3.2. PKI – EJBCA</a:t>
            </a:r>
          </a:p>
        </p:txBody>
      </p:sp>
    </p:spTree>
    <p:extLst>
      <p:ext uri="{BB962C8B-B14F-4D97-AF65-F5344CB8AC3E}">
        <p14:creationId xmlns:p14="http://schemas.microsoft.com/office/powerpoint/2010/main" val="2721430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B8B7B-8AE9-4B23-855A-2AB0DC54F30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98252B7-38AF-95CD-F495-DF2C327BDD1E}"/>
              </a:ext>
            </a:extLst>
          </p:cNvPr>
          <p:cNvSpPr>
            <a:spLocks noGrp="1"/>
          </p:cNvSpPr>
          <p:nvPr>
            <p:ph type="title" idx="2"/>
          </p:nvPr>
        </p:nvSpPr>
        <p:spPr>
          <a:xfrm>
            <a:off x="498175" y="388387"/>
            <a:ext cx="4619630" cy="792600"/>
          </a:xfrm>
        </p:spPr>
        <p:txBody>
          <a:bodyPr/>
          <a:lstStyle/>
          <a:p>
            <a:r>
              <a:rPr lang="en-US" sz="3200" dirty="0">
                <a:latin typeface="Segoe UI Black" panose="020B0A02040204020203" pitchFamily="34" charset="0"/>
                <a:ea typeface="Segoe UI Black" panose="020B0A02040204020203" pitchFamily="34" charset="0"/>
              </a:rPr>
              <a:t>3.3. </a:t>
            </a:r>
            <a:r>
              <a:rPr lang="en-US" sz="3200" dirty="0" err="1">
                <a:latin typeface="Segoe UI Black" panose="020B0A02040204020203" pitchFamily="34" charset="0"/>
                <a:ea typeface="Segoe UI Black" panose="020B0A02040204020203" pitchFamily="34" charset="0"/>
              </a:rPr>
              <a:t>Kiến</a:t>
            </a:r>
            <a:r>
              <a:rPr lang="en-US" sz="3200" dirty="0">
                <a:latin typeface="Segoe UI Black" panose="020B0A02040204020203" pitchFamily="34" charset="0"/>
                <a:ea typeface="Segoe UI Black" panose="020B0A02040204020203" pitchFamily="34" charset="0"/>
              </a:rPr>
              <a:t> </a:t>
            </a:r>
            <a:r>
              <a:rPr lang="en-US" sz="3200" dirty="0" err="1">
                <a:latin typeface="Segoe UI Black" panose="020B0A02040204020203" pitchFamily="34" charset="0"/>
                <a:ea typeface="Segoe UI Black" panose="020B0A02040204020203" pitchFamily="34" charset="0"/>
              </a:rPr>
              <a:t>trúc</a:t>
            </a:r>
            <a:r>
              <a:rPr lang="en-US" sz="3200" dirty="0">
                <a:latin typeface="Segoe UI Black" panose="020B0A02040204020203" pitchFamily="34" charset="0"/>
                <a:ea typeface="Segoe UI Black" panose="020B0A02040204020203" pitchFamily="34" charset="0"/>
              </a:rPr>
              <a:t> EJBCA</a:t>
            </a:r>
          </a:p>
        </p:txBody>
      </p:sp>
      <p:pic>
        <p:nvPicPr>
          <p:cNvPr id="3" name="Picture 2">
            <a:extLst>
              <a:ext uri="{FF2B5EF4-FFF2-40B4-BE49-F238E27FC236}">
                <a16:creationId xmlns:a16="http://schemas.microsoft.com/office/drawing/2014/main" id="{0D3041A6-7E70-D5C0-2D3A-FAD31A229AE7}"/>
              </a:ext>
            </a:extLst>
          </p:cNvPr>
          <p:cNvPicPr>
            <a:picLocks noChangeAspect="1"/>
          </p:cNvPicPr>
          <p:nvPr/>
        </p:nvPicPr>
        <p:blipFill>
          <a:blip r:embed="rId2"/>
          <a:stretch>
            <a:fillRect/>
          </a:stretch>
        </p:blipFill>
        <p:spPr>
          <a:xfrm>
            <a:off x="1288920" y="1270197"/>
            <a:ext cx="6120914" cy="3657917"/>
          </a:xfrm>
          <a:prstGeom prst="rect">
            <a:avLst/>
          </a:prstGeom>
        </p:spPr>
      </p:pic>
    </p:spTree>
    <p:extLst>
      <p:ext uri="{BB962C8B-B14F-4D97-AF65-F5344CB8AC3E}">
        <p14:creationId xmlns:p14="http://schemas.microsoft.com/office/powerpoint/2010/main" val="34098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93382-F93A-001F-53D9-CB447C05A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FDB4A-DC71-C61F-6A45-E95C39DC2B74}"/>
              </a:ext>
            </a:extLst>
          </p:cNvPr>
          <p:cNvSpPr>
            <a:spLocks noGrp="1"/>
          </p:cNvSpPr>
          <p:nvPr>
            <p:ph type="title"/>
          </p:nvPr>
        </p:nvSpPr>
        <p:spPr>
          <a:xfrm>
            <a:off x="876325" y="1458975"/>
            <a:ext cx="7332010" cy="1671900"/>
          </a:xfrm>
        </p:spPr>
        <p:txBody>
          <a:bodyPr/>
          <a:lstStyle/>
          <a:p>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EJBCA là một tổ chức chứng nhận rất phổ biến hiện đang được sử dụng,</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một trong những CA được ưa thích hiện nay. Các đặc trưng cơ bản của CA này</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bao gồm sự lựa chọn của thuật toán ta cần như tùy chọn giữa các thuật toán</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SHA1 hay SHA256 với RSA và với các kích thước khóa khác nhau như 1024,</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2048, 4096.</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EJBCA cung cấp một số tính năng nổi bật về lựa chọn ngôn ngữ trong quá</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trình cấu hình hệ thống. Ngoài ra ta cũng có thể chọn loại publisher chúng ta</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muốn như LDAP, thư mục động (AD – Active Directory) hay một thiết kế</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publisher tự làm.</a:t>
            </a:r>
          </a:p>
        </p:txBody>
      </p:sp>
      <p:sp>
        <p:nvSpPr>
          <p:cNvPr id="4" name="Title 3">
            <a:extLst>
              <a:ext uri="{FF2B5EF4-FFF2-40B4-BE49-F238E27FC236}">
                <a16:creationId xmlns:a16="http://schemas.microsoft.com/office/drawing/2014/main" id="{EEFF1B99-9177-E7F8-AD24-13DA6C5175C9}"/>
              </a:ext>
            </a:extLst>
          </p:cNvPr>
          <p:cNvSpPr>
            <a:spLocks noGrp="1"/>
          </p:cNvSpPr>
          <p:nvPr>
            <p:ph type="title" idx="2"/>
          </p:nvPr>
        </p:nvSpPr>
        <p:spPr>
          <a:xfrm>
            <a:off x="498175" y="388387"/>
            <a:ext cx="4619630" cy="792600"/>
          </a:xfrm>
        </p:spPr>
        <p:txBody>
          <a:bodyPr/>
          <a:lstStyle/>
          <a:p>
            <a:r>
              <a:rPr lang="en-US" sz="3200" dirty="0">
                <a:latin typeface="Segoe UI Black" panose="020B0A02040204020203" pitchFamily="34" charset="0"/>
                <a:ea typeface="Segoe UI Black" panose="020B0A02040204020203" pitchFamily="34" charset="0"/>
              </a:rPr>
              <a:t>3.4. </a:t>
            </a:r>
            <a:r>
              <a:rPr lang="en-US" sz="3200" dirty="0" err="1">
                <a:latin typeface="Segoe UI Black" panose="020B0A02040204020203" pitchFamily="34" charset="0"/>
                <a:ea typeface="Segoe UI Black" panose="020B0A02040204020203" pitchFamily="34" charset="0"/>
              </a:rPr>
              <a:t>Chức</a:t>
            </a:r>
            <a:r>
              <a:rPr lang="en-US" sz="3200" dirty="0">
                <a:latin typeface="Segoe UI Black" panose="020B0A02040204020203" pitchFamily="34" charset="0"/>
                <a:ea typeface="Segoe UI Black" panose="020B0A02040204020203" pitchFamily="34" charset="0"/>
              </a:rPr>
              <a:t> </a:t>
            </a:r>
            <a:r>
              <a:rPr lang="en-US" sz="3200" dirty="0" err="1">
                <a:latin typeface="Segoe UI Black" panose="020B0A02040204020203" pitchFamily="34" charset="0"/>
                <a:ea typeface="Segoe UI Black" panose="020B0A02040204020203" pitchFamily="34" charset="0"/>
              </a:rPr>
              <a:t>năng</a:t>
            </a:r>
            <a:endParaRPr lang="en-US" sz="3200" dirty="0">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4051620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A3F05-8E6B-CC41-D349-1E517133F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E5F99-0159-E4B1-7454-53CE58E5B6C2}"/>
              </a:ext>
            </a:extLst>
          </p:cNvPr>
          <p:cNvSpPr>
            <a:spLocks noGrp="1"/>
          </p:cNvSpPr>
          <p:nvPr>
            <p:ph type="title"/>
          </p:nvPr>
        </p:nvSpPr>
        <p:spPr>
          <a:xfrm>
            <a:off x="876325" y="1458975"/>
            <a:ext cx="7332010" cy="1671900"/>
          </a:xfrm>
        </p:spPr>
        <p:txBody>
          <a:bodyPr/>
          <a:lstStyle/>
          <a:p>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EJBCA và OpenCA đều là các dự án PKI mã nguồn mở mạnh và hiện</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cũng có nhiều phát triển đang được thực hiện cả 2 phần mềm này.</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EJBCA là một CA và là một hệ thống quản lý PKI hoàn chỉnh, là một giải</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pháp PKI rất mạnh, độc lập môi trường, hiệu suất cao, có thể mở rộng dựa trên</a:t>
            </a:r>
            <a:br>
              <a:rPr lang="vi-VN" sz="1600" dirty="0">
                <a:latin typeface="Segoe UI Light" panose="020B0502040204020203" pitchFamily="34" charset="0"/>
                <a:cs typeface="Segoe UI Light" panose="020B0502040204020203" pitchFamily="34" charset="0"/>
              </a:rPr>
            </a:br>
            <a:r>
              <a:rPr lang="vi-VN" sz="1600" dirty="0">
                <a:latin typeface="Segoe UI Light" panose="020B0502040204020203" pitchFamily="34" charset="0"/>
                <a:cs typeface="Segoe UI Light" panose="020B0502040204020203" pitchFamily="34" charset="0"/>
              </a:rPr>
              <a:t>thành phần.</a:t>
            </a:r>
            <a:br>
              <a:rPr lang="vi-VN" sz="1600" dirty="0">
                <a:latin typeface="Segoe UI Light" panose="020B0502040204020203" pitchFamily="34" charset="0"/>
                <a:cs typeface="Segoe UI Light" panose="020B0502040204020203" pitchFamily="34" charset="0"/>
              </a:rPr>
            </a:br>
            <a:endParaRPr lang="vi-VN" sz="1600" dirty="0">
              <a:latin typeface="Segoe UI Light" panose="020B0502040204020203" pitchFamily="34" charset="0"/>
              <a:cs typeface="Segoe UI Light" panose="020B0502040204020203" pitchFamily="34" charset="0"/>
            </a:endParaRPr>
          </a:p>
        </p:txBody>
      </p:sp>
      <p:sp>
        <p:nvSpPr>
          <p:cNvPr id="4" name="Title 3">
            <a:extLst>
              <a:ext uri="{FF2B5EF4-FFF2-40B4-BE49-F238E27FC236}">
                <a16:creationId xmlns:a16="http://schemas.microsoft.com/office/drawing/2014/main" id="{57035E5F-5FAB-66EB-E022-296C3C1DE17B}"/>
              </a:ext>
            </a:extLst>
          </p:cNvPr>
          <p:cNvSpPr>
            <a:spLocks noGrp="1"/>
          </p:cNvSpPr>
          <p:nvPr>
            <p:ph type="title" idx="2"/>
          </p:nvPr>
        </p:nvSpPr>
        <p:spPr>
          <a:xfrm>
            <a:off x="498175" y="388387"/>
            <a:ext cx="4619630" cy="792600"/>
          </a:xfrm>
        </p:spPr>
        <p:txBody>
          <a:bodyPr/>
          <a:lstStyle/>
          <a:p>
            <a:r>
              <a:rPr lang="en-US" sz="3200" dirty="0">
                <a:latin typeface="Segoe UI Black" panose="020B0A02040204020203" pitchFamily="34" charset="0"/>
                <a:ea typeface="Segoe UI Black" panose="020B0A02040204020203" pitchFamily="34" charset="0"/>
              </a:rPr>
              <a:t>3.4. </a:t>
            </a:r>
            <a:r>
              <a:rPr lang="en-US" sz="3200" dirty="0" err="1">
                <a:latin typeface="Segoe UI Black" panose="020B0A02040204020203" pitchFamily="34" charset="0"/>
                <a:ea typeface="Segoe UI Black" panose="020B0A02040204020203" pitchFamily="34" charset="0"/>
              </a:rPr>
              <a:t>Đánh</a:t>
            </a:r>
            <a:r>
              <a:rPr lang="en-US" sz="3200" dirty="0">
                <a:latin typeface="Segoe UI Black" panose="020B0A02040204020203" pitchFamily="34" charset="0"/>
                <a:ea typeface="Segoe UI Black" panose="020B0A02040204020203" pitchFamily="34" charset="0"/>
              </a:rPr>
              <a:t> </a:t>
            </a:r>
            <a:r>
              <a:rPr lang="en-US" sz="3200" dirty="0" err="1">
                <a:latin typeface="Segoe UI Black" panose="020B0A02040204020203" pitchFamily="34" charset="0"/>
                <a:ea typeface="Segoe UI Black" panose="020B0A02040204020203" pitchFamily="34" charset="0"/>
              </a:rPr>
              <a:t>giá</a:t>
            </a:r>
            <a:endParaRPr lang="en-US" sz="3200" dirty="0">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718406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1B20D049-8727-765A-6FD6-056A420A3ADF}"/>
            </a:ext>
          </a:extLst>
        </p:cNvPr>
        <p:cNvGrpSpPr/>
        <p:nvPr/>
      </p:nvGrpSpPr>
      <p:grpSpPr>
        <a:xfrm>
          <a:off x="0" y="0"/>
          <a:ext cx="0" cy="0"/>
          <a:chOff x="0" y="0"/>
          <a:chExt cx="0" cy="0"/>
        </a:xfrm>
      </p:grpSpPr>
      <p:sp>
        <p:nvSpPr>
          <p:cNvPr id="529" name="Google Shape;529;p34">
            <a:extLst>
              <a:ext uri="{FF2B5EF4-FFF2-40B4-BE49-F238E27FC236}">
                <a16:creationId xmlns:a16="http://schemas.microsoft.com/office/drawing/2014/main" id="{1568D722-63BE-151B-44F8-3D3AD6F3A809}"/>
              </a:ext>
            </a:extLst>
          </p:cNvPr>
          <p:cNvSpPr txBox="1">
            <a:spLocks noGrp="1"/>
          </p:cNvSpPr>
          <p:nvPr>
            <p:ph type="title"/>
          </p:nvPr>
        </p:nvSpPr>
        <p:spPr>
          <a:xfrm>
            <a:off x="269549" y="1563270"/>
            <a:ext cx="4053931" cy="167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latin typeface="Segoe UI Black" panose="020B0A02040204020203" pitchFamily="34" charset="0"/>
                <a:ea typeface="Segoe UI Black" panose="020B0A02040204020203" pitchFamily="34" charset="0"/>
              </a:rPr>
              <a:t>Ứng dụng cấp phát chứng thư số EJBCA</a:t>
            </a:r>
            <a:endParaRPr dirty="0">
              <a:latin typeface="Segoe UI Black" panose="020B0A02040204020203" pitchFamily="34" charset="0"/>
              <a:ea typeface="Segoe UI Black" panose="020B0A02040204020203" pitchFamily="34" charset="0"/>
            </a:endParaRPr>
          </a:p>
        </p:txBody>
      </p:sp>
      <p:sp>
        <p:nvSpPr>
          <p:cNvPr id="530" name="Google Shape;530;p34">
            <a:extLst>
              <a:ext uri="{FF2B5EF4-FFF2-40B4-BE49-F238E27FC236}">
                <a16:creationId xmlns:a16="http://schemas.microsoft.com/office/drawing/2014/main" id="{410D09A7-30AB-13DC-A020-ACFA7251CEA7}"/>
              </a:ext>
            </a:extLst>
          </p:cNvPr>
          <p:cNvSpPr/>
          <p:nvPr/>
        </p:nvSpPr>
        <p:spPr>
          <a:xfrm>
            <a:off x="3902050" y="1314599"/>
            <a:ext cx="4279065" cy="3330851"/>
          </a:xfrm>
          <a:custGeom>
            <a:avLst/>
            <a:gdLst/>
            <a:ahLst/>
            <a:cxnLst/>
            <a:rect l="l" t="t" r="r" b="b"/>
            <a:pathLst>
              <a:path w="209681" h="163217" extrusionOk="0">
                <a:moveTo>
                  <a:pt x="126215" y="0"/>
                </a:moveTo>
                <a:cubicBezTo>
                  <a:pt x="125383" y="0"/>
                  <a:pt x="124543" y="14"/>
                  <a:pt x="123697" y="42"/>
                </a:cubicBezTo>
                <a:cubicBezTo>
                  <a:pt x="87871" y="1241"/>
                  <a:pt x="57324" y="25234"/>
                  <a:pt x="32056" y="44028"/>
                </a:cubicBezTo>
                <a:cubicBezTo>
                  <a:pt x="6790" y="62820"/>
                  <a:pt x="0" y="92011"/>
                  <a:pt x="14709" y="114804"/>
                </a:cubicBezTo>
                <a:cubicBezTo>
                  <a:pt x="29416" y="137597"/>
                  <a:pt x="52798" y="127999"/>
                  <a:pt x="82590" y="142793"/>
                </a:cubicBezTo>
                <a:cubicBezTo>
                  <a:pt x="107746" y="155286"/>
                  <a:pt x="115695" y="163217"/>
                  <a:pt x="137537" y="163217"/>
                </a:cubicBezTo>
                <a:cubicBezTo>
                  <a:pt x="141563" y="163217"/>
                  <a:pt x="146062" y="162947"/>
                  <a:pt x="151227" y="162387"/>
                </a:cubicBezTo>
                <a:cubicBezTo>
                  <a:pt x="184414" y="158788"/>
                  <a:pt x="209680" y="122000"/>
                  <a:pt x="205910" y="82814"/>
                </a:cubicBezTo>
                <a:cubicBezTo>
                  <a:pt x="202138" y="43628"/>
                  <a:pt x="182150" y="23634"/>
                  <a:pt x="182150" y="23634"/>
                </a:cubicBezTo>
                <a:cubicBezTo>
                  <a:pt x="182150" y="23634"/>
                  <a:pt x="160581" y="0"/>
                  <a:pt x="126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 name="Google Shape;531;p34">
            <a:extLst>
              <a:ext uri="{FF2B5EF4-FFF2-40B4-BE49-F238E27FC236}">
                <a16:creationId xmlns:a16="http://schemas.microsoft.com/office/drawing/2014/main" id="{6CF863D3-AB79-6A9F-A69E-9898AB6D81AD}"/>
              </a:ext>
            </a:extLst>
          </p:cNvPr>
          <p:cNvGrpSpPr/>
          <p:nvPr/>
        </p:nvGrpSpPr>
        <p:grpSpPr>
          <a:xfrm>
            <a:off x="6025569" y="1547598"/>
            <a:ext cx="1524512" cy="3199926"/>
            <a:chOff x="5431588" y="1307171"/>
            <a:chExt cx="1423580" cy="2988072"/>
          </a:xfrm>
        </p:grpSpPr>
        <p:sp>
          <p:nvSpPr>
            <p:cNvPr id="532" name="Google Shape;532;p34">
              <a:extLst>
                <a:ext uri="{FF2B5EF4-FFF2-40B4-BE49-F238E27FC236}">
                  <a16:creationId xmlns:a16="http://schemas.microsoft.com/office/drawing/2014/main" id="{63180C13-FB21-2DFF-0E03-93BB3545FF2A}"/>
                </a:ext>
              </a:extLst>
            </p:cNvPr>
            <p:cNvSpPr/>
            <p:nvPr/>
          </p:nvSpPr>
          <p:spPr>
            <a:xfrm>
              <a:off x="5536047" y="1312545"/>
              <a:ext cx="1313785" cy="2977344"/>
            </a:xfrm>
            <a:custGeom>
              <a:avLst/>
              <a:gdLst/>
              <a:ahLst/>
              <a:cxnLst/>
              <a:rect l="l" t="t" r="r" b="b"/>
              <a:pathLst>
                <a:path w="68947" h="156250" extrusionOk="0">
                  <a:moveTo>
                    <a:pt x="145" y="0"/>
                  </a:moveTo>
                  <a:cubicBezTo>
                    <a:pt x="65" y="0"/>
                    <a:pt x="0" y="64"/>
                    <a:pt x="0" y="145"/>
                  </a:cubicBezTo>
                  <a:lnTo>
                    <a:pt x="0" y="156105"/>
                  </a:lnTo>
                  <a:cubicBezTo>
                    <a:pt x="0" y="156185"/>
                    <a:pt x="65" y="156249"/>
                    <a:pt x="145" y="156249"/>
                  </a:cubicBezTo>
                  <a:lnTo>
                    <a:pt x="63378" y="156249"/>
                  </a:lnTo>
                  <a:cubicBezTo>
                    <a:pt x="66452" y="156249"/>
                    <a:pt x="68946" y="153757"/>
                    <a:pt x="68946" y="150682"/>
                  </a:cubicBezTo>
                  <a:lnTo>
                    <a:pt x="68946" y="5305"/>
                  </a:lnTo>
                  <a:cubicBezTo>
                    <a:pt x="68946" y="2375"/>
                    <a:pt x="66570" y="0"/>
                    <a:pt x="636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4">
              <a:extLst>
                <a:ext uri="{FF2B5EF4-FFF2-40B4-BE49-F238E27FC236}">
                  <a16:creationId xmlns:a16="http://schemas.microsoft.com/office/drawing/2014/main" id="{BBD5A3CD-5F00-6177-8108-7C5F4C3C0242}"/>
                </a:ext>
              </a:extLst>
            </p:cNvPr>
            <p:cNvSpPr/>
            <p:nvPr/>
          </p:nvSpPr>
          <p:spPr>
            <a:xfrm>
              <a:off x="5530674" y="1307171"/>
              <a:ext cx="1324494" cy="2988072"/>
            </a:xfrm>
            <a:custGeom>
              <a:avLst/>
              <a:gdLst/>
              <a:ahLst/>
              <a:cxnLst/>
              <a:rect l="l" t="t" r="r" b="b"/>
              <a:pathLst>
                <a:path w="69509" h="156813" extrusionOk="0">
                  <a:moveTo>
                    <a:pt x="64778" y="564"/>
                  </a:moveTo>
                  <a:cubicBezTo>
                    <a:pt x="67077" y="564"/>
                    <a:pt x="68947" y="2433"/>
                    <a:pt x="68947" y="4732"/>
                  </a:cubicBezTo>
                  <a:lnTo>
                    <a:pt x="68947" y="152083"/>
                  </a:lnTo>
                  <a:cubicBezTo>
                    <a:pt x="68947" y="154380"/>
                    <a:pt x="67077" y="156250"/>
                    <a:pt x="64778" y="156250"/>
                  </a:cubicBezTo>
                  <a:lnTo>
                    <a:pt x="4731" y="156250"/>
                  </a:lnTo>
                  <a:cubicBezTo>
                    <a:pt x="2432" y="156250"/>
                    <a:pt x="562" y="154380"/>
                    <a:pt x="562" y="152083"/>
                  </a:cubicBezTo>
                  <a:lnTo>
                    <a:pt x="562" y="4732"/>
                  </a:lnTo>
                  <a:cubicBezTo>
                    <a:pt x="562" y="2433"/>
                    <a:pt x="2432" y="564"/>
                    <a:pt x="4731" y="564"/>
                  </a:cubicBezTo>
                  <a:close/>
                  <a:moveTo>
                    <a:pt x="4731" y="1"/>
                  </a:moveTo>
                  <a:cubicBezTo>
                    <a:pt x="2123" y="1"/>
                    <a:pt x="1" y="2123"/>
                    <a:pt x="1" y="4732"/>
                  </a:cubicBezTo>
                  <a:lnTo>
                    <a:pt x="1" y="152083"/>
                  </a:lnTo>
                  <a:cubicBezTo>
                    <a:pt x="1" y="154691"/>
                    <a:pt x="2123" y="156813"/>
                    <a:pt x="4731" y="156813"/>
                  </a:cubicBezTo>
                  <a:lnTo>
                    <a:pt x="64778" y="156813"/>
                  </a:lnTo>
                  <a:cubicBezTo>
                    <a:pt x="67386" y="156813"/>
                    <a:pt x="69508" y="154691"/>
                    <a:pt x="69508" y="152083"/>
                  </a:cubicBezTo>
                  <a:lnTo>
                    <a:pt x="69508" y="4732"/>
                  </a:lnTo>
                  <a:cubicBezTo>
                    <a:pt x="69508" y="2123"/>
                    <a:pt x="67386"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4">
              <a:extLst>
                <a:ext uri="{FF2B5EF4-FFF2-40B4-BE49-F238E27FC236}">
                  <a16:creationId xmlns:a16="http://schemas.microsoft.com/office/drawing/2014/main" id="{677CD16E-A16F-0A0E-7E73-D9A1CEEEA7F5}"/>
                </a:ext>
              </a:extLst>
            </p:cNvPr>
            <p:cNvSpPr/>
            <p:nvPr/>
          </p:nvSpPr>
          <p:spPr>
            <a:xfrm>
              <a:off x="6788418" y="1565043"/>
              <a:ext cx="35004" cy="268733"/>
            </a:xfrm>
            <a:custGeom>
              <a:avLst/>
              <a:gdLst/>
              <a:ahLst/>
              <a:cxnLst/>
              <a:rect l="l" t="t" r="r" b="b"/>
              <a:pathLst>
                <a:path w="1837" h="14103" extrusionOk="0">
                  <a:moveTo>
                    <a:pt x="919" y="1"/>
                  </a:moveTo>
                  <a:cubicBezTo>
                    <a:pt x="416" y="1"/>
                    <a:pt x="8" y="403"/>
                    <a:pt x="0" y="906"/>
                  </a:cubicBezTo>
                  <a:lnTo>
                    <a:pt x="0" y="13185"/>
                  </a:lnTo>
                  <a:cubicBezTo>
                    <a:pt x="0" y="13691"/>
                    <a:pt x="412" y="14103"/>
                    <a:pt x="919" y="14103"/>
                  </a:cubicBezTo>
                  <a:cubicBezTo>
                    <a:pt x="1425" y="14103"/>
                    <a:pt x="1837" y="13691"/>
                    <a:pt x="1837" y="13184"/>
                  </a:cubicBezTo>
                  <a:lnTo>
                    <a:pt x="1837" y="906"/>
                  </a:lnTo>
                  <a:cubicBezTo>
                    <a:pt x="1829" y="403"/>
                    <a:pt x="1421" y="1"/>
                    <a:pt x="9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4">
              <a:extLst>
                <a:ext uri="{FF2B5EF4-FFF2-40B4-BE49-F238E27FC236}">
                  <a16:creationId xmlns:a16="http://schemas.microsoft.com/office/drawing/2014/main" id="{EDB1F422-F2EC-83CB-D8AE-36702F3D08EC}"/>
                </a:ext>
              </a:extLst>
            </p:cNvPr>
            <p:cNvSpPr/>
            <p:nvPr/>
          </p:nvSpPr>
          <p:spPr>
            <a:xfrm>
              <a:off x="6788418" y="1885033"/>
              <a:ext cx="35004" cy="165512"/>
            </a:xfrm>
            <a:custGeom>
              <a:avLst/>
              <a:gdLst/>
              <a:ahLst/>
              <a:cxnLst/>
              <a:rect l="l" t="t" r="r" b="b"/>
              <a:pathLst>
                <a:path w="1837" h="8686" extrusionOk="0">
                  <a:moveTo>
                    <a:pt x="919" y="0"/>
                  </a:moveTo>
                  <a:cubicBezTo>
                    <a:pt x="416" y="0"/>
                    <a:pt x="8" y="403"/>
                    <a:pt x="0" y="906"/>
                  </a:cubicBezTo>
                  <a:lnTo>
                    <a:pt x="0" y="7767"/>
                  </a:lnTo>
                  <a:cubicBezTo>
                    <a:pt x="0" y="8274"/>
                    <a:pt x="412" y="8686"/>
                    <a:pt x="919" y="8686"/>
                  </a:cubicBezTo>
                  <a:cubicBezTo>
                    <a:pt x="1425" y="8684"/>
                    <a:pt x="1837" y="8274"/>
                    <a:pt x="1837" y="7767"/>
                  </a:cubicBezTo>
                  <a:lnTo>
                    <a:pt x="1837" y="906"/>
                  </a:lnTo>
                  <a:cubicBezTo>
                    <a:pt x="1829" y="403"/>
                    <a:pt x="1421" y="0"/>
                    <a:pt x="9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4">
              <a:extLst>
                <a:ext uri="{FF2B5EF4-FFF2-40B4-BE49-F238E27FC236}">
                  <a16:creationId xmlns:a16="http://schemas.microsoft.com/office/drawing/2014/main" id="{7E1450C6-7DCD-103E-3EE7-775CB5696A33}"/>
                </a:ext>
              </a:extLst>
            </p:cNvPr>
            <p:cNvSpPr/>
            <p:nvPr/>
          </p:nvSpPr>
          <p:spPr>
            <a:xfrm>
              <a:off x="5436923" y="1312545"/>
              <a:ext cx="1313766" cy="2977344"/>
            </a:xfrm>
            <a:custGeom>
              <a:avLst/>
              <a:gdLst/>
              <a:ahLst/>
              <a:cxnLst/>
              <a:rect l="l" t="t" r="r" b="b"/>
              <a:pathLst>
                <a:path w="68946" h="156250" extrusionOk="0">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4">
              <a:extLst>
                <a:ext uri="{FF2B5EF4-FFF2-40B4-BE49-F238E27FC236}">
                  <a16:creationId xmlns:a16="http://schemas.microsoft.com/office/drawing/2014/main" id="{3C8709A5-A6AE-E074-2B86-AEFA609EE817}"/>
                </a:ext>
              </a:extLst>
            </p:cNvPr>
            <p:cNvSpPr/>
            <p:nvPr/>
          </p:nvSpPr>
          <p:spPr>
            <a:xfrm>
              <a:off x="5431588" y="1307171"/>
              <a:ext cx="1324475" cy="2988072"/>
            </a:xfrm>
            <a:custGeom>
              <a:avLst/>
              <a:gdLst/>
              <a:ahLst/>
              <a:cxnLst/>
              <a:rect l="l" t="t" r="r" b="b"/>
              <a:pathLst>
                <a:path w="69508" h="156813" extrusionOk="0">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4">
              <a:extLst>
                <a:ext uri="{FF2B5EF4-FFF2-40B4-BE49-F238E27FC236}">
                  <a16:creationId xmlns:a16="http://schemas.microsoft.com/office/drawing/2014/main" id="{0470F21A-6172-D7B9-B335-10589181C548}"/>
                </a:ext>
              </a:extLst>
            </p:cNvPr>
            <p:cNvSpPr/>
            <p:nvPr/>
          </p:nvSpPr>
          <p:spPr>
            <a:xfrm>
              <a:off x="5524405" y="1510774"/>
              <a:ext cx="1138841" cy="2553675"/>
            </a:xfrm>
            <a:custGeom>
              <a:avLst/>
              <a:gdLst/>
              <a:ahLst/>
              <a:cxnLst/>
              <a:rect l="l" t="t" r="r" b="b"/>
              <a:pathLst>
                <a:path w="59766" h="134016" extrusionOk="0">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4">
              <a:extLst>
                <a:ext uri="{FF2B5EF4-FFF2-40B4-BE49-F238E27FC236}">
                  <a16:creationId xmlns:a16="http://schemas.microsoft.com/office/drawing/2014/main" id="{D6CE28FC-89AA-30F8-5613-CAFF3FDEAC07}"/>
                </a:ext>
              </a:extLst>
            </p:cNvPr>
            <p:cNvSpPr/>
            <p:nvPr/>
          </p:nvSpPr>
          <p:spPr>
            <a:xfrm>
              <a:off x="5908897" y="1413079"/>
              <a:ext cx="334834" cy="32146"/>
            </a:xfrm>
            <a:custGeom>
              <a:avLst/>
              <a:gdLst/>
              <a:ahLst/>
              <a:cxnLst/>
              <a:rect l="l" t="t" r="r" b="b"/>
              <a:pathLst>
                <a:path w="17572" h="1687" extrusionOk="0">
                  <a:moveTo>
                    <a:pt x="831" y="1"/>
                  </a:moveTo>
                  <a:cubicBezTo>
                    <a:pt x="371" y="8"/>
                    <a:pt x="0" y="383"/>
                    <a:pt x="0" y="844"/>
                  </a:cubicBezTo>
                  <a:cubicBezTo>
                    <a:pt x="0" y="1305"/>
                    <a:pt x="371" y="1680"/>
                    <a:pt x="831" y="1687"/>
                  </a:cubicBezTo>
                  <a:lnTo>
                    <a:pt x="16742" y="1687"/>
                  </a:lnTo>
                  <a:cubicBezTo>
                    <a:pt x="17203" y="1680"/>
                    <a:pt x="17572" y="1305"/>
                    <a:pt x="17572" y="844"/>
                  </a:cubicBezTo>
                  <a:cubicBezTo>
                    <a:pt x="17572" y="383"/>
                    <a:pt x="17203" y="8"/>
                    <a:pt x="167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4">
              <a:extLst>
                <a:ext uri="{FF2B5EF4-FFF2-40B4-BE49-F238E27FC236}">
                  <a16:creationId xmlns:a16="http://schemas.microsoft.com/office/drawing/2014/main" id="{17081D26-8FF0-AA50-28EB-572C0FF403CE}"/>
                </a:ext>
              </a:extLst>
            </p:cNvPr>
            <p:cNvSpPr/>
            <p:nvPr/>
          </p:nvSpPr>
          <p:spPr>
            <a:xfrm>
              <a:off x="5994701" y="4116888"/>
              <a:ext cx="58308" cy="75839"/>
            </a:xfrm>
            <a:custGeom>
              <a:avLst/>
              <a:gdLst/>
              <a:ahLst/>
              <a:cxnLst/>
              <a:rect l="l" t="t" r="r" b="b"/>
              <a:pathLst>
                <a:path w="3060" h="3980" extrusionOk="0">
                  <a:moveTo>
                    <a:pt x="1531" y="1"/>
                  </a:moveTo>
                  <a:cubicBezTo>
                    <a:pt x="685" y="1"/>
                    <a:pt x="1" y="892"/>
                    <a:pt x="1" y="1990"/>
                  </a:cubicBezTo>
                  <a:cubicBezTo>
                    <a:pt x="1" y="3088"/>
                    <a:pt x="685" y="3979"/>
                    <a:pt x="1529" y="3979"/>
                  </a:cubicBezTo>
                  <a:cubicBezTo>
                    <a:pt x="2374" y="3979"/>
                    <a:pt x="3059" y="3088"/>
                    <a:pt x="3059" y="1990"/>
                  </a:cubicBezTo>
                  <a:cubicBezTo>
                    <a:pt x="3059" y="892"/>
                    <a:pt x="2375" y="1"/>
                    <a:pt x="1531"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4">
              <a:extLst>
                <a:ext uri="{FF2B5EF4-FFF2-40B4-BE49-F238E27FC236}">
                  <a16:creationId xmlns:a16="http://schemas.microsoft.com/office/drawing/2014/main" id="{4E1D779D-60F1-84C5-BFA1-E8C809C0219F}"/>
                </a:ext>
              </a:extLst>
            </p:cNvPr>
            <p:cNvSpPr/>
            <p:nvPr/>
          </p:nvSpPr>
          <p:spPr>
            <a:xfrm>
              <a:off x="5896301" y="1685680"/>
              <a:ext cx="395010" cy="460597"/>
            </a:xfrm>
            <a:custGeom>
              <a:avLst/>
              <a:gdLst/>
              <a:ahLst/>
              <a:cxnLst/>
              <a:rect l="l" t="t" r="r" b="b"/>
              <a:pathLst>
                <a:path w="20730" h="24172" extrusionOk="0">
                  <a:moveTo>
                    <a:pt x="10366" y="1"/>
                  </a:moveTo>
                  <a:cubicBezTo>
                    <a:pt x="7617" y="1"/>
                    <a:pt x="4980" y="1274"/>
                    <a:pt x="3036" y="3541"/>
                  </a:cubicBezTo>
                  <a:cubicBezTo>
                    <a:pt x="1093" y="5807"/>
                    <a:pt x="0" y="8881"/>
                    <a:pt x="0" y="12086"/>
                  </a:cubicBezTo>
                  <a:cubicBezTo>
                    <a:pt x="0" y="15291"/>
                    <a:pt x="1093" y="18366"/>
                    <a:pt x="3036" y="20632"/>
                  </a:cubicBezTo>
                  <a:cubicBezTo>
                    <a:pt x="4980" y="22899"/>
                    <a:pt x="7617" y="24172"/>
                    <a:pt x="10366" y="24172"/>
                  </a:cubicBezTo>
                  <a:cubicBezTo>
                    <a:pt x="13113" y="24172"/>
                    <a:pt x="15750" y="22899"/>
                    <a:pt x="17694" y="20632"/>
                  </a:cubicBezTo>
                  <a:cubicBezTo>
                    <a:pt x="19639" y="18366"/>
                    <a:pt x="20730" y="15291"/>
                    <a:pt x="20730" y="12086"/>
                  </a:cubicBezTo>
                  <a:cubicBezTo>
                    <a:pt x="20730" y="8881"/>
                    <a:pt x="19639" y="5807"/>
                    <a:pt x="17694" y="3541"/>
                  </a:cubicBezTo>
                  <a:cubicBezTo>
                    <a:pt x="15750" y="1274"/>
                    <a:pt x="13113" y="1"/>
                    <a:pt x="103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4">
              <a:extLst>
                <a:ext uri="{FF2B5EF4-FFF2-40B4-BE49-F238E27FC236}">
                  <a16:creationId xmlns:a16="http://schemas.microsoft.com/office/drawing/2014/main" id="{F223D043-70D0-DF25-4717-5CF60ABCF277}"/>
                </a:ext>
              </a:extLst>
            </p:cNvPr>
            <p:cNvSpPr/>
            <p:nvPr/>
          </p:nvSpPr>
          <p:spPr>
            <a:xfrm>
              <a:off x="6018806" y="1738157"/>
              <a:ext cx="150001" cy="174906"/>
            </a:xfrm>
            <a:custGeom>
              <a:avLst/>
              <a:gdLst/>
              <a:ahLst/>
              <a:cxnLst/>
              <a:rect l="l" t="t" r="r" b="b"/>
              <a:pathLst>
                <a:path w="7872" h="9179" extrusionOk="0">
                  <a:moveTo>
                    <a:pt x="3937" y="1"/>
                  </a:moveTo>
                  <a:cubicBezTo>
                    <a:pt x="1762" y="1"/>
                    <a:pt x="0" y="2055"/>
                    <a:pt x="0" y="4590"/>
                  </a:cubicBezTo>
                  <a:cubicBezTo>
                    <a:pt x="0" y="7125"/>
                    <a:pt x="1762" y="9179"/>
                    <a:pt x="3937" y="9179"/>
                  </a:cubicBezTo>
                  <a:cubicBezTo>
                    <a:pt x="6110" y="9179"/>
                    <a:pt x="7872" y="7125"/>
                    <a:pt x="7872" y="4590"/>
                  </a:cubicBezTo>
                  <a:cubicBezTo>
                    <a:pt x="7872" y="2055"/>
                    <a:pt x="6110" y="1"/>
                    <a:pt x="393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4">
              <a:extLst>
                <a:ext uri="{FF2B5EF4-FFF2-40B4-BE49-F238E27FC236}">
                  <a16:creationId xmlns:a16="http://schemas.microsoft.com/office/drawing/2014/main" id="{CC34F510-7119-8829-F9DB-E33047ED9D31}"/>
                </a:ext>
              </a:extLst>
            </p:cNvPr>
            <p:cNvSpPr/>
            <p:nvPr/>
          </p:nvSpPr>
          <p:spPr>
            <a:xfrm>
              <a:off x="6013432" y="1732803"/>
              <a:ext cx="160748" cy="185634"/>
            </a:xfrm>
            <a:custGeom>
              <a:avLst/>
              <a:gdLst/>
              <a:ahLst/>
              <a:cxnLst/>
              <a:rect l="l" t="t" r="r" b="b"/>
              <a:pathLst>
                <a:path w="8436" h="9742" extrusionOk="0">
                  <a:moveTo>
                    <a:pt x="4219" y="562"/>
                  </a:moveTo>
                  <a:cubicBezTo>
                    <a:pt x="6234" y="562"/>
                    <a:pt x="7874" y="2494"/>
                    <a:pt x="7874" y="4871"/>
                  </a:cubicBezTo>
                  <a:cubicBezTo>
                    <a:pt x="7874" y="7247"/>
                    <a:pt x="6234" y="9180"/>
                    <a:pt x="4219" y="9180"/>
                  </a:cubicBezTo>
                  <a:cubicBezTo>
                    <a:pt x="2203" y="9180"/>
                    <a:pt x="562" y="7247"/>
                    <a:pt x="562" y="4871"/>
                  </a:cubicBezTo>
                  <a:cubicBezTo>
                    <a:pt x="562" y="2494"/>
                    <a:pt x="2203" y="562"/>
                    <a:pt x="4219" y="562"/>
                  </a:cubicBezTo>
                  <a:close/>
                  <a:moveTo>
                    <a:pt x="4219" y="0"/>
                  </a:moveTo>
                  <a:cubicBezTo>
                    <a:pt x="1892" y="0"/>
                    <a:pt x="1" y="2185"/>
                    <a:pt x="1" y="4871"/>
                  </a:cubicBezTo>
                  <a:cubicBezTo>
                    <a:pt x="1" y="7556"/>
                    <a:pt x="1892" y="9741"/>
                    <a:pt x="4219" y="9741"/>
                  </a:cubicBezTo>
                  <a:cubicBezTo>
                    <a:pt x="6544" y="9741"/>
                    <a:pt x="8435" y="7556"/>
                    <a:pt x="8435" y="4871"/>
                  </a:cubicBezTo>
                  <a:cubicBezTo>
                    <a:pt x="8435" y="2185"/>
                    <a:pt x="6544" y="0"/>
                    <a:pt x="42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4">
              <a:extLst>
                <a:ext uri="{FF2B5EF4-FFF2-40B4-BE49-F238E27FC236}">
                  <a16:creationId xmlns:a16="http://schemas.microsoft.com/office/drawing/2014/main" id="{14CE8182-274F-8724-E9FC-A58B9BEFEE52}"/>
                </a:ext>
              </a:extLst>
            </p:cNvPr>
            <p:cNvSpPr/>
            <p:nvPr/>
          </p:nvSpPr>
          <p:spPr>
            <a:xfrm>
              <a:off x="5957544" y="1936386"/>
              <a:ext cx="272525" cy="209891"/>
            </a:xfrm>
            <a:custGeom>
              <a:avLst/>
              <a:gdLst/>
              <a:ahLst/>
              <a:cxnLst/>
              <a:rect l="l" t="t" r="r" b="b"/>
              <a:pathLst>
                <a:path w="14302" h="11015" extrusionOk="0">
                  <a:moveTo>
                    <a:pt x="7152" y="1"/>
                  </a:moveTo>
                  <a:cubicBezTo>
                    <a:pt x="3202" y="1"/>
                    <a:pt x="1" y="3014"/>
                    <a:pt x="1" y="6731"/>
                  </a:cubicBezTo>
                  <a:cubicBezTo>
                    <a:pt x="4" y="7077"/>
                    <a:pt x="34" y="7421"/>
                    <a:pt x="93" y="7763"/>
                  </a:cubicBezTo>
                  <a:cubicBezTo>
                    <a:pt x="1945" y="9775"/>
                    <a:pt x="4421" y="11015"/>
                    <a:pt x="7152" y="11015"/>
                  </a:cubicBezTo>
                  <a:cubicBezTo>
                    <a:pt x="9882" y="11015"/>
                    <a:pt x="12358" y="9775"/>
                    <a:pt x="14209" y="7763"/>
                  </a:cubicBezTo>
                  <a:cubicBezTo>
                    <a:pt x="14268" y="7421"/>
                    <a:pt x="14298" y="7077"/>
                    <a:pt x="14301" y="6731"/>
                  </a:cubicBezTo>
                  <a:cubicBezTo>
                    <a:pt x="14301" y="3014"/>
                    <a:pt x="11100" y="1"/>
                    <a:pt x="71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4">
              <a:extLst>
                <a:ext uri="{FF2B5EF4-FFF2-40B4-BE49-F238E27FC236}">
                  <a16:creationId xmlns:a16="http://schemas.microsoft.com/office/drawing/2014/main" id="{4197959C-6706-F1F4-B78C-7B46ADF2AAE6}"/>
                </a:ext>
              </a:extLst>
            </p:cNvPr>
            <p:cNvSpPr/>
            <p:nvPr/>
          </p:nvSpPr>
          <p:spPr>
            <a:xfrm>
              <a:off x="5952190" y="1931032"/>
              <a:ext cx="283234" cy="220619"/>
            </a:xfrm>
            <a:custGeom>
              <a:avLst/>
              <a:gdLst/>
              <a:ahLst/>
              <a:cxnLst/>
              <a:rect l="l" t="t" r="r" b="b"/>
              <a:pathLst>
                <a:path w="14864" h="11578" extrusionOk="0">
                  <a:moveTo>
                    <a:pt x="7433" y="562"/>
                  </a:moveTo>
                  <a:cubicBezTo>
                    <a:pt x="11220" y="562"/>
                    <a:pt x="14302" y="3455"/>
                    <a:pt x="14302" y="7012"/>
                  </a:cubicBezTo>
                  <a:cubicBezTo>
                    <a:pt x="14299" y="7314"/>
                    <a:pt x="14274" y="7616"/>
                    <a:pt x="14226" y="7915"/>
                  </a:cubicBezTo>
                  <a:cubicBezTo>
                    <a:pt x="12358" y="9913"/>
                    <a:pt x="9949" y="11014"/>
                    <a:pt x="7433" y="11014"/>
                  </a:cubicBezTo>
                  <a:cubicBezTo>
                    <a:pt x="4917" y="11014"/>
                    <a:pt x="2506" y="9915"/>
                    <a:pt x="638" y="7915"/>
                  </a:cubicBezTo>
                  <a:cubicBezTo>
                    <a:pt x="590" y="7616"/>
                    <a:pt x="565" y="7314"/>
                    <a:pt x="563" y="7012"/>
                  </a:cubicBezTo>
                  <a:cubicBezTo>
                    <a:pt x="563" y="3455"/>
                    <a:pt x="3644" y="562"/>
                    <a:pt x="7433" y="562"/>
                  </a:cubicBezTo>
                  <a:close/>
                  <a:moveTo>
                    <a:pt x="7433" y="0"/>
                  </a:moveTo>
                  <a:cubicBezTo>
                    <a:pt x="3334" y="0"/>
                    <a:pt x="0" y="3146"/>
                    <a:pt x="0" y="7012"/>
                  </a:cubicBezTo>
                  <a:cubicBezTo>
                    <a:pt x="0" y="7345"/>
                    <a:pt x="31" y="7688"/>
                    <a:pt x="97" y="8089"/>
                  </a:cubicBezTo>
                  <a:cubicBezTo>
                    <a:pt x="105" y="8143"/>
                    <a:pt x="130" y="8194"/>
                    <a:pt x="167" y="8235"/>
                  </a:cubicBezTo>
                  <a:cubicBezTo>
                    <a:pt x="2152" y="10390"/>
                    <a:pt x="4732" y="11577"/>
                    <a:pt x="7433" y="11577"/>
                  </a:cubicBezTo>
                  <a:cubicBezTo>
                    <a:pt x="10134" y="11577"/>
                    <a:pt x="12714" y="10390"/>
                    <a:pt x="14697" y="8235"/>
                  </a:cubicBezTo>
                  <a:cubicBezTo>
                    <a:pt x="14734" y="8194"/>
                    <a:pt x="14759" y="8143"/>
                    <a:pt x="14767" y="8089"/>
                  </a:cubicBezTo>
                  <a:cubicBezTo>
                    <a:pt x="14833" y="7688"/>
                    <a:pt x="14864" y="7345"/>
                    <a:pt x="14864" y="7012"/>
                  </a:cubicBezTo>
                  <a:cubicBezTo>
                    <a:pt x="14864" y="3146"/>
                    <a:pt x="11530" y="0"/>
                    <a:pt x="743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4">
              <a:extLst>
                <a:ext uri="{FF2B5EF4-FFF2-40B4-BE49-F238E27FC236}">
                  <a16:creationId xmlns:a16="http://schemas.microsoft.com/office/drawing/2014/main" id="{A67F992F-F293-8036-8E18-72E50EF2642E}"/>
                </a:ext>
              </a:extLst>
            </p:cNvPr>
            <p:cNvSpPr/>
            <p:nvPr/>
          </p:nvSpPr>
          <p:spPr>
            <a:xfrm>
              <a:off x="5807695" y="2262875"/>
              <a:ext cx="572222" cy="655835"/>
            </a:xfrm>
            <a:custGeom>
              <a:avLst/>
              <a:gdLst/>
              <a:ahLst/>
              <a:cxnLst/>
              <a:rect l="l" t="t" r="r" b="b"/>
              <a:pathLst>
                <a:path w="30030" h="34418" extrusionOk="0">
                  <a:moveTo>
                    <a:pt x="15016" y="5228"/>
                  </a:moveTo>
                  <a:cubicBezTo>
                    <a:pt x="20632" y="5228"/>
                    <a:pt x="25203" y="10176"/>
                    <a:pt x="25203" y="16261"/>
                  </a:cubicBezTo>
                  <a:lnTo>
                    <a:pt x="25203" y="29190"/>
                  </a:lnTo>
                  <a:lnTo>
                    <a:pt x="4827" y="29190"/>
                  </a:lnTo>
                  <a:lnTo>
                    <a:pt x="4827" y="16261"/>
                  </a:lnTo>
                  <a:cubicBezTo>
                    <a:pt x="4827" y="10176"/>
                    <a:pt x="9398" y="5228"/>
                    <a:pt x="15016" y="5228"/>
                  </a:cubicBezTo>
                  <a:close/>
                  <a:moveTo>
                    <a:pt x="15016" y="1"/>
                  </a:moveTo>
                  <a:cubicBezTo>
                    <a:pt x="6736" y="1"/>
                    <a:pt x="1" y="7294"/>
                    <a:pt x="1" y="16261"/>
                  </a:cubicBezTo>
                  <a:lnTo>
                    <a:pt x="1" y="31804"/>
                  </a:lnTo>
                  <a:cubicBezTo>
                    <a:pt x="1" y="33248"/>
                    <a:pt x="1082" y="34417"/>
                    <a:pt x="2415" y="34417"/>
                  </a:cubicBezTo>
                  <a:lnTo>
                    <a:pt x="27617" y="34417"/>
                  </a:lnTo>
                  <a:cubicBezTo>
                    <a:pt x="28950" y="34417"/>
                    <a:pt x="30029" y="33248"/>
                    <a:pt x="30029" y="31804"/>
                  </a:cubicBezTo>
                  <a:lnTo>
                    <a:pt x="30029" y="16261"/>
                  </a:lnTo>
                  <a:cubicBezTo>
                    <a:pt x="30029" y="7294"/>
                    <a:pt x="23294" y="1"/>
                    <a:pt x="1501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4">
              <a:extLst>
                <a:ext uri="{FF2B5EF4-FFF2-40B4-BE49-F238E27FC236}">
                  <a16:creationId xmlns:a16="http://schemas.microsoft.com/office/drawing/2014/main" id="{E2BE4323-3C38-7C27-BB27-C09AA75CA627}"/>
                </a:ext>
              </a:extLst>
            </p:cNvPr>
            <p:cNvSpPr/>
            <p:nvPr/>
          </p:nvSpPr>
          <p:spPr>
            <a:xfrm>
              <a:off x="5760458" y="2716555"/>
              <a:ext cx="666715" cy="630778"/>
            </a:xfrm>
            <a:custGeom>
              <a:avLst/>
              <a:gdLst/>
              <a:ahLst/>
              <a:cxnLst/>
              <a:rect l="l" t="t" r="r" b="b"/>
              <a:pathLst>
                <a:path w="34989" h="33103" extrusionOk="0">
                  <a:moveTo>
                    <a:pt x="1" y="1"/>
                  </a:moveTo>
                  <a:lnTo>
                    <a:pt x="1" y="33102"/>
                  </a:lnTo>
                  <a:lnTo>
                    <a:pt x="34989" y="33102"/>
                  </a:lnTo>
                  <a:lnTo>
                    <a:pt x="349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4">
              <a:extLst>
                <a:ext uri="{FF2B5EF4-FFF2-40B4-BE49-F238E27FC236}">
                  <a16:creationId xmlns:a16="http://schemas.microsoft.com/office/drawing/2014/main" id="{5EDAFB19-6D9C-8371-F1B0-718F4B6EF5D6}"/>
                </a:ext>
              </a:extLst>
            </p:cNvPr>
            <p:cNvSpPr/>
            <p:nvPr/>
          </p:nvSpPr>
          <p:spPr>
            <a:xfrm>
              <a:off x="6003181" y="2875188"/>
              <a:ext cx="187806" cy="275745"/>
            </a:xfrm>
            <a:custGeom>
              <a:avLst/>
              <a:gdLst/>
              <a:ahLst/>
              <a:cxnLst/>
              <a:rect l="l" t="t" r="r" b="b"/>
              <a:pathLst>
                <a:path w="9856" h="14471" extrusionOk="0">
                  <a:moveTo>
                    <a:pt x="4927" y="1"/>
                  </a:moveTo>
                  <a:cubicBezTo>
                    <a:pt x="2633" y="1"/>
                    <a:pt x="772" y="2016"/>
                    <a:pt x="772" y="4502"/>
                  </a:cubicBezTo>
                  <a:cubicBezTo>
                    <a:pt x="772" y="6052"/>
                    <a:pt x="1496" y="7417"/>
                    <a:pt x="2595" y="8227"/>
                  </a:cubicBezTo>
                  <a:lnTo>
                    <a:pt x="1" y="14470"/>
                  </a:lnTo>
                  <a:lnTo>
                    <a:pt x="9856" y="14470"/>
                  </a:lnTo>
                  <a:lnTo>
                    <a:pt x="7261" y="8227"/>
                  </a:lnTo>
                  <a:cubicBezTo>
                    <a:pt x="8361" y="7417"/>
                    <a:pt x="9084" y="6050"/>
                    <a:pt x="9084" y="4502"/>
                  </a:cubicBezTo>
                  <a:cubicBezTo>
                    <a:pt x="9084" y="2016"/>
                    <a:pt x="7223" y="1"/>
                    <a:pt x="492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4">
              <a:extLst>
                <a:ext uri="{FF2B5EF4-FFF2-40B4-BE49-F238E27FC236}">
                  <a16:creationId xmlns:a16="http://schemas.microsoft.com/office/drawing/2014/main" id="{0777332E-4AD0-FE0B-85AC-69D6E3ADE188}"/>
                </a:ext>
              </a:extLst>
            </p:cNvPr>
            <p:cNvSpPr/>
            <p:nvPr/>
          </p:nvSpPr>
          <p:spPr>
            <a:xfrm>
              <a:off x="5996759" y="2869853"/>
              <a:ext cx="200611" cy="286435"/>
            </a:xfrm>
            <a:custGeom>
              <a:avLst/>
              <a:gdLst/>
              <a:ahLst/>
              <a:cxnLst/>
              <a:rect l="l" t="t" r="r" b="b"/>
              <a:pathLst>
                <a:path w="10528" h="15032" extrusionOk="0">
                  <a:moveTo>
                    <a:pt x="5264" y="562"/>
                  </a:moveTo>
                  <a:cubicBezTo>
                    <a:pt x="7401" y="562"/>
                    <a:pt x="9139" y="2455"/>
                    <a:pt x="9139" y="4782"/>
                  </a:cubicBezTo>
                  <a:cubicBezTo>
                    <a:pt x="9139" y="6185"/>
                    <a:pt x="8501" y="7493"/>
                    <a:pt x="7430" y="8280"/>
                  </a:cubicBezTo>
                  <a:cubicBezTo>
                    <a:pt x="7327" y="8356"/>
                    <a:pt x="7287" y="8495"/>
                    <a:pt x="7337" y="8614"/>
                  </a:cubicBezTo>
                  <a:lnTo>
                    <a:pt x="9771" y="14469"/>
                  </a:lnTo>
                  <a:lnTo>
                    <a:pt x="759" y="14469"/>
                  </a:lnTo>
                  <a:lnTo>
                    <a:pt x="3192" y="8614"/>
                  </a:lnTo>
                  <a:cubicBezTo>
                    <a:pt x="3241" y="8495"/>
                    <a:pt x="3204" y="8356"/>
                    <a:pt x="3099" y="8280"/>
                  </a:cubicBezTo>
                  <a:cubicBezTo>
                    <a:pt x="2028" y="7493"/>
                    <a:pt x="1391" y="6185"/>
                    <a:pt x="1391" y="4782"/>
                  </a:cubicBezTo>
                  <a:cubicBezTo>
                    <a:pt x="1391" y="2455"/>
                    <a:pt x="3129" y="562"/>
                    <a:pt x="5264" y="562"/>
                  </a:cubicBezTo>
                  <a:close/>
                  <a:moveTo>
                    <a:pt x="5264" y="1"/>
                  </a:moveTo>
                  <a:cubicBezTo>
                    <a:pt x="2819" y="1"/>
                    <a:pt x="828" y="2146"/>
                    <a:pt x="828" y="4782"/>
                  </a:cubicBezTo>
                  <a:cubicBezTo>
                    <a:pt x="828" y="6285"/>
                    <a:pt x="1483" y="7696"/>
                    <a:pt x="2591" y="8598"/>
                  </a:cubicBezTo>
                  <a:lnTo>
                    <a:pt x="78" y="14642"/>
                  </a:lnTo>
                  <a:cubicBezTo>
                    <a:pt x="1" y="14827"/>
                    <a:pt x="136" y="15030"/>
                    <a:pt x="338" y="15032"/>
                  </a:cubicBezTo>
                  <a:lnTo>
                    <a:pt x="10193" y="15032"/>
                  </a:lnTo>
                  <a:cubicBezTo>
                    <a:pt x="10392" y="15032"/>
                    <a:pt x="10528" y="14827"/>
                    <a:pt x="10452" y="14642"/>
                  </a:cubicBezTo>
                  <a:lnTo>
                    <a:pt x="7939" y="8598"/>
                  </a:lnTo>
                  <a:cubicBezTo>
                    <a:pt x="9046" y="7696"/>
                    <a:pt x="9701" y="6285"/>
                    <a:pt x="9701" y="4782"/>
                  </a:cubicBezTo>
                  <a:cubicBezTo>
                    <a:pt x="9701" y="2146"/>
                    <a:pt x="7712" y="1"/>
                    <a:pt x="526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4">
              <a:extLst>
                <a:ext uri="{FF2B5EF4-FFF2-40B4-BE49-F238E27FC236}">
                  <a16:creationId xmlns:a16="http://schemas.microsoft.com/office/drawing/2014/main" id="{986BEF44-96E4-AAA9-552A-000C459D6C2C}"/>
                </a:ext>
              </a:extLst>
            </p:cNvPr>
            <p:cNvSpPr/>
            <p:nvPr/>
          </p:nvSpPr>
          <p:spPr>
            <a:xfrm>
              <a:off x="5887574" y="2853485"/>
              <a:ext cx="775672" cy="1061878"/>
            </a:xfrm>
            <a:custGeom>
              <a:avLst/>
              <a:gdLst/>
              <a:ahLst/>
              <a:cxnLst/>
              <a:rect l="l" t="t" r="r" b="b"/>
              <a:pathLst>
                <a:path w="40707" h="55727" extrusionOk="0">
                  <a:moveTo>
                    <a:pt x="40706" y="1"/>
                  </a:moveTo>
                  <a:lnTo>
                    <a:pt x="100" y="55240"/>
                  </a:lnTo>
                  <a:cubicBezTo>
                    <a:pt x="1" y="55375"/>
                    <a:pt x="30" y="55568"/>
                    <a:pt x="165" y="55667"/>
                  </a:cubicBezTo>
                  <a:cubicBezTo>
                    <a:pt x="220" y="55707"/>
                    <a:pt x="283" y="55727"/>
                    <a:pt x="346" y="55727"/>
                  </a:cubicBezTo>
                  <a:cubicBezTo>
                    <a:pt x="441" y="55727"/>
                    <a:pt x="534" y="55683"/>
                    <a:pt x="594" y="55601"/>
                  </a:cubicBezTo>
                  <a:lnTo>
                    <a:pt x="40706" y="1035"/>
                  </a:lnTo>
                  <a:lnTo>
                    <a:pt x="407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4">
              <a:extLst>
                <a:ext uri="{FF2B5EF4-FFF2-40B4-BE49-F238E27FC236}">
                  <a16:creationId xmlns:a16="http://schemas.microsoft.com/office/drawing/2014/main" id="{4FA2ADEB-052E-6C2D-55E2-666B6161D63C}"/>
                </a:ext>
              </a:extLst>
            </p:cNvPr>
            <p:cNvSpPr/>
            <p:nvPr/>
          </p:nvSpPr>
          <p:spPr>
            <a:xfrm>
              <a:off x="6507643" y="1676190"/>
              <a:ext cx="155603" cy="218351"/>
            </a:xfrm>
            <a:custGeom>
              <a:avLst/>
              <a:gdLst/>
              <a:ahLst/>
              <a:cxnLst/>
              <a:rect l="l" t="t" r="r" b="b"/>
              <a:pathLst>
                <a:path w="8166" h="11459" extrusionOk="0">
                  <a:moveTo>
                    <a:pt x="8165" y="0"/>
                  </a:moveTo>
                  <a:lnTo>
                    <a:pt x="95" y="10977"/>
                  </a:lnTo>
                  <a:cubicBezTo>
                    <a:pt x="1" y="11112"/>
                    <a:pt x="31" y="11300"/>
                    <a:pt x="165" y="11398"/>
                  </a:cubicBezTo>
                  <a:cubicBezTo>
                    <a:pt x="220" y="11438"/>
                    <a:pt x="284" y="11458"/>
                    <a:pt x="347" y="11458"/>
                  </a:cubicBezTo>
                  <a:cubicBezTo>
                    <a:pt x="439" y="11458"/>
                    <a:pt x="529" y="11417"/>
                    <a:pt x="590" y="11338"/>
                  </a:cubicBezTo>
                  <a:lnTo>
                    <a:pt x="8165" y="1034"/>
                  </a:lnTo>
                  <a:lnTo>
                    <a:pt x="81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4">
              <a:extLst>
                <a:ext uri="{FF2B5EF4-FFF2-40B4-BE49-F238E27FC236}">
                  <a16:creationId xmlns:a16="http://schemas.microsoft.com/office/drawing/2014/main" id="{98AD69AF-7A11-8BEA-8CF6-A5CD269BE6C5}"/>
                </a:ext>
              </a:extLst>
            </p:cNvPr>
            <p:cNvSpPr/>
            <p:nvPr/>
          </p:nvSpPr>
          <p:spPr>
            <a:xfrm>
              <a:off x="5524405" y="1952545"/>
              <a:ext cx="945204" cy="1292558"/>
            </a:xfrm>
            <a:custGeom>
              <a:avLst/>
              <a:gdLst/>
              <a:ahLst/>
              <a:cxnLst/>
              <a:rect l="l" t="t" r="r" b="b"/>
              <a:pathLst>
                <a:path w="49604" h="67833" extrusionOk="0">
                  <a:moveTo>
                    <a:pt x="49258" y="0"/>
                  </a:moveTo>
                  <a:cubicBezTo>
                    <a:pt x="49164" y="0"/>
                    <a:pt x="49071" y="44"/>
                    <a:pt x="49010" y="125"/>
                  </a:cubicBezTo>
                  <a:lnTo>
                    <a:pt x="0" y="66799"/>
                  </a:lnTo>
                  <a:lnTo>
                    <a:pt x="0" y="67833"/>
                  </a:lnTo>
                  <a:lnTo>
                    <a:pt x="49505" y="489"/>
                  </a:lnTo>
                  <a:cubicBezTo>
                    <a:pt x="49604" y="352"/>
                    <a:pt x="49575" y="160"/>
                    <a:pt x="49439" y="60"/>
                  </a:cubicBezTo>
                  <a:cubicBezTo>
                    <a:pt x="49384" y="20"/>
                    <a:pt x="49321" y="0"/>
                    <a:pt x="49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4">
              <a:extLst>
                <a:ext uri="{FF2B5EF4-FFF2-40B4-BE49-F238E27FC236}">
                  <a16:creationId xmlns:a16="http://schemas.microsoft.com/office/drawing/2014/main" id="{4B77FFBE-7B51-5AE1-3FFA-21E4BEF62EA0}"/>
                </a:ext>
              </a:extLst>
            </p:cNvPr>
            <p:cNvSpPr/>
            <p:nvPr/>
          </p:nvSpPr>
          <p:spPr>
            <a:xfrm>
              <a:off x="5795367" y="3956807"/>
              <a:ext cx="66388" cy="83975"/>
            </a:xfrm>
            <a:custGeom>
              <a:avLst/>
              <a:gdLst/>
              <a:ahLst/>
              <a:cxnLst/>
              <a:rect l="l" t="t" r="r" b="b"/>
              <a:pathLst>
                <a:path w="3484" h="4407" extrusionOk="0">
                  <a:moveTo>
                    <a:pt x="3136" y="0"/>
                  </a:moveTo>
                  <a:cubicBezTo>
                    <a:pt x="3042" y="0"/>
                    <a:pt x="2949" y="44"/>
                    <a:pt x="2890" y="125"/>
                  </a:cubicBezTo>
                  <a:lnTo>
                    <a:pt x="100" y="3920"/>
                  </a:lnTo>
                  <a:cubicBezTo>
                    <a:pt x="0" y="4057"/>
                    <a:pt x="30" y="4248"/>
                    <a:pt x="165" y="4349"/>
                  </a:cubicBezTo>
                  <a:cubicBezTo>
                    <a:pt x="218" y="4387"/>
                    <a:pt x="282" y="4407"/>
                    <a:pt x="347" y="4407"/>
                  </a:cubicBezTo>
                  <a:cubicBezTo>
                    <a:pt x="444" y="4407"/>
                    <a:pt x="536" y="4360"/>
                    <a:pt x="594" y="4283"/>
                  </a:cubicBezTo>
                  <a:lnTo>
                    <a:pt x="3383" y="488"/>
                  </a:lnTo>
                  <a:cubicBezTo>
                    <a:pt x="3483" y="351"/>
                    <a:pt x="3454" y="160"/>
                    <a:pt x="3317" y="59"/>
                  </a:cubicBezTo>
                  <a:cubicBezTo>
                    <a:pt x="3263" y="20"/>
                    <a:pt x="3199" y="0"/>
                    <a:pt x="3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4">
              <a:extLst>
                <a:ext uri="{FF2B5EF4-FFF2-40B4-BE49-F238E27FC236}">
                  <a16:creationId xmlns:a16="http://schemas.microsoft.com/office/drawing/2014/main" id="{E266468E-7A26-A68B-738E-10FBDCF72944}"/>
                </a:ext>
              </a:extLst>
            </p:cNvPr>
            <p:cNvSpPr/>
            <p:nvPr/>
          </p:nvSpPr>
          <p:spPr>
            <a:xfrm>
              <a:off x="6033802" y="3081344"/>
              <a:ext cx="629444" cy="862906"/>
            </a:xfrm>
            <a:custGeom>
              <a:avLst/>
              <a:gdLst/>
              <a:ahLst/>
              <a:cxnLst/>
              <a:rect l="l" t="t" r="r" b="b"/>
              <a:pathLst>
                <a:path w="33033" h="45285" extrusionOk="0">
                  <a:moveTo>
                    <a:pt x="33032" y="1"/>
                  </a:moveTo>
                  <a:lnTo>
                    <a:pt x="102" y="44797"/>
                  </a:lnTo>
                  <a:cubicBezTo>
                    <a:pt x="1" y="44934"/>
                    <a:pt x="32" y="45125"/>
                    <a:pt x="167" y="45224"/>
                  </a:cubicBezTo>
                  <a:cubicBezTo>
                    <a:pt x="222" y="45265"/>
                    <a:pt x="286" y="45284"/>
                    <a:pt x="349" y="45284"/>
                  </a:cubicBezTo>
                  <a:cubicBezTo>
                    <a:pt x="443" y="45284"/>
                    <a:pt x="535" y="45241"/>
                    <a:pt x="595" y="45159"/>
                  </a:cubicBezTo>
                  <a:lnTo>
                    <a:pt x="33032" y="1036"/>
                  </a:lnTo>
                  <a:lnTo>
                    <a:pt x="330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 name="Google Shape;555;p34">
            <a:extLst>
              <a:ext uri="{FF2B5EF4-FFF2-40B4-BE49-F238E27FC236}">
                <a16:creationId xmlns:a16="http://schemas.microsoft.com/office/drawing/2014/main" id="{94D5A207-E299-5B64-8BAE-DB08E31D45CE}"/>
              </a:ext>
            </a:extLst>
          </p:cNvPr>
          <p:cNvGrpSpPr/>
          <p:nvPr/>
        </p:nvGrpSpPr>
        <p:grpSpPr>
          <a:xfrm>
            <a:off x="4330173" y="1963985"/>
            <a:ext cx="1891146" cy="2887347"/>
            <a:chOff x="3605604" y="1716301"/>
            <a:chExt cx="1765941" cy="2696187"/>
          </a:xfrm>
        </p:grpSpPr>
        <p:sp>
          <p:nvSpPr>
            <p:cNvPr id="556" name="Google Shape;556;p34">
              <a:extLst>
                <a:ext uri="{FF2B5EF4-FFF2-40B4-BE49-F238E27FC236}">
                  <a16:creationId xmlns:a16="http://schemas.microsoft.com/office/drawing/2014/main" id="{F6F4D73F-AA7D-B024-FB77-057C669D53FD}"/>
                </a:ext>
              </a:extLst>
            </p:cNvPr>
            <p:cNvSpPr/>
            <p:nvPr/>
          </p:nvSpPr>
          <p:spPr>
            <a:xfrm>
              <a:off x="3611854" y="1721637"/>
              <a:ext cx="862372" cy="1070872"/>
            </a:xfrm>
            <a:custGeom>
              <a:avLst/>
              <a:gdLst/>
              <a:ahLst/>
              <a:cxnLst/>
              <a:rect l="l" t="t" r="r" b="b"/>
              <a:pathLst>
                <a:path w="45257" h="56199" extrusionOk="0">
                  <a:moveTo>
                    <a:pt x="37476" y="1"/>
                  </a:moveTo>
                  <a:cubicBezTo>
                    <a:pt x="34727" y="1"/>
                    <a:pt x="33541" y="1233"/>
                    <a:pt x="34009" y="2053"/>
                  </a:cubicBezTo>
                  <a:cubicBezTo>
                    <a:pt x="34538" y="2979"/>
                    <a:pt x="35994" y="4038"/>
                    <a:pt x="35994" y="4038"/>
                  </a:cubicBezTo>
                  <a:cubicBezTo>
                    <a:pt x="35994" y="4038"/>
                    <a:pt x="34170" y="3024"/>
                    <a:pt x="32260" y="3024"/>
                  </a:cubicBezTo>
                  <a:cubicBezTo>
                    <a:pt x="31497" y="3024"/>
                    <a:pt x="30719" y="3186"/>
                    <a:pt x="30039" y="3640"/>
                  </a:cubicBezTo>
                  <a:cubicBezTo>
                    <a:pt x="27657" y="5228"/>
                    <a:pt x="31098" y="4566"/>
                    <a:pt x="30436" y="6154"/>
                  </a:cubicBezTo>
                  <a:cubicBezTo>
                    <a:pt x="29774" y="7743"/>
                    <a:pt x="26069" y="7081"/>
                    <a:pt x="25143" y="11316"/>
                  </a:cubicBezTo>
                  <a:cubicBezTo>
                    <a:pt x="24217" y="15550"/>
                    <a:pt x="26864" y="19785"/>
                    <a:pt x="24481" y="21637"/>
                  </a:cubicBezTo>
                  <a:cubicBezTo>
                    <a:pt x="22099" y="23490"/>
                    <a:pt x="14954" y="20975"/>
                    <a:pt x="12837" y="25607"/>
                  </a:cubicBezTo>
                  <a:cubicBezTo>
                    <a:pt x="10719" y="30239"/>
                    <a:pt x="13712" y="32291"/>
                    <a:pt x="8684" y="35202"/>
                  </a:cubicBezTo>
                  <a:cubicBezTo>
                    <a:pt x="3657" y="38112"/>
                    <a:pt x="1" y="40958"/>
                    <a:pt x="1456" y="48103"/>
                  </a:cubicBezTo>
                  <a:cubicBezTo>
                    <a:pt x="2544" y="53444"/>
                    <a:pt x="5480" y="56198"/>
                    <a:pt x="10818" y="56198"/>
                  </a:cubicBezTo>
                  <a:cubicBezTo>
                    <a:pt x="12621" y="56198"/>
                    <a:pt x="14698" y="55884"/>
                    <a:pt x="17070" y="55249"/>
                  </a:cubicBezTo>
                  <a:cubicBezTo>
                    <a:pt x="26466" y="52736"/>
                    <a:pt x="25805" y="47045"/>
                    <a:pt x="28848" y="41223"/>
                  </a:cubicBezTo>
                  <a:cubicBezTo>
                    <a:pt x="31891" y="35399"/>
                    <a:pt x="36655" y="36591"/>
                    <a:pt x="38112" y="33283"/>
                  </a:cubicBezTo>
                  <a:cubicBezTo>
                    <a:pt x="39567" y="29974"/>
                    <a:pt x="37714" y="26004"/>
                    <a:pt x="37846" y="22962"/>
                  </a:cubicBezTo>
                  <a:cubicBezTo>
                    <a:pt x="37979" y="19918"/>
                    <a:pt x="41023" y="19256"/>
                    <a:pt x="42213" y="15683"/>
                  </a:cubicBezTo>
                  <a:cubicBezTo>
                    <a:pt x="43404" y="12111"/>
                    <a:pt x="44471" y="8399"/>
                    <a:pt x="44471" y="8399"/>
                  </a:cubicBezTo>
                  <a:cubicBezTo>
                    <a:pt x="44471" y="8399"/>
                    <a:pt x="45257" y="6949"/>
                    <a:pt x="45257" y="4435"/>
                  </a:cubicBezTo>
                  <a:cubicBezTo>
                    <a:pt x="45257" y="1921"/>
                    <a:pt x="42213" y="465"/>
                    <a:pt x="38640" y="68"/>
                  </a:cubicBezTo>
                  <a:cubicBezTo>
                    <a:pt x="38225" y="22"/>
                    <a:pt x="37837" y="1"/>
                    <a:pt x="3747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4">
              <a:extLst>
                <a:ext uri="{FF2B5EF4-FFF2-40B4-BE49-F238E27FC236}">
                  <a16:creationId xmlns:a16="http://schemas.microsoft.com/office/drawing/2014/main" id="{46C5C4B4-004D-E792-D846-B5A0E54856BF}"/>
                </a:ext>
              </a:extLst>
            </p:cNvPr>
            <p:cNvSpPr/>
            <p:nvPr/>
          </p:nvSpPr>
          <p:spPr>
            <a:xfrm>
              <a:off x="3605604" y="1716301"/>
              <a:ext cx="873958" cy="1081600"/>
            </a:xfrm>
            <a:custGeom>
              <a:avLst/>
              <a:gdLst/>
              <a:ahLst/>
              <a:cxnLst/>
              <a:rect l="l" t="t" r="r" b="b"/>
              <a:pathLst>
                <a:path w="45865" h="56762" extrusionOk="0">
                  <a:moveTo>
                    <a:pt x="37811" y="562"/>
                  </a:moveTo>
                  <a:cubicBezTo>
                    <a:pt x="38161" y="562"/>
                    <a:pt x="38537" y="582"/>
                    <a:pt x="38937" y="627"/>
                  </a:cubicBezTo>
                  <a:cubicBezTo>
                    <a:pt x="42014" y="968"/>
                    <a:pt x="45303" y="2222"/>
                    <a:pt x="45303" y="4715"/>
                  </a:cubicBezTo>
                  <a:cubicBezTo>
                    <a:pt x="45303" y="7117"/>
                    <a:pt x="44558" y="8530"/>
                    <a:pt x="44551" y="8545"/>
                  </a:cubicBezTo>
                  <a:cubicBezTo>
                    <a:pt x="44540" y="8562"/>
                    <a:pt x="44533" y="8581"/>
                    <a:pt x="44527" y="8600"/>
                  </a:cubicBezTo>
                  <a:cubicBezTo>
                    <a:pt x="44516" y="8638"/>
                    <a:pt x="43449" y="12347"/>
                    <a:pt x="42274" y="15874"/>
                  </a:cubicBezTo>
                  <a:cubicBezTo>
                    <a:pt x="41733" y="17498"/>
                    <a:pt x="40810" y="18483"/>
                    <a:pt x="39917" y="19435"/>
                  </a:cubicBezTo>
                  <a:cubicBezTo>
                    <a:pt x="38914" y="20504"/>
                    <a:pt x="37967" y="21515"/>
                    <a:pt x="37893" y="23229"/>
                  </a:cubicBezTo>
                  <a:cubicBezTo>
                    <a:pt x="37845" y="24365"/>
                    <a:pt x="38059" y="25596"/>
                    <a:pt x="38285" y="26899"/>
                  </a:cubicBezTo>
                  <a:cubicBezTo>
                    <a:pt x="38673" y="29122"/>
                    <a:pt x="39074" y="31421"/>
                    <a:pt x="38182" y="33449"/>
                  </a:cubicBezTo>
                  <a:cubicBezTo>
                    <a:pt x="37589" y="34794"/>
                    <a:pt x="36424" y="35337"/>
                    <a:pt x="34948" y="36022"/>
                  </a:cubicBezTo>
                  <a:cubicBezTo>
                    <a:pt x="33049" y="36906"/>
                    <a:pt x="30688" y="38003"/>
                    <a:pt x="28926" y="41372"/>
                  </a:cubicBezTo>
                  <a:cubicBezTo>
                    <a:pt x="28171" y="42819"/>
                    <a:pt x="27644" y="44246"/>
                    <a:pt x="27135" y="45628"/>
                  </a:cubicBezTo>
                  <a:cubicBezTo>
                    <a:pt x="25599" y="49797"/>
                    <a:pt x="24272" y="53398"/>
                    <a:pt x="17326" y="55258"/>
                  </a:cubicBezTo>
                  <a:cubicBezTo>
                    <a:pt x="14977" y="55886"/>
                    <a:pt x="12922" y="56201"/>
                    <a:pt x="11140" y="56201"/>
                  </a:cubicBezTo>
                  <a:cubicBezTo>
                    <a:pt x="9077" y="56201"/>
                    <a:pt x="7379" y="55779"/>
                    <a:pt x="6015" y="54935"/>
                  </a:cubicBezTo>
                  <a:cubicBezTo>
                    <a:pt x="4005" y="53691"/>
                    <a:pt x="2712" y="51530"/>
                    <a:pt x="2058" y="48329"/>
                  </a:cubicBezTo>
                  <a:cubicBezTo>
                    <a:pt x="625" y="41289"/>
                    <a:pt x="4256" y="38561"/>
                    <a:pt x="9152" y="35726"/>
                  </a:cubicBezTo>
                  <a:cubicBezTo>
                    <a:pt x="12377" y="33859"/>
                    <a:pt x="12441" y="32288"/>
                    <a:pt x="12523" y="30301"/>
                  </a:cubicBezTo>
                  <a:cubicBezTo>
                    <a:pt x="12571" y="29100"/>
                    <a:pt x="12626" y="27740"/>
                    <a:pt x="13420" y="26005"/>
                  </a:cubicBezTo>
                  <a:cubicBezTo>
                    <a:pt x="14654" y="23303"/>
                    <a:pt x="17779" y="23170"/>
                    <a:pt x="20537" y="23052"/>
                  </a:cubicBezTo>
                  <a:cubicBezTo>
                    <a:pt x="22318" y="22976"/>
                    <a:pt x="23998" y="22903"/>
                    <a:pt x="24982" y="22139"/>
                  </a:cubicBezTo>
                  <a:cubicBezTo>
                    <a:pt x="26461" y="20988"/>
                    <a:pt x="26181" y="19076"/>
                    <a:pt x="25858" y="16862"/>
                  </a:cubicBezTo>
                  <a:cubicBezTo>
                    <a:pt x="25621" y="15258"/>
                    <a:pt x="25354" y="13439"/>
                    <a:pt x="25745" y="11656"/>
                  </a:cubicBezTo>
                  <a:cubicBezTo>
                    <a:pt x="26299" y="9122"/>
                    <a:pt x="27905" y="8438"/>
                    <a:pt x="29195" y="7890"/>
                  </a:cubicBezTo>
                  <a:cubicBezTo>
                    <a:pt x="30021" y="7537"/>
                    <a:pt x="30736" y="7234"/>
                    <a:pt x="31023" y="6542"/>
                  </a:cubicBezTo>
                  <a:cubicBezTo>
                    <a:pt x="31429" y="5570"/>
                    <a:pt x="30609" y="5189"/>
                    <a:pt x="30169" y="4985"/>
                  </a:cubicBezTo>
                  <a:cubicBezTo>
                    <a:pt x="30032" y="4921"/>
                    <a:pt x="29825" y="4824"/>
                    <a:pt x="29797" y="4794"/>
                  </a:cubicBezTo>
                  <a:cubicBezTo>
                    <a:pt x="29800" y="4776"/>
                    <a:pt x="29846" y="4606"/>
                    <a:pt x="30523" y="4155"/>
                  </a:cubicBezTo>
                  <a:cubicBezTo>
                    <a:pt x="31147" y="3738"/>
                    <a:pt x="31871" y="3588"/>
                    <a:pt x="32585" y="3588"/>
                  </a:cubicBezTo>
                  <a:cubicBezTo>
                    <a:pt x="34395" y="3588"/>
                    <a:pt x="36160" y="4550"/>
                    <a:pt x="36185" y="4562"/>
                  </a:cubicBezTo>
                  <a:cubicBezTo>
                    <a:pt x="36228" y="4586"/>
                    <a:pt x="36276" y="4598"/>
                    <a:pt x="36322" y="4598"/>
                  </a:cubicBezTo>
                  <a:cubicBezTo>
                    <a:pt x="36415" y="4598"/>
                    <a:pt x="36505" y="4552"/>
                    <a:pt x="36558" y="4468"/>
                  </a:cubicBezTo>
                  <a:cubicBezTo>
                    <a:pt x="36638" y="4343"/>
                    <a:pt x="36606" y="4177"/>
                    <a:pt x="36487" y="4089"/>
                  </a:cubicBezTo>
                  <a:cubicBezTo>
                    <a:pt x="36472" y="4080"/>
                    <a:pt x="35074" y="3057"/>
                    <a:pt x="34581" y="2193"/>
                  </a:cubicBezTo>
                  <a:cubicBezTo>
                    <a:pt x="34455" y="1974"/>
                    <a:pt x="34543" y="1756"/>
                    <a:pt x="34637" y="1611"/>
                  </a:cubicBezTo>
                  <a:cubicBezTo>
                    <a:pt x="35008" y="1048"/>
                    <a:pt x="36104" y="562"/>
                    <a:pt x="37811" y="562"/>
                  </a:cubicBezTo>
                  <a:close/>
                  <a:moveTo>
                    <a:pt x="37814" y="0"/>
                  </a:moveTo>
                  <a:cubicBezTo>
                    <a:pt x="35780" y="0"/>
                    <a:pt x="34592" y="659"/>
                    <a:pt x="34168" y="1304"/>
                  </a:cubicBezTo>
                  <a:cubicBezTo>
                    <a:pt x="33916" y="1689"/>
                    <a:pt x="33888" y="2114"/>
                    <a:pt x="34092" y="2473"/>
                  </a:cubicBezTo>
                  <a:cubicBezTo>
                    <a:pt x="34268" y="2782"/>
                    <a:pt x="34537" y="3100"/>
                    <a:pt x="34823" y="3392"/>
                  </a:cubicBezTo>
                  <a:cubicBezTo>
                    <a:pt x="34176" y="3190"/>
                    <a:pt x="33397" y="3021"/>
                    <a:pt x="32598" y="3021"/>
                  </a:cubicBezTo>
                  <a:cubicBezTo>
                    <a:pt x="31784" y="3021"/>
                    <a:pt x="30949" y="3196"/>
                    <a:pt x="30211" y="3688"/>
                  </a:cubicBezTo>
                  <a:cubicBezTo>
                    <a:pt x="29492" y="4167"/>
                    <a:pt x="29209" y="4498"/>
                    <a:pt x="29235" y="4830"/>
                  </a:cubicBezTo>
                  <a:cubicBezTo>
                    <a:pt x="29262" y="5183"/>
                    <a:pt x="29603" y="5342"/>
                    <a:pt x="29931" y="5495"/>
                  </a:cubicBezTo>
                  <a:cubicBezTo>
                    <a:pt x="30491" y="5753"/>
                    <a:pt x="30685" y="5893"/>
                    <a:pt x="30504" y="6326"/>
                  </a:cubicBezTo>
                  <a:cubicBezTo>
                    <a:pt x="30304" y="6806"/>
                    <a:pt x="29717" y="7056"/>
                    <a:pt x="28974" y="7374"/>
                  </a:cubicBezTo>
                  <a:cubicBezTo>
                    <a:pt x="27638" y="7941"/>
                    <a:pt x="25811" y="8720"/>
                    <a:pt x="25195" y="11536"/>
                  </a:cubicBezTo>
                  <a:cubicBezTo>
                    <a:pt x="24784" y="13419"/>
                    <a:pt x="25058" y="15292"/>
                    <a:pt x="25300" y="16944"/>
                  </a:cubicBezTo>
                  <a:cubicBezTo>
                    <a:pt x="25611" y="19069"/>
                    <a:pt x="25858" y="20746"/>
                    <a:pt x="24635" y="21696"/>
                  </a:cubicBezTo>
                  <a:cubicBezTo>
                    <a:pt x="23794" y="22351"/>
                    <a:pt x="22200" y="22418"/>
                    <a:pt x="20512" y="22491"/>
                  </a:cubicBezTo>
                  <a:cubicBezTo>
                    <a:pt x="17594" y="22616"/>
                    <a:pt x="14286" y="22757"/>
                    <a:pt x="12908" y="25771"/>
                  </a:cubicBezTo>
                  <a:cubicBezTo>
                    <a:pt x="12069" y="27605"/>
                    <a:pt x="12011" y="29026"/>
                    <a:pt x="11960" y="30279"/>
                  </a:cubicBezTo>
                  <a:cubicBezTo>
                    <a:pt x="11883" y="32165"/>
                    <a:pt x="11827" y="33527"/>
                    <a:pt x="8871" y="35240"/>
                  </a:cubicBezTo>
                  <a:cubicBezTo>
                    <a:pt x="3950" y="38087"/>
                    <a:pt x="1" y="41047"/>
                    <a:pt x="1507" y="48439"/>
                  </a:cubicBezTo>
                  <a:cubicBezTo>
                    <a:pt x="2193" y="51803"/>
                    <a:pt x="3569" y="54082"/>
                    <a:pt x="5719" y="55412"/>
                  </a:cubicBezTo>
                  <a:cubicBezTo>
                    <a:pt x="7173" y="56312"/>
                    <a:pt x="8969" y="56761"/>
                    <a:pt x="11142" y="56761"/>
                  </a:cubicBezTo>
                  <a:cubicBezTo>
                    <a:pt x="12975" y="56761"/>
                    <a:pt x="15078" y="56441"/>
                    <a:pt x="17471" y="55800"/>
                  </a:cubicBezTo>
                  <a:cubicBezTo>
                    <a:pt x="24698" y="53866"/>
                    <a:pt x="26138" y="49959"/>
                    <a:pt x="27662" y="45821"/>
                  </a:cubicBezTo>
                  <a:cubicBezTo>
                    <a:pt x="28165" y="44458"/>
                    <a:pt x="28684" y="43048"/>
                    <a:pt x="29423" y="41633"/>
                  </a:cubicBezTo>
                  <a:cubicBezTo>
                    <a:pt x="31098" y="38433"/>
                    <a:pt x="33269" y="37422"/>
                    <a:pt x="35184" y="36533"/>
                  </a:cubicBezTo>
                  <a:cubicBezTo>
                    <a:pt x="36706" y="35825"/>
                    <a:pt x="38020" y="35214"/>
                    <a:pt x="38696" y="33675"/>
                  </a:cubicBezTo>
                  <a:cubicBezTo>
                    <a:pt x="39657" y="31492"/>
                    <a:pt x="39240" y="29108"/>
                    <a:pt x="38839" y="26803"/>
                  </a:cubicBezTo>
                  <a:cubicBezTo>
                    <a:pt x="38618" y="25531"/>
                    <a:pt x="38409" y="24328"/>
                    <a:pt x="38454" y="23253"/>
                  </a:cubicBezTo>
                  <a:cubicBezTo>
                    <a:pt x="38520" y="21747"/>
                    <a:pt x="39359" y="20854"/>
                    <a:pt x="40327" y="19820"/>
                  </a:cubicBezTo>
                  <a:cubicBezTo>
                    <a:pt x="41217" y="18869"/>
                    <a:pt x="42227" y="17793"/>
                    <a:pt x="42806" y="16051"/>
                  </a:cubicBezTo>
                  <a:cubicBezTo>
                    <a:pt x="43932" y="12675"/>
                    <a:pt x="44960" y="9130"/>
                    <a:pt x="45060" y="8784"/>
                  </a:cubicBezTo>
                  <a:cubicBezTo>
                    <a:pt x="45175" y="8558"/>
                    <a:pt x="45865" y="7111"/>
                    <a:pt x="45865" y="4715"/>
                  </a:cubicBezTo>
                  <a:cubicBezTo>
                    <a:pt x="45865" y="2320"/>
                    <a:pt x="43234" y="539"/>
                    <a:pt x="38998" y="68"/>
                  </a:cubicBezTo>
                  <a:cubicBezTo>
                    <a:pt x="38576" y="21"/>
                    <a:pt x="38181" y="0"/>
                    <a:pt x="3781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4">
              <a:extLst>
                <a:ext uri="{FF2B5EF4-FFF2-40B4-BE49-F238E27FC236}">
                  <a16:creationId xmlns:a16="http://schemas.microsoft.com/office/drawing/2014/main" id="{BDD273D8-2E62-E405-14AA-97DA532AB031}"/>
                </a:ext>
              </a:extLst>
            </p:cNvPr>
            <p:cNvSpPr/>
            <p:nvPr/>
          </p:nvSpPr>
          <p:spPr>
            <a:xfrm>
              <a:off x="3675879" y="1804945"/>
              <a:ext cx="751834" cy="809971"/>
            </a:xfrm>
            <a:custGeom>
              <a:avLst/>
              <a:gdLst/>
              <a:ahLst/>
              <a:cxnLst/>
              <a:rect l="l" t="t" r="r" b="b"/>
              <a:pathLst>
                <a:path w="39456" h="42507" extrusionOk="0">
                  <a:moveTo>
                    <a:pt x="36226" y="0"/>
                  </a:moveTo>
                  <a:cubicBezTo>
                    <a:pt x="35872" y="0"/>
                    <a:pt x="35644" y="89"/>
                    <a:pt x="35530" y="269"/>
                  </a:cubicBezTo>
                  <a:cubicBezTo>
                    <a:pt x="35258" y="700"/>
                    <a:pt x="35854" y="1411"/>
                    <a:pt x="35924" y="1491"/>
                  </a:cubicBezTo>
                  <a:cubicBezTo>
                    <a:pt x="35951" y="1522"/>
                    <a:pt x="35990" y="1539"/>
                    <a:pt x="36029" y="1539"/>
                  </a:cubicBezTo>
                  <a:cubicBezTo>
                    <a:pt x="36061" y="1539"/>
                    <a:pt x="36095" y="1527"/>
                    <a:pt x="36121" y="1504"/>
                  </a:cubicBezTo>
                  <a:cubicBezTo>
                    <a:pt x="36181" y="1454"/>
                    <a:pt x="36187" y="1365"/>
                    <a:pt x="36136" y="1307"/>
                  </a:cubicBezTo>
                  <a:cubicBezTo>
                    <a:pt x="35961" y="1104"/>
                    <a:pt x="35641" y="620"/>
                    <a:pt x="35768" y="419"/>
                  </a:cubicBezTo>
                  <a:cubicBezTo>
                    <a:pt x="35803" y="364"/>
                    <a:pt x="35909" y="281"/>
                    <a:pt x="36224" y="281"/>
                  </a:cubicBezTo>
                  <a:cubicBezTo>
                    <a:pt x="36486" y="281"/>
                    <a:pt x="36892" y="338"/>
                    <a:pt x="37521" y="514"/>
                  </a:cubicBezTo>
                  <a:cubicBezTo>
                    <a:pt x="38426" y="767"/>
                    <a:pt x="38917" y="1221"/>
                    <a:pt x="38983" y="1861"/>
                  </a:cubicBezTo>
                  <a:cubicBezTo>
                    <a:pt x="39161" y="3622"/>
                    <a:pt x="36257" y="6288"/>
                    <a:pt x="34984" y="6942"/>
                  </a:cubicBezTo>
                  <a:cubicBezTo>
                    <a:pt x="33616" y="7645"/>
                    <a:pt x="32046" y="8003"/>
                    <a:pt x="30529" y="8348"/>
                  </a:cubicBezTo>
                  <a:cubicBezTo>
                    <a:pt x="28040" y="8914"/>
                    <a:pt x="25464" y="9501"/>
                    <a:pt x="23691" y="11628"/>
                  </a:cubicBezTo>
                  <a:cubicBezTo>
                    <a:pt x="22232" y="13380"/>
                    <a:pt x="22683" y="15200"/>
                    <a:pt x="23080" y="16807"/>
                  </a:cubicBezTo>
                  <a:cubicBezTo>
                    <a:pt x="23395" y="18079"/>
                    <a:pt x="23692" y="19281"/>
                    <a:pt x="23043" y="20308"/>
                  </a:cubicBezTo>
                  <a:cubicBezTo>
                    <a:pt x="22346" y="21410"/>
                    <a:pt x="20602" y="21689"/>
                    <a:pt x="18755" y="21985"/>
                  </a:cubicBezTo>
                  <a:cubicBezTo>
                    <a:pt x="16645" y="22323"/>
                    <a:pt x="14463" y="22672"/>
                    <a:pt x="13363" y="24253"/>
                  </a:cubicBezTo>
                  <a:cubicBezTo>
                    <a:pt x="12532" y="25446"/>
                    <a:pt x="12932" y="27145"/>
                    <a:pt x="13355" y="28942"/>
                  </a:cubicBezTo>
                  <a:cubicBezTo>
                    <a:pt x="13998" y="31678"/>
                    <a:pt x="14727" y="34779"/>
                    <a:pt x="11241" y="36825"/>
                  </a:cubicBezTo>
                  <a:cubicBezTo>
                    <a:pt x="9299" y="37964"/>
                    <a:pt x="7241" y="38794"/>
                    <a:pt x="5426" y="39526"/>
                  </a:cubicBezTo>
                  <a:cubicBezTo>
                    <a:pt x="3227" y="40413"/>
                    <a:pt x="1327" y="41178"/>
                    <a:pt x="97" y="42262"/>
                  </a:cubicBezTo>
                  <a:cubicBezTo>
                    <a:pt x="1" y="42346"/>
                    <a:pt x="61" y="42507"/>
                    <a:pt x="191" y="42507"/>
                  </a:cubicBezTo>
                  <a:cubicBezTo>
                    <a:pt x="226" y="42507"/>
                    <a:pt x="258" y="42494"/>
                    <a:pt x="284" y="42472"/>
                  </a:cubicBezTo>
                  <a:cubicBezTo>
                    <a:pt x="1475" y="41420"/>
                    <a:pt x="3355" y="40662"/>
                    <a:pt x="5530" y="39785"/>
                  </a:cubicBezTo>
                  <a:cubicBezTo>
                    <a:pt x="7356" y="39050"/>
                    <a:pt x="9423" y="38218"/>
                    <a:pt x="11383" y="37067"/>
                  </a:cubicBezTo>
                  <a:cubicBezTo>
                    <a:pt x="15046" y="34916"/>
                    <a:pt x="14292" y="31708"/>
                    <a:pt x="13627" y="28878"/>
                  </a:cubicBezTo>
                  <a:cubicBezTo>
                    <a:pt x="13219" y="27142"/>
                    <a:pt x="12834" y="25503"/>
                    <a:pt x="13592" y="24412"/>
                  </a:cubicBezTo>
                  <a:cubicBezTo>
                    <a:pt x="14623" y="22930"/>
                    <a:pt x="16746" y="22590"/>
                    <a:pt x="18798" y="22262"/>
                  </a:cubicBezTo>
                  <a:cubicBezTo>
                    <a:pt x="20710" y="21956"/>
                    <a:pt x="22515" y="21667"/>
                    <a:pt x="23279" y="20456"/>
                  </a:cubicBezTo>
                  <a:cubicBezTo>
                    <a:pt x="23993" y="19328"/>
                    <a:pt x="23681" y="18070"/>
                    <a:pt x="23351" y="16739"/>
                  </a:cubicBezTo>
                  <a:cubicBezTo>
                    <a:pt x="22951" y="15121"/>
                    <a:pt x="22537" y="13450"/>
                    <a:pt x="23907" y="11808"/>
                  </a:cubicBezTo>
                  <a:cubicBezTo>
                    <a:pt x="25619" y="9751"/>
                    <a:pt x="28034" y="9203"/>
                    <a:pt x="30591" y="8621"/>
                  </a:cubicBezTo>
                  <a:cubicBezTo>
                    <a:pt x="32126" y="8273"/>
                    <a:pt x="33713" y="7912"/>
                    <a:pt x="35112" y="7192"/>
                  </a:cubicBezTo>
                  <a:cubicBezTo>
                    <a:pt x="36474" y="6492"/>
                    <a:pt x="39455" y="3741"/>
                    <a:pt x="39261" y="1832"/>
                  </a:cubicBezTo>
                  <a:cubicBezTo>
                    <a:pt x="39184" y="1065"/>
                    <a:pt x="38624" y="531"/>
                    <a:pt x="37597" y="244"/>
                  </a:cubicBezTo>
                  <a:cubicBezTo>
                    <a:pt x="37017" y="81"/>
                    <a:pt x="36564" y="0"/>
                    <a:pt x="362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4">
              <a:extLst>
                <a:ext uri="{FF2B5EF4-FFF2-40B4-BE49-F238E27FC236}">
                  <a16:creationId xmlns:a16="http://schemas.microsoft.com/office/drawing/2014/main" id="{0DE9AE4B-2B6B-1595-EC21-68C5FA653381}"/>
                </a:ext>
              </a:extLst>
            </p:cNvPr>
            <p:cNvSpPr/>
            <p:nvPr/>
          </p:nvSpPr>
          <p:spPr>
            <a:xfrm>
              <a:off x="3755434" y="2044505"/>
              <a:ext cx="476127" cy="739029"/>
            </a:xfrm>
            <a:custGeom>
              <a:avLst/>
              <a:gdLst/>
              <a:ahLst/>
              <a:cxnLst/>
              <a:rect l="l" t="t" r="r" b="b"/>
              <a:pathLst>
                <a:path w="24987" h="38784" extrusionOk="0">
                  <a:moveTo>
                    <a:pt x="22347" y="0"/>
                  </a:moveTo>
                  <a:cubicBezTo>
                    <a:pt x="22292" y="0"/>
                    <a:pt x="22239" y="33"/>
                    <a:pt x="22217" y="88"/>
                  </a:cubicBezTo>
                  <a:cubicBezTo>
                    <a:pt x="21838" y="1113"/>
                    <a:pt x="21734" y="2007"/>
                    <a:pt x="21908" y="2745"/>
                  </a:cubicBezTo>
                  <a:cubicBezTo>
                    <a:pt x="22037" y="3298"/>
                    <a:pt x="22322" y="3974"/>
                    <a:pt x="22624" y="4689"/>
                  </a:cubicBezTo>
                  <a:cubicBezTo>
                    <a:pt x="23525" y="6829"/>
                    <a:pt x="24647" y="9489"/>
                    <a:pt x="22717" y="11143"/>
                  </a:cubicBezTo>
                  <a:cubicBezTo>
                    <a:pt x="21595" y="12105"/>
                    <a:pt x="20143" y="12629"/>
                    <a:pt x="18740" y="13136"/>
                  </a:cubicBezTo>
                  <a:cubicBezTo>
                    <a:pt x="16872" y="13812"/>
                    <a:pt x="15105" y="14449"/>
                    <a:pt x="14647" y="16053"/>
                  </a:cubicBezTo>
                  <a:cubicBezTo>
                    <a:pt x="14369" y="17028"/>
                    <a:pt x="14388" y="18575"/>
                    <a:pt x="14410" y="20366"/>
                  </a:cubicBezTo>
                  <a:cubicBezTo>
                    <a:pt x="14449" y="23472"/>
                    <a:pt x="14496" y="27340"/>
                    <a:pt x="12886" y="29513"/>
                  </a:cubicBezTo>
                  <a:cubicBezTo>
                    <a:pt x="11443" y="31460"/>
                    <a:pt x="9206" y="32204"/>
                    <a:pt x="7042" y="32925"/>
                  </a:cubicBezTo>
                  <a:cubicBezTo>
                    <a:pt x="5410" y="33467"/>
                    <a:pt x="3869" y="33979"/>
                    <a:pt x="2714" y="34969"/>
                  </a:cubicBezTo>
                  <a:cubicBezTo>
                    <a:pt x="0" y="37296"/>
                    <a:pt x="360" y="38630"/>
                    <a:pt x="378" y="38684"/>
                  </a:cubicBezTo>
                  <a:cubicBezTo>
                    <a:pt x="395" y="38744"/>
                    <a:pt x="449" y="38783"/>
                    <a:pt x="512" y="38783"/>
                  </a:cubicBezTo>
                  <a:cubicBezTo>
                    <a:pt x="524" y="38783"/>
                    <a:pt x="537" y="38782"/>
                    <a:pt x="550" y="38778"/>
                  </a:cubicBezTo>
                  <a:cubicBezTo>
                    <a:pt x="624" y="38756"/>
                    <a:pt x="667" y="38678"/>
                    <a:pt x="646" y="38604"/>
                  </a:cubicBezTo>
                  <a:cubicBezTo>
                    <a:pt x="643" y="38592"/>
                    <a:pt x="347" y="37367"/>
                    <a:pt x="2897" y="35182"/>
                  </a:cubicBezTo>
                  <a:cubicBezTo>
                    <a:pt x="4009" y="34229"/>
                    <a:pt x="5525" y="33724"/>
                    <a:pt x="7129" y="33190"/>
                  </a:cubicBezTo>
                  <a:cubicBezTo>
                    <a:pt x="9336" y="32457"/>
                    <a:pt x="11615" y="31698"/>
                    <a:pt x="13110" y="29681"/>
                  </a:cubicBezTo>
                  <a:cubicBezTo>
                    <a:pt x="14777" y="27431"/>
                    <a:pt x="14729" y="23510"/>
                    <a:pt x="14690" y="20362"/>
                  </a:cubicBezTo>
                  <a:cubicBezTo>
                    <a:pt x="14668" y="18592"/>
                    <a:pt x="14649" y="17065"/>
                    <a:pt x="14917" y="16131"/>
                  </a:cubicBezTo>
                  <a:cubicBezTo>
                    <a:pt x="15336" y="14665"/>
                    <a:pt x="16958" y="14079"/>
                    <a:pt x="18835" y="13400"/>
                  </a:cubicBezTo>
                  <a:cubicBezTo>
                    <a:pt x="20262" y="12884"/>
                    <a:pt x="21740" y="12352"/>
                    <a:pt x="22901" y="11357"/>
                  </a:cubicBezTo>
                  <a:cubicBezTo>
                    <a:pt x="24986" y="9569"/>
                    <a:pt x="23820" y="6802"/>
                    <a:pt x="22883" y="4581"/>
                  </a:cubicBezTo>
                  <a:cubicBezTo>
                    <a:pt x="22586" y="3877"/>
                    <a:pt x="22306" y="3210"/>
                    <a:pt x="22180" y="2681"/>
                  </a:cubicBezTo>
                  <a:cubicBezTo>
                    <a:pt x="22020" y="1998"/>
                    <a:pt x="22121" y="1158"/>
                    <a:pt x="22481" y="185"/>
                  </a:cubicBezTo>
                  <a:cubicBezTo>
                    <a:pt x="22506" y="114"/>
                    <a:pt x="22468" y="35"/>
                    <a:pt x="22396" y="9"/>
                  </a:cubicBezTo>
                  <a:cubicBezTo>
                    <a:pt x="22380" y="3"/>
                    <a:pt x="22364" y="0"/>
                    <a:pt x="22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4">
              <a:extLst>
                <a:ext uri="{FF2B5EF4-FFF2-40B4-BE49-F238E27FC236}">
                  <a16:creationId xmlns:a16="http://schemas.microsoft.com/office/drawing/2014/main" id="{5CA1357F-AB8B-0DF0-AB1D-3C3308B28C62}"/>
                </a:ext>
              </a:extLst>
            </p:cNvPr>
            <p:cNvSpPr/>
            <p:nvPr/>
          </p:nvSpPr>
          <p:spPr>
            <a:xfrm>
              <a:off x="4191431" y="1996448"/>
              <a:ext cx="18617" cy="24695"/>
            </a:xfrm>
            <a:custGeom>
              <a:avLst/>
              <a:gdLst/>
              <a:ahLst/>
              <a:cxnLst/>
              <a:rect l="l" t="t" r="r" b="b"/>
              <a:pathLst>
                <a:path w="977" h="1296" extrusionOk="0">
                  <a:moveTo>
                    <a:pt x="818" y="1"/>
                  </a:moveTo>
                  <a:cubicBezTo>
                    <a:pt x="775" y="1"/>
                    <a:pt x="734" y="20"/>
                    <a:pt x="707" y="56"/>
                  </a:cubicBezTo>
                  <a:cubicBezTo>
                    <a:pt x="694" y="73"/>
                    <a:pt x="402" y="471"/>
                    <a:pt x="53" y="1086"/>
                  </a:cubicBezTo>
                  <a:cubicBezTo>
                    <a:pt x="1" y="1179"/>
                    <a:pt x="68" y="1296"/>
                    <a:pt x="176" y="1296"/>
                  </a:cubicBezTo>
                  <a:cubicBezTo>
                    <a:pt x="227" y="1296"/>
                    <a:pt x="274" y="1268"/>
                    <a:pt x="298" y="1224"/>
                  </a:cubicBezTo>
                  <a:cubicBezTo>
                    <a:pt x="491" y="878"/>
                    <a:pt x="702" y="544"/>
                    <a:pt x="933" y="224"/>
                  </a:cubicBezTo>
                  <a:cubicBezTo>
                    <a:pt x="977" y="161"/>
                    <a:pt x="963" y="73"/>
                    <a:pt x="902" y="28"/>
                  </a:cubicBezTo>
                  <a:cubicBezTo>
                    <a:pt x="877" y="10"/>
                    <a:pt x="847" y="1"/>
                    <a:pt x="8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4">
              <a:extLst>
                <a:ext uri="{FF2B5EF4-FFF2-40B4-BE49-F238E27FC236}">
                  <a16:creationId xmlns:a16="http://schemas.microsoft.com/office/drawing/2014/main" id="{2E31E887-0462-4B60-98D6-F416ED729204}"/>
                </a:ext>
              </a:extLst>
            </p:cNvPr>
            <p:cNvSpPr/>
            <p:nvPr/>
          </p:nvSpPr>
          <p:spPr>
            <a:xfrm>
              <a:off x="4388670" y="2630732"/>
              <a:ext cx="395296" cy="343219"/>
            </a:xfrm>
            <a:custGeom>
              <a:avLst/>
              <a:gdLst/>
              <a:ahLst/>
              <a:cxnLst/>
              <a:rect l="l" t="t" r="r" b="b"/>
              <a:pathLst>
                <a:path w="20745" h="18012" extrusionOk="0">
                  <a:moveTo>
                    <a:pt x="5074" y="0"/>
                  </a:moveTo>
                  <a:cubicBezTo>
                    <a:pt x="3271" y="0"/>
                    <a:pt x="0" y="5987"/>
                    <a:pt x="609" y="6838"/>
                  </a:cubicBezTo>
                  <a:cubicBezTo>
                    <a:pt x="1258" y="7749"/>
                    <a:pt x="2817" y="10735"/>
                    <a:pt x="4895" y="11256"/>
                  </a:cubicBezTo>
                  <a:cubicBezTo>
                    <a:pt x="6975" y="11777"/>
                    <a:pt x="17496" y="18012"/>
                    <a:pt x="17496" y="18012"/>
                  </a:cubicBezTo>
                  <a:lnTo>
                    <a:pt x="20744" y="17102"/>
                  </a:lnTo>
                  <a:cubicBezTo>
                    <a:pt x="20744" y="17102"/>
                    <a:pt x="14378" y="12685"/>
                    <a:pt x="11910" y="10606"/>
                  </a:cubicBezTo>
                  <a:cubicBezTo>
                    <a:pt x="9443" y="8527"/>
                    <a:pt x="6065" y="5150"/>
                    <a:pt x="6065" y="5150"/>
                  </a:cubicBezTo>
                  <a:lnTo>
                    <a:pt x="5416" y="84"/>
                  </a:lnTo>
                  <a:cubicBezTo>
                    <a:pt x="5310" y="27"/>
                    <a:pt x="5195" y="0"/>
                    <a:pt x="5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4">
              <a:extLst>
                <a:ext uri="{FF2B5EF4-FFF2-40B4-BE49-F238E27FC236}">
                  <a16:creationId xmlns:a16="http://schemas.microsoft.com/office/drawing/2014/main" id="{70C8D740-D58D-8FEA-03A5-B4F7BD07AC0D}"/>
                </a:ext>
              </a:extLst>
            </p:cNvPr>
            <p:cNvSpPr/>
            <p:nvPr/>
          </p:nvSpPr>
          <p:spPr>
            <a:xfrm>
              <a:off x="4384249" y="2625301"/>
              <a:ext cx="406500" cy="353985"/>
            </a:xfrm>
            <a:custGeom>
              <a:avLst/>
              <a:gdLst/>
              <a:ahLst/>
              <a:cxnLst/>
              <a:rect l="l" t="t" r="r" b="b"/>
              <a:pathLst>
                <a:path w="21333" h="18577" extrusionOk="0">
                  <a:moveTo>
                    <a:pt x="5320" y="567"/>
                  </a:moveTo>
                  <a:cubicBezTo>
                    <a:pt x="5344" y="567"/>
                    <a:pt x="5367" y="570"/>
                    <a:pt x="5390" y="574"/>
                  </a:cubicBezTo>
                  <a:lnTo>
                    <a:pt x="6018" y="5471"/>
                  </a:lnTo>
                  <a:cubicBezTo>
                    <a:pt x="6026" y="5532"/>
                    <a:pt x="6053" y="5591"/>
                    <a:pt x="6098" y="5634"/>
                  </a:cubicBezTo>
                  <a:cubicBezTo>
                    <a:pt x="6132" y="5668"/>
                    <a:pt x="9513" y="9044"/>
                    <a:pt x="11961" y="11107"/>
                  </a:cubicBezTo>
                  <a:cubicBezTo>
                    <a:pt x="14012" y="12833"/>
                    <a:pt x="18786" y="16198"/>
                    <a:pt x="20327" y="17276"/>
                  </a:cubicBezTo>
                  <a:lnTo>
                    <a:pt x="17768" y="17993"/>
                  </a:lnTo>
                  <a:cubicBezTo>
                    <a:pt x="16608" y="17308"/>
                    <a:pt x="7203" y="11770"/>
                    <a:pt x="5196" y="11268"/>
                  </a:cubicBezTo>
                  <a:cubicBezTo>
                    <a:pt x="3571" y="10861"/>
                    <a:pt x="2207" y="8726"/>
                    <a:pt x="1475" y="7577"/>
                  </a:cubicBezTo>
                  <a:cubicBezTo>
                    <a:pt x="1315" y="7328"/>
                    <a:pt x="1179" y="7115"/>
                    <a:pt x="1070" y="6962"/>
                  </a:cubicBezTo>
                  <a:cubicBezTo>
                    <a:pt x="806" y="6558"/>
                    <a:pt x="2134" y="3419"/>
                    <a:pt x="3858" y="1542"/>
                  </a:cubicBezTo>
                  <a:cubicBezTo>
                    <a:pt x="4440" y="908"/>
                    <a:pt x="4952" y="568"/>
                    <a:pt x="5305" y="568"/>
                  </a:cubicBezTo>
                  <a:cubicBezTo>
                    <a:pt x="5310" y="567"/>
                    <a:pt x="5315" y="567"/>
                    <a:pt x="5320" y="567"/>
                  </a:cubicBezTo>
                  <a:close/>
                  <a:moveTo>
                    <a:pt x="5302" y="1"/>
                  </a:moveTo>
                  <a:cubicBezTo>
                    <a:pt x="4746" y="1"/>
                    <a:pt x="4084" y="433"/>
                    <a:pt x="3326" y="1293"/>
                  </a:cubicBezTo>
                  <a:cubicBezTo>
                    <a:pt x="1870" y="2945"/>
                    <a:pt x="1" y="6431"/>
                    <a:pt x="612" y="7288"/>
                  </a:cubicBezTo>
                  <a:cubicBezTo>
                    <a:pt x="718" y="7436"/>
                    <a:pt x="848" y="7640"/>
                    <a:pt x="1001" y="7880"/>
                  </a:cubicBezTo>
                  <a:cubicBezTo>
                    <a:pt x="1831" y="9178"/>
                    <a:pt x="3218" y="11353"/>
                    <a:pt x="5060" y="11814"/>
                  </a:cubicBezTo>
                  <a:cubicBezTo>
                    <a:pt x="7076" y="12317"/>
                    <a:pt x="17480" y="18476"/>
                    <a:pt x="17585" y="18537"/>
                  </a:cubicBezTo>
                  <a:cubicBezTo>
                    <a:pt x="17629" y="18564"/>
                    <a:pt x="17679" y="18577"/>
                    <a:pt x="17728" y="18577"/>
                  </a:cubicBezTo>
                  <a:cubicBezTo>
                    <a:pt x="17754" y="18577"/>
                    <a:pt x="17781" y="18574"/>
                    <a:pt x="17805" y="18567"/>
                  </a:cubicBezTo>
                  <a:lnTo>
                    <a:pt x="21052" y="17656"/>
                  </a:lnTo>
                  <a:cubicBezTo>
                    <a:pt x="21281" y="17592"/>
                    <a:pt x="21332" y="17292"/>
                    <a:pt x="21137" y="17156"/>
                  </a:cubicBezTo>
                  <a:cubicBezTo>
                    <a:pt x="21074" y="17112"/>
                    <a:pt x="14754" y="12722"/>
                    <a:pt x="12325" y="10676"/>
                  </a:cubicBezTo>
                  <a:cubicBezTo>
                    <a:pt x="10084" y="8790"/>
                    <a:pt x="7054" y="5792"/>
                    <a:pt x="6564" y="5305"/>
                  </a:cubicBezTo>
                  <a:lnTo>
                    <a:pt x="5926" y="333"/>
                  </a:lnTo>
                  <a:cubicBezTo>
                    <a:pt x="5915" y="244"/>
                    <a:pt x="5861" y="164"/>
                    <a:pt x="5781" y="121"/>
                  </a:cubicBezTo>
                  <a:cubicBezTo>
                    <a:pt x="5631" y="41"/>
                    <a:pt x="5471" y="1"/>
                    <a:pt x="5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4">
              <a:extLst>
                <a:ext uri="{FF2B5EF4-FFF2-40B4-BE49-F238E27FC236}">
                  <a16:creationId xmlns:a16="http://schemas.microsoft.com/office/drawing/2014/main" id="{E29DC3E0-0DE0-CFBF-C01E-A8B558CC85C9}"/>
                </a:ext>
              </a:extLst>
            </p:cNvPr>
            <p:cNvSpPr/>
            <p:nvPr/>
          </p:nvSpPr>
          <p:spPr>
            <a:xfrm>
              <a:off x="4508811" y="4188573"/>
              <a:ext cx="245352" cy="128126"/>
            </a:xfrm>
            <a:custGeom>
              <a:avLst/>
              <a:gdLst/>
              <a:ahLst/>
              <a:cxnLst/>
              <a:rect l="l" t="t" r="r" b="b"/>
              <a:pathLst>
                <a:path w="12876" h="6724" extrusionOk="0">
                  <a:moveTo>
                    <a:pt x="1681" y="0"/>
                  </a:moveTo>
                  <a:cubicBezTo>
                    <a:pt x="1681" y="0"/>
                    <a:pt x="0" y="3882"/>
                    <a:pt x="1061" y="4534"/>
                  </a:cubicBezTo>
                  <a:cubicBezTo>
                    <a:pt x="1589" y="4860"/>
                    <a:pt x="2199" y="4921"/>
                    <a:pt x="2749" y="4921"/>
                  </a:cubicBezTo>
                  <a:cubicBezTo>
                    <a:pt x="3080" y="4921"/>
                    <a:pt x="3389" y="4899"/>
                    <a:pt x="3645" y="4899"/>
                  </a:cubicBezTo>
                  <a:cubicBezTo>
                    <a:pt x="3815" y="4899"/>
                    <a:pt x="3961" y="4909"/>
                    <a:pt x="4075" y="4941"/>
                  </a:cubicBezTo>
                  <a:cubicBezTo>
                    <a:pt x="4646" y="5105"/>
                    <a:pt x="5543" y="6163"/>
                    <a:pt x="8639" y="6572"/>
                  </a:cubicBezTo>
                  <a:cubicBezTo>
                    <a:pt x="9448" y="6678"/>
                    <a:pt x="10090" y="6723"/>
                    <a:pt x="10602" y="6723"/>
                  </a:cubicBezTo>
                  <a:cubicBezTo>
                    <a:pt x="12048" y="6723"/>
                    <a:pt x="12450" y="6362"/>
                    <a:pt x="12631" y="6002"/>
                  </a:cubicBezTo>
                  <a:cubicBezTo>
                    <a:pt x="12876" y="5512"/>
                    <a:pt x="11328" y="5105"/>
                    <a:pt x="10024" y="4208"/>
                  </a:cubicBezTo>
                  <a:cubicBezTo>
                    <a:pt x="8721" y="3312"/>
                    <a:pt x="5543" y="623"/>
                    <a:pt x="5543" y="623"/>
                  </a:cubicBezTo>
                  <a:cubicBezTo>
                    <a:pt x="4966" y="952"/>
                    <a:pt x="4433" y="1076"/>
                    <a:pt x="3960" y="1076"/>
                  </a:cubicBezTo>
                  <a:cubicBezTo>
                    <a:pt x="2562" y="1076"/>
                    <a:pt x="1681" y="0"/>
                    <a:pt x="16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4">
              <a:extLst>
                <a:ext uri="{FF2B5EF4-FFF2-40B4-BE49-F238E27FC236}">
                  <a16:creationId xmlns:a16="http://schemas.microsoft.com/office/drawing/2014/main" id="{53F7E3EC-9691-33DB-4779-762D2B94F00F}"/>
                </a:ext>
              </a:extLst>
            </p:cNvPr>
            <p:cNvSpPr/>
            <p:nvPr/>
          </p:nvSpPr>
          <p:spPr>
            <a:xfrm>
              <a:off x="4503228" y="4183200"/>
              <a:ext cx="256366" cy="138854"/>
            </a:xfrm>
            <a:custGeom>
              <a:avLst/>
              <a:gdLst/>
              <a:ahLst/>
              <a:cxnLst/>
              <a:rect l="l" t="t" r="r" b="b"/>
              <a:pathLst>
                <a:path w="13454" h="7287" extrusionOk="0">
                  <a:moveTo>
                    <a:pt x="2076" y="772"/>
                  </a:moveTo>
                  <a:cubicBezTo>
                    <a:pt x="2481" y="1121"/>
                    <a:pt x="3252" y="1636"/>
                    <a:pt x="4264" y="1636"/>
                  </a:cubicBezTo>
                  <a:cubicBezTo>
                    <a:pt x="4729" y="1636"/>
                    <a:pt x="5245" y="1527"/>
                    <a:pt x="5801" y="1243"/>
                  </a:cubicBezTo>
                  <a:cubicBezTo>
                    <a:pt x="6448" y="1787"/>
                    <a:pt x="9002" y="3928"/>
                    <a:pt x="10158" y="4722"/>
                  </a:cubicBezTo>
                  <a:cubicBezTo>
                    <a:pt x="10672" y="5074"/>
                    <a:pt x="11206" y="5346"/>
                    <a:pt x="11677" y="5585"/>
                  </a:cubicBezTo>
                  <a:cubicBezTo>
                    <a:pt x="12075" y="5786"/>
                    <a:pt x="12617" y="6063"/>
                    <a:pt x="12673" y="6157"/>
                  </a:cubicBezTo>
                  <a:cubicBezTo>
                    <a:pt x="12586" y="6331"/>
                    <a:pt x="12390" y="6724"/>
                    <a:pt x="10903" y="6724"/>
                  </a:cubicBezTo>
                  <a:cubicBezTo>
                    <a:pt x="10413" y="6724"/>
                    <a:pt x="9782" y="6681"/>
                    <a:pt x="8968" y="6574"/>
                  </a:cubicBezTo>
                  <a:cubicBezTo>
                    <a:pt x="6737" y="6281"/>
                    <a:pt x="5687" y="5645"/>
                    <a:pt x="5060" y="5266"/>
                  </a:cubicBezTo>
                  <a:cubicBezTo>
                    <a:pt x="4821" y="5121"/>
                    <a:pt x="4631" y="5006"/>
                    <a:pt x="4446" y="4953"/>
                  </a:cubicBezTo>
                  <a:cubicBezTo>
                    <a:pt x="4301" y="4913"/>
                    <a:pt x="4129" y="4899"/>
                    <a:pt x="3937" y="4899"/>
                  </a:cubicBezTo>
                  <a:cubicBezTo>
                    <a:pt x="3813" y="4899"/>
                    <a:pt x="3679" y="4905"/>
                    <a:pt x="3537" y="4910"/>
                  </a:cubicBezTo>
                  <a:cubicBezTo>
                    <a:pt x="3379" y="4916"/>
                    <a:pt x="3212" y="4922"/>
                    <a:pt x="3040" y="4922"/>
                  </a:cubicBezTo>
                  <a:cubicBezTo>
                    <a:pt x="2526" y="4922"/>
                    <a:pt x="1969" y="4865"/>
                    <a:pt x="1501" y="4577"/>
                  </a:cubicBezTo>
                  <a:cubicBezTo>
                    <a:pt x="967" y="4249"/>
                    <a:pt x="1492" y="2241"/>
                    <a:pt x="2076" y="772"/>
                  </a:cubicBezTo>
                  <a:close/>
                  <a:moveTo>
                    <a:pt x="1977" y="0"/>
                  </a:moveTo>
                  <a:cubicBezTo>
                    <a:pt x="1963" y="0"/>
                    <a:pt x="1949" y="1"/>
                    <a:pt x="1936" y="3"/>
                  </a:cubicBezTo>
                  <a:cubicBezTo>
                    <a:pt x="1838" y="17"/>
                    <a:pt x="1756" y="81"/>
                    <a:pt x="1717" y="170"/>
                  </a:cubicBezTo>
                  <a:cubicBezTo>
                    <a:pt x="1419" y="855"/>
                    <a:pt x="0" y="4313"/>
                    <a:pt x="1206" y="5056"/>
                  </a:cubicBezTo>
                  <a:cubicBezTo>
                    <a:pt x="1796" y="5419"/>
                    <a:pt x="2469" y="5484"/>
                    <a:pt x="3052" y="5484"/>
                  </a:cubicBezTo>
                  <a:cubicBezTo>
                    <a:pt x="3231" y="5484"/>
                    <a:pt x="3401" y="5478"/>
                    <a:pt x="3557" y="5473"/>
                  </a:cubicBezTo>
                  <a:cubicBezTo>
                    <a:pt x="3690" y="5467"/>
                    <a:pt x="3820" y="5463"/>
                    <a:pt x="3937" y="5463"/>
                  </a:cubicBezTo>
                  <a:cubicBezTo>
                    <a:pt x="4082" y="5463"/>
                    <a:pt x="4207" y="5470"/>
                    <a:pt x="4291" y="5495"/>
                  </a:cubicBezTo>
                  <a:cubicBezTo>
                    <a:pt x="4405" y="5527"/>
                    <a:pt x="4565" y="5623"/>
                    <a:pt x="4769" y="5747"/>
                  </a:cubicBezTo>
                  <a:cubicBezTo>
                    <a:pt x="5435" y="6149"/>
                    <a:pt x="6547" y="6822"/>
                    <a:pt x="8895" y="7132"/>
                  </a:cubicBezTo>
                  <a:cubicBezTo>
                    <a:pt x="9712" y="7240"/>
                    <a:pt x="10370" y="7287"/>
                    <a:pt x="10902" y="7287"/>
                  </a:cubicBezTo>
                  <a:cubicBezTo>
                    <a:pt x="12472" y="7287"/>
                    <a:pt x="12941" y="6877"/>
                    <a:pt x="13177" y="6409"/>
                  </a:cubicBezTo>
                  <a:cubicBezTo>
                    <a:pt x="13453" y="5856"/>
                    <a:pt x="12782" y="5516"/>
                    <a:pt x="11932" y="5085"/>
                  </a:cubicBezTo>
                  <a:cubicBezTo>
                    <a:pt x="11477" y="4853"/>
                    <a:pt x="10959" y="4590"/>
                    <a:pt x="10476" y="4259"/>
                  </a:cubicBezTo>
                  <a:cubicBezTo>
                    <a:pt x="9200" y="3381"/>
                    <a:pt x="6049" y="717"/>
                    <a:pt x="6018" y="690"/>
                  </a:cubicBezTo>
                  <a:cubicBezTo>
                    <a:pt x="5966" y="647"/>
                    <a:pt x="5901" y="624"/>
                    <a:pt x="5836" y="624"/>
                  </a:cubicBezTo>
                  <a:cubicBezTo>
                    <a:pt x="5788" y="624"/>
                    <a:pt x="5740" y="636"/>
                    <a:pt x="5697" y="661"/>
                  </a:cubicBezTo>
                  <a:cubicBezTo>
                    <a:pt x="5168" y="964"/>
                    <a:pt x="4681" y="1077"/>
                    <a:pt x="4250" y="1077"/>
                  </a:cubicBezTo>
                  <a:cubicBezTo>
                    <a:pt x="3017" y="1077"/>
                    <a:pt x="2236" y="154"/>
                    <a:pt x="2192" y="103"/>
                  </a:cubicBezTo>
                  <a:cubicBezTo>
                    <a:pt x="2139" y="38"/>
                    <a:pt x="2059" y="0"/>
                    <a:pt x="197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4">
              <a:extLst>
                <a:ext uri="{FF2B5EF4-FFF2-40B4-BE49-F238E27FC236}">
                  <a16:creationId xmlns:a16="http://schemas.microsoft.com/office/drawing/2014/main" id="{26D6BF6C-CD66-5166-4F67-CC943A20A00E}"/>
                </a:ext>
              </a:extLst>
            </p:cNvPr>
            <p:cNvSpPr/>
            <p:nvPr/>
          </p:nvSpPr>
          <p:spPr>
            <a:xfrm>
              <a:off x="4521483" y="4255837"/>
              <a:ext cx="228431" cy="60843"/>
            </a:xfrm>
            <a:custGeom>
              <a:avLst/>
              <a:gdLst/>
              <a:ahLst/>
              <a:cxnLst/>
              <a:rect l="l" t="t" r="r" b="b"/>
              <a:pathLst>
                <a:path w="11988" h="3193" extrusionOk="0">
                  <a:moveTo>
                    <a:pt x="1" y="1"/>
                  </a:moveTo>
                  <a:lnTo>
                    <a:pt x="1" y="1"/>
                  </a:lnTo>
                  <a:cubicBezTo>
                    <a:pt x="11" y="457"/>
                    <a:pt x="117" y="834"/>
                    <a:pt x="396" y="1003"/>
                  </a:cubicBezTo>
                  <a:cubicBezTo>
                    <a:pt x="926" y="1329"/>
                    <a:pt x="1538" y="1390"/>
                    <a:pt x="2089" y="1390"/>
                  </a:cubicBezTo>
                  <a:cubicBezTo>
                    <a:pt x="2417" y="1390"/>
                    <a:pt x="2723" y="1369"/>
                    <a:pt x="2977" y="1369"/>
                  </a:cubicBezTo>
                  <a:cubicBezTo>
                    <a:pt x="3148" y="1369"/>
                    <a:pt x="3296" y="1378"/>
                    <a:pt x="3410" y="1411"/>
                  </a:cubicBezTo>
                  <a:cubicBezTo>
                    <a:pt x="3981" y="1573"/>
                    <a:pt x="4878" y="2633"/>
                    <a:pt x="7974" y="3040"/>
                  </a:cubicBezTo>
                  <a:cubicBezTo>
                    <a:pt x="8784" y="3147"/>
                    <a:pt x="9427" y="3192"/>
                    <a:pt x="9940" y="3192"/>
                  </a:cubicBezTo>
                  <a:cubicBezTo>
                    <a:pt x="11384" y="3192"/>
                    <a:pt x="11786" y="2832"/>
                    <a:pt x="11967" y="2472"/>
                  </a:cubicBezTo>
                  <a:cubicBezTo>
                    <a:pt x="11977" y="2447"/>
                    <a:pt x="11985" y="2422"/>
                    <a:pt x="11988" y="2396"/>
                  </a:cubicBezTo>
                  <a:lnTo>
                    <a:pt x="11988" y="2396"/>
                  </a:lnTo>
                  <a:cubicBezTo>
                    <a:pt x="11557" y="2454"/>
                    <a:pt x="11130" y="2480"/>
                    <a:pt x="10710" y="2480"/>
                  </a:cubicBezTo>
                  <a:cubicBezTo>
                    <a:pt x="9291" y="2480"/>
                    <a:pt x="7936" y="2190"/>
                    <a:pt x="6676" y="1893"/>
                  </a:cubicBezTo>
                  <a:cubicBezTo>
                    <a:pt x="4670" y="1421"/>
                    <a:pt x="4081" y="360"/>
                    <a:pt x="2195" y="360"/>
                  </a:cubicBezTo>
                  <a:cubicBezTo>
                    <a:pt x="1242" y="360"/>
                    <a:pt x="501" y="179"/>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4">
              <a:extLst>
                <a:ext uri="{FF2B5EF4-FFF2-40B4-BE49-F238E27FC236}">
                  <a16:creationId xmlns:a16="http://schemas.microsoft.com/office/drawing/2014/main" id="{CD63A818-5367-A0FC-5DA6-90ADCCFBCE18}"/>
                </a:ext>
              </a:extLst>
            </p:cNvPr>
            <p:cNvSpPr/>
            <p:nvPr/>
          </p:nvSpPr>
          <p:spPr>
            <a:xfrm>
              <a:off x="4516052" y="4250483"/>
              <a:ext cx="239426" cy="71571"/>
            </a:xfrm>
            <a:custGeom>
              <a:avLst/>
              <a:gdLst/>
              <a:ahLst/>
              <a:cxnLst/>
              <a:rect l="l" t="t" r="r" b="b"/>
              <a:pathLst>
                <a:path w="12565" h="3756" extrusionOk="0">
                  <a:moveTo>
                    <a:pt x="612" y="679"/>
                  </a:moveTo>
                  <a:cubicBezTo>
                    <a:pt x="1196" y="841"/>
                    <a:pt x="1821" y="922"/>
                    <a:pt x="2480" y="922"/>
                  </a:cubicBezTo>
                  <a:cubicBezTo>
                    <a:pt x="3481" y="922"/>
                    <a:pt x="4092" y="1242"/>
                    <a:pt x="4801" y="1612"/>
                  </a:cubicBezTo>
                  <a:cubicBezTo>
                    <a:pt x="5359" y="1904"/>
                    <a:pt x="5994" y="2235"/>
                    <a:pt x="6895" y="2446"/>
                  </a:cubicBezTo>
                  <a:cubicBezTo>
                    <a:pt x="8194" y="2753"/>
                    <a:pt x="9561" y="3041"/>
                    <a:pt x="10990" y="3041"/>
                  </a:cubicBezTo>
                  <a:cubicBezTo>
                    <a:pt x="11164" y="3041"/>
                    <a:pt x="11338" y="3037"/>
                    <a:pt x="11514" y="3028"/>
                  </a:cubicBezTo>
                  <a:lnTo>
                    <a:pt x="11514" y="3028"/>
                  </a:lnTo>
                  <a:cubicBezTo>
                    <a:pt x="11258" y="3122"/>
                    <a:pt x="10860" y="3193"/>
                    <a:pt x="10231" y="3193"/>
                  </a:cubicBezTo>
                  <a:cubicBezTo>
                    <a:pt x="9740" y="3193"/>
                    <a:pt x="9109" y="3150"/>
                    <a:pt x="8295" y="3043"/>
                  </a:cubicBezTo>
                  <a:cubicBezTo>
                    <a:pt x="6064" y="2750"/>
                    <a:pt x="5014" y="2114"/>
                    <a:pt x="4387" y="1735"/>
                  </a:cubicBezTo>
                  <a:cubicBezTo>
                    <a:pt x="4148" y="1590"/>
                    <a:pt x="3958" y="1475"/>
                    <a:pt x="3773" y="1422"/>
                  </a:cubicBezTo>
                  <a:cubicBezTo>
                    <a:pt x="3628" y="1382"/>
                    <a:pt x="3456" y="1368"/>
                    <a:pt x="3264" y="1368"/>
                  </a:cubicBezTo>
                  <a:cubicBezTo>
                    <a:pt x="3140" y="1368"/>
                    <a:pt x="3006" y="1374"/>
                    <a:pt x="2864" y="1379"/>
                  </a:cubicBezTo>
                  <a:cubicBezTo>
                    <a:pt x="2706" y="1385"/>
                    <a:pt x="2538" y="1391"/>
                    <a:pt x="2366" y="1391"/>
                  </a:cubicBezTo>
                  <a:cubicBezTo>
                    <a:pt x="1852" y="1391"/>
                    <a:pt x="1296" y="1334"/>
                    <a:pt x="828" y="1046"/>
                  </a:cubicBezTo>
                  <a:cubicBezTo>
                    <a:pt x="716" y="976"/>
                    <a:pt x="650" y="838"/>
                    <a:pt x="612" y="679"/>
                  </a:cubicBezTo>
                  <a:close/>
                  <a:moveTo>
                    <a:pt x="286" y="0"/>
                  </a:moveTo>
                  <a:cubicBezTo>
                    <a:pt x="134" y="0"/>
                    <a:pt x="0" y="124"/>
                    <a:pt x="4" y="288"/>
                  </a:cubicBezTo>
                  <a:cubicBezTo>
                    <a:pt x="19" y="900"/>
                    <a:pt x="197" y="1316"/>
                    <a:pt x="533" y="1525"/>
                  </a:cubicBezTo>
                  <a:cubicBezTo>
                    <a:pt x="1123" y="1888"/>
                    <a:pt x="1796" y="1953"/>
                    <a:pt x="2379" y="1953"/>
                  </a:cubicBezTo>
                  <a:cubicBezTo>
                    <a:pt x="2558" y="1953"/>
                    <a:pt x="2728" y="1947"/>
                    <a:pt x="2884" y="1942"/>
                  </a:cubicBezTo>
                  <a:cubicBezTo>
                    <a:pt x="3017" y="1936"/>
                    <a:pt x="3147" y="1932"/>
                    <a:pt x="3264" y="1932"/>
                  </a:cubicBezTo>
                  <a:cubicBezTo>
                    <a:pt x="3409" y="1932"/>
                    <a:pt x="3534" y="1939"/>
                    <a:pt x="3618" y="1964"/>
                  </a:cubicBezTo>
                  <a:cubicBezTo>
                    <a:pt x="3732" y="1996"/>
                    <a:pt x="3892" y="2092"/>
                    <a:pt x="4096" y="2216"/>
                  </a:cubicBezTo>
                  <a:cubicBezTo>
                    <a:pt x="4762" y="2618"/>
                    <a:pt x="5874" y="3291"/>
                    <a:pt x="8222" y="3601"/>
                  </a:cubicBezTo>
                  <a:cubicBezTo>
                    <a:pt x="9039" y="3709"/>
                    <a:pt x="9697" y="3756"/>
                    <a:pt x="10229" y="3756"/>
                  </a:cubicBezTo>
                  <a:cubicBezTo>
                    <a:pt x="11799" y="3756"/>
                    <a:pt x="12268" y="3346"/>
                    <a:pt x="12504" y="2879"/>
                  </a:cubicBezTo>
                  <a:cubicBezTo>
                    <a:pt x="12529" y="2827"/>
                    <a:pt x="12545" y="2772"/>
                    <a:pt x="12553" y="2715"/>
                  </a:cubicBezTo>
                  <a:cubicBezTo>
                    <a:pt x="12564" y="2627"/>
                    <a:pt x="12535" y="2540"/>
                    <a:pt x="12472" y="2478"/>
                  </a:cubicBezTo>
                  <a:cubicBezTo>
                    <a:pt x="12418" y="2425"/>
                    <a:pt x="12346" y="2396"/>
                    <a:pt x="12270" y="2396"/>
                  </a:cubicBezTo>
                  <a:cubicBezTo>
                    <a:pt x="12259" y="2396"/>
                    <a:pt x="12248" y="2397"/>
                    <a:pt x="12236" y="2398"/>
                  </a:cubicBezTo>
                  <a:cubicBezTo>
                    <a:pt x="11822" y="2454"/>
                    <a:pt x="11410" y="2479"/>
                    <a:pt x="11003" y="2479"/>
                  </a:cubicBezTo>
                  <a:cubicBezTo>
                    <a:pt x="9627" y="2479"/>
                    <a:pt x="8293" y="2199"/>
                    <a:pt x="7025" y="1899"/>
                  </a:cubicBezTo>
                  <a:cubicBezTo>
                    <a:pt x="6192" y="1704"/>
                    <a:pt x="5618" y="1403"/>
                    <a:pt x="5062" y="1115"/>
                  </a:cubicBezTo>
                  <a:cubicBezTo>
                    <a:pt x="4321" y="727"/>
                    <a:pt x="3620" y="361"/>
                    <a:pt x="2482" y="361"/>
                  </a:cubicBezTo>
                  <a:cubicBezTo>
                    <a:pt x="1540" y="361"/>
                    <a:pt x="819" y="174"/>
                    <a:pt x="380" y="16"/>
                  </a:cubicBezTo>
                  <a:cubicBezTo>
                    <a:pt x="349" y="5"/>
                    <a:pt x="317" y="0"/>
                    <a:pt x="28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4">
              <a:extLst>
                <a:ext uri="{FF2B5EF4-FFF2-40B4-BE49-F238E27FC236}">
                  <a16:creationId xmlns:a16="http://schemas.microsoft.com/office/drawing/2014/main" id="{FF00913A-3D42-F70B-6AA9-A75E8655FC39}"/>
                </a:ext>
              </a:extLst>
            </p:cNvPr>
            <p:cNvSpPr/>
            <p:nvPr/>
          </p:nvSpPr>
          <p:spPr>
            <a:xfrm>
              <a:off x="3818982" y="2130728"/>
              <a:ext cx="867593" cy="2102071"/>
            </a:xfrm>
            <a:custGeom>
              <a:avLst/>
              <a:gdLst/>
              <a:ahLst/>
              <a:cxnLst/>
              <a:rect l="l" t="t" r="r" b="b"/>
              <a:pathLst>
                <a:path w="45531" h="110316" extrusionOk="0">
                  <a:moveTo>
                    <a:pt x="25090" y="1"/>
                  </a:moveTo>
                  <a:cubicBezTo>
                    <a:pt x="25090" y="1"/>
                    <a:pt x="25704" y="4124"/>
                    <a:pt x="24915" y="5791"/>
                  </a:cubicBezTo>
                  <a:cubicBezTo>
                    <a:pt x="24125" y="7458"/>
                    <a:pt x="21670" y="7631"/>
                    <a:pt x="19564" y="7984"/>
                  </a:cubicBezTo>
                  <a:cubicBezTo>
                    <a:pt x="17458" y="8336"/>
                    <a:pt x="12634" y="10176"/>
                    <a:pt x="13160" y="14913"/>
                  </a:cubicBezTo>
                  <a:cubicBezTo>
                    <a:pt x="13687" y="19650"/>
                    <a:pt x="19739" y="29915"/>
                    <a:pt x="19739" y="32810"/>
                  </a:cubicBezTo>
                  <a:cubicBezTo>
                    <a:pt x="19739" y="35705"/>
                    <a:pt x="17897" y="37196"/>
                    <a:pt x="15879" y="42811"/>
                  </a:cubicBezTo>
                  <a:cubicBezTo>
                    <a:pt x="13862" y="48426"/>
                    <a:pt x="14124" y="58864"/>
                    <a:pt x="14738" y="65620"/>
                  </a:cubicBezTo>
                  <a:cubicBezTo>
                    <a:pt x="15352" y="72374"/>
                    <a:pt x="17371" y="78778"/>
                    <a:pt x="17371" y="78778"/>
                  </a:cubicBezTo>
                  <a:cubicBezTo>
                    <a:pt x="17371" y="78778"/>
                    <a:pt x="12282" y="86936"/>
                    <a:pt x="10090" y="90445"/>
                  </a:cubicBezTo>
                  <a:cubicBezTo>
                    <a:pt x="7897" y="93956"/>
                    <a:pt x="1" y="109219"/>
                    <a:pt x="1" y="109219"/>
                  </a:cubicBezTo>
                  <a:cubicBezTo>
                    <a:pt x="1" y="109219"/>
                    <a:pt x="1" y="109745"/>
                    <a:pt x="1229" y="110097"/>
                  </a:cubicBezTo>
                  <a:cubicBezTo>
                    <a:pt x="1841" y="110272"/>
                    <a:pt x="2498" y="110316"/>
                    <a:pt x="3002" y="110316"/>
                  </a:cubicBezTo>
                  <a:cubicBezTo>
                    <a:pt x="3509" y="110316"/>
                    <a:pt x="3861" y="110272"/>
                    <a:pt x="3861" y="110272"/>
                  </a:cubicBezTo>
                  <a:cubicBezTo>
                    <a:pt x="3861" y="110272"/>
                    <a:pt x="18950" y="92112"/>
                    <a:pt x="21756" y="89042"/>
                  </a:cubicBezTo>
                  <a:cubicBezTo>
                    <a:pt x="24564" y="85972"/>
                    <a:pt x="27196" y="80621"/>
                    <a:pt x="27546" y="78164"/>
                  </a:cubicBezTo>
                  <a:cubicBezTo>
                    <a:pt x="27898" y="75706"/>
                    <a:pt x="27459" y="60707"/>
                    <a:pt x="27459" y="60706"/>
                  </a:cubicBezTo>
                  <a:lnTo>
                    <a:pt x="27459" y="60706"/>
                  </a:lnTo>
                  <a:cubicBezTo>
                    <a:pt x="27459" y="60706"/>
                    <a:pt x="30618" y="68251"/>
                    <a:pt x="33074" y="72111"/>
                  </a:cubicBezTo>
                  <a:cubicBezTo>
                    <a:pt x="35532" y="75972"/>
                    <a:pt x="37191" y="79392"/>
                    <a:pt x="37191" y="79392"/>
                  </a:cubicBezTo>
                  <a:cubicBezTo>
                    <a:pt x="37191" y="79392"/>
                    <a:pt x="36583" y="84568"/>
                    <a:pt x="37197" y="88955"/>
                  </a:cubicBezTo>
                  <a:cubicBezTo>
                    <a:pt x="37811" y="93340"/>
                    <a:pt x="37293" y="107423"/>
                    <a:pt x="37907" y="108564"/>
                  </a:cubicBezTo>
                  <a:cubicBezTo>
                    <a:pt x="38185" y="109079"/>
                    <a:pt x="38821" y="109264"/>
                    <a:pt x="39484" y="109264"/>
                  </a:cubicBezTo>
                  <a:cubicBezTo>
                    <a:pt x="40288" y="109264"/>
                    <a:pt x="41132" y="108991"/>
                    <a:pt x="41421" y="108702"/>
                  </a:cubicBezTo>
                  <a:cubicBezTo>
                    <a:pt x="41947" y="108176"/>
                    <a:pt x="42198" y="104746"/>
                    <a:pt x="42198" y="104746"/>
                  </a:cubicBezTo>
                  <a:cubicBezTo>
                    <a:pt x="42198" y="104746"/>
                    <a:pt x="43250" y="94043"/>
                    <a:pt x="43864" y="89042"/>
                  </a:cubicBezTo>
                  <a:cubicBezTo>
                    <a:pt x="44479" y="84043"/>
                    <a:pt x="45531" y="79743"/>
                    <a:pt x="45181" y="78603"/>
                  </a:cubicBezTo>
                  <a:cubicBezTo>
                    <a:pt x="44829" y="77462"/>
                    <a:pt x="42636" y="65270"/>
                    <a:pt x="40969" y="59479"/>
                  </a:cubicBezTo>
                  <a:cubicBezTo>
                    <a:pt x="39302" y="53689"/>
                    <a:pt x="34215" y="42900"/>
                    <a:pt x="33074" y="40092"/>
                  </a:cubicBezTo>
                  <a:cubicBezTo>
                    <a:pt x="31934" y="37285"/>
                    <a:pt x="31320" y="34741"/>
                    <a:pt x="31495" y="33863"/>
                  </a:cubicBezTo>
                  <a:cubicBezTo>
                    <a:pt x="31670" y="32987"/>
                    <a:pt x="35091" y="27723"/>
                    <a:pt x="35969" y="26319"/>
                  </a:cubicBezTo>
                  <a:cubicBezTo>
                    <a:pt x="36846" y="24915"/>
                    <a:pt x="37197" y="22372"/>
                    <a:pt x="36144" y="20091"/>
                  </a:cubicBezTo>
                  <a:cubicBezTo>
                    <a:pt x="35091" y="17810"/>
                    <a:pt x="36144" y="14740"/>
                    <a:pt x="35969" y="12898"/>
                  </a:cubicBezTo>
                  <a:cubicBezTo>
                    <a:pt x="35793" y="11054"/>
                    <a:pt x="33074" y="10265"/>
                    <a:pt x="31670" y="9564"/>
                  </a:cubicBezTo>
                  <a:cubicBezTo>
                    <a:pt x="30267" y="8862"/>
                    <a:pt x="29740" y="7281"/>
                    <a:pt x="29740" y="5967"/>
                  </a:cubicBezTo>
                  <a:cubicBezTo>
                    <a:pt x="29740" y="4652"/>
                    <a:pt x="30529" y="2808"/>
                    <a:pt x="30529" y="2808"/>
                  </a:cubicBezTo>
                  <a:cubicBezTo>
                    <a:pt x="30529" y="2808"/>
                    <a:pt x="26231" y="1"/>
                    <a:pt x="250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4">
              <a:extLst>
                <a:ext uri="{FF2B5EF4-FFF2-40B4-BE49-F238E27FC236}">
                  <a16:creationId xmlns:a16="http://schemas.microsoft.com/office/drawing/2014/main" id="{3A61EFE5-1F02-FFA3-1C5B-E3CBA86A9802}"/>
                </a:ext>
              </a:extLst>
            </p:cNvPr>
            <p:cNvSpPr/>
            <p:nvPr/>
          </p:nvSpPr>
          <p:spPr>
            <a:xfrm>
              <a:off x="3813647" y="2125393"/>
              <a:ext cx="875825" cy="2112780"/>
            </a:xfrm>
            <a:custGeom>
              <a:avLst/>
              <a:gdLst/>
              <a:ahLst/>
              <a:cxnLst/>
              <a:rect l="l" t="t" r="r" b="b"/>
              <a:pathLst>
                <a:path w="45963" h="110878" extrusionOk="0">
                  <a:moveTo>
                    <a:pt x="25697" y="619"/>
                  </a:moveTo>
                  <a:lnTo>
                    <a:pt x="25697" y="619"/>
                  </a:lnTo>
                  <a:cubicBezTo>
                    <a:pt x="26709" y="908"/>
                    <a:pt x="28945" y="2219"/>
                    <a:pt x="30460" y="3196"/>
                  </a:cubicBezTo>
                  <a:cubicBezTo>
                    <a:pt x="30248" y="3736"/>
                    <a:pt x="29737" y="5146"/>
                    <a:pt x="29737" y="6246"/>
                  </a:cubicBezTo>
                  <a:cubicBezTo>
                    <a:pt x="29737" y="7602"/>
                    <a:pt x="30285" y="9325"/>
                    <a:pt x="31823" y="10093"/>
                  </a:cubicBezTo>
                  <a:cubicBezTo>
                    <a:pt x="32084" y="10224"/>
                    <a:pt x="32390" y="10359"/>
                    <a:pt x="32718" y="10502"/>
                  </a:cubicBezTo>
                  <a:cubicBezTo>
                    <a:pt x="34110" y="11108"/>
                    <a:pt x="35839" y="11864"/>
                    <a:pt x="35968" y="13203"/>
                  </a:cubicBezTo>
                  <a:cubicBezTo>
                    <a:pt x="36026" y="13820"/>
                    <a:pt x="35937" y="14611"/>
                    <a:pt x="35842" y="15450"/>
                  </a:cubicBezTo>
                  <a:cubicBezTo>
                    <a:pt x="35658" y="17084"/>
                    <a:pt x="35451" y="18936"/>
                    <a:pt x="36167" y="20488"/>
                  </a:cubicBezTo>
                  <a:cubicBezTo>
                    <a:pt x="37209" y="22742"/>
                    <a:pt x="36815" y="25159"/>
                    <a:pt x="36008" y="26448"/>
                  </a:cubicBezTo>
                  <a:cubicBezTo>
                    <a:pt x="35864" y="26680"/>
                    <a:pt x="35651" y="27016"/>
                    <a:pt x="35394" y="27418"/>
                  </a:cubicBezTo>
                  <a:cubicBezTo>
                    <a:pt x="33584" y="30265"/>
                    <a:pt x="31642" y="33363"/>
                    <a:pt x="31497" y="34086"/>
                  </a:cubicBezTo>
                  <a:cubicBezTo>
                    <a:pt x="31303" y="35059"/>
                    <a:pt x="31958" y="37687"/>
                    <a:pt x="33092" y="40476"/>
                  </a:cubicBezTo>
                  <a:cubicBezTo>
                    <a:pt x="33383" y="41192"/>
                    <a:pt x="33923" y="42408"/>
                    <a:pt x="34605" y="43947"/>
                  </a:cubicBezTo>
                  <a:cubicBezTo>
                    <a:pt x="36649" y="48560"/>
                    <a:pt x="39738" y="55531"/>
                    <a:pt x="40977" y="59835"/>
                  </a:cubicBezTo>
                  <a:cubicBezTo>
                    <a:pt x="42093" y="63707"/>
                    <a:pt x="43435" y="70406"/>
                    <a:pt x="44322" y="74838"/>
                  </a:cubicBezTo>
                  <a:cubicBezTo>
                    <a:pt x="44756" y="77007"/>
                    <a:pt x="45070" y="78576"/>
                    <a:pt x="45189" y="78964"/>
                  </a:cubicBezTo>
                  <a:cubicBezTo>
                    <a:pt x="45386" y="79602"/>
                    <a:pt x="45054" y="81609"/>
                    <a:pt x="44669" y="83932"/>
                  </a:cubicBezTo>
                  <a:cubicBezTo>
                    <a:pt x="44403" y="85533"/>
                    <a:pt x="44101" y="87349"/>
                    <a:pt x="43864" y="89287"/>
                  </a:cubicBezTo>
                  <a:cubicBezTo>
                    <a:pt x="43257" y="94233"/>
                    <a:pt x="42207" y="104890"/>
                    <a:pt x="42197" y="105004"/>
                  </a:cubicBezTo>
                  <a:cubicBezTo>
                    <a:pt x="42076" y="106639"/>
                    <a:pt x="41784" y="108498"/>
                    <a:pt x="41501" y="108783"/>
                  </a:cubicBezTo>
                  <a:cubicBezTo>
                    <a:pt x="41278" y="109004"/>
                    <a:pt x="40505" y="109262"/>
                    <a:pt x="39761" y="109262"/>
                  </a:cubicBezTo>
                  <a:cubicBezTo>
                    <a:pt x="39623" y="109262"/>
                    <a:pt x="39486" y="109253"/>
                    <a:pt x="39354" y="109233"/>
                  </a:cubicBezTo>
                  <a:cubicBezTo>
                    <a:pt x="39038" y="109187"/>
                    <a:pt x="38621" y="109058"/>
                    <a:pt x="38434" y="108710"/>
                  </a:cubicBezTo>
                  <a:cubicBezTo>
                    <a:pt x="38157" y="108196"/>
                    <a:pt x="38132" y="103924"/>
                    <a:pt x="38112" y="100156"/>
                  </a:cubicBezTo>
                  <a:cubicBezTo>
                    <a:pt x="38088" y="96047"/>
                    <a:pt x="38062" y="91389"/>
                    <a:pt x="37754" y="89195"/>
                  </a:cubicBezTo>
                  <a:cubicBezTo>
                    <a:pt x="37152" y="84896"/>
                    <a:pt x="37743" y="79755"/>
                    <a:pt x="37748" y="79704"/>
                  </a:cubicBezTo>
                  <a:cubicBezTo>
                    <a:pt x="37756" y="79651"/>
                    <a:pt x="37747" y="79597"/>
                    <a:pt x="37722" y="79548"/>
                  </a:cubicBezTo>
                  <a:cubicBezTo>
                    <a:pt x="37706" y="79514"/>
                    <a:pt x="36027" y="76068"/>
                    <a:pt x="33590" y="72239"/>
                  </a:cubicBezTo>
                  <a:cubicBezTo>
                    <a:pt x="31175" y="68445"/>
                    <a:pt x="28029" y="60952"/>
                    <a:pt x="27999" y="60878"/>
                  </a:cubicBezTo>
                  <a:cubicBezTo>
                    <a:pt x="27953" y="60772"/>
                    <a:pt x="27850" y="60705"/>
                    <a:pt x="27739" y="60705"/>
                  </a:cubicBezTo>
                  <a:cubicBezTo>
                    <a:pt x="27720" y="60705"/>
                    <a:pt x="27699" y="60707"/>
                    <a:pt x="27679" y="60712"/>
                  </a:cubicBezTo>
                  <a:cubicBezTo>
                    <a:pt x="27546" y="60741"/>
                    <a:pt x="27453" y="60859"/>
                    <a:pt x="27458" y="60995"/>
                  </a:cubicBezTo>
                  <a:cubicBezTo>
                    <a:pt x="27463" y="61145"/>
                    <a:pt x="27892" y="75999"/>
                    <a:pt x="27549" y="78404"/>
                  </a:cubicBezTo>
                  <a:cubicBezTo>
                    <a:pt x="27205" y="80805"/>
                    <a:pt x="24579" y="86127"/>
                    <a:pt x="21829" y="89133"/>
                  </a:cubicBezTo>
                  <a:cubicBezTo>
                    <a:pt x="19152" y="92063"/>
                    <a:pt x="5143" y="108907"/>
                    <a:pt x="3998" y="110283"/>
                  </a:cubicBezTo>
                  <a:cubicBezTo>
                    <a:pt x="3861" y="110296"/>
                    <a:pt x="3604" y="110314"/>
                    <a:pt x="3282" y="110314"/>
                  </a:cubicBezTo>
                  <a:cubicBezTo>
                    <a:pt x="2798" y="110314"/>
                    <a:pt x="2169" y="110272"/>
                    <a:pt x="1586" y="110107"/>
                  </a:cubicBezTo>
                  <a:cubicBezTo>
                    <a:pt x="835" y="109891"/>
                    <a:pt x="632" y="109628"/>
                    <a:pt x="580" y="109534"/>
                  </a:cubicBezTo>
                  <a:cubicBezTo>
                    <a:pt x="1249" y="108243"/>
                    <a:pt x="8535" y="94192"/>
                    <a:pt x="10606" y="90874"/>
                  </a:cubicBezTo>
                  <a:cubicBezTo>
                    <a:pt x="12799" y="87365"/>
                    <a:pt x="17887" y="79207"/>
                    <a:pt x="17887" y="79207"/>
                  </a:cubicBezTo>
                  <a:cubicBezTo>
                    <a:pt x="17931" y="79137"/>
                    <a:pt x="17943" y="79050"/>
                    <a:pt x="17918" y="78973"/>
                  </a:cubicBezTo>
                  <a:cubicBezTo>
                    <a:pt x="17897" y="78909"/>
                    <a:pt x="15902" y="72521"/>
                    <a:pt x="15297" y="65873"/>
                  </a:cubicBezTo>
                  <a:cubicBezTo>
                    <a:pt x="14611" y="58327"/>
                    <a:pt x="14546" y="48404"/>
                    <a:pt x="16423" y="43186"/>
                  </a:cubicBezTo>
                  <a:cubicBezTo>
                    <a:pt x="17279" y="40801"/>
                    <a:pt x="18106" y="39163"/>
                    <a:pt x="18769" y="37845"/>
                  </a:cubicBezTo>
                  <a:cubicBezTo>
                    <a:pt x="19658" y="36086"/>
                    <a:pt x="20299" y="34814"/>
                    <a:pt x="20299" y="33089"/>
                  </a:cubicBezTo>
                  <a:cubicBezTo>
                    <a:pt x="20299" y="31656"/>
                    <a:pt x="18968" y="28694"/>
                    <a:pt x="17428" y="25264"/>
                  </a:cubicBezTo>
                  <a:cubicBezTo>
                    <a:pt x="15816" y="21676"/>
                    <a:pt x="13990" y="17610"/>
                    <a:pt x="13717" y="15163"/>
                  </a:cubicBezTo>
                  <a:cubicBezTo>
                    <a:pt x="13235" y="10819"/>
                    <a:pt x="17543" y="8931"/>
                    <a:pt x="19888" y="8540"/>
                  </a:cubicBezTo>
                  <a:cubicBezTo>
                    <a:pt x="20132" y="8499"/>
                    <a:pt x="20380" y="8461"/>
                    <a:pt x="20629" y="8423"/>
                  </a:cubicBezTo>
                  <a:cubicBezTo>
                    <a:pt x="22624" y="8116"/>
                    <a:pt x="24686" y="7798"/>
                    <a:pt x="25448" y="6190"/>
                  </a:cubicBezTo>
                  <a:cubicBezTo>
                    <a:pt x="26129" y="4754"/>
                    <a:pt x="25830" y="1697"/>
                    <a:pt x="25697" y="619"/>
                  </a:cubicBezTo>
                  <a:close/>
                  <a:moveTo>
                    <a:pt x="25368" y="1"/>
                  </a:moveTo>
                  <a:cubicBezTo>
                    <a:pt x="25197" y="1"/>
                    <a:pt x="25067" y="153"/>
                    <a:pt x="25092" y="323"/>
                  </a:cubicBezTo>
                  <a:cubicBezTo>
                    <a:pt x="25099" y="362"/>
                    <a:pt x="25685" y="4379"/>
                    <a:pt x="24942" y="5951"/>
                  </a:cubicBezTo>
                  <a:cubicBezTo>
                    <a:pt x="24307" y="7289"/>
                    <a:pt x="22395" y="7585"/>
                    <a:pt x="20546" y="7869"/>
                  </a:cubicBezTo>
                  <a:cubicBezTo>
                    <a:pt x="20294" y="7907"/>
                    <a:pt x="20044" y="7946"/>
                    <a:pt x="19798" y="7987"/>
                  </a:cubicBezTo>
                  <a:cubicBezTo>
                    <a:pt x="17270" y="8409"/>
                    <a:pt x="12632" y="10464"/>
                    <a:pt x="13160" y="15225"/>
                  </a:cubicBezTo>
                  <a:cubicBezTo>
                    <a:pt x="13442" y="17762"/>
                    <a:pt x="15288" y="21870"/>
                    <a:pt x="16916" y="25496"/>
                  </a:cubicBezTo>
                  <a:cubicBezTo>
                    <a:pt x="18367" y="28726"/>
                    <a:pt x="19738" y="31778"/>
                    <a:pt x="19738" y="33090"/>
                  </a:cubicBezTo>
                  <a:cubicBezTo>
                    <a:pt x="19738" y="34681"/>
                    <a:pt x="19154" y="35839"/>
                    <a:pt x="18269" y="37594"/>
                  </a:cubicBezTo>
                  <a:cubicBezTo>
                    <a:pt x="17598" y="38924"/>
                    <a:pt x="16763" y="40581"/>
                    <a:pt x="15895" y="42996"/>
                  </a:cubicBezTo>
                  <a:cubicBezTo>
                    <a:pt x="13496" y="49673"/>
                    <a:pt x="14403" y="62234"/>
                    <a:pt x="14738" y="65926"/>
                  </a:cubicBezTo>
                  <a:cubicBezTo>
                    <a:pt x="15303" y="72120"/>
                    <a:pt x="17062" y="78089"/>
                    <a:pt x="17345" y="79018"/>
                  </a:cubicBezTo>
                  <a:cubicBezTo>
                    <a:pt x="16735" y="79996"/>
                    <a:pt x="12176" y="87305"/>
                    <a:pt x="10131" y="90577"/>
                  </a:cubicBezTo>
                  <a:cubicBezTo>
                    <a:pt x="7956" y="94055"/>
                    <a:pt x="110" y="109217"/>
                    <a:pt x="31" y="109370"/>
                  </a:cubicBezTo>
                  <a:cubicBezTo>
                    <a:pt x="11" y="109410"/>
                    <a:pt x="1" y="109455"/>
                    <a:pt x="1" y="109499"/>
                  </a:cubicBezTo>
                  <a:cubicBezTo>
                    <a:pt x="1" y="109623"/>
                    <a:pt x="69" y="110257"/>
                    <a:pt x="1431" y="110646"/>
                  </a:cubicBezTo>
                  <a:cubicBezTo>
                    <a:pt x="2079" y="110832"/>
                    <a:pt x="2763" y="110877"/>
                    <a:pt x="3286" y="110877"/>
                  </a:cubicBezTo>
                  <a:cubicBezTo>
                    <a:pt x="3311" y="110877"/>
                    <a:pt x="3336" y="110877"/>
                    <a:pt x="3361" y="110877"/>
                  </a:cubicBezTo>
                  <a:cubicBezTo>
                    <a:pt x="3633" y="110877"/>
                    <a:pt x="3905" y="110863"/>
                    <a:pt x="4176" y="110833"/>
                  </a:cubicBezTo>
                  <a:cubicBezTo>
                    <a:pt x="4248" y="110824"/>
                    <a:pt x="4312" y="110788"/>
                    <a:pt x="4358" y="110734"/>
                  </a:cubicBezTo>
                  <a:cubicBezTo>
                    <a:pt x="4509" y="110552"/>
                    <a:pt x="19474" y="92544"/>
                    <a:pt x="22245" y="89513"/>
                  </a:cubicBezTo>
                  <a:cubicBezTo>
                    <a:pt x="25105" y="86385"/>
                    <a:pt x="27745" y="81016"/>
                    <a:pt x="28107" y="78486"/>
                  </a:cubicBezTo>
                  <a:cubicBezTo>
                    <a:pt x="28395" y="76466"/>
                    <a:pt x="28162" y="66301"/>
                    <a:pt x="28061" y="62446"/>
                  </a:cubicBezTo>
                  <a:lnTo>
                    <a:pt x="28061" y="62446"/>
                  </a:lnTo>
                  <a:cubicBezTo>
                    <a:pt x="29092" y="64804"/>
                    <a:pt x="31305" y="69694"/>
                    <a:pt x="33118" y="72544"/>
                  </a:cubicBezTo>
                  <a:cubicBezTo>
                    <a:pt x="35342" y="76039"/>
                    <a:pt x="36929" y="79211"/>
                    <a:pt x="37183" y="79724"/>
                  </a:cubicBezTo>
                  <a:cubicBezTo>
                    <a:pt x="37110" y="80411"/>
                    <a:pt x="36630" y="85207"/>
                    <a:pt x="37199" y="89276"/>
                  </a:cubicBezTo>
                  <a:cubicBezTo>
                    <a:pt x="37500" y="91433"/>
                    <a:pt x="37527" y="96071"/>
                    <a:pt x="37550" y="100162"/>
                  </a:cubicBezTo>
                  <a:cubicBezTo>
                    <a:pt x="37579" y="105234"/>
                    <a:pt x="37614" y="108373"/>
                    <a:pt x="37939" y="108978"/>
                  </a:cubicBezTo>
                  <a:cubicBezTo>
                    <a:pt x="38176" y="109418"/>
                    <a:pt x="38638" y="109700"/>
                    <a:pt x="39274" y="109793"/>
                  </a:cubicBezTo>
                  <a:cubicBezTo>
                    <a:pt x="39434" y="109816"/>
                    <a:pt x="39599" y="109827"/>
                    <a:pt x="39765" y="109827"/>
                  </a:cubicBezTo>
                  <a:cubicBezTo>
                    <a:pt x="40643" y="109827"/>
                    <a:pt x="41554" y="109527"/>
                    <a:pt x="41899" y="109182"/>
                  </a:cubicBezTo>
                  <a:cubicBezTo>
                    <a:pt x="42469" y="108610"/>
                    <a:pt x="42713" y="105638"/>
                    <a:pt x="42755" y="105055"/>
                  </a:cubicBezTo>
                  <a:cubicBezTo>
                    <a:pt x="42765" y="104947"/>
                    <a:pt x="43816" y="94297"/>
                    <a:pt x="44422" y="89357"/>
                  </a:cubicBezTo>
                  <a:cubicBezTo>
                    <a:pt x="44659" y="87431"/>
                    <a:pt x="44958" y="85622"/>
                    <a:pt x="45223" y="84027"/>
                  </a:cubicBezTo>
                  <a:cubicBezTo>
                    <a:pt x="45652" y="81436"/>
                    <a:pt x="45962" y="79564"/>
                    <a:pt x="45728" y="78803"/>
                  </a:cubicBezTo>
                  <a:cubicBezTo>
                    <a:pt x="45615" y="78439"/>
                    <a:pt x="45289" y="76803"/>
                    <a:pt x="44873" y="74729"/>
                  </a:cubicBezTo>
                  <a:cubicBezTo>
                    <a:pt x="43983" y="70288"/>
                    <a:pt x="42640" y="63576"/>
                    <a:pt x="41519" y="59682"/>
                  </a:cubicBezTo>
                  <a:cubicBezTo>
                    <a:pt x="40270" y="55342"/>
                    <a:pt x="37169" y="48350"/>
                    <a:pt x="35119" y="43722"/>
                  </a:cubicBezTo>
                  <a:cubicBezTo>
                    <a:pt x="34439" y="42187"/>
                    <a:pt x="33901" y="40975"/>
                    <a:pt x="33614" y="40267"/>
                  </a:cubicBezTo>
                  <a:cubicBezTo>
                    <a:pt x="32405" y="37290"/>
                    <a:pt x="31906" y="34919"/>
                    <a:pt x="32050" y="34199"/>
                  </a:cubicBezTo>
                  <a:cubicBezTo>
                    <a:pt x="32186" y="33517"/>
                    <a:pt x="34767" y="29457"/>
                    <a:pt x="35870" y="27723"/>
                  </a:cubicBezTo>
                  <a:cubicBezTo>
                    <a:pt x="36128" y="27318"/>
                    <a:pt x="36342" y="26981"/>
                    <a:pt x="36487" y="26749"/>
                  </a:cubicBezTo>
                  <a:cubicBezTo>
                    <a:pt x="37371" y="25334"/>
                    <a:pt x="37808" y="22699"/>
                    <a:pt x="36679" y="20253"/>
                  </a:cubicBezTo>
                  <a:cubicBezTo>
                    <a:pt x="36029" y="18844"/>
                    <a:pt x="36227" y="17075"/>
                    <a:pt x="36402" y="15516"/>
                  </a:cubicBezTo>
                  <a:cubicBezTo>
                    <a:pt x="36500" y="14646"/>
                    <a:pt x="36592" y="13827"/>
                    <a:pt x="36528" y="13152"/>
                  </a:cubicBezTo>
                  <a:cubicBezTo>
                    <a:pt x="36370" y="11483"/>
                    <a:pt x="34390" y="10618"/>
                    <a:pt x="32944" y="9988"/>
                  </a:cubicBezTo>
                  <a:cubicBezTo>
                    <a:pt x="32626" y="9850"/>
                    <a:pt x="32329" y="9720"/>
                    <a:pt x="32075" y="9593"/>
                  </a:cubicBezTo>
                  <a:cubicBezTo>
                    <a:pt x="30767" y="8938"/>
                    <a:pt x="30301" y="7436"/>
                    <a:pt x="30301" y="6247"/>
                  </a:cubicBezTo>
                  <a:cubicBezTo>
                    <a:pt x="30301" y="5006"/>
                    <a:pt x="31060" y="3218"/>
                    <a:pt x="31067" y="3199"/>
                  </a:cubicBezTo>
                  <a:cubicBezTo>
                    <a:pt x="31121" y="3074"/>
                    <a:pt x="31077" y="2928"/>
                    <a:pt x="30964" y="2853"/>
                  </a:cubicBezTo>
                  <a:cubicBezTo>
                    <a:pt x="30516" y="2562"/>
                    <a:pt x="26561" y="1"/>
                    <a:pt x="25370" y="1"/>
                  </a:cubicBezTo>
                  <a:cubicBezTo>
                    <a:pt x="25370" y="1"/>
                    <a:pt x="25369" y="1"/>
                    <a:pt x="253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4">
              <a:extLst>
                <a:ext uri="{FF2B5EF4-FFF2-40B4-BE49-F238E27FC236}">
                  <a16:creationId xmlns:a16="http://schemas.microsoft.com/office/drawing/2014/main" id="{21CBDC28-73C5-CAB0-6E4D-1324FCD77048}"/>
                </a:ext>
              </a:extLst>
            </p:cNvPr>
            <p:cNvSpPr/>
            <p:nvPr/>
          </p:nvSpPr>
          <p:spPr>
            <a:xfrm>
              <a:off x="4471959" y="2414229"/>
              <a:ext cx="34032" cy="79383"/>
            </a:xfrm>
            <a:custGeom>
              <a:avLst/>
              <a:gdLst/>
              <a:ahLst/>
              <a:cxnLst/>
              <a:rect l="l" t="t" r="r" b="b"/>
              <a:pathLst>
                <a:path w="1786" h="4166" extrusionOk="0">
                  <a:moveTo>
                    <a:pt x="303" y="0"/>
                  </a:moveTo>
                  <a:cubicBezTo>
                    <a:pt x="289" y="0"/>
                    <a:pt x="274" y="1"/>
                    <a:pt x="260" y="3"/>
                  </a:cubicBezTo>
                  <a:cubicBezTo>
                    <a:pt x="107" y="28"/>
                    <a:pt x="1" y="172"/>
                    <a:pt x="27" y="327"/>
                  </a:cubicBezTo>
                  <a:cubicBezTo>
                    <a:pt x="181" y="1341"/>
                    <a:pt x="1150" y="3878"/>
                    <a:pt x="1191" y="3985"/>
                  </a:cubicBezTo>
                  <a:cubicBezTo>
                    <a:pt x="1231" y="4094"/>
                    <a:pt x="1336" y="4166"/>
                    <a:pt x="1453" y="4166"/>
                  </a:cubicBezTo>
                  <a:cubicBezTo>
                    <a:pt x="1650" y="4166"/>
                    <a:pt x="1786" y="3969"/>
                    <a:pt x="1716" y="3785"/>
                  </a:cubicBezTo>
                  <a:cubicBezTo>
                    <a:pt x="1705" y="3759"/>
                    <a:pt x="728" y="1196"/>
                    <a:pt x="581" y="241"/>
                  </a:cubicBezTo>
                  <a:cubicBezTo>
                    <a:pt x="561" y="101"/>
                    <a:pt x="440" y="0"/>
                    <a:pt x="3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4">
              <a:extLst>
                <a:ext uri="{FF2B5EF4-FFF2-40B4-BE49-F238E27FC236}">
                  <a16:creationId xmlns:a16="http://schemas.microsoft.com/office/drawing/2014/main" id="{5D658AC4-A3AD-601B-C625-A5F619FB9E44}"/>
                </a:ext>
              </a:extLst>
            </p:cNvPr>
            <p:cNvSpPr/>
            <p:nvPr/>
          </p:nvSpPr>
          <p:spPr>
            <a:xfrm>
              <a:off x="4276817" y="2645537"/>
              <a:ext cx="102554" cy="34871"/>
            </a:xfrm>
            <a:custGeom>
              <a:avLst/>
              <a:gdLst/>
              <a:ahLst/>
              <a:cxnLst/>
              <a:rect l="l" t="t" r="r" b="b"/>
              <a:pathLst>
                <a:path w="5382" h="1830" extrusionOk="0">
                  <a:moveTo>
                    <a:pt x="5061" y="1"/>
                  </a:moveTo>
                  <a:cubicBezTo>
                    <a:pt x="5020" y="1"/>
                    <a:pt x="4979" y="9"/>
                    <a:pt x="4940" y="28"/>
                  </a:cubicBezTo>
                  <a:cubicBezTo>
                    <a:pt x="2779" y="1110"/>
                    <a:pt x="1374" y="1265"/>
                    <a:pt x="744" y="1265"/>
                  </a:cubicBezTo>
                  <a:cubicBezTo>
                    <a:pt x="497" y="1265"/>
                    <a:pt x="369" y="1241"/>
                    <a:pt x="362" y="1240"/>
                  </a:cubicBezTo>
                  <a:cubicBezTo>
                    <a:pt x="344" y="1236"/>
                    <a:pt x="326" y="1235"/>
                    <a:pt x="308" y="1235"/>
                  </a:cubicBezTo>
                  <a:cubicBezTo>
                    <a:pt x="178" y="1235"/>
                    <a:pt x="62" y="1325"/>
                    <a:pt x="32" y="1456"/>
                  </a:cubicBezTo>
                  <a:cubicBezTo>
                    <a:pt x="0" y="1604"/>
                    <a:pt x="94" y="1753"/>
                    <a:pt x="241" y="1790"/>
                  </a:cubicBezTo>
                  <a:cubicBezTo>
                    <a:pt x="263" y="1794"/>
                    <a:pt x="433" y="1829"/>
                    <a:pt x="753" y="1829"/>
                  </a:cubicBezTo>
                  <a:cubicBezTo>
                    <a:pt x="1475" y="1829"/>
                    <a:pt x="2955" y="1648"/>
                    <a:pt x="5192" y="531"/>
                  </a:cubicBezTo>
                  <a:cubicBezTo>
                    <a:pt x="5328" y="460"/>
                    <a:pt x="5382" y="293"/>
                    <a:pt x="5313" y="156"/>
                  </a:cubicBezTo>
                  <a:cubicBezTo>
                    <a:pt x="5264" y="58"/>
                    <a:pt x="5164" y="1"/>
                    <a:pt x="506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4">
              <a:extLst>
                <a:ext uri="{FF2B5EF4-FFF2-40B4-BE49-F238E27FC236}">
                  <a16:creationId xmlns:a16="http://schemas.microsoft.com/office/drawing/2014/main" id="{B1A399DE-91A8-A501-E854-C43F2D4961FB}"/>
                </a:ext>
              </a:extLst>
            </p:cNvPr>
            <p:cNvSpPr/>
            <p:nvPr/>
          </p:nvSpPr>
          <p:spPr>
            <a:xfrm>
              <a:off x="3818982" y="2883248"/>
              <a:ext cx="867593" cy="1349551"/>
            </a:xfrm>
            <a:custGeom>
              <a:avLst/>
              <a:gdLst/>
              <a:ahLst/>
              <a:cxnLst/>
              <a:rect l="l" t="t" r="r" b="b"/>
              <a:pathLst>
                <a:path w="45531" h="70824" extrusionOk="0">
                  <a:moveTo>
                    <a:pt x="17240" y="1"/>
                  </a:moveTo>
                  <a:cubicBezTo>
                    <a:pt x="16809" y="931"/>
                    <a:pt x="16350" y="2009"/>
                    <a:pt x="15879" y="3319"/>
                  </a:cubicBezTo>
                  <a:cubicBezTo>
                    <a:pt x="13862" y="8934"/>
                    <a:pt x="14124" y="19372"/>
                    <a:pt x="14738" y="26128"/>
                  </a:cubicBezTo>
                  <a:cubicBezTo>
                    <a:pt x="15352" y="32882"/>
                    <a:pt x="17371" y="39286"/>
                    <a:pt x="17371" y="39286"/>
                  </a:cubicBezTo>
                  <a:cubicBezTo>
                    <a:pt x="17371" y="39286"/>
                    <a:pt x="12282" y="47444"/>
                    <a:pt x="10090" y="50953"/>
                  </a:cubicBezTo>
                  <a:cubicBezTo>
                    <a:pt x="7897" y="54462"/>
                    <a:pt x="1" y="69727"/>
                    <a:pt x="1" y="69727"/>
                  </a:cubicBezTo>
                  <a:cubicBezTo>
                    <a:pt x="1" y="69727"/>
                    <a:pt x="1" y="70253"/>
                    <a:pt x="1229" y="70605"/>
                  </a:cubicBezTo>
                  <a:cubicBezTo>
                    <a:pt x="1843" y="70780"/>
                    <a:pt x="2501" y="70823"/>
                    <a:pt x="3006" y="70823"/>
                  </a:cubicBezTo>
                  <a:cubicBezTo>
                    <a:pt x="3510" y="70823"/>
                    <a:pt x="3861" y="70780"/>
                    <a:pt x="3861" y="70780"/>
                  </a:cubicBezTo>
                  <a:cubicBezTo>
                    <a:pt x="3861" y="70780"/>
                    <a:pt x="18950" y="52620"/>
                    <a:pt x="21756" y="49550"/>
                  </a:cubicBezTo>
                  <a:cubicBezTo>
                    <a:pt x="24564" y="46479"/>
                    <a:pt x="27196" y="41129"/>
                    <a:pt x="27546" y="38672"/>
                  </a:cubicBezTo>
                  <a:cubicBezTo>
                    <a:pt x="27898" y="36214"/>
                    <a:pt x="27459" y="21215"/>
                    <a:pt x="27459" y="21214"/>
                  </a:cubicBezTo>
                  <a:lnTo>
                    <a:pt x="27459" y="21214"/>
                  </a:lnTo>
                  <a:cubicBezTo>
                    <a:pt x="27459" y="21214"/>
                    <a:pt x="30618" y="28759"/>
                    <a:pt x="33074" y="32619"/>
                  </a:cubicBezTo>
                  <a:cubicBezTo>
                    <a:pt x="35532" y="36478"/>
                    <a:pt x="37191" y="39900"/>
                    <a:pt x="37191" y="39900"/>
                  </a:cubicBezTo>
                  <a:cubicBezTo>
                    <a:pt x="37191" y="39900"/>
                    <a:pt x="36583" y="45076"/>
                    <a:pt x="37197" y="49463"/>
                  </a:cubicBezTo>
                  <a:cubicBezTo>
                    <a:pt x="37811" y="53848"/>
                    <a:pt x="37293" y="67931"/>
                    <a:pt x="37907" y="69072"/>
                  </a:cubicBezTo>
                  <a:cubicBezTo>
                    <a:pt x="38185" y="69587"/>
                    <a:pt x="38821" y="69772"/>
                    <a:pt x="39484" y="69772"/>
                  </a:cubicBezTo>
                  <a:cubicBezTo>
                    <a:pt x="40288" y="69772"/>
                    <a:pt x="41132" y="69499"/>
                    <a:pt x="41421" y="69210"/>
                  </a:cubicBezTo>
                  <a:cubicBezTo>
                    <a:pt x="41947" y="68684"/>
                    <a:pt x="42198" y="65254"/>
                    <a:pt x="42198" y="65254"/>
                  </a:cubicBezTo>
                  <a:cubicBezTo>
                    <a:pt x="42198" y="65254"/>
                    <a:pt x="43250" y="54551"/>
                    <a:pt x="43864" y="49550"/>
                  </a:cubicBezTo>
                  <a:cubicBezTo>
                    <a:pt x="44479" y="44551"/>
                    <a:pt x="45531" y="40251"/>
                    <a:pt x="45181" y="39111"/>
                  </a:cubicBezTo>
                  <a:cubicBezTo>
                    <a:pt x="44829" y="37970"/>
                    <a:pt x="42636" y="25776"/>
                    <a:pt x="40969" y="19986"/>
                  </a:cubicBezTo>
                  <a:cubicBezTo>
                    <a:pt x="39376" y="14453"/>
                    <a:pt x="34661" y="4357"/>
                    <a:pt x="33251" y="1023"/>
                  </a:cubicBezTo>
                  <a:cubicBezTo>
                    <a:pt x="30986" y="1871"/>
                    <a:pt x="28774" y="2193"/>
                    <a:pt x="26723" y="2193"/>
                  </a:cubicBezTo>
                  <a:cubicBezTo>
                    <a:pt x="22649" y="2193"/>
                    <a:pt x="19208" y="926"/>
                    <a:pt x="172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4">
              <a:extLst>
                <a:ext uri="{FF2B5EF4-FFF2-40B4-BE49-F238E27FC236}">
                  <a16:creationId xmlns:a16="http://schemas.microsoft.com/office/drawing/2014/main" id="{4C47C4EF-73C3-F9A6-CFAB-BF7D792F7390}"/>
                </a:ext>
              </a:extLst>
            </p:cNvPr>
            <p:cNvSpPr/>
            <p:nvPr/>
          </p:nvSpPr>
          <p:spPr>
            <a:xfrm>
              <a:off x="3813647" y="2877894"/>
              <a:ext cx="875844" cy="1360260"/>
            </a:xfrm>
            <a:custGeom>
              <a:avLst/>
              <a:gdLst/>
              <a:ahLst/>
              <a:cxnLst/>
              <a:rect l="l" t="t" r="r" b="b"/>
              <a:pathLst>
                <a:path w="45964" h="71386" extrusionOk="0">
                  <a:moveTo>
                    <a:pt x="17657" y="654"/>
                  </a:moveTo>
                  <a:cubicBezTo>
                    <a:pt x="19756" y="1609"/>
                    <a:pt x="23090" y="2759"/>
                    <a:pt x="26989" y="2759"/>
                  </a:cubicBezTo>
                  <a:cubicBezTo>
                    <a:pt x="28999" y="2759"/>
                    <a:pt x="31158" y="2453"/>
                    <a:pt x="33376" y="1659"/>
                  </a:cubicBezTo>
                  <a:cubicBezTo>
                    <a:pt x="33681" y="2372"/>
                    <a:pt x="34108" y="3334"/>
                    <a:pt x="34607" y="4460"/>
                  </a:cubicBezTo>
                  <a:cubicBezTo>
                    <a:pt x="36650" y="9072"/>
                    <a:pt x="39739" y="16040"/>
                    <a:pt x="40979" y="20344"/>
                  </a:cubicBezTo>
                  <a:cubicBezTo>
                    <a:pt x="42093" y="24216"/>
                    <a:pt x="43435" y="30915"/>
                    <a:pt x="44322" y="35347"/>
                  </a:cubicBezTo>
                  <a:cubicBezTo>
                    <a:pt x="44756" y="37516"/>
                    <a:pt x="45071" y="39085"/>
                    <a:pt x="45191" y="39473"/>
                  </a:cubicBezTo>
                  <a:cubicBezTo>
                    <a:pt x="45386" y="40111"/>
                    <a:pt x="45054" y="42118"/>
                    <a:pt x="44669" y="44441"/>
                  </a:cubicBezTo>
                  <a:cubicBezTo>
                    <a:pt x="44403" y="46042"/>
                    <a:pt x="44101" y="47858"/>
                    <a:pt x="43864" y="49796"/>
                  </a:cubicBezTo>
                  <a:cubicBezTo>
                    <a:pt x="43257" y="54742"/>
                    <a:pt x="42207" y="65399"/>
                    <a:pt x="42197" y="65513"/>
                  </a:cubicBezTo>
                  <a:cubicBezTo>
                    <a:pt x="42077" y="67148"/>
                    <a:pt x="41784" y="69007"/>
                    <a:pt x="41501" y="69292"/>
                  </a:cubicBezTo>
                  <a:cubicBezTo>
                    <a:pt x="41278" y="69513"/>
                    <a:pt x="40505" y="69771"/>
                    <a:pt x="39761" y="69771"/>
                  </a:cubicBezTo>
                  <a:cubicBezTo>
                    <a:pt x="39623" y="69771"/>
                    <a:pt x="39486" y="69762"/>
                    <a:pt x="39354" y="69742"/>
                  </a:cubicBezTo>
                  <a:cubicBezTo>
                    <a:pt x="39038" y="69696"/>
                    <a:pt x="38622" y="69567"/>
                    <a:pt x="38434" y="69219"/>
                  </a:cubicBezTo>
                  <a:cubicBezTo>
                    <a:pt x="38157" y="68705"/>
                    <a:pt x="38133" y="64433"/>
                    <a:pt x="38112" y="60665"/>
                  </a:cubicBezTo>
                  <a:cubicBezTo>
                    <a:pt x="38088" y="56556"/>
                    <a:pt x="38062" y="51898"/>
                    <a:pt x="37754" y="49704"/>
                  </a:cubicBezTo>
                  <a:cubicBezTo>
                    <a:pt x="37153" y="45405"/>
                    <a:pt x="37743" y="40264"/>
                    <a:pt x="37750" y="40213"/>
                  </a:cubicBezTo>
                  <a:cubicBezTo>
                    <a:pt x="37756" y="40160"/>
                    <a:pt x="37747" y="40106"/>
                    <a:pt x="37724" y="40057"/>
                  </a:cubicBezTo>
                  <a:cubicBezTo>
                    <a:pt x="37706" y="40023"/>
                    <a:pt x="36027" y="36577"/>
                    <a:pt x="33590" y="32748"/>
                  </a:cubicBezTo>
                  <a:cubicBezTo>
                    <a:pt x="31175" y="28954"/>
                    <a:pt x="28029" y="21461"/>
                    <a:pt x="27999" y="21387"/>
                  </a:cubicBezTo>
                  <a:cubicBezTo>
                    <a:pt x="27953" y="21281"/>
                    <a:pt x="27850" y="21214"/>
                    <a:pt x="27739" y="21214"/>
                  </a:cubicBezTo>
                  <a:cubicBezTo>
                    <a:pt x="27720" y="21214"/>
                    <a:pt x="27699" y="21216"/>
                    <a:pt x="27679" y="21221"/>
                  </a:cubicBezTo>
                  <a:cubicBezTo>
                    <a:pt x="27546" y="21250"/>
                    <a:pt x="27453" y="21368"/>
                    <a:pt x="27458" y="21504"/>
                  </a:cubicBezTo>
                  <a:cubicBezTo>
                    <a:pt x="27462" y="21654"/>
                    <a:pt x="27892" y="36508"/>
                    <a:pt x="27549" y="38913"/>
                  </a:cubicBezTo>
                  <a:cubicBezTo>
                    <a:pt x="27205" y="41314"/>
                    <a:pt x="24579" y="46636"/>
                    <a:pt x="21829" y="49642"/>
                  </a:cubicBezTo>
                  <a:cubicBezTo>
                    <a:pt x="19152" y="52572"/>
                    <a:pt x="5143" y="69416"/>
                    <a:pt x="3998" y="70792"/>
                  </a:cubicBezTo>
                  <a:cubicBezTo>
                    <a:pt x="3861" y="70805"/>
                    <a:pt x="3604" y="70823"/>
                    <a:pt x="3282" y="70823"/>
                  </a:cubicBezTo>
                  <a:cubicBezTo>
                    <a:pt x="2798" y="70823"/>
                    <a:pt x="2169" y="70781"/>
                    <a:pt x="1586" y="70616"/>
                  </a:cubicBezTo>
                  <a:cubicBezTo>
                    <a:pt x="835" y="70400"/>
                    <a:pt x="632" y="70137"/>
                    <a:pt x="580" y="70043"/>
                  </a:cubicBezTo>
                  <a:cubicBezTo>
                    <a:pt x="1249" y="68752"/>
                    <a:pt x="8535" y="54701"/>
                    <a:pt x="10606" y="51383"/>
                  </a:cubicBezTo>
                  <a:cubicBezTo>
                    <a:pt x="12800" y="47873"/>
                    <a:pt x="17889" y="39716"/>
                    <a:pt x="17889" y="39716"/>
                  </a:cubicBezTo>
                  <a:cubicBezTo>
                    <a:pt x="17932" y="39646"/>
                    <a:pt x="17943" y="39559"/>
                    <a:pt x="17918" y="39482"/>
                  </a:cubicBezTo>
                  <a:cubicBezTo>
                    <a:pt x="17897" y="39418"/>
                    <a:pt x="15902" y="33030"/>
                    <a:pt x="15298" y="26382"/>
                  </a:cubicBezTo>
                  <a:cubicBezTo>
                    <a:pt x="14613" y="18836"/>
                    <a:pt x="14547" y="8913"/>
                    <a:pt x="16423" y="3693"/>
                  </a:cubicBezTo>
                  <a:cubicBezTo>
                    <a:pt x="16796" y="2655"/>
                    <a:pt x="17202" y="1657"/>
                    <a:pt x="17657" y="654"/>
                  </a:cubicBezTo>
                  <a:close/>
                  <a:moveTo>
                    <a:pt x="17519" y="1"/>
                  </a:moveTo>
                  <a:cubicBezTo>
                    <a:pt x="17486" y="1"/>
                    <a:pt x="17454" y="6"/>
                    <a:pt x="17423" y="18"/>
                  </a:cubicBezTo>
                  <a:cubicBezTo>
                    <a:pt x="17353" y="44"/>
                    <a:pt x="17296" y="97"/>
                    <a:pt x="17264" y="164"/>
                  </a:cubicBezTo>
                  <a:cubicBezTo>
                    <a:pt x="16754" y="1269"/>
                    <a:pt x="16306" y="2363"/>
                    <a:pt x="15895" y="3505"/>
                  </a:cubicBezTo>
                  <a:cubicBezTo>
                    <a:pt x="13496" y="10182"/>
                    <a:pt x="14403" y="22743"/>
                    <a:pt x="14738" y="26435"/>
                  </a:cubicBezTo>
                  <a:cubicBezTo>
                    <a:pt x="15303" y="32629"/>
                    <a:pt x="17062" y="38598"/>
                    <a:pt x="17345" y="39527"/>
                  </a:cubicBezTo>
                  <a:cubicBezTo>
                    <a:pt x="16735" y="40505"/>
                    <a:pt x="12176" y="47814"/>
                    <a:pt x="10131" y="51086"/>
                  </a:cubicBezTo>
                  <a:cubicBezTo>
                    <a:pt x="7956" y="54564"/>
                    <a:pt x="110" y="69726"/>
                    <a:pt x="31" y="69879"/>
                  </a:cubicBezTo>
                  <a:cubicBezTo>
                    <a:pt x="11" y="69919"/>
                    <a:pt x="1" y="69964"/>
                    <a:pt x="1" y="70008"/>
                  </a:cubicBezTo>
                  <a:cubicBezTo>
                    <a:pt x="1" y="70132"/>
                    <a:pt x="69" y="70766"/>
                    <a:pt x="1433" y="71155"/>
                  </a:cubicBezTo>
                  <a:cubicBezTo>
                    <a:pt x="2079" y="71341"/>
                    <a:pt x="2763" y="71386"/>
                    <a:pt x="3286" y="71386"/>
                  </a:cubicBezTo>
                  <a:cubicBezTo>
                    <a:pt x="3300" y="71386"/>
                    <a:pt x="3313" y="71386"/>
                    <a:pt x="3327" y="71386"/>
                  </a:cubicBezTo>
                  <a:cubicBezTo>
                    <a:pt x="3611" y="71386"/>
                    <a:pt x="3895" y="71371"/>
                    <a:pt x="4178" y="71341"/>
                  </a:cubicBezTo>
                  <a:cubicBezTo>
                    <a:pt x="4249" y="71332"/>
                    <a:pt x="4315" y="71295"/>
                    <a:pt x="4360" y="71242"/>
                  </a:cubicBezTo>
                  <a:cubicBezTo>
                    <a:pt x="4510" y="71059"/>
                    <a:pt x="19477" y="53052"/>
                    <a:pt x="22248" y="50021"/>
                  </a:cubicBezTo>
                  <a:cubicBezTo>
                    <a:pt x="25108" y="46893"/>
                    <a:pt x="27746" y="41524"/>
                    <a:pt x="28108" y="38994"/>
                  </a:cubicBezTo>
                  <a:cubicBezTo>
                    <a:pt x="28397" y="36972"/>
                    <a:pt x="28163" y="26808"/>
                    <a:pt x="28063" y="22953"/>
                  </a:cubicBezTo>
                  <a:lnTo>
                    <a:pt x="28063" y="22953"/>
                  </a:lnTo>
                  <a:cubicBezTo>
                    <a:pt x="29094" y="25312"/>
                    <a:pt x="31306" y="30202"/>
                    <a:pt x="33119" y="33052"/>
                  </a:cubicBezTo>
                  <a:cubicBezTo>
                    <a:pt x="35343" y="36546"/>
                    <a:pt x="36932" y="39718"/>
                    <a:pt x="37185" y="40232"/>
                  </a:cubicBezTo>
                  <a:cubicBezTo>
                    <a:pt x="37111" y="40919"/>
                    <a:pt x="36631" y="45714"/>
                    <a:pt x="37201" y="49783"/>
                  </a:cubicBezTo>
                  <a:cubicBezTo>
                    <a:pt x="37503" y="51940"/>
                    <a:pt x="37530" y="56578"/>
                    <a:pt x="37553" y="60669"/>
                  </a:cubicBezTo>
                  <a:cubicBezTo>
                    <a:pt x="37581" y="65742"/>
                    <a:pt x="37616" y="68880"/>
                    <a:pt x="37941" y="69486"/>
                  </a:cubicBezTo>
                  <a:cubicBezTo>
                    <a:pt x="38179" y="69926"/>
                    <a:pt x="38640" y="70207"/>
                    <a:pt x="39275" y="70301"/>
                  </a:cubicBezTo>
                  <a:cubicBezTo>
                    <a:pt x="39435" y="70324"/>
                    <a:pt x="39600" y="70335"/>
                    <a:pt x="39767" y="70335"/>
                  </a:cubicBezTo>
                  <a:cubicBezTo>
                    <a:pt x="40646" y="70335"/>
                    <a:pt x="41556" y="70034"/>
                    <a:pt x="41901" y="69690"/>
                  </a:cubicBezTo>
                  <a:cubicBezTo>
                    <a:pt x="42471" y="69118"/>
                    <a:pt x="42714" y="66146"/>
                    <a:pt x="42757" y="65562"/>
                  </a:cubicBezTo>
                  <a:cubicBezTo>
                    <a:pt x="42768" y="65454"/>
                    <a:pt x="43817" y="54805"/>
                    <a:pt x="44424" y="49865"/>
                  </a:cubicBezTo>
                  <a:cubicBezTo>
                    <a:pt x="44660" y="47938"/>
                    <a:pt x="44960" y="46130"/>
                    <a:pt x="45224" y="44534"/>
                  </a:cubicBezTo>
                  <a:cubicBezTo>
                    <a:pt x="45653" y="41944"/>
                    <a:pt x="45964" y="40071"/>
                    <a:pt x="45729" y="39310"/>
                  </a:cubicBezTo>
                  <a:cubicBezTo>
                    <a:pt x="45618" y="38947"/>
                    <a:pt x="45290" y="37311"/>
                    <a:pt x="44874" y="35237"/>
                  </a:cubicBezTo>
                  <a:cubicBezTo>
                    <a:pt x="43985" y="30796"/>
                    <a:pt x="42642" y="24084"/>
                    <a:pt x="41520" y="20190"/>
                  </a:cubicBezTo>
                  <a:cubicBezTo>
                    <a:pt x="40270" y="15849"/>
                    <a:pt x="37171" y="8859"/>
                    <a:pt x="35120" y="4234"/>
                  </a:cubicBezTo>
                  <a:cubicBezTo>
                    <a:pt x="34563" y="2977"/>
                    <a:pt x="34096" y="1924"/>
                    <a:pt x="33789" y="1195"/>
                  </a:cubicBezTo>
                  <a:cubicBezTo>
                    <a:pt x="33744" y="1088"/>
                    <a:pt x="33640" y="1023"/>
                    <a:pt x="33531" y="1023"/>
                  </a:cubicBezTo>
                  <a:cubicBezTo>
                    <a:pt x="33498" y="1023"/>
                    <a:pt x="33464" y="1029"/>
                    <a:pt x="33431" y="1042"/>
                  </a:cubicBezTo>
                  <a:cubicBezTo>
                    <a:pt x="31195" y="1879"/>
                    <a:pt x="29014" y="2198"/>
                    <a:pt x="26988" y="2198"/>
                  </a:cubicBezTo>
                  <a:cubicBezTo>
                    <a:pt x="23030" y="2198"/>
                    <a:pt x="19665" y="980"/>
                    <a:pt x="17639" y="28"/>
                  </a:cubicBezTo>
                  <a:cubicBezTo>
                    <a:pt x="17601" y="10"/>
                    <a:pt x="17560" y="1"/>
                    <a:pt x="175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4">
              <a:extLst>
                <a:ext uri="{FF2B5EF4-FFF2-40B4-BE49-F238E27FC236}">
                  <a16:creationId xmlns:a16="http://schemas.microsoft.com/office/drawing/2014/main" id="{4E1D041C-2EE6-8332-12F0-4D8A9BB997CF}"/>
                </a:ext>
              </a:extLst>
            </p:cNvPr>
            <p:cNvSpPr/>
            <p:nvPr/>
          </p:nvSpPr>
          <p:spPr>
            <a:xfrm>
              <a:off x="5055175" y="2964518"/>
              <a:ext cx="217551" cy="233233"/>
            </a:xfrm>
            <a:custGeom>
              <a:avLst/>
              <a:gdLst/>
              <a:ahLst/>
              <a:cxnLst/>
              <a:rect l="l" t="t" r="r" b="b"/>
              <a:pathLst>
                <a:path w="11417" h="12240" extrusionOk="0">
                  <a:moveTo>
                    <a:pt x="4" y="0"/>
                  </a:moveTo>
                  <a:lnTo>
                    <a:pt x="4" y="9002"/>
                  </a:lnTo>
                  <a:lnTo>
                    <a:pt x="968" y="9002"/>
                  </a:lnTo>
                  <a:lnTo>
                    <a:pt x="968" y="10150"/>
                  </a:lnTo>
                  <a:lnTo>
                    <a:pt x="1" y="10150"/>
                  </a:lnTo>
                  <a:lnTo>
                    <a:pt x="1" y="12240"/>
                  </a:lnTo>
                  <a:lnTo>
                    <a:pt x="3704" y="12240"/>
                  </a:lnTo>
                  <a:lnTo>
                    <a:pt x="3704" y="11538"/>
                  </a:lnTo>
                  <a:lnTo>
                    <a:pt x="7713" y="11538"/>
                  </a:lnTo>
                  <a:lnTo>
                    <a:pt x="7713" y="12240"/>
                  </a:lnTo>
                  <a:lnTo>
                    <a:pt x="11416" y="12240"/>
                  </a:lnTo>
                  <a:lnTo>
                    <a:pt x="11416" y="10150"/>
                  </a:lnTo>
                  <a:lnTo>
                    <a:pt x="10451" y="10150"/>
                  </a:lnTo>
                  <a:lnTo>
                    <a:pt x="10451" y="9002"/>
                  </a:lnTo>
                  <a:lnTo>
                    <a:pt x="11415" y="9002"/>
                  </a:lnTo>
                  <a:lnTo>
                    <a:pt x="1141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4">
              <a:extLst>
                <a:ext uri="{FF2B5EF4-FFF2-40B4-BE49-F238E27FC236}">
                  <a16:creationId xmlns:a16="http://schemas.microsoft.com/office/drawing/2014/main" id="{76DAB6E6-209C-02B2-157D-4AA09C06DE18}"/>
                </a:ext>
              </a:extLst>
            </p:cNvPr>
            <p:cNvSpPr/>
            <p:nvPr/>
          </p:nvSpPr>
          <p:spPr>
            <a:xfrm>
              <a:off x="5049840" y="2959183"/>
              <a:ext cx="228241" cy="243904"/>
            </a:xfrm>
            <a:custGeom>
              <a:avLst/>
              <a:gdLst/>
              <a:ahLst/>
              <a:cxnLst/>
              <a:rect l="l" t="t" r="r" b="b"/>
              <a:pathLst>
                <a:path w="11978" h="12800" extrusionOk="0">
                  <a:moveTo>
                    <a:pt x="11415" y="562"/>
                  </a:moveTo>
                  <a:lnTo>
                    <a:pt x="11415" y="9000"/>
                  </a:lnTo>
                  <a:lnTo>
                    <a:pt x="10732" y="9000"/>
                  </a:lnTo>
                  <a:cubicBezTo>
                    <a:pt x="10576" y="9000"/>
                    <a:pt x="10451" y="9126"/>
                    <a:pt x="10451" y="9282"/>
                  </a:cubicBezTo>
                  <a:lnTo>
                    <a:pt x="10451" y="10430"/>
                  </a:lnTo>
                  <a:cubicBezTo>
                    <a:pt x="10451" y="10584"/>
                    <a:pt x="10576" y="10711"/>
                    <a:pt x="10732" y="10711"/>
                  </a:cubicBezTo>
                  <a:lnTo>
                    <a:pt x="11416" y="10711"/>
                  </a:lnTo>
                  <a:lnTo>
                    <a:pt x="11416" y="12238"/>
                  </a:lnTo>
                  <a:lnTo>
                    <a:pt x="8276" y="12238"/>
                  </a:lnTo>
                  <a:lnTo>
                    <a:pt x="8275" y="11817"/>
                  </a:lnTo>
                  <a:cubicBezTo>
                    <a:pt x="8275" y="11662"/>
                    <a:pt x="8149" y="11537"/>
                    <a:pt x="7993" y="11537"/>
                  </a:cubicBezTo>
                  <a:lnTo>
                    <a:pt x="3984" y="11537"/>
                  </a:lnTo>
                  <a:cubicBezTo>
                    <a:pt x="3829" y="11537"/>
                    <a:pt x="3702" y="11662"/>
                    <a:pt x="3704" y="11817"/>
                  </a:cubicBezTo>
                  <a:lnTo>
                    <a:pt x="3704" y="12238"/>
                  </a:lnTo>
                  <a:lnTo>
                    <a:pt x="562" y="12238"/>
                  </a:lnTo>
                  <a:lnTo>
                    <a:pt x="562" y="10711"/>
                  </a:lnTo>
                  <a:lnTo>
                    <a:pt x="1248" y="10711"/>
                  </a:lnTo>
                  <a:cubicBezTo>
                    <a:pt x="1402" y="10711"/>
                    <a:pt x="1528" y="10584"/>
                    <a:pt x="1528" y="10430"/>
                  </a:cubicBezTo>
                  <a:lnTo>
                    <a:pt x="1528" y="9282"/>
                  </a:lnTo>
                  <a:cubicBezTo>
                    <a:pt x="1528" y="9126"/>
                    <a:pt x="1402" y="9000"/>
                    <a:pt x="1248" y="9000"/>
                  </a:cubicBezTo>
                  <a:lnTo>
                    <a:pt x="564" y="9000"/>
                  </a:lnTo>
                  <a:lnTo>
                    <a:pt x="564" y="562"/>
                  </a:lnTo>
                  <a:close/>
                  <a:moveTo>
                    <a:pt x="284" y="0"/>
                  </a:moveTo>
                  <a:cubicBezTo>
                    <a:pt x="128" y="0"/>
                    <a:pt x="2" y="126"/>
                    <a:pt x="2" y="280"/>
                  </a:cubicBezTo>
                  <a:lnTo>
                    <a:pt x="2" y="9282"/>
                  </a:lnTo>
                  <a:cubicBezTo>
                    <a:pt x="2" y="9436"/>
                    <a:pt x="128" y="9563"/>
                    <a:pt x="284" y="9563"/>
                  </a:cubicBezTo>
                  <a:lnTo>
                    <a:pt x="966" y="9563"/>
                  </a:lnTo>
                  <a:lnTo>
                    <a:pt x="966" y="10148"/>
                  </a:lnTo>
                  <a:lnTo>
                    <a:pt x="281" y="10148"/>
                  </a:lnTo>
                  <a:cubicBezTo>
                    <a:pt x="126" y="10148"/>
                    <a:pt x="1" y="10275"/>
                    <a:pt x="1" y="10430"/>
                  </a:cubicBezTo>
                  <a:lnTo>
                    <a:pt x="1" y="12520"/>
                  </a:lnTo>
                  <a:cubicBezTo>
                    <a:pt x="1" y="12674"/>
                    <a:pt x="126" y="12800"/>
                    <a:pt x="281" y="12800"/>
                  </a:cubicBezTo>
                  <a:lnTo>
                    <a:pt x="3984" y="12800"/>
                  </a:lnTo>
                  <a:cubicBezTo>
                    <a:pt x="4138" y="12800"/>
                    <a:pt x="4265" y="12674"/>
                    <a:pt x="4265" y="12520"/>
                  </a:cubicBezTo>
                  <a:lnTo>
                    <a:pt x="4265" y="12098"/>
                  </a:lnTo>
                  <a:lnTo>
                    <a:pt x="7713" y="12098"/>
                  </a:lnTo>
                  <a:lnTo>
                    <a:pt x="7713" y="12520"/>
                  </a:lnTo>
                  <a:cubicBezTo>
                    <a:pt x="7713" y="12674"/>
                    <a:pt x="7838" y="12800"/>
                    <a:pt x="7993" y="12800"/>
                  </a:cubicBezTo>
                  <a:lnTo>
                    <a:pt x="11696" y="12800"/>
                  </a:lnTo>
                  <a:cubicBezTo>
                    <a:pt x="11852" y="12800"/>
                    <a:pt x="11978" y="12674"/>
                    <a:pt x="11978" y="12520"/>
                  </a:cubicBezTo>
                  <a:lnTo>
                    <a:pt x="11978" y="10430"/>
                  </a:lnTo>
                  <a:cubicBezTo>
                    <a:pt x="11978" y="10275"/>
                    <a:pt x="11852" y="10148"/>
                    <a:pt x="11696" y="10148"/>
                  </a:cubicBezTo>
                  <a:lnTo>
                    <a:pt x="11012" y="10148"/>
                  </a:lnTo>
                  <a:lnTo>
                    <a:pt x="11012" y="9563"/>
                  </a:lnTo>
                  <a:lnTo>
                    <a:pt x="11696" y="9563"/>
                  </a:lnTo>
                  <a:cubicBezTo>
                    <a:pt x="11851" y="9563"/>
                    <a:pt x="11976" y="9436"/>
                    <a:pt x="11976" y="9282"/>
                  </a:cubicBezTo>
                  <a:lnTo>
                    <a:pt x="11976" y="280"/>
                  </a:lnTo>
                  <a:cubicBezTo>
                    <a:pt x="11976" y="126"/>
                    <a:pt x="11851" y="0"/>
                    <a:pt x="116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4">
              <a:extLst>
                <a:ext uri="{FF2B5EF4-FFF2-40B4-BE49-F238E27FC236}">
                  <a16:creationId xmlns:a16="http://schemas.microsoft.com/office/drawing/2014/main" id="{211E884F-A267-DF38-A288-E76DB3A10033}"/>
                </a:ext>
              </a:extLst>
            </p:cNvPr>
            <p:cNvSpPr/>
            <p:nvPr/>
          </p:nvSpPr>
          <p:spPr>
            <a:xfrm>
              <a:off x="4085943" y="2913203"/>
              <a:ext cx="1280229" cy="76601"/>
            </a:xfrm>
            <a:custGeom>
              <a:avLst/>
              <a:gdLst/>
              <a:ahLst/>
              <a:cxnLst/>
              <a:rect l="l" t="t" r="r" b="b"/>
              <a:pathLst>
                <a:path w="67186" h="4020" extrusionOk="0">
                  <a:moveTo>
                    <a:pt x="1" y="1"/>
                  </a:moveTo>
                  <a:lnTo>
                    <a:pt x="1" y="4019"/>
                  </a:lnTo>
                  <a:lnTo>
                    <a:pt x="67154" y="4019"/>
                  </a:lnTo>
                  <a:cubicBezTo>
                    <a:pt x="67171" y="4019"/>
                    <a:pt x="67186" y="4006"/>
                    <a:pt x="67186" y="3987"/>
                  </a:cubicBezTo>
                  <a:lnTo>
                    <a:pt x="67186" y="35"/>
                  </a:lnTo>
                  <a:cubicBezTo>
                    <a:pt x="67186" y="16"/>
                    <a:pt x="67171" y="1"/>
                    <a:pt x="67154"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4">
              <a:extLst>
                <a:ext uri="{FF2B5EF4-FFF2-40B4-BE49-F238E27FC236}">
                  <a16:creationId xmlns:a16="http://schemas.microsoft.com/office/drawing/2014/main" id="{6269044F-689C-560C-4DBC-5A3D437C6EFB}"/>
                </a:ext>
              </a:extLst>
            </p:cNvPr>
            <p:cNvSpPr/>
            <p:nvPr/>
          </p:nvSpPr>
          <p:spPr>
            <a:xfrm>
              <a:off x="4080588" y="2907868"/>
              <a:ext cx="1290957" cy="87291"/>
            </a:xfrm>
            <a:custGeom>
              <a:avLst/>
              <a:gdLst/>
              <a:ahLst/>
              <a:cxnLst/>
              <a:rect l="l" t="t" r="r" b="b"/>
              <a:pathLst>
                <a:path w="67749" h="4581" extrusionOk="0">
                  <a:moveTo>
                    <a:pt x="66465" y="562"/>
                  </a:moveTo>
                  <a:cubicBezTo>
                    <a:pt x="66863" y="562"/>
                    <a:pt x="67185" y="886"/>
                    <a:pt x="67185" y="1284"/>
                  </a:cubicBezTo>
                  <a:lnTo>
                    <a:pt x="67185" y="3297"/>
                  </a:lnTo>
                  <a:cubicBezTo>
                    <a:pt x="67185" y="3695"/>
                    <a:pt x="66863" y="4018"/>
                    <a:pt x="66465" y="4019"/>
                  </a:cubicBezTo>
                  <a:lnTo>
                    <a:pt x="563" y="4019"/>
                  </a:lnTo>
                  <a:lnTo>
                    <a:pt x="563" y="562"/>
                  </a:lnTo>
                  <a:close/>
                  <a:moveTo>
                    <a:pt x="282" y="1"/>
                  </a:moveTo>
                  <a:cubicBezTo>
                    <a:pt x="127" y="1"/>
                    <a:pt x="0" y="126"/>
                    <a:pt x="0" y="282"/>
                  </a:cubicBezTo>
                  <a:lnTo>
                    <a:pt x="0" y="4299"/>
                  </a:lnTo>
                  <a:cubicBezTo>
                    <a:pt x="0" y="4455"/>
                    <a:pt x="127" y="4581"/>
                    <a:pt x="282" y="4581"/>
                  </a:cubicBezTo>
                  <a:lnTo>
                    <a:pt x="66465" y="4581"/>
                  </a:lnTo>
                  <a:cubicBezTo>
                    <a:pt x="67174" y="4581"/>
                    <a:pt x="67747" y="4006"/>
                    <a:pt x="67748" y="3297"/>
                  </a:cubicBezTo>
                  <a:lnTo>
                    <a:pt x="67748" y="1284"/>
                  </a:lnTo>
                  <a:cubicBezTo>
                    <a:pt x="67747" y="576"/>
                    <a:pt x="67174" y="1"/>
                    <a:pt x="6646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4">
              <a:extLst>
                <a:ext uri="{FF2B5EF4-FFF2-40B4-BE49-F238E27FC236}">
                  <a16:creationId xmlns:a16="http://schemas.microsoft.com/office/drawing/2014/main" id="{DE013E6B-E316-800D-A231-283F1C5617EC}"/>
                </a:ext>
              </a:extLst>
            </p:cNvPr>
            <p:cNvSpPr/>
            <p:nvPr/>
          </p:nvSpPr>
          <p:spPr>
            <a:xfrm>
              <a:off x="4903783" y="2901732"/>
              <a:ext cx="98000" cy="99562"/>
            </a:xfrm>
            <a:custGeom>
              <a:avLst/>
              <a:gdLst/>
              <a:ahLst/>
              <a:cxnLst/>
              <a:rect l="l" t="t" r="r" b="b"/>
              <a:pathLst>
                <a:path w="5143" h="5225" extrusionOk="0">
                  <a:moveTo>
                    <a:pt x="18" y="1"/>
                  </a:moveTo>
                  <a:cubicBezTo>
                    <a:pt x="7" y="1"/>
                    <a:pt x="0" y="9"/>
                    <a:pt x="0" y="18"/>
                  </a:cubicBezTo>
                  <a:lnTo>
                    <a:pt x="0" y="5206"/>
                  </a:lnTo>
                  <a:cubicBezTo>
                    <a:pt x="0" y="5216"/>
                    <a:pt x="7" y="5225"/>
                    <a:pt x="18" y="5225"/>
                  </a:cubicBezTo>
                  <a:lnTo>
                    <a:pt x="5125" y="5225"/>
                  </a:lnTo>
                  <a:cubicBezTo>
                    <a:pt x="5135" y="5225"/>
                    <a:pt x="5143" y="5216"/>
                    <a:pt x="5143" y="5206"/>
                  </a:cubicBezTo>
                  <a:lnTo>
                    <a:pt x="5143" y="18"/>
                  </a:lnTo>
                  <a:cubicBezTo>
                    <a:pt x="5143" y="9"/>
                    <a:pt x="5135" y="1"/>
                    <a:pt x="5125"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4">
              <a:extLst>
                <a:ext uri="{FF2B5EF4-FFF2-40B4-BE49-F238E27FC236}">
                  <a16:creationId xmlns:a16="http://schemas.microsoft.com/office/drawing/2014/main" id="{F2FF1B67-FCAE-4C40-A53E-7D7712A021E0}"/>
                </a:ext>
              </a:extLst>
            </p:cNvPr>
            <p:cNvSpPr/>
            <p:nvPr/>
          </p:nvSpPr>
          <p:spPr>
            <a:xfrm>
              <a:off x="4898391" y="2896396"/>
              <a:ext cx="108766" cy="110271"/>
            </a:xfrm>
            <a:custGeom>
              <a:avLst/>
              <a:gdLst/>
              <a:ahLst/>
              <a:cxnLst/>
              <a:rect l="l" t="t" r="r" b="b"/>
              <a:pathLst>
                <a:path w="5708" h="5787" extrusionOk="0">
                  <a:moveTo>
                    <a:pt x="4871" y="562"/>
                  </a:moveTo>
                  <a:cubicBezTo>
                    <a:pt x="5022" y="562"/>
                    <a:pt x="5144" y="685"/>
                    <a:pt x="5144" y="836"/>
                  </a:cubicBezTo>
                  <a:lnTo>
                    <a:pt x="5144" y="4949"/>
                  </a:lnTo>
                  <a:cubicBezTo>
                    <a:pt x="5144" y="5101"/>
                    <a:pt x="5022" y="5223"/>
                    <a:pt x="4871" y="5223"/>
                  </a:cubicBezTo>
                  <a:lnTo>
                    <a:pt x="837" y="5223"/>
                  </a:lnTo>
                  <a:cubicBezTo>
                    <a:pt x="686" y="5223"/>
                    <a:pt x="563" y="5101"/>
                    <a:pt x="563" y="4949"/>
                  </a:cubicBezTo>
                  <a:lnTo>
                    <a:pt x="563" y="835"/>
                  </a:lnTo>
                  <a:cubicBezTo>
                    <a:pt x="563" y="685"/>
                    <a:pt x="686" y="562"/>
                    <a:pt x="837" y="562"/>
                  </a:cubicBezTo>
                  <a:close/>
                  <a:moveTo>
                    <a:pt x="837" y="1"/>
                  </a:moveTo>
                  <a:cubicBezTo>
                    <a:pt x="375" y="1"/>
                    <a:pt x="2" y="374"/>
                    <a:pt x="0" y="836"/>
                  </a:cubicBezTo>
                  <a:lnTo>
                    <a:pt x="0" y="4951"/>
                  </a:lnTo>
                  <a:cubicBezTo>
                    <a:pt x="2" y="5411"/>
                    <a:pt x="375" y="5785"/>
                    <a:pt x="837" y="5786"/>
                  </a:cubicBezTo>
                  <a:lnTo>
                    <a:pt x="4871" y="5786"/>
                  </a:lnTo>
                  <a:cubicBezTo>
                    <a:pt x="5332" y="5785"/>
                    <a:pt x="5707" y="5411"/>
                    <a:pt x="5707" y="4951"/>
                  </a:cubicBezTo>
                  <a:lnTo>
                    <a:pt x="5707" y="836"/>
                  </a:lnTo>
                  <a:cubicBezTo>
                    <a:pt x="5707" y="374"/>
                    <a:pt x="5332" y="1"/>
                    <a:pt x="48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4">
              <a:extLst>
                <a:ext uri="{FF2B5EF4-FFF2-40B4-BE49-F238E27FC236}">
                  <a16:creationId xmlns:a16="http://schemas.microsoft.com/office/drawing/2014/main" id="{9A05D249-6FFD-8839-CFA1-632F44B27C3B}"/>
                </a:ext>
              </a:extLst>
            </p:cNvPr>
            <p:cNvSpPr/>
            <p:nvPr/>
          </p:nvSpPr>
          <p:spPr>
            <a:xfrm>
              <a:off x="3729919" y="2752436"/>
              <a:ext cx="398154" cy="398154"/>
            </a:xfrm>
            <a:custGeom>
              <a:avLst/>
              <a:gdLst/>
              <a:ahLst/>
              <a:cxnLst/>
              <a:rect l="l" t="t" r="r" b="b"/>
              <a:pathLst>
                <a:path w="20895" h="20895" extrusionOk="0">
                  <a:moveTo>
                    <a:pt x="10447" y="1"/>
                  </a:moveTo>
                  <a:cubicBezTo>
                    <a:pt x="7676" y="1"/>
                    <a:pt x="5019" y="1100"/>
                    <a:pt x="3060" y="3061"/>
                  </a:cubicBezTo>
                  <a:cubicBezTo>
                    <a:pt x="1100" y="5019"/>
                    <a:pt x="0" y="7677"/>
                    <a:pt x="0" y="10448"/>
                  </a:cubicBezTo>
                  <a:cubicBezTo>
                    <a:pt x="0" y="13219"/>
                    <a:pt x="1100" y="15876"/>
                    <a:pt x="3060" y="17835"/>
                  </a:cubicBezTo>
                  <a:cubicBezTo>
                    <a:pt x="5019" y="19795"/>
                    <a:pt x="7676" y="20895"/>
                    <a:pt x="10447" y="20895"/>
                  </a:cubicBezTo>
                  <a:cubicBezTo>
                    <a:pt x="13218" y="20895"/>
                    <a:pt x="15876" y="19795"/>
                    <a:pt x="17834" y="17835"/>
                  </a:cubicBezTo>
                  <a:cubicBezTo>
                    <a:pt x="19794" y="15876"/>
                    <a:pt x="20894" y="13219"/>
                    <a:pt x="20894" y="10448"/>
                  </a:cubicBezTo>
                  <a:cubicBezTo>
                    <a:pt x="20894" y="7677"/>
                    <a:pt x="19794" y="5019"/>
                    <a:pt x="17834" y="3061"/>
                  </a:cubicBezTo>
                  <a:cubicBezTo>
                    <a:pt x="15876" y="1100"/>
                    <a:pt x="13218" y="1"/>
                    <a:pt x="10447"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4">
              <a:extLst>
                <a:ext uri="{FF2B5EF4-FFF2-40B4-BE49-F238E27FC236}">
                  <a16:creationId xmlns:a16="http://schemas.microsoft.com/office/drawing/2014/main" id="{4CA92600-4EE3-7E36-460B-EC562265EFB2}"/>
                </a:ext>
              </a:extLst>
            </p:cNvPr>
            <p:cNvSpPr/>
            <p:nvPr/>
          </p:nvSpPr>
          <p:spPr>
            <a:xfrm>
              <a:off x="3724546" y="2747101"/>
              <a:ext cx="408882" cy="408882"/>
            </a:xfrm>
            <a:custGeom>
              <a:avLst/>
              <a:gdLst/>
              <a:ahLst/>
              <a:cxnLst/>
              <a:rect l="l" t="t" r="r" b="b"/>
              <a:pathLst>
                <a:path w="21458" h="21458" extrusionOk="0">
                  <a:moveTo>
                    <a:pt x="10729" y="561"/>
                  </a:moveTo>
                  <a:cubicBezTo>
                    <a:pt x="16335" y="561"/>
                    <a:pt x="20896" y="5123"/>
                    <a:pt x="20896" y="10729"/>
                  </a:cubicBezTo>
                  <a:cubicBezTo>
                    <a:pt x="20896" y="16334"/>
                    <a:pt x="16335" y="20895"/>
                    <a:pt x="10729" y="20895"/>
                  </a:cubicBezTo>
                  <a:cubicBezTo>
                    <a:pt x="5123" y="20895"/>
                    <a:pt x="562" y="16334"/>
                    <a:pt x="562" y="10729"/>
                  </a:cubicBezTo>
                  <a:cubicBezTo>
                    <a:pt x="562" y="5123"/>
                    <a:pt x="5123" y="562"/>
                    <a:pt x="10729" y="562"/>
                  </a:cubicBezTo>
                  <a:lnTo>
                    <a:pt x="10729" y="561"/>
                  </a:lnTo>
                  <a:close/>
                  <a:moveTo>
                    <a:pt x="10729" y="1"/>
                  </a:moveTo>
                  <a:cubicBezTo>
                    <a:pt x="4814" y="1"/>
                    <a:pt x="1" y="4814"/>
                    <a:pt x="1" y="10729"/>
                  </a:cubicBezTo>
                  <a:cubicBezTo>
                    <a:pt x="1" y="16645"/>
                    <a:pt x="4814" y="21458"/>
                    <a:pt x="10729" y="21458"/>
                  </a:cubicBezTo>
                  <a:cubicBezTo>
                    <a:pt x="16645" y="21458"/>
                    <a:pt x="21458" y="16643"/>
                    <a:pt x="21458" y="10728"/>
                  </a:cubicBezTo>
                  <a:cubicBezTo>
                    <a:pt x="21458" y="4812"/>
                    <a:pt x="16645" y="1"/>
                    <a:pt x="1072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4">
              <a:extLst>
                <a:ext uri="{FF2B5EF4-FFF2-40B4-BE49-F238E27FC236}">
                  <a16:creationId xmlns:a16="http://schemas.microsoft.com/office/drawing/2014/main" id="{7F2F2648-694E-9E0E-75CE-23625B9F748C}"/>
                </a:ext>
              </a:extLst>
            </p:cNvPr>
            <p:cNvSpPr/>
            <p:nvPr/>
          </p:nvSpPr>
          <p:spPr>
            <a:xfrm>
              <a:off x="3848575" y="2819814"/>
              <a:ext cx="160824" cy="263416"/>
            </a:xfrm>
            <a:custGeom>
              <a:avLst/>
              <a:gdLst/>
              <a:ahLst/>
              <a:cxnLst/>
              <a:rect l="l" t="t" r="r" b="b"/>
              <a:pathLst>
                <a:path w="8440" h="13824" extrusionOk="0">
                  <a:moveTo>
                    <a:pt x="4220" y="0"/>
                  </a:moveTo>
                  <a:cubicBezTo>
                    <a:pt x="1890" y="0"/>
                    <a:pt x="1" y="1664"/>
                    <a:pt x="1" y="3716"/>
                  </a:cubicBezTo>
                  <a:cubicBezTo>
                    <a:pt x="1" y="5077"/>
                    <a:pt x="834" y="6264"/>
                    <a:pt x="2072" y="6912"/>
                  </a:cubicBezTo>
                  <a:cubicBezTo>
                    <a:pt x="834" y="7559"/>
                    <a:pt x="1" y="8745"/>
                    <a:pt x="1" y="10106"/>
                  </a:cubicBezTo>
                  <a:cubicBezTo>
                    <a:pt x="1" y="12159"/>
                    <a:pt x="1890" y="13823"/>
                    <a:pt x="4220" y="13823"/>
                  </a:cubicBezTo>
                  <a:cubicBezTo>
                    <a:pt x="6551" y="13823"/>
                    <a:pt x="8439" y="12159"/>
                    <a:pt x="8439" y="10107"/>
                  </a:cubicBezTo>
                  <a:cubicBezTo>
                    <a:pt x="8439" y="8746"/>
                    <a:pt x="7607" y="7559"/>
                    <a:pt x="6368" y="6912"/>
                  </a:cubicBezTo>
                  <a:cubicBezTo>
                    <a:pt x="7607" y="6266"/>
                    <a:pt x="8439" y="5077"/>
                    <a:pt x="8439" y="3716"/>
                  </a:cubicBezTo>
                  <a:cubicBezTo>
                    <a:pt x="8439" y="1664"/>
                    <a:pt x="6551" y="0"/>
                    <a:pt x="42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4">
              <a:extLst>
                <a:ext uri="{FF2B5EF4-FFF2-40B4-BE49-F238E27FC236}">
                  <a16:creationId xmlns:a16="http://schemas.microsoft.com/office/drawing/2014/main" id="{E4CE0D71-8DCA-D490-8026-64D26FA65FD6}"/>
                </a:ext>
              </a:extLst>
            </p:cNvPr>
            <p:cNvSpPr/>
            <p:nvPr/>
          </p:nvSpPr>
          <p:spPr>
            <a:xfrm>
              <a:off x="3843220" y="2814441"/>
              <a:ext cx="171533" cy="274144"/>
            </a:xfrm>
            <a:custGeom>
              <a:avLst/>
              <a:gdLst/>
              <a:ahLst/>
              <a:cxnLst/>
              <a:rect l="l" t="t" r="r" b="b"/>
              <a:pathLst>
                <a:path w="9002" h="14387" extrusionOk="0">
                  <a:moveTo>
                    <a:pt x="4501" y="564"/>
                  </a:moveTo>
                  <a:cubicBezTo>
                    <a:pt x="6673" y="564"/>
                    <a:pt x="8439" y="2104"/>
                    <a:pt x="8439" y="3998"/>
                  </a:cubicBezTo>
                  <a:cubicBezTo>
                    <a:pt x="8439" y="5215"/>
                    <a:pt x="7721" y="6316"/>
                    <a:pt x="6518" y="6944"/>
                  </a:cubicBezTo>
                  <a:cubicBezTo>
                    <a:pt x="6317" y="7049"/>
                    <a:pt x="6317" y="7338"/>
                    <a:pt x="6518" y="7443"/>
                  </a:cubicBezTo>
                  <a:cubicBezTo>
                    <a:pt x="7721" y="8072"/>
                    <a:pt x="8439" y="9173"/>
                    <a:pt x="8439" y="10389"/>
                  </a:cubicBezTo>
                  <a:cubicBezTo>
                    <a:pt x="8439" y="12282"/>
                    <a:pt x="6673" y="13824"/>
                    <a:pt x="4501" y="13824"/>
                  </a:cubicBezTo>
                  <a:cubicBezTo>
                    <a:pt x="2330" y="13824"/>
                    <a:pt x="563" y="12282"/>
                    <a:pt x="563" y="10389"/>
                  </a:cubicBezTo>
                  <a:cubicBezTo>
                    <a:pt x="563" y="9173"/>
                    <a:pt x="1281" y="8072"/>
                    <a:pt x="2484" y="7443"/>
                  </a:cubicBezTo>
                  <a:cubicBezTo>
                    <a:pt x="2685" y="7338"/>
                    <a:pt x="2685" y="7049"/>
                    <a:pt x="2484" y="6944"/>
                  </a:cubicBezTo>
                  <a:cubicBezTo>
                    <a:pt x="1281" y="6316"/>
                    <a:pt x="563" y="5215"/>
                    <a:pt x="563" y="3998"/>
                  </a:cubicBezTo>
                  <a:cubicBezTo>
                    <a:pt x="563" y="2104"/>
                    <a:pt x="2330" y="564"/>
                    <a:pt x="4501" y="564"/>
                  </a:cubicBezTo>
                  <a:close/>
                  <a:moveTo>
                    <a:pt x="4501" y="1"/>
                  </a:moveTo>
                  <a:cubicBezTo>
                    <a:pt x="2020" y="1"/>
                    <a:pt x="0" y="1795"/>
                    <a:pt x="0" y="3998"/>
                  </a:cubicBezTo>
                  <a:cubicBezTo>
                    <a:pt x="0" y="5257"/>
                    <a:pt x="681" y="6444"/>
                    <a:pt x="1803" y="7194"/>
                  </a:cubicBezTo>
                  <a:cubicBezTo>
                    <a:pt x="681" y="7943"/>
                    <a:pt x="0" y="9131"/>
                    <a:pt x="0" y="10389"/>
                  </a:cubicBezTo>
                  <a:cubicBezTo>
                    <a:pt x="0" y="12593"/>
                    <a:pt x="2020" y="14387"/>
                    <a:pt x="4501" y="14387"/>
                  </a:cubicBezTo>
                  <a:cubicBezTo>
                    <a:pt x="6982" y="14387"/>
                    <a:pt x="9002" y="12593"/>
                    <a:pt x="9002" y="10389"/>
                  </a:cubicBezTo>
                  <a:cubicBezTo>
                    <a:pt x="9002" y="9131"/>
                    <a:pt x="8322" y="7943"/>
                    <a:pt x="7199" y="7194"/>
                  </a:cubicBezTo>
                  <a:cubicBezTo>
                    <a:pt x="8322" y="6444"/>
                    <a:pt x="9002" y="5257"/>
                    <a:pt x="9002" y="3998"/>
                  </a:cubicBezTo>
                  <a:cubicBezTo>
                    <a:pt x="9002" y="1795"/>
                    <a:pt x="6982" y="1"/>
                    <a:pt x="45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4">
              <a:extLst>
                <a:ext uri="{FF2B5EF4-FFF2-40B4-BE49-F238E27FC236}">
                  <a16:creationId xmlns:a16="http://schemas.microsoft.com/office/drawing/2014/main" id="{26FC1FD1-A88B-AFE5-F9BE-F932ED676E1E}"/>
                </a:ext>
              </a:extLst>
            </p:cNvPr>
            <p:cNvSpPr/>
            <p:nvPr/>
          </p:nvSpPr>
          <p:spPr>
            <a:xfrm>
              <a:off x="4744636" y="2935878"/>
              <a:ext cx="144913" cy="81841"/>
            </a:xfrm>
            <a:custGeom>
              <a:avLst/>
              <a:gdLst/>
              <a:ahLst/>
              <a:cxnLst/>
              <a:rect l="l" t="t" r="r" b="b"/>
              <a:pathLst>
                <a:path w="7605" h="4295" extrusionOk="0">
                  <a:moveTo>
                    <a:pt x="6557" y="1"/>
                  </a:moveTo>
                  <a:cubicBezTo>
                    <a:pt x="6528" y="1"/>
                    <a:pt x="6495" y="5"/>
                    <a:pt x="6459" y="13"/>
                  </a:cubicBezTo>
                  <a:cubicBezTo>
                    <a:pt x="5806" y="157"/>
                    <a:pt x="5444" y="883"/>
                    <a:pt x="5444" y="883"/>
                  </a:cubicBezTo>
                  <a:cubicBezTo>
                    <a:pt x="5444" y="883"/>
                    <a:pt x="5396" y="168"/>
                    <a:pt x="5069" y="168"/>
                  </a:cubicBezTo>
                  <a:cubicBezTo>
                    <a:pt x="4992" y="168"/>
                    <a:pt x="4900" y="207"/>
                    <a:pt x="4791" y="303"/>
                  </a:cubicBezTo>
                  <a:cubicBezTo>
                    <a:pt x="4210" y="811"/>
                    <a:pt x="3774" y="1464"/>
                    <a:pt x="3774" y="1464"/>
                  </a:cubicBezTo>
                  <a:cubicBezTo>
                    <a:pt x="3774" y="1464"/>
                    <a:pt x="3717" y="387"/>
                    <a:pt x="3454" y="387"/>
                  </a:cubicBezTo>
                  <a:cubicBezTo>
                    <a:pt x="3419" y="387"/>
                    <a:pt x="3381" y="405"/>
                    <a:pt x="3339" y="447"/>
                  </a:cubicBezTo>
                  <a:cubicBezTo>
                    <a:pt x="2976" y="811"/>
                    <a:pt x="1598" y="2771"/>
                    <a:pt x="1598" y="2771"/>
                  </a:cubicBezTo>
                  <a:lnTo>
                    <a:pt x="1" y="2917"/>
                  </a:lnTo>
                  <a:cubicBezTo>
                    <a:pt x="1" y="2917"/>
                    <a:pt x="3266" y="4295"/>
                    <a:pt x="4283" y="4295"/>
                  </a:cubicBezTo>
                  <a:cubicBezTo>
                    <a:pt x="5300" y="4295"/>
                    <a:pt x="6460" y="3278"/>
                    <a:pt x="7041" y="2044"/>
                  </a:cubicBezTo>
                  <a:cubicBezTo>
                    <a:pt x="7523" y="1021"/>
                    <a:pt x="7605" y="447"/>
                    <a:pt x="7411" y="447"/>
                  </a:cubicBezTo>
                  <a:cubicBezTo>
                    <a:pt x="7371" y="447"/>
                    <a:pt x="7320" y="471"/>
                    <a:pt x="7258" y="520"/>
                  </a:cubicBezTo>
                  <a:lnTo>
                    <a:pt x="6532" y="1101"/>
                  </a:lnTo>
                  <a:cubicBezTo>
                    <a:pt x="6532" y="1101"/>
                    <a:pt x="7049" y="1"/>
                    <a:pt x="65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4">
              <a:extLst>
                <a:ext uri="{FF2B5EF4-FFF2-40B4-BE49-F238E27FC236}">
                  <a16:creationId xmlns:a16="http://schemas.microsoft.com/office/drawing/2014/main" id="{AEB893A4-612E-732B-FECF-A8A47498A7E8}"/>
                </a:ext>
              </a:extLst>
            </p:cNvPr>
            <p:cNvSpPr/>
            <p:nvPr/>
          </p:nvSpPr>
          <p:spPr>
            <a:xfrm>
              <a:off x="4738977" y="2930543"/>
              <a:ext cx="158976" cy="92550"/>
            </a:xfrm>
            <a:custGeom>
              <a:avLst/>
              <a:gdLst/>
              <a:ahLst/>
              <a:cxnLst/>
              <a:rect l="l" t="t" r="r" b="b"/>
              <a:pathLst>
                <a:path w="8343" h="4857" extrusionOk="0">
                  <a:moveTo>
                    <a:pt x="6787" y="580"/>
                  </a:moveTo>
                  <a:cubicBezTo>
                    <a:pt x="6776" y="730"/>
                    <a:pt x="6689" y="1021"/>
                    <a:pt x="6575" y="1261"/>
                  </a:cubicBezTo>
                  <a:cubicBezTo>
                    <a:pt x="6520" y="1381"/>
                    <a:pt x="6553" y="1521"/>
                    <a:pt x="6655" y="1602"/>
                  </a:cubicBezTo>
                  <a:cubicBezTo>
                    <a:pt x="6707" y="1642"/>
                    <a:pt x="6769" y="1662"/>
                    <a:pt x="6830" y="1662"/>
                  </a:cubicBezTo>
                  <a:cubicBezTo>
                    <a:pt x="6892" y="1662"/>
                    <a:pt x="6954" y="1642"/>
                    <a:pt x="7005" y="1601"/>
                  </a:cubicBezTo>
                  <a:lnTo>
                    <a:pt x="7465" y="1235"/>
                  </a:lnTo>
                  <a:lnTo>
                    <a:pt x="7465" y="1235"/>
                  </a:lnTo>
                  <a:cubicBezTo>
                    <a:pt x="7404" y="1451"/>
                    <a:pt x="7290" y="1766"/>
                    <a:pt x="7083" y="2205"/>
                  </a:cubicBezTo>
                  <a:cubicBezTo>
                    <a:pt x="6523" y="3396"/>
                    <a:pt x="5446" y="4293"/>
                    <a:pt x="4580" y="4293"/>
                  </a:cubicBezTo>
                  <a:cubicBezTo>
                    <a:pt x="4017" y="4293"/>
                    <a:pt x="2583" y="3793"/>
                    <a:pt x="1485" y="3370"/>
                  </a:cubicBezTo>
                  <a:lnTo>
                    <a:pt x="1920" y="3331"/>
                  </a:lnTo>
                  <a:cubicBezTo>
                    <a:pt x="2001" y="3323"/>
                    <a:pt x="2077" y="3280"/>
                    <a:pt x="2124" y="3213"/>
                  </a:cubicBezTo>
                  <a:cubicBezTo>
                    <a:pt x="2456" y="2740"/>
                    <a:pt x="3299" y="1562"/>
                    <a:pt x="3698" y="1082"/>
                  </a:cubicBezTo>
                  <a:cubicBezTo>
                    <a:pt x="3749" y="1305"/>
                    <a:pt x="3779" y="1531"/>
                    <a:pt x="3791" y="1758"/>
                  </a:cubicBezTo>
                  <a:cubicBezTo>
                    <a:pt x="3800" y="1925"/>
                    <a:pt x="3936" y="2026"/>
                    <a:pt x="4074" y="2026"/>
                  </a:cubicBezTo>
                  <a:cubicBezTo>
                    <a:pt x="4161" y="2026"/>
                    <a:pt x="4248" y="1986"/>
                    <a:pt x="4306" y="1900"/>
                  </a:cubicBezTo>
                  <a:cubicBezTo>
                    <a:pt x="4310" y="1894"/>
                    <a:pt x="4726" y="1273"/>
                    <a:pt x="5273" y="794"/>
                  </a:cubicBezTo>
                  <a:cubicBezTo>
                    <a:pt x="5309" y="764"/>
                    <a:pt x="5335" y="746"/>
                    <a:pt x="5344" y="736"/>
                  </a:cubicBezTo>
                  <a:cubicBezTo>
                    <a:pt x="5394" y="808"/>
                    <a:pt x="5449" y="1010"/>
                    <a:pt x="5461" y="1182"/>
                  </a:cubicBezTo>
                  <a:cubicBezTo>
                    <a:pt x="5470" y="1309"/>
                    <a:pt x="5562" y="1414"/>
                    <a:pt x="5685" y="1439"/>
                  </a:cubicBezTo>
                  <a:cubicBezTo>
                    <a:pt x="5704" y="1443"/>
                    <a:pt x="5722" y="1445"/>
                    <a:pt x="5741" y="1445"/>
                  </a:cubicBezTo>
                  <a:cubicBezTo>
                    <a:pt x="5845" y="1445"/>
                    <a:pt x="5943" y="1386"/>
                    <a:pt x="5992" y="1289"/>
                  </a:cubicBezTo>
                  <a:cubicBezTo>
                    <a:pt x="5995" y="1283"/>
                    <a:pt x="6283" y="732"/>
                    <a:pt x="6787" y="580"/>
                  </a:cubicBezTo>
                  <a:close/>
                  <a:moveTo>
                    <a:pt x="6854" y="1"/>
                  </a:moveTo>
                  <a:cubicBezTo>
                    <a:pt x="6807" y="1"/>
                    <a:pt x="6755" y="6"/>
                    <a:pt x="6698" y="19"/>
                  </a:cubicBezTo>
                  <a:cubicBezTo>
                    <a:pt x="6345" y="97"/>
                    <a:pt x="6066" y="309"/>
                    <a:pt x="5866" y="519"/>
                  </a:cubicBezTo>
                  <a:cubicBezTo>
                    <a:pt x="5796" y="383"/>
                    <a:pt x="5697" y="265"/>
                    <a:pt x="5556" y="205"/>
                  </a:cubicBezTo>
                  <a:cubicBezTo>
                    <a:pt x="5504" y="183"/>
                    <a:pt x="5440" y="166"/>
                    <a:pt x="5367" y="166"/>
                  </a:cubicBezTo>
                  <a:cubicBezTo>
                    <a:pt x="5240" y="166"/>
                    <a:pt x="5083" y="216"/>
                    <a:pt x="4904" y="373"/>
                  </a:cubicBezTo>
                  <a:cubicBezTo>
                    <a:pt x="4675" y="574"/>
                    <a:pt x="4462" y="794"/>
                    <a:pt x="4266" y="1029"/>
                  </a:cubicBezTo>
                  <a:cubicBezTo>
                    <a:pt x="4150" y="512"/>
                    <a:pt x="3959" y="440"/>
                    <a:pt x="3887" y="411"/>
                  </a:cubicBezTo>
                  <a:cubicBezTo>
                    <a:pt x="3858" y="400"/>
                    <a:pt x="3810" y="386"/>
                    <a:pt x="3751" y="386"/>
                  </a:cubicBezTo>
                  <a:cubicBezTo>
                    <a:pt x="3664" y="386"/>
                    <a:pt x="3551" y="416"/>
                    <a:pt x="3438" y="529"/>
                  </a:cubicBezTo>
                  <a:cubicBezTo>
                    <a:pt x="3105" y="862"/>
                    <a:pt x="2052" y="2340"/>
                    <a:pt x="1740" y="2782"/>
                  </a:cubicBezTo>
                  <a:lnTo>
                    <a:pt x="273" y="2917"/>
                  </a:lnTo>
                  <a:cubicBezTo>
                    <a:pt x="143" y="2927"/>
                    <a:pt x="40" y="3024"/>
                    <a:pt x="19" y="3153"/>
                  </a:cubicBezTo>
                  <a:cubicBezTo>
                    <a:pt x="0" y="3280"/>
                    <a:pt x="69" y="3405"/>
                    <a:pt x="189" y="3455"/>
                  </a:cubicBezTo>
                  <a:cubicBezTo>
                    <a:pt x="528" y="3598"/>
                    <a:pt x="3537" y="4856"/>
                    <a:pt x="4580" y="4856"/>
                  </a:cubicBezTo>
                  <a:cubicBezTo>
                    <a:pt x="5668" y="4856"/>
                    <a:pt x="6934" y="3841"/>
                    <a:pt x="7592" y="2445"/>
                  </a:cubicBezTo>
                  <a:cubicBezTo>
                    <a:pt x="8343" y="848"/>
                    <a:pt x="8042" y="612"/>
                    <a:pt x="7930" y="523"/>
                  </a:cubicBezTo>
                  <a:cubicBezTo>
                    <a:pt x="7890" y="492"/>
                    <a:pt x="7814" y="446"/>
                    <a:pt x="7708" y="446"/>
                  </a:cubicBezTo>
                  <a:cubicBezTo>
                    <a:pt x="7618" y="446"/>
                    <a:pt x="7508" y="479"/>
                    <a:pt x="7380" y="582"/>
                  </a:cubicBezTo>
                  <a:lnTo>
                    <a:pt x="7348" y="608"/>
                  </a:lnTo>
                  <a:cubicBezTo>
                    <a:pt x="7355" y="442"/>
                    <a:pt x="7325" y="287"/>
                    <a:pt x="7234" y="173"/>
                  </a:cubicBezTo>
                  <a:cubicBezTo>
                    <a:pt x="7177" y="102"/>
                    <a:pt x="7061" y="1"/>
                    <a:pt x="685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4">
              <a:extLst>
                <a:ext uri="{FF2B5EF4-FFF2-40B4-BE49-F238E27FC236}">
                  <a16:creationId xmlns:a16="http://schemas.microsoft.com/office/drawing/2014/main" id="{A58EA686-0AFE-691D-E474-F62D4F9B3A80}"/>
                </a:ext>
              </a:extLst>
            </p:cNvPr>
            <p:cNvSpPr/>
            <p:nvPr/>
          </p:nvSpPr>
          <p:spPr>
            <a:xfrm>
              <a:off x="4791664" y="2963756"/>
              <a:ext cx="24924" cy="38758"/>
            </a:xfrm>
            <a:custGeom>
              <a:avLst/>
              <a:gdLst/>
              <a:ahLst/>
              <a:cxnLst/>
              <a:rect l="l" t="t" r="r" b="b"/>
              <a:pathLst>
                <a:path w="1308" h="2034" extrusionOk="0">
                  <a:moveTo>
                    <a:pt x="1307" y="1"/>
                  </a:moveTo>
                  <a:lnTo>
                    <a:pt x="1" y="2034"/>
                  </a:lnTo>
                  <a:cubicBezTo>
                    <a:pt x="1089" y="1744"/>
                    <a:pt x="1307" y="1"/>
                    <a:pt x="13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4">
              <a:extLst>
                <a:ext uri="{FF2B5EF4-FFF2-40B4-BE49-F238E27FC236}">
                  <a16:creationId xmlns:a16="http://schemas.microsoft.com/office/drawing/2014/main" id="{C1E7D90A-F67C-884C-C562-11F46988EA45}"/>
                </a:ext>
              </a:extLst>
            </p:cNvPr>
            <p:cNvSpPr/>
            <p:nvPr/>
          </p:nvSpPr>
          <p:spPr>
            <a:xfrm>
              <a:off x="4785966" y="2958306"/>
              <a:ext cx="36338" cy="49562"/>
            </a:xfrm>
            <a:custGeom>
              <a:avLst/>
              <a:gdLst/>
              <a:ahLst/>
              <a:cxnLst/>
              <a:rect l="l" t="t" r="r" b="b"/>
              <a:pathLst>
                <a:path w="1907" h="2601" extrusionOk="0">
                  <a:moveTo>
                    <a:pt x="1606" y="0"/>
                  </a:moveTo>
                  <a:cubicBezTo>
                    <a:pt x="1464" y="0"/>
                    <a:pt x="1341" y="108"/>
                    <a:pt x="1326" y="253"/>
                  </a:cubicBezTo>
                  <a:cubicBezTo>
                    <a:pt x="1325" y="268"/>
                    <a:pt x="1108" y="1812"/>
                    <a:pt x="227" y="2047"/>
                  </a:cubicBezTo>
                  <a:cubicBezTo>
                    <a:pt x="90" y="2084"/>
                    <a:pt x="1" y="2216"/>
                    <a:pt x="20" y="2356"/>
                  </a:cubicBezTo>
                  <a:cubicBezTo>
                    <a:pt x="38" y="2496"/>
                    <a:pt x="157" y="2600"/>
                    <a:pt x="297" y="2600"/>
                  </a:cubicBezTo>
                  <a:cubicBezTo>
                    <a:pt x="298" y="2600"/>
                    <a:pt x="299" y="2600"/>
                    <a:pt x="300" y="2600"/>
                  </a:cubicBezTo>
                  <a:cubicBezTo>
                    <a:pt x="323" y="2600"/>
                    <a:pt x="348" y="2597"/>
                    <a:pt x="371" y="2591"/>
                  </a:cubicBezTo>
                  <a:cubicBezTo>
                    <a:pt x="1628" y="2256"/>
                    <a:pt x="1873" y="401"/>
                    <a:pt x="1884" y="322"/>
                  </a:cubicBezTo>
                  <a:cubicBezTo>
                    <a:pt x="1907" y="166"/>
                    <a:pt x="1796" y="23"/>
                    <a:pt x="1640" y="3"/>
                  </a:cubicBezTo>
                  <a:cubicBezTo>
                    <a:pt x="1628" y="1"/>
                    <a:pt x="1617" y="0"/>
                    <a:pt x="160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4">
              <a:extLst>
                <a:ext uri="{FF2B5EF4-FFF2-40B4-BE49-F238E27FC236}">
                  <a16:creationId xmlns:a16="http://schemas.microsoft.com/office/drawing/2014/main" id="{02E0E6C2-52E4-285E-84B6-AE0EDD10D1C9}"/>
                </a:ext>
              </a:extLst>
            </p:cNvPr>
            <p:cNvSpPr/>
            <p:nvPr/>
          </p:nvSpPr>
          <p:spPr>
            <a:xfrm>
              <a:off x="4820704" y="2952704"/>
              <a:ext cx="27668" cy="60881"/>
            </a:xfrm>
            <a:custGeom>
              <a:avLst/>
              <a:gdLst/>
              <a:ahLst/>
              <a:cxnLst/>
              <a:rect l="l" t="t" r="r" b="b"/>
              <a:pathLst>
                <a:path w="1452" h="3195" extrusionOk="0">
                  <a:moveTo>
                    <a:pt x="1452" y="0"/>
                  </a:moveTo>
                  <a:lnTo>
                    <a:pt x="1" y="3194"/>
                  </a:lnTo>
                  <a:cubicBezTo>
                    <a:pt x="871" y="2758"/>
                    <a:pt x="1452" y="1"/>
                    <a:pt x="14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4">
              <a:extLst>
                <a:ext uri="{FF2B5EF4-FFF2-40B4-BE49-F238E27FC236}">
                  <a16:creationId xmlns:a16="http://schemas.microsoft.com/office/drawing/2014/main" id="{0C842360-762F-CBEB-8CE3-790DEC7CC736}"/>
                </a:ext>
              </a:extLst>
            </p:cNvPr>
            <p:cNvSpPr/>
            <p:nvPr/>
          </p:nvSpPr>
          <p:spPr>
            <a:xfrm>
              <a:off x="4814930" y="2947464"/>
              <a:ext cx="39234" cy="71475"/>
            </a:xfrm>
            <a:custGeom>
              <a:avLst/>
              <a:gdLst/>
              <a:ahLst/>
              <a:cxnLst/>
              <a:rect l="l" t="t" r="r" b="b"/>
              <a:pathLst>
                <a:path w="2059" h="3751" extrusionOk="0">
                  <a:moveTo>
                    <a:pt x="1752" y="1"/>
                  </a:moveTo>
                  <a:cubicBezTo>
                    <a:pt x="1625" y="1"/>
                    <a:pt x="1511" y="88"/>
                    <a:pt x="1481" y="217"/>
                  </a:cubicBezTo>
                  <a:cubicBezTo>
                    <a:pt x="1266" y="1232"/>
                    <a:pt x="724" y="2944"/>
                    <a:pt x="178" y="3219"/>
                  </a:cubicBezTo>
                  <a:cubicBezTo>
                    <a:pt x="62" y="3275"/>
                    <a:pt x="0" y="3407"/>
                    <a:pt x="30" y="3534"/>
                  </a:cubicBezTo>
                  <a:cubicBezTo>
                    <a:pt x="60" y="3661"/>
                    <a:pt x="174" y="3751"/>
                    <a:pt x="304" y="3751"/>
                  </a:cubicBezTo>
                  <a:cubicBezTo>
                    <a:pt x="347" y="3751"/>
                    <a:pt x="390" y="3741"/>
                    <a:pt x="429" y="3720"/>
                  </a:cubicBezTo>
                  <a:cubicBezTo>
                    <a:pt x="1393" y="3238"/>
                    <a:pt x="1968" y="630"/>
                    <a:pt x="2031" y="334"/>
                  </a:cubicBezTo>
                  <a:cubicBezTo>
                    <a:pt x="2058" y="184"/>
                    <a:pt x="1961" y="38"/>
                    <a:pt x="1812" y="7"/>
                  </a:cubicBezTo>
                  <a:cubicBezTo>
                    <a:pt x="1792" y="3"/>
                    <a:pt x="1772" y="1"/>
                    <a:pt x="17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4">
              <a:extLst>
                <a:ext uri="{FF2B5EF4-FFF2-40B4-BE49-F238E27FC236}">
                  <a16:creationId xmlns:a16="http://schemas.microsoft.com/office/drawing/2014/main" id="{F9E362A7-2B26-7241-B5F9-5F605604E2F4}"/>
                </a:ext>
              </a:extLst>
            </p:cNvPr>
            <p:cNvSpPr/>
            <p:nvPr/>
          </p:nvSpPr>
          <p:spPr>
            <a:xfrm>
              <a:off x="4846961" y="2956877"/>
              <a:ext cx="22180" cy="55317"/>
            </a:xfrm>
            <a:custGeom>
              <a:avLst/>
              <a:gdLst/>
              <a:ahLst/>
              <a:cxnLst/>
              <a:rect l="l" t="t" r="r" b="b"/>
              <a:pathLst>
                <a:path w="1164" h="2903" extrusionOk="0">
                  <a:moveTo>
                    <a:pt x="1163" y="0"/>
                  </a:moveTo>
                  <a:lnTo>
                    <a:pt x="1" y="2903"/>
                  </a:lnTo>
                  <a:cubicBezTo>
                    <a:pt x="510" y="2176"/>
                    <a:pt x="1163" y="1"/>
                    <a:pt x="1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4">
              <a:extLst>
                <a:ext uri="{FF2B5EF4-FFF2-40B4-BE49-F238E27FC236}">
                  <a16:creationId xmlns:a16="http://schemas.microsoft.com/office/drawing/2014/main" id="{B1E1E2C7-AD24-3816-1021-B8D8980EF60C}"/>
                </a:ext>
              </a:extLst>
            </p:cNvPr>
            <p:cNvSpPr/>
            <p:nvPr/>
          </p:nvSpPr>
          <p:spPr>
            <a:xfrm>
              <a:off x="4840883" y="2951504"/>
              <a:ext cx="34223" cy="66026"/>
            </a:xfrm>
            <a:custGeom>
              <a:avLst/>
              <a:gdLst/>
              <a:ahLst/>
              <a:cxnLst/>
              <a:rect l="l" t="t" r="r" b="b"/>
              <a:pathLst>
                <a:path w="1796" h="3465" extrusionOk="0">
                  <a:moveTo>
                    <a:pt x="1481" y="0"/>
                  </a:moveTo>
                  <a:cubicBezTo>
                    <a:pt x="1360" y="0"/>
                    <a:pt x="1248" y="79"/>
                    <a:pt x="1213" y="201"/>
                  </a:cubicBezTo>
                  <a:cubicBezTo>
                    <a:pt x="1207" y="222"/>
                    <a:pt x="566" y="2343"/>
                    <a:pt x="90" y="3023"/>
                  </a:cubicBezTo>
                  <a:cubicBezTo>
                    <a:pt x="1" y="3150"/>
                    <a:pt x="31" y="3325"/>
                    <a:pt x="160" y="3414"/>
                  </a:cubicBezTo>
                  <a:cubicBezTo>
                    <a:pt x="206" y="3447"/>
                    <a:pt x="263" y="3465"/>
                    <a:pt x="320" y="3465"/>
                  </a:cubicBezTo>
                  <a:cubicBezTo>
                    <a:pt x="412" y="3465"/>
                    <a:pt x="498" y="3421"/>
                    <a:pt x="550" y="3345"/>
                  </a:cubicBezTo>
                  <a:cubicBezTo>
                    <a:pt x="1078" y="2591"/>
                    <a:pt x="1723" y="453"/>
                    <a:pt x="1751" y="362"/>
                  </a:cubicBezTo>
                  <a:cubicBezTo>
                    <a:pt x="1796" y="214"/>
                    <a:pt x="1711" y="56"/>
                    <a:pt x="1563" y="12"/>
                  </a:cubicBezTo>
                  <a:cubicBezTo>
                    <a:pt x="1535" y="4"/>
                    <a:pt x="1508" y="0"/>
                    <a:pt x="14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4">
              <a:extLst>
                <a:ext uri="{FF2B5EF4-FFF2-40B4-BE49-F238E27FC236}">
                  <a16:creationId xmlns:a16="http://schemas.microsoft.com/office/drawing/2014/main" id="{D6AFC8EC-A031-AE68-4C50-6628EE8D3E1E}"/>
                </a:ext>
              </a:extLst>
            </p:cNvPr>
            <p:cNvSpPr/>
            <p:nvPr/>
          </p:nvSpPr>
          <p:spPr>
            <a:xfrm>
              <a:off x="4270967" y="2130728"/>
              <a:ext cx="148038" cy="292799"/>
            </a:xfrm>
            <a:custGeom>
              <a:avLst/>
              <a:gdLst/>
              <a:ahLst/>
              <a:cxnLst/>
              <a:rect l="l" t="t" r="r" b="b"/>
              <a:pathLst>
                <a:path w="7769" h="15366" extrusionOk="0">
                  <a:moveTo>
                    <a:pt x="1370" y="1"/>
                  </a:moveTo>
                  <a:cubicBezTo>
                    <a:pt x="1370" y="1"/>
                    <a:pt x="1984" y="4124"/>
                    <a:pt x="1195" y="5791"/>
                  </a:cubicBezTo>
                  <a:cubicBezTo>
                    <a:pt x="945" y="6320"/>
                    <a:pt x="523" y="6698"/>
                    <a:pt x="1" y="6979"/>
                  </a:cubicBezTo>
                  <a:cubicBezTo>
                    <a:pt x="576" y="8931"/>
                    <a:pt x="2912" y="13287"/>
                    <a:pt x="4185" y="14855"/>
                  </a:cubicBezTo>
                  <a:cubicBezTo>
                    <a:pt x="4473" y="15209"/>
                    <a:pt x="4733" y="15365"/>
                    <a:pt x="4975" y="15365"/>
                  </a:cubicBezTo>
                  <a:cubicBezTo>
                    <a:pt x="6081" y="15365"/>
                    <a:pt x="6780" y="12079"/>
                    <a:pt x="7769" y="9450"/>
                  </a:cubicBezTo>
                  <a:cubicBezTo>
                    <a:pt x="6509" y="8706"/>
                    <a:pt x="6020" y="7220"/>
                    <a:pt x="6020" y="5966"/>
                  </a:cubicBezTo>
                  <a:cubicBezTo>
                    <a:pt x="6020" y="4650"/>
                    <a:pt x="6809" y="2808"/>
                    <a:pt x="6809" y="2808"/>
                  </a:cubicBezTo>
                  <a:cubicBezTo>
                    <a:pt x="6809" y="2808"/>
                    <a:pt x="2511" y="1"/>
                    <a:pt x="13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4">
              <a:extLst>
                <a:ext uri="{FF2B5EF4-FFF2-40B4-BE49-F238E27FC236}">
                  <a16:creationId xmlns:a16="http://schemas.microsoft.com/office/drawing/2014/main" id="{9036766E-B195-C013-DF9A-9209A8783D30}"/>
                </a:ext>
              </a:extLst>
            </p:cNvPr>
            <p:cNvSpPr/>
            <p:nvPr/>
          </p:nvSpPr>
          <p:spPr>
            <a:xfrm>
              <a:off x="4265117" y="2125393"/>
              <a:ext cx="159833" cy="303489"/>
            </a:xfrm>
            <a:custGeom>
              <a:avLst/>
              <a:gdLst/>
              <a:ahLst/>
              <a:cxnLst/>
              <a:rect l="l" t="t" r="r" b="b"/>
              <a:pathLst>
                <a:path w="8388" h="15927" extrusionOk="0">
                  <a:moveTo>
                    <a:pt x="2006" y="618"/>
                  </a:moveTo>
                  <a:lnTo>
                    <a:pt x="2006" y="618"/>
                  </a:lnTo>
                  <a:cubicBezTo>
                    <a:pt x="3018" y="908"/>
                    <a:pt x="5254" y="2218"/>
                    <a:pt x="6769" y="3196"/>
                  </a:cubicBezTo>
                  <a:cubicBezTo>
                    <a:pt x="6556" y="3734"/>
                    <a:pt x="6046" y="5146"/>
                    <a:pt x="6046" y="6244"/>
                  </a:cubicBezTo>
                  <a:cubicBezTo>
                    <a:pt x="6046" y="7445"/>
                    <a:pt x="6495" y="8988"/>
                    <a:pt x="7734" y="9844"/>
                  </a:cubicBezTo>
                  <a:cubicBezTo>
                    <a:pt x="7510" y="10455"/>
                    <a:pt x="7301" y="11092"/>
                    <a:pt x="7097" y="11712"/>
                  </a:cubicBezTo>
                  <a:cubicBezTo>
                    <a:pt x="6556" y="13369"/>
                    <a:pt x="5941" y="15246"/>
                    <a:pt x="5332" y="15358"/>
                  </a:cubicBezTo>
                  <a:cubicBezTo>
                    <a:pt x="5317" y="15361"/>
                    <a:pt x="5302" y="15362"/>
                    <a:pt x="5286" y="15362"/>
                  </a:cubicBezTo>
                  <a:cubicBezTo>
                    <a:pt x="5082" y="15362"/>
                    <a:pt x="4864" y="15148"/>
                    <a:pt x="4711" y="14957"/>
                  </a:cubicBezTo>
                  <a:cubicBezTo>
                    <a:pt x="3487" y="13453"/>
                    <a:pt x="1289" y="9346"/>
                    <a:pt x="643" y="7392"/>
                  </a:cubicBezTo>
                  <a:cubicBezTo>
                    <a:pt x="1160" y="7073"/>
                    <a:pt x="1526" y="6679"/>
                    <a:pt x="1756" y="6189"/>
                  </a:cubicBezTo>
                  <a:cubicBezTo>
                    <a:pt x="2437" y="4752"/>
                    <a:pt x="2140" y="1695"/>
                    <a:pt x="2006" y="618"/>
                  </a:cubicBezTo>
                  <a:close/>
                  <a:moveTo>
                    <a:pt x="1675" y="1"/>
                  </a:moveTo>
                  <a:cubicBezTo>
                    <a:pt x="1504" y="1"/>
                    <a:pt x="1374" y="153"/>
                    <a:pt x="1400" y="323"/>
                  </a:cubicBezTo>
                  <a:cubicBezTo>
                    <a:pt x="1406" y="362"/>
                    <a:pt x="1992" y="4380"/>
                    <a:pt x="1249" y="5951"/>
                  </a:cubicBezTo>
                  <a:cubicBezTo>
                    <a:pt x="1040" y="6389"/>
                    <a:pt x="690" y="6736"/>
                    <a:pt x="174" y="7014"/>
                  </a:cubicBezTo>
                  <a:cubicBezTo>
                    <a:pt x="57" y="7077"/>
                    <a:pt x="0" y="7213"/>
                    <a:pt x="38" y="7341"/>
                  </a:cubicBezTo>
                  <a:cubicBezTo>
                    <a:pt x="611" y="9282"/>
                    <a:pt x="2946" y="13680"/>
                    <a:pt x="4274" y="15313"/>
                  </a:cubicBezTo>
                  <a:cubicBezTo>
                    <a:pt x="4606" y="15721"/>
                    <a:pt x="4944" y="15927"/>
                    <a:pt x="5281" y="15927"/>
                  </a:cubicBezTo>
                  <a:cubicBezTo>
                    <a:pt x="5332" y="15927"/>
                    <a:pt x="5383" y="15923"/>
                    <a:pt x="5434" y="15914"/>
                  </a:cubicBezTo>
                  <a:cubicBezTo>
                    <a:pt x="6371" y="15740"/>
                    <a:pt x="6928" y="14041"/>
                    <a:pt x="7632" y="11890"/>
                  </a:cubicBezTo>
                  <a:cubicBezTo>
                    <a:pt x="7857" y="11205"/>
                    <a:pt x="8089" y="10494"/>
                    <a:pt x="8340" y="9831"/>
                  </a:cubicBezTo>
                  <a:cubicBezTo>
                    <a:pt x="8388" y="9702"/>
                    <a:pt x="8337" y="9559"/>
                    <a:pt x="8219" y="9489"/>
                  </a:cubicBezTo>
                  <a:cubicBezTo>
                    <a:pt x="7031" y="8788"/>
                    <a:pt x="6608" y="7354"/>
                    <a:pt x="6608" y="6247"/>
                  </a:cubicBezTo>
                  <a:cubicBezTo>
                    <a:pt x="6608" y="5006"/>
                    <a:pt x="7367" y="3218"/>
                    <a:pt x="7374" y="3199"/>
                  </a:cubicBezTo>
                  <a:cubicBezTo>
                    <a:pt x="7430" y="3074"/>
                    <a:pt x="7384" y="2928"/>
                    <a:pt x="7271" y="2853"/>
                  </a:cubicBezTo>
                  <a:cubicBezTo>
                    <a:pt x="6823" y="2560"/>
                    <a:pt x="2868" y="1"/>
                    <a:pt x="1677" y="1"/>
                  </a:cubicBezTo>
                  <a:cubicBezTo>
                    <a:pt x="1677" y="1"/>
                    <a:pt x="1676" y="1"/>
                    <a:pt x="167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4">
              <a:extLst>
                <a:ext uri="{FF2B5EF4-FFF2-40B4-BE49-F238E27FC236}">
                  <a16:creationId xmlns:a16="http://schemas.microsoft.com/office/drawing/2014/main" id="{CDA0CE53-B583-DAFB-6218-D58A90E973FF}"/>
                </a:ext>
              </a:extLst>
            </p:cNvPr>
            <p:cNvSpPr/>
            <p:nvPr/>
          </p:nvSpPr>
          <p:spPr>
            <a:xfrm>
              <a:off x="3892630" y="2293668"/>
              <a:ext cx="561932" cy="719231"/>
            </a:xfrm>
            <a:custGeom>
              <a:avLst/>
              <a:gdLst/>
              <a:ahLst/>
              <a:cxnLst/>
              <a:rect l="l" t="t" r="r" b="b"/>
              <a:pathLst>
                <a:path w="29490" h="37745" extrusionOk="0">
                  <a:moveTo>
                    <a:pt x="14359" y="1"/>
                  </a:moveTo>
                  <a:cubicBezTo>
                    <a:pt x="14359" y="1"/>
                    <a:pt x="11024" y="371"/>
                    <a:pt x="9291" y="3708"/>
                  </a:cubicBezTo>
                  <a:cubicBezTo>
                    <a:pt x="7560" y="7046"/>
                    <a:pt x="0" y="22197"/>
                    <a:pt x="645" y="23103"/>
                  </a:cubicBezTo>
                  <a:cubicBezTo>
                    <a:pt x="4320" y="28273"/>
                    <a:pt x="17690" y="31992"/>
                    <a:pt x="19051" y="33351"/>
                  </a:cubicBezTo>
                  <a:cubicBezTo>
                    <a:pt x="20410" y="34710"/>
                    <a:pt x="22146" y="36337"/>
                    <a:pt x="23505" y="37203"/>
                  </a:cubicBezTo>
                  <a:cubicBezTo>
                    <a:pt x="24148" y="37612"/>
                    <a:pt x="25097" y="37745"/>
                    <a:pt x="25970" y="37745"/>
                  </a:cubicBezTo>
                  <a:cubicBezTo>
                    <a:pt x="26941" y="37745"/>
                    <a:pt x="27819" y="37581"/>
                    <a:pt x="28079" y="37451"/>
                  </a:cubicBezTo>
                  <a:cubicBezTo>
                    <a:pt x="28572" y="37203"/>
                    <a:pt x="28944" y="36090"/>
                    <a:pt x="28079" y="36090"/>
                  </a:cubicBezTo>
                  <a:cubicBezTo>
                    <a:pt x="27214" y="36090"/>
                    <a:pt x="26771" y="35466"/>
                    <a:pt x="26647" y="34971"/>
                  </a:cubicBezTo>
                  <a:cubicBezTo>
                    <a:pt x="26621" y="34869"/>
                    <a:pt x="26665" y="34830"/>
                    <a:pt x="26757" y="34830"/>
                  </a:cubicBezTo>
                  <a:cubicBezTo>
                    <a:pt x="27035" y="34830"/>
                    <a:pt x="27753" y="35181"/>
                    <a:pt x="28332" y="35181"/>
                  </a:cubicBezTo>
                  <a:cubicBezTo>
                    <a:pt x="28484" y="35181"/>
                    <a:pt x="28626" y="35156"/>
                    <a:pt x="28748" y="35095"/>
                  </a:cubicBezTo>
                  <a:cubicBezTo>
                    <a:pt x="29489" y="34725"/>
                    <a:pt x="27088" y="33372"/>
                    <a:pt x="26348" y="32753"/>
                  </a:cubicBezTo>
                  <a:cubicBezTo>
                    <a:pt x="25607" y="32136"/>
                    <a:pt x="24988" y="31270"/>
                    <a:pt x="23999" y="31270"/>
                  </a:cubicBezTo>
                  <a:cubicBezTo>
                    <a:pt x="23011" y="31270"/>
                    <a:pt x="21154" y="31248"/>
                    <a:pt x="21154" y="31248"/>
                  </a:cubicBezTo>
                  <a:cubicBezTo>
                    <a:pt x="21154" y="31248"/>
                    <a:pt x="16599" y="27949"/>
                    <a:pt x="13849" y="25493"/>
                  </a:cubicBezTo>
                  <a:cubicBezTo>
                    <a:pt x="10143" y="22185"/>
                    <a:pt x="6876" y="20401"/>
                    <a:pt x="6876" y="20401"/>
                  </a:cubicBezTo>
                  <a:lnTo>
                    <a:pt x="15225" y="6675"/>
                  </a:lnTo>
                  <a:lnTo>
                    <a:pt x="143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4">
              <a:extLst>
                <a:ext uri="{FF2B5EF4-FFF2-40B4-BE49-F238E27FC236}">
                  <a16:creationId xmlns:a16="http://schemas.microsoft.com/office/drawing/2014/main" id="{4A8D9723-FC3C-3BCB-5FC8-3A235EE8187B}"/>
                </a:ext>
              </a:extLst>
            </p:cNvPr>
            <p:cNvSpPr/>
            <p:nvPr/>
          </p:nvSpPr>
          <p:spPr>
            <a:xfrm>
              <a:off x="3890801" y="2288332"/>
              <a:ext cx="558273" cy="729845"/>
            </a:xfrm>
            <a:custGeom>
              <a:avLst/>
              <a:gdLst/>
              <a:ahLst/>
              <a:cxnLst/>
              <a:rect l="l" t="t" r="r" b="b"/>
              <a:pathLst>
                <a:path w="29298" h="38302" extrusionOk="0">
                  <a:moveTo>
                    <a:pt x="14455" y="0"/>
                  </a:moveTo>
                  <a:cubicBezTo>
                    <a:pt x="14444" y="0"/>
                    <a:pt x="14434" y="1"/>
                    <a:pt x="14423" y="2"/>
                  </a:cubicBezTo>
                  <a:cubicBezTo>
                    <a:pt x="14281" y="18"/>
                    <a:pt x="10917" y="428"/>
                    <a:pt x="9137" y="3860"/>
                  </a:cubicBezTo>
                  <a:cubicBezTo>
                    <a:pt x="8325" y="5426"/>
                    <a:pt x="5981" y="10083"/>
                    <a:pt x="3919" y="14477"/>
                  </a:cubicBezTo>
                  <a:cubicBezTo>
                    <a:pt x="0" y="22828"/>
                    <a:pt x="333" y="23295"/>
                    <a:pt x="511" y="23546"/>
                  </a:cubicBezTo>
                  <a:cubicBezTo>
                    <a:pt x="3062" y="27132"/>
                    <a:pt x="10112" y="30001"/>
                    <a:pt x="14776" y="31900"/>
                  </a:cubicBezTo>
                  <a:cubicBezTo>
                    <a:pt x="16803" y="32724"/>
                    <a:pt x="18553" y="33437"/>
                    <a:pt x="18947" y="33831"/>
                  </a:cubicBezTo>
                  <a:cubicBezTo>
                    <a:pt x="20817" y="35699"/>
                    <a:pt x="22331" y="37007"/>
                    <a:pt x="23451" y="37721"/>
                  </a:cubicBezTo>
                  <a:cubicBezTo>
                    <a:pt x="24142" y="38160"/>
                    <a:pt x="25135" y="38301"/>
                    <a:pt x="26050" y="38301"/>
                  </a:cubicBezTo>
                  <a:cubicBezTo>
                    <a:pt x="27090" y="38301"/>
                    <a:pt x="28026" y="38119"/>
                    <a:pt x="28299" y="37982"/>
                  </a:cubicBezTo>
                  <a:cubicBezTo>
                    <a:pt x="28745" y="37760"/>
                    <a:pt x="29061" y="37107"/>
                    <a:pt x="28951" y="36638"/>
                  </a:cubicBezTo>
                  <a:cubicBezTo>
                    <a:pt x="28870" y="36296"/>
                    <a:pt x="28580" y="36090"/>
                    <a:pt x="28173" y="36090"/>
                  </a:cubicBezTo>
                  <a:cubicBezTo>
                    <a:pt x="27631" y="36090"/>
                    <a:pt x="27288" y="35785"/>
                    <a:pt x="27116" y="35451"/>
                  </a:cubicBezTo>
                  <a:lnTo>
                    <a:pt x="27116" y="35451"/>
                  </a:lnTo>
                  <a:cubicBezTo>
                    <a:pt x="27176" y="35469"/>
                    <a:pt x="27237" y="35489"/>
                    <a:pt x="27292" y="35505"/>
                  </a:cubicBezTo>
                  <a:cubicBezTo>
                    <a:pt x="27625" y="35610"/>
                    <a:pt x="28041" y="35740"/>
                    <a:pt x="28429" y="35740"/>
                  </a:cubicBezTo>
                  <a:cubicBezTo>
                    <a:pt x="28620" y="35740"/>
                    <a:pt x="28805" y="35708"/>
                    <a:pt x="28970" y="35626"/>
                  </a:cubicBezTo>
                  <a:cubicBezTo>
                    <a:pt x="29209" y="35507"/>
                    <a:pt x="29257" y="35319"/>
                    <a:pt x="29263" y="35216"/>
                  </a:cubicBezTo>
                  <a:cubicBezTo>
                    <a:pt x="29298" y="34728"/>
                    <a:pt x="28590" y="34203"/>
                    <a:pt x="27422" y="33395"/>
                  </a:cubicBezTo>
                  <a:cubicBezTo>
                    <a:pt x="27104" y="33175"/>
                    <a:pt x="26804" y="32968"/>
                    <a:pt x="26623" y="32817"/>
                  </a:cubicBezTo>
                  <a:cubicBezTo>
                    <a:pt x="26457" y="32679"/>
                    <a:pt x="26298" y="32527"/>
                    <a:pt x="26137" y="32377"/>
                  </a:cubicBezTo>
                  <a:cubicBezTo>
                    <a:pt x="25564" y="31831"/>
                    <a:pt x="24969" y="31268"/>
                    <a:pt x="24095" y="31268"/>
                  </a:cubicBezTo>
                  <a:cubicBezTo>
                    <a:pt x="23239" y="31268"/>
                    <a:pt x="21725" y="31254"/>
                    <a:pt x="21343" y="31249"/>
                  </a:cubicBezTo>
                  <a:cubicBezTo>
                    <a:pt x="20750" y="30816"/>
                    <a:pt x="16653" y="27813"/>
                    <a:pt x="14133" y="25564"/>
                  </a:cubicBezTo>
                  <a:cubicBezTo>
                    <a:pt x="11035" y="22799"/>
                    <a:pt x="8208" y="21074"/>
                    <a:pt x="7363" y="20581"/>
                  </a:cubicBezTo>
                  <a:lnTo>
                    <a:pt x="15562" y="7100"/>
                  </a:lnTo>
                  <a:cubicBezTo>
                    <a:pt x="15641" y="6968"/>
                    <a:pt x="15597" y="6797"/>
                    <a:pt x="15466" y="6717"/>
                  </a:cubicBezTo>
                  <a:cubicBezTo>
                    <a:pt x="15420" y="6689"/>
                    <a:pt x="15370" y="6676"/>
                    <a:pt x="15320" y="6676"/>
                  </a:cubicBezTo>
                  <a:cubicBezTo>
                    <a:pt x="15226" y="6676"/>
                    <a:pt x="15134" y="6723"/>
                    <a:pt x="15081" y="6809"/>
                  </a:cubicBezTo>
                  <a:lnTo>
                    <a:pt x="6732" y="20537"/>
                  </a:lnTo>
                  <a:cubicBezTo>
                    <a:pt x="6649" y="20674"/>
                    <a:pt x="6697" y="20852"/>
                    <a:pt x="6837" y="20929"/>
                  </a:cubicBezTo>
                  <a:cubicBezTo>
                    <a:pt x="6871" y="20947"/>
                    <a:pt x="10122" y="22738"/>
                    <a:pt x="13758" y="25983"/>
                  </a:cubicBezTo>
                  <a:cubicBezTo>
                    <a:pt x="16488" y="28420"/>
                    <a:pt x="21040" y="31723"/>
                    <a:pt x="21085" y="31757"/>
                  </a:cubicBezTo>
                  <a:cubicBezTo>
                    <a:pt x="21132" y="31791"/>
                    <a:pt x="21189" y="31810"/>
                    <a:pt x="21247" y="31811"/>
                  </a:cubicBezTo>
                  <a:cubicBezTo>
                    <a:pt x="21247" y="31811"/>
                    <a:pt x="23107" y="31831"/>
                    <a:pt x="24097" y="31831"/>
                  </a:cubicBezTo>
                  <a:cubicBezTo>
                    <a:pt x="24746" y="31831"/>
                    <a:pt x="25234" y="32295"/>
                    <a:pt x="25752" y="32785"/>
                  </a:cubicBezTo>
                  <a:cubicBezTo>
                    <a:pt x="25921" y="32944"/>
                    <a:pt x="26089" y="33103"/>
                    <a:pt x="26264" y="33249"/>
                  </a:cubicBezTo>
                  <a:cubicBezTo>
                    <a:pt x="26465" y="33417"/>
                    <a:pt x="26775" y="33631"/>
                    <a:pt x="27103" y="33859"/>
                  </a:cubicBezTo>
                  <a:cubicBezTo>
                    <a:pt x="27577" y="34185"/>
                    <a:pt x="28534" y="34846"/>
                    <a:pt x="28685" y="35138"/>
                  </a:cubicBezTo>
                  <a:cubicBezTo>
                    <a:pt x="28611" y="35168"/>
                    <a:pt x="28523" y="35180"/>
                    <a:pt x="28426" y="35180"/>
                  </a:cubicBezTo>
                  <a:cubicBezTo>
                    <a:pt x="28130" y="35180"/>
                    <a:pt x="27756" y="35062"/>
                    <a:pt x="27460" y="34970"/>
                  </a:cubicBezTo>
                  <a:cubicBezTo>
                    <a:pt x="27210" y="34891"/>
                    <a:pt x="27010" y="34828"/>
                    <a:pt x="26848" y="34828"/>
                  </a:cubicBezTo>
                  <a:cubicBezTo>
                    <a:pt x="26737" y="34828"/>
                    <a:pt x="26644" y="34858"/>
                    <a:pt x="26566" y="34932"/>
                  </a:cubicBezTo>
                  <a:cubicBezTo>
                    <a:pt x="26508" y="34987"/>
                    <a:pt x="26417" y="35110"/>
                    <a:pt x="26470" y="35320"/>
                  </a:cubicBezTo>
                  <a:cubicBezTo>
                    <a:pt x="26624" y="35934"/>
                    <a:pt x="27163" y="36652"/>
                    <a:pt x="28175" y="36652"/>
                  </a:cubicBezTo>
                  <a:cubicBezTo>
                    <a:pt x="28377" y="36652"/>
                    <a:pt x="28395" y="36727"/>
                    <a:pt x="28405" y="36767"/>
                  </a:cubicBezTo>
                  <a:cubicBezTo>
                    <a:pt x="28455" y="36981"/>
                    <a:pt x="28259" y="37374"/>
                    <a:pt x="28048" y="37479"/>
                  </a:cubicBezTo>
                  <a:cubicBezTo>
                    <a:pt x="27823" y="37591"/>
                    <a:pt x="26986" y="37744"/>
                    <a:pt x="26061" y="37744"/>
                  </a:cubicBezTo>
                  <a:cubicBezTo>
                    <a:pt x="25238" y="37744"/>
                    <a:pt x="24345" y="37623"/>
                    <a:pt x="23753" y="37245"/>
                  </a:cubicBezTo>
                  <a:cubicBezTo>
                    <a:pt x="22668" y="36555"/>
                    <a:pt x="21184" y="35272"/>
                    <a:pt x="19345" y="33433"/>
                  </a:cubicBezTo>
                  <a:cubicBezTo>
                    <a:pt x="18871" y="32959"/>
                    <a:pt x="17242" y="32297"/>
                    <a:pt x="14989" y="31379"/>
                  </a:cubicBezTo>
                  <a:cubicBezTo>
                    <a:pt x="10383" y="29505"/>
                    <a:pt x="3425" y="26674"/>
                    <a:pt x="986" y="23253"/>
                  </a:cubicBezTo>
                  <a:cubicBezTo>
                    <a:pt x="713" y="22192"/>
                    <a:pt x="6557" y="10057"/>
                    <a:pt x="9636" y="4118"/>
                  </a:cubicBezTo>
                  <a:cubicBezTo>
                    <a:pt x="11274" y="962"/>
                    <a:pt x="14454" y="564"/>
                    <a:pt x="14486" y="561"/>
                  </a:cubicBezTo>
                  <a:cubicBezTo>
                    <a:pt x="14640" y="543"/>
                    <a:pt x="14751" y="403"/>
                    <a:pt x="14734" y="250"/>
                  </a:cubicBezTo>
                  <a:cubicBezTo>
                    <a:pt x="14719" y="106"/>
                    <a:pt x="14596" y="0"/>
                    <a:pt x="14455"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4">
              <a:extLst>
                <a:ext uri="{FF2B5EF4-FFF2-40B4-BE49-F238E27FC236}">
                  <a16:creationId xmlns:a16="http://schemas.microsoft.com/office/drawing/2014/main" id="{5658F269-AF28-3EE8-FF9A-BFC0A7EAB562}"/>
                </a:ext>
              </a:extLst>
            </p:cNvPr>
            <p:cNvSpPr/>
            <p:nvPr/>
          </p:nvSpPr>
          <p:spPr>
            <a:xfrm>
              <a:off x="3898308" y="2547004"/>
              <a:ext cx="556254" cy="465895"/>
            </a:xfrm>
            <a:custGeom>
              <a:avLst/>
              <a:gdLst/>
              <a:ahLst/>
              <a:cxnLst/>
              <a:rect l="l" t="t" r="r" b="b"/>
              <a:pathLst>
                <a:path w="29192" h="24450" extrusionOk="0">
                  <a:moveTo>
                    <a:pt x="4262" y="1"/>
                  </a:moveTo>
                  <a:cubicBezTo>
                    <a:pt x="2037" y="4688"/>
                    <a:pt x="0" y="9319"/>
                    <a:pt x="347" y="9808"/>
                  </a:cubicBezTo>
                  <a:cubicBezTo>
                    <a:pt x="4022" y="14978"/>
                    <a:pt x="17392" y="18697"/>
                    <a:pt x="18753" y="20056"/>
                  </a:cubicBezTo>
                  <a:cubicBezTo>
                    <a:pt x="20112" y="21415"/>
                    <a:pt x="21848" y="23042"/>
                    <a:pt x="23207" y="23908"/>
                  </a:cubicBezTo>
                  <a:cubicBezTo>
                    <a:pt x="23850" y="24317"/>
                    <a:pt x="24799" y="24450"/>
                    <a:pt x="25672" y="24450"/>
                  </a:cubicBezTo>
                  <a:cubicBezTo>
                    <a:pt x="26643" y="24450"/>
                    <a:pt x="27521" y="24286"/>
                    <a:pt x="27781" y="24156"/>
                  </a:cubicBezTo>
                  <a:cubicBezTo>
                    <a:pt x="28274" y="23908"/>
                    <a:pt x="28646" y="22795"/>
                    <a:pt x="27781" y="22795"/>
                  </a:cubicBezTo>
                  <a:cubicBezTo>
                    <a:pt x="26916" y="22795"/>
                    <a:pt x="26473" y="22171"/>
                    <a:pt x="26349" y="21676"/>
                  </a:cubicBezTo>
                  <a:cubicBezTo>
                    <a:pt x="26323" y="21574"/>
                    <a:pt x="26367" y="21535"/>
                    <a:pt x="26459" y="21535"/>
                  </a:cubicBezTo>
                  <a:cubicBezTo>
                    <a:pt x="26737" y="21535"/>
                    <a:pt x="27455" y="21886"/>
                    <a:pt x="28034" y="21886"/>
                  </a:cubicBezTo>
                  <a:cubicBezTo>
                    <a:pt x="28186" y="21886"/>
                    <a:pt x="28328" y="21861"/>
                    <a:pt x="28450" y="21800"/>
                  </a:cubicBezTo>
                  <a:cubicBezTo>
                    <a:pt x="29191" y="21429"/>
                    <a:pt x="26792" y="20077"/>
                    <a:pt x="26050" y="19458"/>
                  </a:cubicBezTo>
                  <a:cubicBezTo>
                    <a:pt x="25309" y="18840"/>
                    <a:pt x="24690" y="17975"/>
                    <a:pt x="23701" y="17975"/>
                  </a:cubicBezTo>
                  <a:cubicBezTo>
                    <a:pt x="22713" y="17975"/>
                    <a:pt x="20856" y="17953"/>
                    <a:pt x="20856" y="17953"/>
                  </a:cubicBezTo>
                  <a:cubicBezTo>
                    <a:pt x="20856" y="17953"/>
                    <a:pt x="16301" y="14654"/>
                    <a:pt x="13551" y="12198"/>
                  </a:cubicBezTo>
                  <a:cubicBezTo>
                    <a:pt x="9845" y="8890"/>
                    <a:pt x="6578" y="7106"/>
                    <a:pt x="6578" y="7106"/>
                  </a:cubicBezTo>
                  <a:lnTo>
                    <a:pt x="9919" y="1614"/>
                  </a:lnTo>
                  <a:cubicBezTo>
                    <a:pt x="7727" y="240"/>
                    <a:pt x="5424" y="15"/>
                    <a:pt x="42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4">
              <a:extLst>
                <a:ext uri="{FF2B5EF4-FFF2-40B4-BE49-F238E27FC236}">
                  <a16:creationId xmlns:a16="http://schemas.microsoft.com/office/drawing/2014/main" id="{C9DDCC25-81CE-42AE-8641-A471330435A3}"/>
                </a:ext>
              </a:extLst>
            </p:cNvPr>
            <p:cNvSpPr/>
            <p:nvPr/>
          </p:nvSpPr>
          <p:spPr>
            <a:xfrm>
              <a:off x="3890286" y="2541669"/>
              <a:ext cx="558788" cy="476508"/>
            </a:xfrm>
            <a:custGeom>
              <a:avLst/>
              <a:gdLst/>
              <a:ahLst/>
              <a:cxnLst/>
              <a:rect l="l" t="t" r="r" b="b"/>
              <a:pathLst>
                <a:path w="29325" h="25007" extrusionOk="0">
                  <a:moveTo>
                    <a:pt x="4859" y="567"/>
                  </a:moveTo>
                  <a:cubicBezTo>
                    <a:pt x="6001" y="600"/>
                    <a:pt x="8006" y="845"/>
                    <a:pt x="9955" y="1989"/>
                  </a:cubicBezTo>
                  <a:lnTo>
                    <a:pt x="6761" y="7242"/>
                  </a:lnTo>
                  <a:cubicBezTo>
                    <a:pt x="6676" y="7379"/>
                    <a:pt x="6724" y="7557"/>
                    <a:pt x="6866" y="7634"/>
                  </a:cubicBezTo>
                  <a:cubicBezTo>
                    <a:pt x="6898" y="7652"/>
                    <a:pt x="10146" y="9440"/>
                    <a:pt x="13786" y="12688"/>
                  </a:cubicBezTo>
                  <a:cubicBezTo>
                    <a:pt x="16517" y="15125"/>
                    <a:pt x="21067" y="18428"/>
                    <a:pt x="21112" y="18462"/>
                  </a:cubicBezTo>
                  <a:cubicBezTo>
                    <a:pt x="21160" y="18496"/>
                    <a:pt x="21217" y="18515"/>
                    <a:pt x="21276" y="18516"/>
                  </a:cubicBezTo>
                  <a:cubicBezTo>
                    <a:pt x="21276" y="18516"/>
                    <a:pt x="23134" y="18536"/>
                    <a:pt x="24124" y="18536"/>
                  </a:cubicBezTo>
                  <a:cubicBezTo>
                    <a:pt x="24773" y="18536"/>
                    <a:pt x="25261" y="18999"/>
                    <a:pt x="25781" y="19489"/>
                  </a:cubicBezTo>
                  <a:cubicBezTo>
                    <a:pt x="25948" y="19649"/>
                    <a:pt x="26118" y="19808"/>
                    <a:pt x="26293" y="19954"/>
                  </a:cubicBezTo>
                  <a:cubicBezTo>
                    <a:pt x="26492" y="20122"/>
                    <a:pt x="26803" y="20336"/>
                    <a:pt x="27131" y="20564"/>
                  </a:cubicBezTo>
                  <a:cubicBezTo>
                    <a:pt x="27605" y="20890"/>
                    <a:pt x="28561" y="21551"/>
                    <a:pt x="28712" y="21843"/>
                  </a:cubicBezTo>
                  <a:cubicBezTo>
                    <a:pt x="28638" y="21873"/>
                    <a:pt x="28550" y="21885"/>
                    <a:pt x="28453" y="21885"/>
                  </a:cubicBezTo>
                  <a:cubicBezTo>
                    <a:pt x="28158" y="21885"/>
                    <a:pt x="27783" y="21767"/>
                    <a:pt x="27489" y="21675"/>
                  </a:cubicBezTo>
                  <a:cubicBezTo>
                    <a:pt x="27238" y="21596"/>
                    <a:pt x="27037" y="21533"/>
                    <a:pt x="26876" y="21533"/>
                  </a:cubicBezTo>
                  <a:cubicBezTo>
                    <a:pt x="26765" y="21533"/>
                    <a:pt x="26672" y="21563"/>
                    <a:pt x="26593" y="21637"/>
                  </a:cubicBezTo>
                  <a:cubicBezTo>
                    <a:pt x="26536" y="21692"/>
                    <a:pt x="26446" y="21815"/>
                    <a:pt x="26498" y="22025"/>
                  </a:cubicBezTo>
                  <a:cubicBezTo>
                    <a:pt x="26653" y="22639"/>
                    <a:pt x="27191" y="23357"/>
                    <a:pt x="28202" y="23357"/>
                  </a:cubicBezTo>
                  <a:cubicBezTo>
                    <a:pt x="28406" y="23357"/>
                    <a:pt x="28423" y="23432"/>
                    <a:pt x="28432" y="23472"/>
                  </a:cubicBezTo>
                  <a:cubicBezTo>
                    <a:pt x="28483" y="23686"/>
                    <a:pt x="28286" y="24079"/>
                    <a:pt x="28076" y="24184"/>
                  </a:cubicBezTo>
                  <a:cubicBezTo>
                    <a:pt x="27851" y="24296"/>
                    <a:pt x="27014" y="24449"/>
                    <a:pt x="26089" y="24449"/>
                  </a:cubicBezTo>
                  <a:cubicBezTo>
                    <a:pt x="25266" y="24449"/>
                    <a:pt x="24373" y="24328"/>
                    <a:pt x="23780" y="23950"/>
                  </a:cubicBezTo>
                  <a:cubicBezTo>
                    <a:pt x="22696" y="23260"/>
                    <a:pt x="21213" y="21977"/>
                    <a:pt x="19374" y="20138"/>
                  </a:cubicBezTo>
                  <a:cubicBezTo>
                    <a:pt x="18900" y="19664"/>
                    <a:pt x="17271" y="19002"/>
                    <a:pt x="15016" y="18084"/>
                  </a:cubicBezTo>
                  <a:cubicBezTo>
                    <a:pt x="10411" y="16210"/>
                    <a:pt x="3452" y="13379"/>
                    <a:pt x="1013" y="9958"/>
                  </a:cubicBezTo>
                  <a:cubicBezTo>
                    <a:pt x="964" y="9762"/>
                    <a:pt x="1096" y="8511"/>
                    <a:pt x="4859" y="567"/>
                  </a:cubicBezTo>
                  <a:close/>
                  <a:moveTo>
                    <a:pt x="4686" y="1"/>
                  </a:moveTo>
                  <a:cubicBezTo>
                    <a:pt x="4562" y="13"/>
                    <a:pt x="4476" y="62"/>
                    <a:pt x="4429" y="161"/>
                  </a:cubicBezTo>
                  <a:cubicBezTo>
                    <a:pt x="1" y="9494"/>
                    <a:pt x="350" y="9987"/>
                    <a:pt x="538" y="10251"/>
                  </a:cubicBezTo>
                  <a:cubicBezTo>
                    <a:pt x="3089" y="13837"/>
                    <a:pt x="10139" y="16706"/>
                    <a:pt x="14803" y="18605"/>
                  </a:cubicBezTo>
                  <a:cubicBezTo>
                    <a:pt x="16830" y="19429"/>
                    <a:pt x="18580" y="20142"/>
                    <a:pt x="18974" y="20536"/>
                  </a:cubicBezTo>
                  <a:cubicBezTo>
                    <a:pt x="20844" y="22404"/>
                    <a:pt x="22358" y="23712"/>
                    <a:pt x="23478" y="24426"/>
                  </a:cubicBezTo>
                  <a:cubicBezTo>
                    <a:pt x="24169" y="24865"/>
                    <a:pt x="25162" y="25006"/>
                    <a:pt x="26077" y="25006"/>
                  </a:cubicBezTo>
                  <a:cubicBezTo>
                    <a:pt x="27117" y="25006"/>
                    <a:pt x="28053" y="24824"/>
                    <a:pt x="28326" y="24687"/>
                  </a:cubicBezTo>
                  <a:cubicBezTo>
                    <a:pt x="28772" y="24465"/>
                    <a:pt x="29088" y="23812"/>
                    <a:pt x="28978" y="23343"/>
                  </a:cubicBezTo>
                  <a:cubicBezTo>
                    <a:pt x="28897" y="23001"/>
                    <a:pt x="28606" y="22795"/>
                    <a:pt x="28200" y="22795"/>
                  </a:cubicBezTo>
                  <a:cubicBezTo>
                    <a:pt x="27658" y="22795"/>
                    <a:pt x="27315" y="22490"/>
                    <a:pt x="27143" y="22156"/>
                  </a:cubicBezTo>
                  <a:lnTo>
                    <a:pt x="27143" y="22156"/>
                  </a:lnTo>
                  <a:cubicBezTo>
                    <a:pt x="27203" y="22174"/>
                    <a:pt x="27264" y="22194"/>
                    <a:pt x="27318" y="22210"/>
                  </a:cubicBezTo>
                  <a:cubicBezTo>
                    <a:pt x="27652" y="22315"/>
                    <a:pt x="28068" y="22445"/>
                    <a:pt x="28455" y="22445"/>
                  </a:cubicBezTo>
                  <a:cubicBezTo>
                    <a:pt x="28647" y="22445"/>
                    <a:pt x="28831" y="22413"/>
                    <a:pt x="28995" y="22331"/>
                  </a:cubicBezTo>
                  <a:cubicBezTo>
                    <a:pt x="29236" y="22212"/>
                    <a:pt x="29282" y="22024"/>
                    <a:pt x="29290" y="21921"/>
                  </a:cubicBezTo>
                  <a:cubicBezTo>
                    <a:pt x="29325" y="21433"/>
                    <a:pt x="28617" y="20908"/>
                    <a:pt x="27449" y="20100"/>
                  </a:cubicBezTo>
                  <a:cubicBezTo>
                    <a:pt x="27131" y="19881"/>
                    <a:pt x="26831" y="19673"/>
                    <a:pt x="26650" y="19522"/>
                  </a:cubicBezTo>
                  <a:cubicBezTo>
                    <a:pt x="26484" y="19384"/>
                    <a:pt x="26323" y="19232"/>
                    <a:pt x="26164" y="19080"/>
                  </a:cubicBezTo>
                  <a:cubicBezTo>
                    <a:pt x="25590" y="18536"/>
                    <a:pt x="24995" y="17973"/>
                    <a:pt x="24122" y="17973"/>
                  </a:cubicBezTo>
                  <a:cubicBezTo>
                    <a:pt x="23266" y="17973"/>
                    <a:pt x="21752" y="17957"/>
                    <a:pt x="21369" y="17954"/>
                  </a:cubicBezTo>
                  <a:cubicBezTo>
                    <a:pt x="20777" y="17521"/>
                    <a:pt x="16680" y="14518"/>
                    <a:pt x="14160" y="12268"/>
                  </a:cubicBezTo>
                  <a:cubicBezTo>
                    <a:pt x="11062" y="9504"/>
                    <a:pt x="8235" y="7779"/>
                    <a:pt x="7390" y="7286"/>
                  </a:cubicBezTo>
                  <a:lnTo>
                    <a:pt x="10581" y="2040"/>
                  </a:lnTo>
                  <a:cubicBezTo>
                    <a:pt x="10659" y="1909"/>
                    <a:pt x="10619" y="1736"/>
                    <a:pt x="10489" y="1655"/>
                  </a:cubicBezTo>
                  <a:cubicBezTo>
                    <a:pt x="8246" y="250"/>
                    <a:pt x="5889" y="15"/>
                    <a:pt x="468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4">
              <a:extLst>
                <a:ext uri="{FF2B5EF4-FFF2-40B4-BE49-F238E27FC236}">
                  <a16:creationId xmlns:a16="http://schemas.microsoft.com/office/drawing/2014/main" id="{B18DDE04-0B30-7146-15F3-AAD7FB5BACA5}"/>
                </a:ext>
              </a:extLst>
            </p:cNvPr>
            <p:cNvSpPr/>
            <p:nvPr/>
          </p:nvSpPr>
          <p:spPr>
            <a:xfrm>
              <a:off x="4220147" y="1881641"/>
              <a:ext cx="299278" cy="334987"/>
            </a:xfrm>
            <a:custGeom>
              <a:avLst/>
              <a:gdLst/>
              <a:ahLst/>
              <a:cxnLst/>
              <a:rect l="l" t="t" r="r" b="b"/>
              <a:pathLst>
                <a:path w="15706" h="17580" extrusionOk="0">
                  <a:moveTo>
                    <a:pt x="12548" y="1"/>
                  </a:moveTo>
                  <a:lnTo>
                    <a:pt x="12532" y="12"/>
                  </a:lnTo>
                  <a:cubicBezTo>
                    <a:pt x="11458" y="1872"/>
                    <a:pt x="8354" y="2973"/>
                    <a:pt x="6979" y="3396"/>
                  </a:cubicBezTo>
                  <a:cubicBezTo>
                    <a:pt x="5468" y="3861"/>
                    <a:pt x="7676" y="4907"/>
                    <a:pt x="7444" y="6303"/>
                  </a:cubicBezTo>
                  <a:cubicBezTo>
                    <a:pt x="7211" y="7698"/>
                    <a:pt x="4189" y="8512"/>
                    <a:pt x="4189" y="8512"/>
                  </a:cubicBezTo>
                  <a:cubicBezTo>
                    <a:pt x="4189" y="8512"/>
                    <a:pt x="3324" y="6653"/>
                    <a:pt x="2096" y="6653"/>
                  </a:cubicBezTo>
                  <a:cubicBezTo>
                    <a:pt x="868" y="6653"/>
                    <a:pt x="0" y="9462"/>
                    <a:pt x="702" y="10955"/>
                  </a:cubicBezTo>
                  <a:cubicBezTo>
                    <a:pt x="1184" y="11981"/>
                    <a:pt x="2041" y="12142"/>
                    <a:pt x="2530" y="12142"/>
                  </a:cubicBezTo>
                  <a:cubicBezTo>
                    <a:pt x="2751" y="12142"/>
                    <a:pt x="2897" y="12109"/>
                    <a:pt x="2897" y="12109"/>
                  </a:cubicBezTo>
                  <a:lnTo>
                    <a:pt x="2897" y="12109"/>
                  </a:lnTo>
                  <a:cubicBezTo>
                    <a:pt x="2897" y="12109"/>
                    <a:pt x="2809" y="14740"/>
                    <a:pt x="4476" y="15529"/>
                  </a:cubicBezTo>
                  <a:cubicBezTo>
                    <a:pt x="6143" y="16319"/>
                    <a:pt x="8951" y="17372"/>
                    <a:pt x="10003" y="17547"/>
                  </a:cubicBezTo>
                  <a:cubicBezTo>
                    <a:pt x="10130" y="17568"/>
                    <a:pt x="10258" y="17579"/>
                    <a:pt x="10384" y="17579"/>
                  </a:cubicBezTo>
                  <a:cubicBezTo>
                    <a:pt x="11302" y="17579"/>
                    <a:pt x="12162" y="17005"/>
                    <a:pt x="12548" y="15618"/>
                  </a:cubicBezTo>
                  <a:cubicBezTo>
                    <a:pt x="12985" y="14038"/>
                    <a:pt x="13249" y="10792"/>
                    <a:pt x="13249" y="10792"/>
                  </a:cubicBezTo>
                  <a:cubicBezTo>
                    <a:pt x="13249" y="10792"/>
                    <a:pt x="14829" y="9740"/>
                    <a:pt x="15266" y="9126"/>
                  </a:cubicBezTo>
                  <a:cubicBezTo>
                    <a:pt x="15705" y="8512"/>
                    <a:pt x="14126" y="7897"/>
                    <a:pt x="13688" y="7020"/>
                  </a:cubicBezTo>
                  <a:cubicBezTo>
                    <a:pt x="13249" y="6142"/>
                    <a:pt x="13249" y="5441"/>
                    <a:pt x="13424" y="4211"/>
                  </a:cubicBezTo>
                  <a:cubicBezTo>
                    <a:pt x="13601" y="2983"/>
                    <a:pt x="12548" y="1"/>
                    <a:pt x="125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4">
              <a:extLst>
                <a:ext uri="{FF2B5EF4-FFF2-40B4-BE49-F238E27FC236}">
                  <a16:creationId xmlns:a16="http://schemas.microsoft.com/office/drawing/2014/main" id="{DAF00F9D-C1EA-FCF5-A72A-C2299557D465}"/>
                </a:ext>
              </a:extLst>
            </p:cNvPr>
            <p:cNvSpPr/>
            <p:nvPr/>
          </p:nvSpPr>
          <p:spPr>
            <a:xfrm>
              <a:off x="4218337" y="1876439"/>
              <a:ext cx="304842" cy="345581"/>
            </a:xfrm>
            <a:custGeom>
              <a:avLst/>
              <a:gdLst/>
              <a:ahLst/>
              <a:cxnLst/>
              <a:rect l="l" t="t" r="r" b="b"/>
              <a:pathLst>
                <a:path w="15998" h="18136" extrusionOk="0">
                  <a:moveTo>
                    <a:pt x="12552" y="892"/>
                  </a:moveTo>
                  <a:cubicBezTo>
                    <a:pt x="12880" y="1920"/>
                    <a:pt x="13354" y="3654"/>
                    <a:pt x="13242" y="4446"/>
                  </a:cubicBezTo>
                  <a:cubicBezTo>
                    <a:pt x="13061" y="5706"/>
                    <a:pt x="13058" y="6473"/>
                    <a:pt x="13532" y="7419"/>
                  </a:cubicBezTo>
                  <a:cubicBezTo>
                    <a:pt x="13741" y="7839"/>
                    <a:pt x="14156" y="8186"/>
                    <a:pt x="14523" y="8492"/>
                  </a:cubicBezTo>
                  <a:cubicBezTo>
                    <a:pt x="14927" y="8830"/>
                    <a:pt x="15228" y="9100"/>
                    <a:pt x="15134" y="9234"/>
                  </a:cubicBezTo>
                  <a:cubicBezTo>
                    <a:pt x="14798" y="9704"/>
                    <a:pt x="13615" y="10545"/>
                    <a:pt x="13188" y="10831"/>
                  </a:cubicBezTo>
                  <a:cubicBezTo>
                    <a:pt x="13117" y="10879"/>
                    <a:pt x="13071" y="10957"/>
                    <a:pt x="13064" y="11043"/>
                  </a:cubicBezTo>
                  <a:cubicBezTo>
                    <a:pt x="13061" y="11075"/>
                    <a:pt x="12797" y="14281"/>
                    <a:pt x="12371" y="15815"/>
                  </a:cubicBezTo>
                  <a:cubicBezTo>
                    <a:pt x="12056" y="16949"/>
                    <a:pt x="11379" y="17572"/>
                    <a:pt x="10487" y="17572"/>
                  </a:cubicBezTo>
                  <a:cubicBezTo>
                    <a:pt x="10376" y="17572"/>
                    <a:pt x="10262" y="17563"/>
                    <a:pt x="10144" y="17543"/>
                  </a:cubicBezTo>
                  <a:cubicBezTo>
                    <a:pt x="9112" y="17371"/>
                    <a:pt x="6284" y="16302"/>
                    <a:pt x="4691" y="15548"/>
                  </a:cubicBezTo>
                  <a:cubicBezTo>
                    <a:pt x="3214" y="14848"/>
                    <a:pt x="3273" y="12414"/>
                    <a:pt x="3273" y="12390"/>
                  </a:cubicBezTo>
                  <a:cubicBezTo>
                    <a:pt x="3278" y="12231"/>
                    <a:pt x="3149" y="12100"/>
                    <a:pt x="2990" y="12100"/>
                  </a:cubicBezTo>
                  <a:cubicBezTo>
                    <a:pt x="2972" y="12100"/>
                    <a:pt x="2951" y="12102"/>
                    <a:pt x="2931" y="12106"/>
                  </a:cubicBezTo>
                  <a:cubicBezTo>
                    <a:pt x="2915" y="12109"/>
                    <a:pt x="2796" y="12134"/>
                    <a:pt x="2621" y="12134"/>
                  </a:cubicBezTo>
                  <a:cubicBezTo>
                    <a:pt x="2205" y="12134"/>
                    <a:pt x="1469" y="11996"/>
                    <a:pt x="1051" y="11107"/>
                  </a:cubicBezTo>
                  <a:cubicBezTo>
                    <a:pt x="606" y="10162"/>
                    <a:pt x="871" y="8636"/>
                    <a:pt x="1399" y="7805"/>
                  </a:cubicBezTo>
                  <a:cubicBezTo>
                    <a:pt x="1541" y="7582"/>
                    <a:pt x="1832" y="7207"/>
                    <a:pt x="2191" y="7207"/>
                  </a:cubicBezTo>
                  <a:cubicBezTo>
                    <a:pt x="3049" y="7207"/>
                    <a:pt x="3809" y="8432"/>
                    <a:pt x="4029" y="8905"/>
                  </a:cubicBezTo>
                  <a:cubicBezTo>
                    <a:pt x="4076" y="9005"/>
                    <a:pt x="4176" y="9067"/>
                    <a:pt x="4283" y="9067"/>
                  </a:cubicBezTo>
                  <a:cubicBezTo>
                    <a:pt x="4307" y="9067"/>
                    <a:pt x="4332" y="9063"/>
                    <a:pt x="4357" y="9056"/>
                  </a:cubicBezTo>
                  <a:cubicBezTo>
                    <a:pt x="4685" y="8969"/>
                    <a:pt x="7561" y="8152"/>
                    <a:pt x="7817" y="6622"/>
                  </a:cubicBezTo>
                  <a:cubicBezTo>
                    <a:pt x="7939" y="5887"/>
                    <a:pt x="7512" y="5270"/>
                    <a:pt x="7169" y="4774"/>
                  </a:cubicBezTo>
                  <a:cubicBezTo>
                    <a:pt x="7009" y="4544"/>
                    <a:pt x="6790" y="4227"/>
                    <a:pt x="6826" y="4121"/>
                  </a:cubicBezTo>
                  <a:cubicBezTo>
                    <a:pt x="6829" y="4112"/>
                    <a:pt x="6866" y="4029"/>
                    <a:pt x="7157" y="3939"/>
                  </a:cubicBezTo>
                  <a:cubicBezTo>
                    <a:pt x="8687" y="3469"/>
                    <a:pt x="11296" y="2476"/>
                    <a:pt x="12552" y="892"/>
                  </a:cubicBezTo>
                  <a:close/>
                  <a:moveTo>
                    <a:pt x="12638" y="0"/>
                  </a:moveTo>
                  <a:cubicBezTo>
                    <a:pt x="12571" y="0"/>
                    <a:pt x="12505" y="22"/>
                    <a:pt x="12451" y="65"/>
                  </a:cubicBezTo>
                  <a:cubicBezTo>
                    <a:pt x="12424" y="87"/>
                    <a:pt x="12400" y="115"/>
                    <a:pt x="12383" y="145"/>
                  </a:cubicBezTo>
                  <a:cubicBezTo>
                    <a:pt x="11409" y="1834"/>
                    <a:pt x="8587" y="2910"/>
                    <a:pt x="6992" y="3400"/>
                  </a:cubicBezTo>
                  <a:cubicBezTo>
                    <a:pt x="6606" y="3519"/>
                    <a:pt x="6378" y="3694"/>
                    <a:pt x="6295" y="3937"/>
                  </a:cubicBezTo>
                  <a:cubicBezTo>
                    <a:pt x="6166" y="4312"/>
                    <a:pt x="6428" y="4693"/>
                    <a:pt x="6707" y="5094"/>
                  </a:cubicBezTo>
                  <a:cubicBezTo>
                    <a:pt x="7007" y="5527"/>
                    <a:pt x="7348" y="6018"/>
                    <a:pt x="7262" y="6529"/>
                  </a:cubicBezTo>
                  <a:cubicBezTo>
                    <a:pt x="7111" y="7445"/>
                    <a:pt x="5331" y="8173"/>
                    <a:pt x="4429" y="8450"/>
                  </a:cubicBezTo>
                  <a:cubicBezTo>
                    <a:pt x="4143" y="7926"/>
                    <a:pt x="3323" y="6643"/>
                    <a:pt x="2191" y="6643"/>
                  </a:cubicBezTo>
                  <a:cubicBezTo>
                    <a:pt x="1720" y="6643"/>
                    <a:pt x="1283" y="6940"/>
                    <a:pt x="925" y="7503"/>
                  </a:cubicBezTo>
                  <a:cubicBezTo>
                    <a:pt x="320" y="8455"/>
                    <a:pt x="1" y="10197"/>
                    <a:pt x="542" y="11346"/>
                  </a:cubicBezTo>
                  <a:cubicBezTo>
                    <a:pt x="1046" y="12417"/>
                    <a:pt x="1973" y="12699"/>
                    <a:pt x="2623" y="12699"/>
                  </a:cubicBezTo>
                  <a:cubicBezTo>
                    <a:pt x="2655" y="12699"/>
                    <a:pt x="2686" y="12698"/>
                    <a:pt x="2716" y="12697"/>
                  </a:cubicBezTo>
                  <a:cubicBezTo>
                    <a:pt x="2751" y="13465"/>
                    <a:pt x="2989" y="15363"/>
                    <a:pt x="4450" y="16055"/>
                  </a:cubicBezTo>
                  <a:cubicBezTo>
                    <a:pt x="6085" y="16830"/>
                    <a:pt x="8948" y="17912"/>
                    <a:pt x="10051" y="18097"/>
                  </a:cubicBezTo>
                  <a:cubicBezTo>
                    <a:pt x="10198" y="18122"/>
                    <a:pt x="10348" y="18134"/>
                    <a:pt x="10497" y="18135"/>
                  </a:cubicBezTo>
                  <a:cubicBezTo>
                    <a:pt x="11642" y="18135"/>
                    <a:pt x="12527" y="17351"/>
                    <a:pt x="12914" y="15964"/>
                  </a:cubicBezTo>
                  <a:cubicBezTo>
                    <a:pt x="13309" y="14542"/>
                    <a:pt x="13558" y="11860"/>
                    <a:pt x="13614" y="11221"/>
                  </a:cubicBezTo>
                  <a:cubicBezTo>
                    <a:pt x="13992" y="10963"/>
                    <a:pt x="15195" y="10115"/>
                    <a:pt x="15592" y="9560"/>
                  </a:cubicBezTo>
                  <a:cubicBezTo>
                    <a:pt x="15997" y="8991"/>
                    <a:pt x="15406" y="8496"/>
                    <a:pt x="14884" y="8059"/>
                  </a:cubicBezTo>
                  <a:cubicBezTo>
                    <a:pt x="14560" y="7787"/>
                    <a:pt x="14193" y="7481"/>
                    <a:pt x="14035" y="7166"/>
                  </a:cubicBezTo>
                  <a:cubicBezTo>
                    <a:pt x="13626" y="6349"/>
                    <a:pt x="13631" y="5690"/>
                    <a:pt x="13798" y="4523"/>
                  </a:cubicBezTo>
                  <a:cubicBezTo>
                    <a:pt x="13981" y="3243"/>
                    <a:pt x="12952" y="304"/>
                    <a:pt x="12908" y="180"/>
                  </a:cubicBezTo>
                  <a:cubicBezTo>
                    <a:pt x="12877" y="94"/>
                    <a:pt x="12800" y="34"/>
                    <a:pt x="12713" y="10"/>
                  </a:cubicBezTo>
                  <a:cubicBezTo>
                    <a:pt x="12688" y="3"/>
                    <a:pt x="12663" y="0"/>
                    <a:pt x="1263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4">
              <a:extLst>
                <a:ext uri="{FF2B5EF4-FFF2-40B4-BE49-F238E27FC236}">
                  <a16:creationId xmlns:a16="http://schemas.microsoft.com/office/drawing/2014/main" id="{DE89E824-B661-959F-308B-864AEAF764D7}"/>
                </a:ext>
              </a:extLst>
            </p:cNvPr>
            <p:cNvSpPr/>
            <p:nvPr/>
          </p:nvSpPr>
          <p:spPr>
            <a:xfrm>
              <a:off x="4435088" y="1999535"/>
              <a:ext cx="13319" cy="33251"/>
            </a:xfrm>
            <a:custGeom>
              <a:avLst/>
              <a:gdLst/>
              <a:ahLst/>
              <a:cxnLst/>
              <a:rect l="l" t="t" r="r" b="b"/>
              <a:pathLst>
                <a:path w="699" h="1745" extrusionOk="0">
                  <a:moveTo>
                    <a:pt x="350" y="0"/>
                  </a:moveTo>
                  <a:cubicBezTo>
                    <a:pt x="158" y="0"/>
                    <a:pt x="0" y="391"/>
                    <a:pt x="0" y="872"/>
                  </a:cubicBezTo>
                  <a:cubicBezTo>
                    <a:pt x="0" y="1354"/>
                    <a:pt x="156" y="1745"/>
                    <a:pt x="350" y="1745"/>
                  </a:cubicBezTo>
                  <a:cubicBezTo>
                    <a:pt x="543" y="1745"/>
                    <a:pt x="699" y="1354"/>
                    <a:pt x="699" y="872"/>
                  </a:cubicBezTo>
                  <a:cubicBezTo>
                    <a:pt x="699" y="391"/>
                    <a:pt x="543" y="0"/>
                    <a:pt x="35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4">
              <a:extLst>
                <a:ext uri="{FF2B5EF4-FFF2-40B4-BE49-F238E27FC236}">
                  <a16:creationId xmlns:a16="http://schemas.microsoft.com/office/drawing/2014/main" id="{0539060B-3C3B-8693-CDE2-97FA240EBA70}"/>
                </a:ext>
              </a:extLst>
            </p:cNvPr>
            <p:cNvSpPr/>
            <p:nvPr/>
          </p:nvSpPr>
          <p:spPr>
            <a:xfrm>
              <a:off x="4412507" y="1966951"/>
              <a:ext cx="43998" cy="26868"/>
            </a:xfrm>
            <a:custGeom>
              <a:avLst/>
              <a:gdLst/>
              <a:ahLst/>
              <a:cxnLst/>
              <a:rect l="l" t="t" r="r" b="b"/>
              <a:pathLst>
                <a:path w="2309" h="1410" extrusionOk="0">
                  <a:moveTo>
                    <a:pt x="1783" y="0"/>
                  </a:moveTo>
                  <a:cubicBezTo>
                    <a:pt x="1021" y="0"/>
                    <a:pt x="257" y="835"/>
                    <a:pt x="163" y="942"/>
                  </a:cubicBezTo>
                  <a:cubicBezTo>
                    <a:pt x="1" y="1124"/>
                    <a:pt x="129" y="1410"/>
                    <a:pt x="371" y="1410"/>
                  </a:cubicBezTo>
                  <a:cubicBezTo>
                    <a:pt x="452" y="1410"/>
                    <a:pt x="529" y="1376"/>
                    <a:pt x="581" y="1317"/>
                  </a:cubicBezTo>
                  <a:cubicBezTo>
                    <a:pt x="771" y="1103"/>
                    <a:pt x="1359" y="562"/>
                    <a:pt x="1781" y="562"/>
                  </a:cubicBezTo>
                  <a:cubicBezTo>
                    <a:pt x="1826" y="562"/>
                    <a:pt x="1869" y="568"/>
                    <a:pt x="1910" y="581"/>
                  </a:cubicBezTo>
                  <a:cubicBezTo>
                    <a:pt x="1938" y="590"/>
                    <a:pt x="1966" y="594"/>
                    <a:pt x="1994" y="594"/>
                  </a:cubicBezTo>
                  <a:cubicBezTo>
                    <a:pt x="2111" y="594"/>
                    <a:pt x="2221" y="520"/>
                    <a:pt x="2260" y="402"/>
                  </a:cubicBezTo>
                  <a:cubicBezTo>
                    <a:pt x="2308" y="258"/>
                    <a:pt x="2232" y="100"/>
                    <a:pt x="2088" y="49"/>
                  </a:cubicBezTo>
                  <a:cubicBezTo>
                    <a:pt x="1987" y="15"/>
                    <a:pt x="1885" y="0"/>
                    <a:pt x="178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4">
              <a:extLst>
                <a:ext uri="{FF2B5EF4-FFF2-40B4-BE49-F238E27FC236}">
                  <a16:creationId xmlns:a16="http://schemas.microsoft.com/office/drawing/2014/main" id="{0227E388-FC36-ACF0-45FD-45C3021D2F17}"/>
                </a:ext>
              </a:extLst>
            </p:cNvPr>
            <p:cNvSpPr/>
            <p:nvPr/>
          </p:nvSpPr>
          <p:spPr>
            <a:xfrm>
              <a:off x="4398121" y="2109368"/>
              <a:ext cx="58537" cy="23800"/>
            </a:xfrm>
            <a:custGeom>
              <a:avLst/>
              <a:gdLst/>
              <a:ahLst/>
              <a:cxnLst/>
              <a:rect l="l" t="t" r="r" b="b"/>
              <a:pathLst>
                <a:path w="3072" h="1249" extrusionOk="0">
                  <a:moveTo>
                    <a:pt x="312" y="1"/>
                  </a:moveTo>
                  <a:cubicBezTo>
                    <a:pt x="236" y="1"/>
                    <a:pt x="159" y="32"/>
                    <a:pt x="104" y="93"/>
                  </a:cubicBezTo>
                  <a:cubicBezTo>
                    <a:pt x="0" y="209"/>
                    <a:pt x="11" y="387"/>
                    <a:pt x="126" y="490"/>
                  </a:cubicBezTo>
                  <a:cubicBezTo>
                    <a:pt x="805" y="1103"/>
                    <a:pt x="1519" y="1249"/>
                    <a:pt x="2045" y="1249"/>
                  </a:cubicBezTo>
                  <a:cubicBezTo>
                    <a:pt x="2506" y="1249"/>
                    <a:pt x="2823" y="1138"/>
                    <a:pt x="2850" y="1128"/>
                  </a:cubicBezTo>
                  <a:cubicBezTo>
                    <a:pt x="2996" y="1074"/>
                    <a:pt x="3072" y="913"/>
                    <a:pt x="3019" y="767"/>
                  </a:cubicBezTo>
                  <a:cubicBezTo>
                    <a:pt x="2978" y="653"/>
                    <a:pt x="2870" y="581"/>
                    <a:pt x="2754" y="581"/>
                  </a:cubicBezTo>
                  <a:cubicBezTo>
                    <a:pt x="2723" y="581"/>
                    <a:pt x="2691" y="587"/>
                    <a:pt x="2659" y="598"/>
                  </a:cubicBezTo>
                  <a:cubicBezTo>
                    <a:pt x="2639" y="605"/>
                    <a:pt x="2400" y="687"/>
                    <a:pt x="2049" y="687"/>
                  </a:cubicBezTo>
                  <a:cubicBezTo>
                    <a:pt x="1631" y="687"/>
                    <a:pt x="1054" y="571"/>
                    <a:pt x="501" y="73"/>
                  </a:cubicBezTo>
                  <a:cubicBezTo>
                    <a:pt x="447" y="25"/>
                    <a:pt x="379" y="1"/>
                    <a:pt x="31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4">
              <a:extLst>
                <a:ext uri="{FF2B5EF4-FFF2-40B4-BE49-F238E27FC236}">
                  <a16:creationId xmlns:a16="http://schemas.microsoft.com/office/drawing/2014/main" id="{EA3EFD00-86E7-7AF1-9CA3-2F7F40337DD2}"/>
                </a:ext>
              </a:extLst>
            </p:cNvPr>
            <p:cNvSpPr/>
            <p:nvPr/>
          </p:nvSpPr>
          <p:spPr>
            <a:xfrm>
              <a:off x="3779024" y="4211877"/>
              <a:ext cx="221324" cy="195276"/>
            </a:xfrm>
            <a:custGeom>
              <a:avLst/>
              <a:gdLst/>
              <a:ahLst/>
              <a:cxnLst/>
              <a:rect l="l" t="t" r="r" b="b"/>
              <a:pathLst>
                <a:path w="11615" h="10248" extrusionOk="0">
                  <a:moveTo>
                    <a:pt x="2098" y="1"/>
                  </a:moveTo>
                  <a:cubicBezTo>
                    <a:pt x="2098" y="1"/>
                    <a:pt x="0" y="4207"/>
                    <a:pt x="82" y="4777"/>
                  </a:cubicBezTo>
                  <a:cubicBezTo>
                    <a:pt x="164" y="5347"/>
                    <a:pt x="4319" y="8363"/>
                    <a:pt x="6275" y="9422"/>
                  </a:cubicBezTo>
                  <a:cubicBezTo>
                    <a:pt x="7237" y="9943"/>
                    <a:pt x="8573" y="10247"/>
                    <a:pt x="9654" y="10247"/>
                  </a:cubicBezTo>
                  <a:cubicBezTo>
                    <a:pt x="10771" y="10247"/>
                    <a:pt x="11615" y="9923"/>
                    <a:pt x="11490" y="9177"/>
                  </a:cubicBezTo>
                  <a:cubicBezTo>
                    <a:pt x="11245" y="7712"/>
                    <a:pt x="7905" y="6733"/>
                    <a:pt x="7090" y="4534"/>
                  </a:cubicBezTo>
                  <a:cubicBezTo>
                    <a:pt x="6275" y="2333"/>
                    <a:pt x="5958" y="1054"/>
                    <a:pt x="5958" y="1054"/>
                  </a:cubicBezTo>
                  <a:cubicBezTo>
                    <a:pt x="5958" y="1054"/>
                    <a:pt x="5901" y="1057"/>
                    <a:pt x="5796" y="1057"/>
                  </a:cubicBezTo>
                  <a:cubicBezTo>
                    <a:pt x="5283" y="1057"/>
                    <a:pt x="3637" y="975"/>
                    <a:pt x="20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4">
              <a:extLst>
                <a:ext uri="{FF2B5EF4-FFF2-40B4-BE49-F238E27FC236}">
                  <a16:creationId xmlns:a16="http://schemas.microsoft.com/office/drawing/2014/main" id="{BA4930DD-8D6A-035D-320B-50C8EE9A305D}"/>
                </a:ext>
              </a:extLst>
            </p:cNvPr>
            <p:cNvSpPr/>
            <p:nvPr/>
          </p:nvSpPr>
          <p:spPr>
            <a:xfrm>
              <a:off x="3773650" y="4206542"/>
              <a:ext cx="230889" cy="205946"/>
            </a:xfrm>
            <a:custGeom>
              <a:avLst/>
              <a:gdLst/>
              <a:ahLst/>
              <a:cxnLst/>
              <a:rect l="l" t="t" r="r" b="b"/>
              <a:pathLst>
                <a:path w="12117" h="10808" extrusionOk="0">
                  <a:moveTo>
                    <a:pt x="2496" y="679"/>
                  </a:moveTo>
                  <a:cubicBezTo>
                    <a:pt x="3971" y="1516"/>
                    <a:pt x="5463" y="1614"/>
                    <a:pt x="6024" y="1618"/>
                  </a:cubicBezTo>
                  <a:cubicBezTo>
                    <a:pt x="6148" y="2072"/>
                    <a:pt x="6481" y="3214"/>
                    <a:pt x="7108" y="4910"/>
                  </a:cubicBezTo>
                  <a:cubicBezTo>
                    <a:pt x="7569" y="6152"/>
                    <a:pt x="8744" y="7004"/>
                    <a:pt x="9781" y="7754"/>
                  </a:cubicBezTo>
                  <a:cubicBezTo>
                    <a:pt x="10613" y="8356"/>
                    <a:pt x="11399" y="8926"/>
                    <a:pt x="11495" y="9504"/>
                  </a:cubicBezTo>
                  <a:cubicBezTo>
                    <a:pt x="11527" y="9698"/>
                    <a:pt x="11467" y="9838"/>
                    <a:pt x="11300" y="9956"/>
                  </a:cubicBezTo>
                  <a:cubicBezTo>
                    <a:pt x="11019" y="10157"/>
                    <a:pt x="10528" y="10251"/>
                    <a:pt x="9947" y="10251"/>
                  </a:cubicBezTo>
                  <a:cubicBezTo>
                    <a:pt x="8926" y="10251"/>
                    <a:pt x="7625" y="9962"/>
                    <a:pt x="6691" y="9456"/>
                  </a:cubicBezTo>
                  <a:cubicBezTo>
                    <a:pt x="4541" y="8292"/>
                    <a:pt x="831" y="5499"/>
                    <a:pt x="643" y="5024"/>
                  </a:cubicBezTo>
                  <a:cubicBezTo>
                    <a:pt x="627" y="4679"/>
                    <a:pt x="1551" y="2595"/>
                    <a:pt x="2496" y="679"/>
                  </a:cubicBezTo>
                  <a:close/>
                  <a:moveTo>
                    <a:pt x="2381" y="0"/>
                  </a:moveTo>
                  <a:cubicBezTo>
                    <a:pt x="2278" y="0"/>
                    <a:pt x="2178" y="56"/>
                    <a:pt x="2129" y="155"/>
                  </a:cubicBezTo>
                  <a:cubicBezTo>
                    <a:pt x="1486" y="1445"/>
                    <a:pt x="1" y="4504"/>
                    <a:pt x="85" y="5096"/>
                  </a:cubicBezTo>
                  <a:cubicBezTo>
                    <a:pt x="198" y="5887"/>
                    <a:pt x="4757" y="9047"/>
                    <a:pt x="6422" y="9950"/>
                  </a:cubicBezTo>
                  <a:cubicBezTo>
                    <a:pt x="7372" y="10464"/>
                    <a:pt x="8776" y="10808"/>
                    <a:pt x="9945" y="10808"/>
                  </a:cubicBezTo>
                  <a:cubicBezTo>
                    <a:pt x="10634" y="10808"/>
                    <a:pt x="11241" y="10688"/>
                    <a:pt x="11626" y="10415"/>
                  </a:cubicBezTo>
                  <a:cubicBezTo>
                    <a:pt x="11966" y="10172"/>
                    <a:pt x="12116" y="9816"/>
                    <a:pt x="12049" y="9412"/>
                  </a:cubicBezTo>
                  <a:cubicBezTo>
                    <a:pt x="11915" y="8606"/>
                    <a:pt x="11078" y="8000"/>
                    <a:pt x="10111" y="7300"/>
                  </a:cubicBezTo>
                  <a:cubicBezTo>
                    <a:pt x="9138" y="6596"/>
                    <a:pt x="8035" y="5797"/>
                    <a:pt x="7634" y="4716"/>
                  </a:cubicBezTo>
                  <a:cubicBezTo>
                    <a:pt x="6837" y="2559"/>
                    <a:pt x="6516" y="1278"/>
                    <a:pt x="6513" y="1267"/>
                  </a:cubicBezTo>
                  <a:cubicBezTo>
                    <a:pt x="6482" y="1140"/>
                    <a:pt x="6369" y="1053"/>
                    <a:pt x="6241" y="1053"/>
                  </a:cubicBezTo>
                  <a:cubicBezTo>
                    <a:pt x="6235" y="1053"/>
                    <a:pt x="6229" y="1053"/>
                    <a:pt x="6223" y="1054"/>
                  </a:cubicBezTo>
                  <a:cubicBezTo>
                    <a:pt x="6220" y="1054"/>
                    <a:pt x="6175" y="1056"/>
                    <a:pt x="6095" y="1056"/>
                  </a:cubicBezTo>
                  <a:cubicBezTo>
                    <a:pt x="5636" y="1056"/>
                    <a:pt x="4021" y="986"/>
                    <a:pt x="2530" y="43"/>
                  </a:cubicBezTo>
                  <a:cubicBezTo>
                    <a:pt x="2483" y="14"/>
                    <a:pt x="2432" y="0"/>
                    <a:pt x="23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4">
              <a:extLst>
                <a:ext uri="{FF2B5EF4-FFF2-40B4-BE49-F238E27FC236}">
                  <a16:creationId xmlns:a16="http://schemas.microsoft.com/office/drawing/2014/main" id="{B7088B6A-4201-4727-93D9-B9745E13A425}"/>
                </a:ext>
              </a:extLst>
            </p:cNvPr>
            <p:cNvSpPr/>
            <p:nvPr/>
          </p:nvSpPr>
          <p:spPr>
            <a:xfrm>
              <a:off x="3780186" y="4284687"/>
              <a:ext cx="219742" cy="122466"/>
            </a:xfrm>
            <a:custGeom>
              <a:avLst/>
              <a:gdLst/>
              <a:ahLst/>
              <a:cxnLst/>
              <a:rect l="l" t="t" r="r" b="b"/>
              <a:pathLst>
                <a:path w="11532" h="6427" extrusionOk="0">
                  <a:moveTo>
                    <a:pt x="291" y="1"/>
                  </a:moveTo>
                  <a:cubicBezTo>
                    <a:pt x="113" y="460"/>
                    <a:pt x="1" y="818"/>
                    <a:pt x="21" y="958"/>
                  </a:cubicBezTo>
                  <a:cubicBezTo>
                    <a:pt x="103" y="1528"/>
                    <a:pt x="4258" y="4542"/>
                    <a:pt x="6214" y="5603"/>
                  </a:cubicBezTo>
                  <a:cubicBezTo>
                    <a:pt x="7175" y="6123"/>
                    <a:pt x="8509" y="6427"/>
                    <a:pt x="9589" y="6427"/>
                  </a:cubicBezTo>
                  <a:cubicBezTo>
                    <a:pt x="10694" y="6427"/>
                    <a:pt x="11532" y="6109"/>
                    <a:pt x="11429" y="5380"/>
                  </a:cubicBezTo>
                  <a:lnTo>
                    <a:pt x="11429" y="5380"/>
                  </a:lnTo>
                  <a:cubicBezTo>
                    <a:pt x="11107" y="5424"/>
                    <a:pt x="10751" y="5453"/>
                    <a:pt x="10364" y="5453"/>
                  </a:cubicBezTo>
                  <a:cubicBezTo>
                    <a:pt x="9408" y="5453"/>
                    <a:pt x="8269" y="5279"/>
                    <a:pt x="7027" y="4741"/>
                  </a:cubicBezTo>
                  <a:cubicBezTo>
                    <a:pt x="4010" y="3433"/>
                    <a:pt x="1084" y="758"/>
                    <a:pt x="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4">
              <a:extLst>
                <a:ext uri="{FF2B5EF4-FFF2-40B4-BE49-F238E27FC236}">
                  <a16:creationId xmlns:a16="http://schemas.microsoft.com/office/drawing/2014/main" id="{FA0C5D74-FB44-59A5-17A5-44F1693C87E6}"/>
                </a:ext>
              </a:extLst>
            </p:cNvPr>
            <p:cNvSpPr/>
            <p:nvPr/>
          </p:nvSpPr>
          <p:spPr>
            <a:xfrm>
              <a:off x="3774908" y="4279313"/>
              <a:ext cx="229441" cy="133156"/>
            </a:xfrm>
            <a:custGeom>
              <a:avLst/>
              <a:gdLst/>
              <a:ahLst/>
              <a:cxnLst/>
              <a:rect l="l" t="t" r="r" b="b"/>
              <a:pathLst>
                <a:path w="12041" h="6988" extrusionOk="0">
                  <a:moveTo>
                    <a:pt x="686" y="777"/>
                  </a:moveTo>
                  <a:cubicBezTo>
                    <a:pt x="1796" y="1801"/>
                    <a:pt x="4455" y="4094"/>
                    <a:pt x="7192" y="5281"/>
                  </a:cubicBezTo>
                  <a:cubicBezTo>
                    <a:pt x="8325" y="5772"/>
                    <a:pt x="9478" y="6017"/>
                    <a:pt x="10633" y="6017"/>
                  </a:cubicBezTo>
                  <a:cubicBezTo>
                    <a:pt x="10883" y="6017"/>
                    <a:pt x="11132" y="6005"/>
                    <a:pt x="11381" y="5982"/>
                  </a:cubicBezTo>
                  <a:lnTo>
                    <a:pt x="11381" y="5982"/>
                  </a:lnTo>
                  <a:cubicBezTo>
                    <a:pt x="11340" y="6047"/>
                    <a:pt x="11286" y="6101"/>
                    <a:pt x="11222" y="6143"/>
                  </a:cubicBezTo>
                  <a:cubicBezTo>
                    <a:pt x="10941" y="6338"/>
                    <a:pt x="10455" y="6429"/>
                    <a:pt x="9880" y="6429"/>
                  </a:cubicBezTo>
                  <a:cubicBezTo>
                    <a:pt x="8858" y="6429"/>
                    <a:pt x="7555" y="6141"/>
                    <a:pt x="6625" y="5637"/>
                  </a:cubicBezTo>
                  <a:cubicBezTo>
                    <a:pt x="4475" y="4473"/>
                    <a:pt x="765" y="1680"/>
                    <a:pt x="577" y="1205"/>
                  </a:cubicBezTo>
                  <a:cubicBezTo>
                    <a:pt x="577" y="1193"/>
                    <a:pt x="577" y="1101"/>
                    <a:pt x="686" y="777"/>
                  </a:cubicBezTo>
                  <a:close/>
                  <a:moveTo>
                    <a:pt x="568" y="1"/>
                  </a:moveTo>
                  <a:cubicBezTo>
                    <a:pt x="457" y="1"/>
                    <a:pt x="349" y="65"/>
                    <a:pt x="305" y="181"/>
                  </a:cubicBezTo>
                  <a:cubicBezTo>
                    <a:pt x="21" y="914"/>
                    <a:pt x="0" y="1142"/>
                    <a:pt x="19" y="1279"/>
                  </a:cubicBezTo>
                  <a:cubicBezTo>
                    <a:pt x="132" y="2069"/>
                    <a:pt x="4691" y="5228"/>
                    <a:pt x="6356" y="6131"/>
                  </a:cubicBezTo>
                  <a:cubicBezTo>
                    <a:pt x="7302" y="6643"/>
                    <a:pt x="8709" y="6987"/>
                    <a:pt x="9879" y="6987"/>
                  </a:cubicBezTo>
                  <a:cubicBezTo>
                    <a:pt x="10558" y="6987"/>
                    <a:pt x="11159" y="6871"/>
                    <a:pt x="11543" y="6604"/>
                  </a:cubicBezTo>
                  <a:cubicBezTo>
                    <a:pt x="11884" y="6367"/>
                    <a:pt x="12040" y="6019"/>
                    <a:pt x="11985" y="5624"/>
                  </a:cubicBezTo>
                  <a:cubicBezTo>
                    <a:pt x="11965" y="5482"/>
                    <a:pt x="11844" y="5381"/>
                    <a:pt x="11706" y="5381"/>
                  </a:cubicBezTo>
                  <a:cubicBezTo>
                    <a:pt x="11693" y="5381"/>
                    <a:pt x="11681" y="5381"/>
                    <a:pt x="11668" y="5383"/>
                  </a:cubicBezTo>
                  <a:cubicBezTo>
                    <a:pt x="11323" y="5431"/>
                    <a:pt x="10976" y="5455"/>
                    <a:pt x="10630" y="5455"/>
                  </a:cubicBezTo>
                  <a:cubicBezTo>
                    <a:pt x="9553" y="5455"/>
                    <a:pt x="8476" y="5223"/>
                    <a:pt x="7417" y="4763"/>
                  </a:cubicBezTo>
                  <a:cubicBezTo>
                    <a:pt x="4458" y="3483"/>
                    <a:pt x="1574" y="855"/>
                    <a:pt x="760" y="79"/>
                  </a:cubicBezTo>
                  <a:cubicBezTo>
                    <a:pt x="705" y="26"/>
                    <a:pt x="636" y="1"/>
                    <a:pt x="5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34">
            <a:extLst>
              <a:ext uri="{FF2B5EF4-FFF2-40B4-BE49-F238E27FC236}">
                <a16:creationId xmlns:a16="http://schemas.microsoft.com/office/drawing/2014/main" id="{981ED315-6F6F-90A4-B7E6-270BC455C964}"/>
              </a:ext>
            </a:extLst>
          </p:cNvPr>
          <p:cNvSpPr txBox="1">
            <a:spLocks noGrp="1"/>
          </p:cNvSpPr>
          <p:nvPr>
            <p:ph type="title" idx="2"/>
          </p:nvPr>
        </p:nvSpPr>
        <p:spPr>
          <a:xfrm>
            <a:off x="876325" y="388388"/>
            <a:ext cx="860326" cy="7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4</a:t>
            </a:r>
            <a:endParaRPr dirty="0"/>
          </a:p>
        </p:txBody>
      </p:sp>
    </p:spTree>
    <p:extLst>
      <p:ext uri="{BB962C8B-B14F-4D97-AF65-F5344CB8AC3E}">
        <p14:creationId xmlns:p14="http://schemas.microsoft.com/office/powerpoint/2010/main" val="23979388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D38DBD87-E8E2-3473-1CCE-C01488A13F1B}"/>
            </a:ext>
          </a:extLst>
        </p:cNvPr>
        <p:cNvGrpSpPr/>
        <p:nvPr/>
      </p:nvGrpSpPr>
      <p:grpSpPr>
        <a:xfrm>
          <a:off x="0" y="0"/>
          <a:ext cx="0" cy="0"/>
          <a:chOff x="0" y="0"/>
          <a:chExt cx="0" cy="0"/>
        </a:xfrm>
      </p:grpSpPr>
      <p:sp>
        <p:nvSpPr>
          <p:cNvPr id="529" name="Google Shape;529;p34">
            <a:extLst>
              <a:ext uri="{FF2B5EF4-FFF2-40B4-BE49-F238E27FC236}">
                <a16:creationId xmlns:a16="http://schemas.microsoft.com/office/drawing/2014/main" id="{83EE2810-11CF-8FAC-DAAC-73A5F57EE566}"/>
              </a:ext>
            </a:extLst>
          </p:cNvPr>
          <p:cNvSpPr txBox="1">
            <a:spLocks noGrp="1"/>
          </p:cNvSpPr>
          <p:nvPr>
            <p:ph type="title"/>
          </p:nvPr>
        </p:nvSpPr>
        <p:spPr>
          <a:xfrm>
            <a:off x="160794" y="121046"/>
            <a:ext cx="8822412" cy="830525"/>
          </a:xfrm>
          <a:prstGeom prst="rect">
            <a:avLst/>
          </a:prstGeom>
        </p:spPr>
        <p:txBody>
          <a:bodyPr spcFirstLastPara="1" wrap="square" lIns="91425" tIns="91425" rIns="91425" bIns="91425" anchor="ctr" anchorCtr="0">
            <a:noAutofit/>
          </a:bodyPr>
          <a:lstStyle/>
          <a:p>
            <a:r>
              <a:rPr lang="en-US" sz="3200" b="1" dirty="0">
                <a:latin typeface="Segoe UI Black" panose="020B0A02040204020203" pitchFamily="34" charset="0"/>
                <a:ea typeface="Segoe UI Black" panose="020B0A02040204020203" pitchFamily="34" charset="0"/>
              </a:rPr>
              <a:t>4.1. </a:t>
            </a:r>
            <a:r>
              <a:rPr lang="en-US" sz="3200" b="1" dirty="0" err="1">
                <a:latin typeface="Segoe UI Black" panose="020B0A02040204020203" pitchFamily="34" charset="0"/>
                <a:ea typeface="Segoe UI Black" panose="020B0A02040204020203" pitchFamily="34" charset="0"/>
              </a:rPr>
              <a:t>Mô</a:t>
            </a:r>
            <a:r>
              <a:rPr lang="en-US" sz="3200" b="1" dirty="0">
                <a:latin typeface="Segoe UI Black" panose="020B0A02040204020203" pitchFamily="34" charset="0"/>
                <a:ea typeface="Segoe UI Black" panose="020B0A02040204020203" pitchFamily="34" charset="0"/>
              </a:rPr>
              <a:t> </a:t>
            </a:r>
            <a:r>
              <a:rPr lang="en-US" sz="3200" b="1" dirty="0" err="1">
                <a:latin typeface="Segoe UI Black" panose="020B0A02040204020203" pitchFamily="34" charset="0"/>
                <a:ea typeface="Segoe UI Black" panose="020B0A02040204020203" pitchFamily="34" charset="0"/>
              </a:rPr>
              <a:t>hình</a:t>
            </a:r>
            <a:r>
              <a:rPr lang="en-US" sz="3200" b="1" dirty="0">
                <a:latin typeface="Segoe UI Black" panose="020B0A02040204020203" pitchFamily="34" charset="0"/>
                <a:ea typeface="Segoe UI Black" panose="020B0A02040204020203" pitchFamily="34" charset="0"/>
              </a:rPr>
              <a:t> </a:t>
            </a:r>
            <a:r>
              <a:rPr lang="en-US" sz="3200" b="1" dirty="0" err="1">
                <a:latin typeface="Segoe UI Black" panose="020B0A02040204020203" pitchFamily="34" charset="0"/>
                <a:ea typeface="Segoe UI Black" panose="020B0A02040204020203" pitchFamily="34" charset="0"/>
              </a:rPr>
              <a:t>triển</a:t>
            </a:r>
            <a:r>
              <a:rPr lang="en-US" sz="3200" b="1" dirty="0">
                <a:latin typeface="Segoe UI Black" panose="020B0A02040204020203" pitchFamily="34" charset="0"/>
                <a:ea typeface="Segoe UI Black" panose="020B0A02040204020203" pitchFamily="34" charset="0"/>
              </a:rPr>
              <a:t> </a:t>
            </a:r>
            <a:r>
              <a:rPr lang="en-US" sz="3200" b="1" dirty="0" err="1">
                <a:latin typeface="Segoe UI Black" panose="020B0A02040204020203" pitchFamily="34" charset="0"/>
                <a:ea typeface="Segoe UI Black" panose="020B0A02040204020203" pitchFamily="34" charset="0"/>
              </a:rPr>
              <a:t>khai</a:t>
            </a:r>
            <a:r>
              <a:rPr lang="en-US" sz="3200" b="1" dirty="0">
                <a:latin typeface="Segoe UI Black" panose="020B0A02040204020203" pitchFamily="34" charset="0"/>
                <a:ea typeface="Segoe UI Black" panose="020B0A02040204020203" pitchFamily="34" charset="0"/>
              </a:rPr>
              <a:t> </a:t>
            </a:r>
            <a:endParaRPr lang="en-US" sz="3200" dirty="0">
              <a:latin typeface="Segoe UI Black" panose="020B0A02040204020203" pitchFamily="34" charset="0"/>
              <a:ea typeface="Segoe UI Black" panose="020B0A02040204020203" pitchFamily="34" charset="0"/>
            </a:endParaRPr>
          </a:p>
        </p:txBody>
      </p:sp>
      <p:sp>
        <p:nvSpPr>
          <p:cNvPr id="5" name="TextBox 4">
            <a:extLst>
              <a:ext uri="{FF2B5EF4-FFF2-40B4-BE49-F238E27FC236}">
                <a16:creationId xmlns:a16="http://schemas.microsoft.com/office/drawing/2014/main" id="{B7F7CE93-CEE5-B443-C3F6-F68269511432}"/>
              </a:ext>
            </a:extLst>
          </p:cNvPr>
          <p:cNvSpPr txBox="1"/>
          <p:nvPr/>
        </p:nvSpPr>
        <p:spPr>
          <a:xfrm>
            <a:off x="232379" y="1366833"/>
            <a:ext cx="8750827" cy="1323439"/>
          </a:xfrm>
          <a:prstGeom prst="rect">
            <a:avLst/>
          </a:prstGeom>
          <a:noFill/>
        </p:spPr>
        <p:txBody>
          <a:bodyPr wrap="square">
            <a:spAutoFit/>
          </a:bodyPr>
          <a:lstStyle/>
          <a:p>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Triển</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khai</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cài</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đặt</a:t>
            </a:r>
            <a:r>
              <a:rPr lang="en-US" sz="1600" dirty="0">
                <a:solidFill>
                  <a:srgbClr val="002060"/>
                </a:solidFill>
                <a:latin typeface="Segoe UI Light" panose="020B0502040204020203" pitchFamily="34" charset="0"/>
                <a:cs typeface="Segoe UI Light" panose="020B0502040204020203" pitchFamily="34" charset="0"/>
              </a:rPr>
              <a:t> EJBCA (Enterprise Java Beans Certificate Authority) </a:t>
            </a:r>
            <a:r>
              <a:rPr lang="en-US" sz="1600" dirty="0" err="1">
                <a:solidFill>
                  <a:srgbClr val="002060"/>
                </a:solidFill>
                <a:latin typeface="Segoe UI Light" panose="020B0502040204020203" pitchFamily="34" charset="0"/>
                <a:cs typeface="Segoe UI Light" panose="020B0502040204020203" pitchFamily="34" charset="0"/>
              </a:rPr>
              <a:t>trên</a:t>
            </a:r>
            <a:r>
              <a:rPr lang="en-US" sz="1600" dirty="0">
                <a:solidFill>
                  <a:srgbClr val="002060"/>
                </a:solidFill>
                <a:latin typeface="Segoe UI Light" panose="020B0502040204020203" pitchFamily="34" charset="0"/>
                <a:cs typeface="Segoe UI Light" panose="020B0502040204020203" pitchFamily="34" charset="0"/>
              </a:rPr>
              <a:t> 2 </a:t>
            </a:r>
            <a:r>
              <a:rPr lang="en-US" sz="1600" dirty="0" err="1">
                <a:solidFill>
                  <a:srgbClr val="002060"/>
                </a:solidFill>
                <a:latin typeface="Segoe UI Light" panose="020B0502040204020203" pitchFamily="34" charset="0"/>
                <a:cs typeface="Segoe UI Light" panose="020B0502040204020203" pitchFamily="34" charset="0"/>
              </a:rPr>
              <a:t>máy</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khác</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nhau</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nhằm</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tạo</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hai</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hệ</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thống</a:t>
            </a:r>
            <a:r>
              <a:rPr lang="en-US" sz="1600" dirty="0">
                <a:solidFill>
                  <a:srgbClr val="002060"/>
                </a:solidFill>
                <a:latin typeface="Segoe UI Light" panose="020B0502040204020203" pitchFamily="34" charset="0"/>
                <a:cs typeface="Segoe UI Light" panose="020B0502040204020203" pitchFamily="34" charset="0"/>
              </a:rPr>
              <a:t>:</a:t>
            </a:r>
          </a:p>
          <a:p>
            <a:r>
              <a:rPr lang="en-US" sz="1600" dirty="0">
                <a:solidFill>
                  <a:srgbClr val="002060"/>
                </a:solidFill>
                <a:latin typeface="Segoe UI Light" panose="020B0502040204020203" pitchFamily="34" charset="0"/>
                <a:cs typeface="Segoe UI Light" panose="020B0502040204020203" pitchFamily="34" charset="0"/>
              </a:rPr>
              <a:t>PKI (Public Key Infrastructure: </a:t>
            </a:r>
            <a:r>
              <a:rPr lang="en-US" sz="1600" dirty="0" err="1">
                <a:solidFill>
                  <a:srgbClr val="002060"/>
                </a:solidFill>
                <a:latin typeface="Segoe UI Light" panose="020B0502040204020203" pitchFamily="34" charset="0"/>
                <a:cs typeface="Segoe UI Light" panose="020B0502040204020203" pitchFamily="34" charset="0"/>
              </a:rPr>
              <a:t>Hạ</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tầng</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khóa</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công</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khai</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khác</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nhau</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hệ</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thống</a:t>
            </a:r>
            <a:r>
              <a:rPr lang="en-US" sz="1600" dirty="0">
                <a:solidFill>
                  <a:srgbClr val="002060"/>
                </a:solidFill>
                <a:latin typeface="Segoe UI Light" panose="020B0502040204020203" pitchFamily="34" charset="0"/>
                <a:cs typeface="Segoe UI Light" panose="020B0502040204020203" pitchFamily="34" charset="0"/>
              </a:rPr>
              <a:t> PKI </a:t>
            </a:r>
            <a:r>
              <a:rPr lang="en-US" sz="1600" dirty="0" err="1">
                <a:solidFill>
                  <a:srgbClr val="002060"/>
                </a:solidFill>
                <a:latin typeface="Segoe UI Light" panose="020B0502040204020203" pitchFamily="34" charset="0"/>
                <a:cs typeface="Segoe UI Light" panose="020B0502040204020203" pitchFamily="34" charset="0"/>
              </a:rPr>
              <a:t>Chính</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phủ</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và</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hệ</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thống</a:t>
            </a:r>
            <a:r>
              <a:rPr lang="en-US" sz="1600" dirty="0">
                <a:solidFill>
                  <a:srgbClr val="002060"/>
                </a:solidFill>
                <a:latin typeface="Segoe UI Light" panose="020B0502040204020203" pitchFamily="34" charset="0"/>
                <a:cs typeface="Segoe UI Light" panose="020B0502040204020203" pitchFamily="34" charset="0"/>
              </a:rPr>
              <a:t> PKI </a:t>
            </a:r>
            <a:r>
              <a:rPr lang="en-US" sz="1600" dirty="0" err="1">
                <a:solidFill>
                  <a:srgbClr val="002060"/>
                </a:solidFill>
                <a:latin typeface="Segoe UI Light" panose="020B0502040204020203" pitchFamily="34" charset="0"/>
                <a:cs typeface="Segoe UI Light" panose="020B0502040204020203" pitchFamily="34" charset="0"/>
              </a:rPr>
              <a:t>công</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cộng</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như</a:t>
            </a:r>
            <a:r>
              <a:rPr lang="en-US" sz="1600" dirty="0">
                <a:solidFill>
                  <a:srgbClr val="002060"/>
                </a:solidFill>
                <a:latin typeface="Segoe UI Light" panose="020B0502040204020203" pitchFamily="34" charset="0"/>
                <a:cs typeface="Segoe UI Light" panose="020B0502040204020203" pitchFamily="34" charset="0"/>
              </a:rPr>
              <a:t> </a:t>
            </a:r>
            <a:r>
              <a:rPr lang="en-US" sz="1600" dirty="0" err="1">
                <a:solidFill>
                  <a:srgbClr val="002060"/>
                </a:solidFill>
                <a:latin typeface="Segoe UI Light" panose="020B0502040204020203" pitchFamily="34" charset="0"/>
                <a:cs typeface="Segoe UI Light" panose="020B0502040204020203" pitchFamily="34" charset="0"/>
              </a:rPr>
              <a:t>hình</a:t>
            </a:r>
            <a:r>
              <a:rPr lang="en-US" sz="1600" dirty="0">
                <a:solidFill>
                  <a:srgbClr val="002060"/>
                </a:solidFill>
                <a:latin typeface="Segoe UI Light" panose="020B0502040204020203" pitchFamily="34" charset="0"/>
                <a:cs typeface="Segoe UI Light" panose="020B0502040204020203" pitchFamily="34" charset="0"/>
              </a:rPr>
              <a:t> </a:t>
            </a:r>
          </a:p>
          <a:p>
            <a:r>
              <a:rPr lang="en-US" sz="1600" dirty="0">
                <a:solidFill>
                  <a:srgbClr val="002060"/>
                </a:solidFill>
                <a:latin typeface="Segoe UI Light" panose="020B0502040204020203" pitchFamily="34" charset="0"/>
                <a:cs typeface="Segoe UI Light" panose="020B0502040204020203" pitchFamily="34" charset="0"/>
              </a:rPr>
              <a:t>4.2. </a:t>
            </a:r>
          </a:p>
        </p:txBody>
      </p:sp>
      <p:sp>
        <p:nvSpPr>
          <p:cNvPr id="3" name="TextBox 2">
            <a:extLst>
              <a:ext uri="{FF2B5EF4-FFF2-40B4-BE49-F238E27FC236}">
                <a16:creationId xmlns:a16="http://schemas.microsoft.com/office/drawing/2014/main" id="{2BD42E8A-9F64-E143-4DD1-7BA6C2E81A7C}"/>
              </a:ext>
            </a:extLst>
          </p:cNvPr>
          <p:cNvSpPr txBox="1"/>
          <p:nvPr/>
        </p:nvSpPr>
        <p:spPr>
          <a:xfrm>
            <a:off x="-1" y="3105535"/>
            <a:ext cx="9144000" cy="830997"/>
          </a:xfrm>
          <a:prstGeom prst="rect">
            <a:avLst/>
          </a:prstGeom>
          <a:noFill/>
        </p:spPr>
        <p:txBody>
          <a:bodyPr wrap="square">
            <a:spAutoFit/>
          </a:bodyPr>
          <a:lstStyle/>
          <a:p>
            <a:pPr marL="226695" marR="516255" lvl="1" algn="just">
              <a:spcAft>
                <a:spcPts val="800"/>
              </a:spcAft>
            </a:pP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Triển</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khai</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chứng</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thực</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chéo</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giữa</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hai</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hệ</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thống</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PKI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này</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bằng</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cách</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trên</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mỗi</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hệ</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thống</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khởi</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tạo</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RootCA</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(Certification Authority: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Tổ</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chức</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chứng</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thực</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và</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khởi</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tạo</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các</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thực</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thể</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cuối</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sau</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đó</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tiến</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hành</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xác</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thực</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chéo</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lẫn</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nhau</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endParaRPr lang="en-US"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endParaRPr>
          </a:p>
        </p:txBody>
      </p:sp>
    </p:spTree>
    <p:extLst>
      <p:ext uri="{BB962C8B-B14F-4D97-AF65-F5344CB8AC3E}">
        <p14:creationId xmlns:p14="http://schemas.microsoft.com/office/powerpoint/2010/main" val="2647151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18FF9D01-373B-8AE5-12B3-450903F9EF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86BE1E-949D-883B-18BE-10364EEA6FC6}"/>
              </a:ext>
            </a:extLst>
          </p:cNvPr>
          <p:cNvSpPr>
            <a:spLocks noGrp="1"/>
          </p:cNvSpPr>
          <p:nvPr>
            <p:ph type="title"/>
          </p:nvPr>
        </p:nvSpPr>
        <p:spPr>
          <a:xfrm>
            <a:off x="1492457" y="4157773"/>
            <a:ext cx="6521554" cy="548042"/>
          </a:xfrm>
        </p:spPr>
        <p:txBody>
          <a:bodyPr/>
          <a:lstStyle/>
          <a:p>
            <a:pPr algn="ctr"/>
            <a:r>
              <a:rPr lang="en-US" sz="1800" b="1" dirty="0" err="1">
                <a:latin typeface="Segeo UI Light"/>
                <a:ea typeface="Segoe UI Black" panose="020B0A02040204020203" pitchFamily="34" charset="0"/>
              </a:rPr>
              <a:t>Hình</a:t>
            </a:r>
            <a:r>
              <a:rPr lang="en-US" sz="1800" b="1" dirty="0">
                <a:latin typeface="Segeo UI Light"/>
                <a:ea typeface="Segoe UI Black" panose="020B0A02040204020203" pitchFamily="34" charset="0"/>
              </a:rPr>
              <a:t> 4.1. </a:t>
            </a:r>
            <a:r>
              <a:rPr lang="en-US" sz="1800" b="1" dirty="0" err="1">
                <a:latin typeface="Segeo UI Light"/>
                <a:ea typeface="Segoe UI Black" panose="020B0A02040204020203" pitchFamily="34" charset="0"/>
              </a:rPr>
              <a:t>Mô</a:t>
            </a:r>
            <a:r>
              <a:rPr lang="en-US" sz="1800" b="1" dirty="0">
                <a:latin typeface="Segeo UI Light"/>
                <a:ea typeface="Segoe UI Black" panose="020B0A02040204020203" pitchFamily="34" charset="0"/>
              </a:rPr>
              <a:t> </a:t>
            </a:r>
            <a:r>
              <a:rPr lang="en-US" sz="1800" b="1" dirty="0" err="1">
                <a:latin typeface="Segeo UI Light"/>
                <a:ea typeface="Segoe UI Black" panose="020B0A02040204020203" pitchFamily="34" charset="0"/>
              </a:rPr>
              <a:t>hình</a:t>
            </a:r>
            <a:r>
              <a:rPr lang="en-US" sz="1800" b="1" dirty="0">
                <a:latin typeface="Segeo UI Light"/>
                <a:ea typeface="Segoe UI Black" panose="020B0A02040204020203" pitchFamily="34" charset="0"/>
              </a:rPr>
              <a:t> </a:t>
            </a:r>
            <a:r>
              <a:rPr lang="en-US" sz="1800" b="1" dirty="0" err="1">
                <a:latin typeface="Segeo UI Light"/>
                <a:ea typeface="Segoe UI Black" panose="020B0A02040204020203" pitchFamily="34" charset="0"/>
              </a:rPr>
              <a:t>triển</a:t>
            </a:r>
            <a:r>
              <a:rPr lang="en-US" sz="1800" b="1" dirty="0">
                <a:latin typeface="Segeo UI Light"/>
                <a:ea typeface="Segoe UI Black" panose="020B0A02040204020203" pitchFamily="34" charset="0"/>
              </a:rPr>
              <a:t> </a:t>
            </a:r>
            <a:r>
              <a:rPr lang="en-US" sz="1800" b="1" dirty="0" err="1">
                <a:latin typeface="Segeo UI Light"/>
                <a:ea typeface="Segoe UI Black" panose="020B0A02040204020203" pitchFamily="34" charset="0"/>
              </a:rPr>
              <a:t>khai</a:t>
            </a:r>
            <a:r>
              <a:rPr lang="en-US" sz="1800" b="1" dirty="0">
                <a:latin typeface="Segeo UI Light"/>
                <a:ea typeface="Segoe UI Black" panose="020B0A02040204020203" pitchFamily="34" charset="0"/>
              </a:rPr>
              <a:t> </a:t>
            </a:r>
            <a:endParaRPr lang="en-US" sz="1800" dirty="0">
              <a:latin typeface="Segeo UI Light"/>
              <a:ea typeface="Segoe UI Black" panose="020B0A02040204020203" pitchFamily="34" charset="0"/>
            </a:endParaRPr>
          </a:p>
        </p:txBody>
      </p:sp>
      <p:pic>
        <p:nvPicPr>
          <p:cNvPr id="6" name="Picture 5" descr="A diagram of a computer network&#10;&#10;AI-generated content may be incorrect.">
            <a:extLst>
              <a:ext uri="{FF2B5EF4-FFF2-40B4-BE49-F238E27FC236}">
                <a16:creationId xmlns:a16="http://schemas.microsoft.com/office/drawing/2014/main" id="{7E84E8E0-F87B-362E-0E5C-3F38CD1408A3}"/>
              </a:ext>
            </a:extLst>
          </p:cNvPr>
          <p:cNvPicPr/>
          <p:nvPr/>
        </p:nvPicPr>
        <p:blipFill>
          <a:blip r:embed="rId3"/>
          <a:stretch>
            <a:fillRect/>
          </a:stretch>
        </p:blipFill>
        <p:spPr>
          <a:xfrm>
            <a:off x="1492457" y="437685"/>
            <a:ext cx="6837610" cy="3651297"/>
          </a:xfrm>
          <a:prstGeom prst="rect">
            <a:avLst/>
          </a:prstGeom>
        </p:spPr>
      </p:pic>
    </p:spTree>
    <p:extLst>
      <p:ext uri="{BB962C8B-B14F-4D97-AF65-F5344CB8AC3E}">
        <p14:creationId xmlns:p14="http://schemas.microsoft.com/office/powerpoint/2010/main" val="3525564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C266BC10-B496-4A0B-EBB7-7FF719945A04}"/>
            </a:ext>
          </a:extLst>
        </p:cNvPr>
        <p:cNvGrpSpPr/>
        <p:nvPr/>
      </p:nvGrpSpPr>
      <p:grpSpPr>
        <a:xfrm>
          <a:off x="0" y="0"/>
          <a:ext cx="0" cy="0"/>
          <a:chOff x="0" y="0"/>
          <a:chExt cx="0" cy="0"/>
        </a:xfrm>
      </p:grpSpPr>
      <p:sp>
        <p:nvSpPr>
          <p:cNvPr id="529" name="Google Shape;529;p34">
            <a:extLst>
              <a:ext uri="{FF2B5EF4-FFF2-40B4-BE49-F238E27FC236}">
                <a16:creationId xmlns:a16="http://schemas.microsoft.com/office/drawing/2014/main" id="{C3945786-E1D3-ADEE-D58B-E32B136DA208}"/>
              </a:ext>
            </a:extLst>
          </p:cNvPr>
          <p:cNvSpPr txBox="1">
            <a:spLocks noGrp="1"/>
          </p:cNvSpPr>
          <p:nvPr>
            <p:ph type="title"/>
          </p:nvPr>
        </p:nvSpPr>
        <p:spPr>
          <a:xfrm>
            <a:off x="118945" y="260097"/>
            <a:ext cx="8906107" cy="622369"/>
          </a:xfrm>
          <a:prstGeom prst="rect">
            <a:avLst/>
          </a:prstGeom>
        </p:spPr>
        <p:txBody>
          <a:bodyPr spcFirstLastPara="1" wrap="square" lIns="91425" tIns="91425" rIns="91425" bIns="91425" anchor="ctr" anchorCtr="0">
            <a:noAutofit/>
          </a:bodyPr>
          <a:lstStyle/>
          <a:p>
            <a:r>
              <a:rPr lang="en-US" sz="3200" b="1" dirty="0">
                <a:latin typeface="Segoe UI Black" panose="020B0A02040204020203" pitchFamily="34" charset="0"/>
                <a:ea typeface="Segoe UI Black" panose="020B0A02040204020203" pitchFamily="34" charset="0"/>
              </a:rPr>
              <a:t>4.2. </a:t>
            </a:r>
            <a:r>
              <a:rPr lang="en-US" sz="3200" b="1" dirty="0" err="1">
                <a:latin typeface="Segoe UI Black" panose="020B0A02040204020203" pitchFamily="34" charset="0"/>
                <a:ea typeface="Segoe UI Black" panose="020B0A02040204020203" pitchFamily="34" charset="0"/>
              </a:rPr>
              <a:t>Ứng</a:t>
            </a:r>
            <a:r>
              <a:rPr lang="en-US" sz="3200" b="1" dirty="0">
                <a:latin typeface="Segoe UI Black" panose="020B0A02040204020203" pitchFamily="34" charset="0"/>
                <a:ea typeface="Segoe UI Black" panose="020B0A02040204020203" pitchFamily="34" charset="0"/>
              </a:rPr>
              <a:t> </a:t>
            </a:r>
            <a:r>
              <a:rPr lang="en-US" sz="3200" b="1" dirty="0" err="1">
                <a:latin typeface="Segoe UI Black" panose="020B0A02040204020203" pitchFamily="34" charset="0"/>
                <a:ea typeface="Segoe UI Black" panose="020B0A02040204020203" pitchFamily="34" charset="0"/>
              </a:rPr>
              <a:t>dụng</a:t>
            </a:r>
            <a:r>
              <a:rPr lang="en-US" sz="3200" b="1" dirty="0">
                <a:latin typeface="Segoe UI Black" panose="020B0A02040204020203" pitchFamily="34" charset="0"/>
                <a:ea typeface="Segoe UI Black" panose="020B0A02040204020203" pitchFamily="34" charset="0"/>
              </a:rPr>
              <a:t> </a:t>
            </a:r>
            <a:r>
              <a:rPr lang="en-US" sz="3200" b="1" dirty="0" err="1">
                <a:latin typeface="Segoe UI Black" panose="020B0A02040204020203" pitchFamily="34" charset="0"/>
                <a:ea typeface="Segoe UI Black" panose="020B0A02040204020203" pitchFamily="34" charset="0"/>
              </a:rPr>
              <a:t>chứng</a:t>
            </a:r>
            <a:r>
              <a:rPr lang="en-US" sz="3200" b="1" dirty="0">
                <a:latin typeface="Segoe UI Black" panose="020B0A02040204020203" pitchFamily="34" charset="0"/>
                <a:ea typeface="Segoe UI Black" panose="020B0A02040204020203" pitchFamily="34" charset="0"/>
              </a:rPr>
              <a:t> </a:t>
            </a:r>
            <a:r>
              <a:rPr lang="en-US" sz="3200" b="1" dirty="0" err="1">
                <a:latin typeface="Segoe UI Black" panose="020B0A02040204020203" pitchFamily="34" charset="0"/>
                <a:ea typeface="Segoe UI Black" panose="020B0A02040204020203" pitchFamily="34" charset="0"/>
              </a:rPr>
              <a:t>thực</a:t>
            </a:r>
            <a:r>
              <a:rPr lang="en-US" sz="3200" b="1" dirty="0">
                <a:latin typeface="Segoe UI Black" panose="020B0A02040204020203" pitchFamily="34" charset="0"/>
                <a:ea typeface="Segoe UI Black" panose="020B0A02040204020203" pitchFamily="34" charset="0"/>
              </a:rPr>
              <a:t> </a:t>
            </a:r>
            <a:r>
              <a:rPr lang="en-US" sz="3200" b="1" dirty="0" err="1">
                <a:latin typeface="Segoe UI Black" panose="020B0A02040204020203" pitchFamily="34" charset="0"/>
                <a:ea typeface="Segoe UI Black" panose="020B0A02040204020203" pitchFamily="34" charset="0"/>
              </a:rPr>
              <a:t>chéo</a:t>
            </a:r>
            <a:r>
              <a:rPr lang="en-US" sz="3200" b="1" dirty="0">
                <a:latin typeface="Segoe UI Black" panose="020B0A02040204020203" pitchFamily="34" charset="0"/>
                <a:ea typeface="Segoe UI Black" panose="020B0A02040204020203" pitchFamily="34" charset="0"/>
              </a:rPr>
              <a:t> </a:t>
            </a:r>
            <a:r>
              <a:rPr lang="en-US" sz="3200" b="1" dirty="0" err="1">
                <a:latin typeface="Segoe UI Black" panose="020B0A02040204020203" pitchFamily="34" charset="0"/>
                <a:ea typeface="Segoe UI Black" panose="020B0A02040204020203" pitchFamily="34" charset="0"/>
              </a:rPr>
              <a:t>trên</a:t>
            </a:r>
            <a:r>
              <a:rPr lang="en-US" sz="3200" b="1" dirty="0">
                <a:latin typeface="Segoe UI Black" panose="020B0A02040204020203" pitchFamily="34" charset="0"/>
                <a:ea typeface="Segoe UI Black" panose="020B0A02040204020203" pitchFamily="34" charset="0"/>
              </a:rPr>
              <a:t> EJBCA </a:t>
            </a:r>
            <a:endParaRPr lang="en-US" sz="3200" dirty="0">
              <a:latin typeface="Segoe UI Black" panose="020B0A02040204020203" pitchFamily="34" charset="0"/>
              <a:ea typeface="Segoe UI Black" panose="020B0A02040204020203" pitchFamily="34" charset="0"/>
            </a:endParaRPr>
          </a:p>
        </p:txBody>
      </p:sp>
      <p:sp>
        <p:nvSpPr>
          <p:cNvPr id="4" name="TextBox 3">
            <a:extLst>
              <a:ext uri="{FF2B5EF4-FFF2-40B4-BE49-F238E27FC236}">
                <a16:creationId xmlns:a16="http://schemas.microsoft.com/office/drawing/2014/main" id="{D5CBCDED-E76B-168F-07E4-217210CDBDB1}"/>
              </a:ext>
            </a:extLst>
          </p:cNvPr>
          <p:cNvSpPr txBox="1"/>
          <p:nvPr/>
        </p:nvSpPr>
        <p:spPr>
          <a:xfrm>
            <a:off x="118945" y="943320"/>
            <a:ext cx="7984275" cy="687368"/>
          </a:xfrm>
          <a:prstGeom prst="rect">
            <a:avLst/>
          </a:prstGeom>
          <a:noFill/>
        </p:spPr>
        <p:txBody>
          <a:bodyPr wrap="square">
            <a:spAutoFit/>
          </a:bodyPr>
          <a:lstStyle/>
          <a:p>
            <a:pPr marL="226695" marR="516255" algn="just">
              <a:spcAft>
                <a:spcPts val="800"/>
              </a:spcAft>
              <a:buNone/>
            </a:pP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Triển</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khai</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chứng</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thực</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chéo</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ngang</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hàng</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trên</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phần</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mềm</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nguồn</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mở</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EJBCA. </a:t>
            </a:r>
          </a:p>
          <a:p>
            <a:pPr marL="226695" marR="516255" algn="just">
              <a:spcAft>
                <a:spcPts val="160"/>
              </a:spcAft>
              <a:buNone/>
            </a:pP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Vào</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trang</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quản</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a:t>
            </a:r>
            <a:r>
              <a:rPr lang="en-US" sz="1600" kern="100" dirty="0" err="1">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trị</a:t>
            </a:r>
            <a:r>
              <a:rPr lang="en-US" sz="1600" kern="100" dirty="0">
                <a:solidFill>
                  <a:srgbClr val="002060"/>
                </a:solidFill>
                <a:effectLst/>
                <a:latin typeface="Segoe UI Light" panose="020B0502040204020203" pitchFamily="34" charset="0"/>
                <a:ea typeface="Arial" panose="020B0604020202020204" pitchFamily="34" charset="0"/>
                <a:cs typeface="Segoe UI Light" panose="020B0502040204020203" pitchFamily="34" charset="0"/>
              </a:rPr>
              <a:t> EJBCA. </a:t>
            </a:r>
          </a:p>
        </p:txBody>
      </p:sp>
      <p:pic>
        <p:nvPicPr>
          <p:cNvPr id="6" name="Picture 5" descr="A close-up of a computer screen&#10;&#10;AI-generated content may be incorrect.">
            <a:extLst>
              <a:ext uri="{FF2B5EF4-FFF2-40B4-BE49-F238E27FC236}">
                <a16:creationId xmlns:a16="http://schemas.microsoft.com/office/drawing/2014/main" id="{76486387-A496-B3EA-E00E-E57D0C5EA1E0}"/>
              </a:ext>
            </a:extLst>
          </p:cNvPr>
          <p:cNvPicPr/>
          <p:nvPr/>
        </p:nvPicPr>
        <p:blipFill>
          <a:blip r:embed="rId3"/>
          <a:stretch>
            <a:fillRect/>
          </a:stretch>
        </p:blipFill>
        <p:spPr>
          <a:xfrm>
            <a:off x="3008041" y="1371874"/>
            <a:ext cx="5920369" cy="3085171"/>
          </a:xfrm>
          <a:prstGeom prst="rect">
            <a:avLst/>
          </a:prstGeom>
        </p:spPr>
      </p:pic>
      <p:sp>
        <p:nvSpPr>
          <p:cNvPr id="8" name="TextBox 7">
            <a:extLst>
              <a:ext uri="{FF2B5EF4-FFF2-40B4-BE49-F238E27FC236}">
                <a16:creationId xmlns:a16="http://schemas.microsoft.com/office/drawing/2014/main" id="{0A418396-C4B0-3F91-60BA-F8A3B1D11289}"/>
              </a:ext>
            </a:extLst>
          </p:cNvPr>
          <p:cNvSpPr txBox="1"/>
          <p:nvPr/>
        </p:nvSpPr>
        <p:spPr>
          <a:xfrm>
            <a:off x="1964474" y="4607899"/>
            <a:ext cx="6562492" cy="338554"/>
          </a:xfrm>
          <a:prstGeom prst="rect">
            <a:avLst/>
          </a:prstGeom>
          <a:noFill/>
        </p:spPr>
        <p:txBody>
          <a:bodyPr wrap="square">
            <a:spAutoFit/>
          </a:bodyPr>
          <a:lstStyle/>
          <a:p>
            <a:pPr marL="459105" marR="1599565" algn="ctr">
              <a:spcAft>
                <a:spcPts val="800"/>
              </a:spcAft>
              <a:buNone/>
            </a:pP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Hình</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4.2. Trang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quản</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trị</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EJBCA</a:t>
            </a:r>
            <a:endParaRPr lang="en-US" kern="100" dirty="0">
              <a:solidFill>
                <a:srgbClr val="002060"/>
              </a:solidFill>
              <a:effectLst/>
              <a:latin typeface="Segeo UI Light"/>
              <a:ea typeface="Segoe UI Black" panose="020B0A02040204020203" pitchFamily="34" charset="0"/>
              <a:cs typeface="Times New Roman" panose="02020603050405020304" pitchFamily="18" charset="0"/>
            </a:endParaRPr>
          </a:p>
        </p:txBody>
      </p:sp>
    </p:spTree>
    <p:extLst>
      <p:ext uri="{BB962C8B-B14F-4D97-AF65-F5344CB8AC3E}">
        <p14:creationId xmlns:p14="http://schemas.microsoft.com/office/powerpoint/2010/main" val="33129279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2E528E69-8DF3-FA46-FDBB-12CD789C6A03}"/>
            </a:ext>
          </a:extLst>
        </p:cNvPr>
        <p:cNvGrpSpPr/>
        <p:nvPr/>
      </p:nvGrpSpPr>
      <p:grpSpPr>
        <a:xfrm>
          <a:off x="0" y="0"/>
          <a:ext cx="0" cy="0"/>
          <a:chOff x="0" y="0"/>
          <a:chExt cx="0" cy="0"/>
        </a:xfrm>
      </p:grpSpPr>
      <p:sp>
        <p:nvSpPr>
          <p:cNvPr id="529" name="Google Shape;529;p34">
            <a:extLst>
              <a:ext uri="{FF2B5EF4-FFF2-40B4-BE49-F238E27FC236}">
                <a16:creationId xmlns:a16="http://schemas.microsoft.com/office/drawing/2014/main" id="{DB532B96-5E96-5458-8FC1-0E11741E3C82}"/>
              </a:ext>
            </a:extLst>
          </p:cNvPr>
          <p:cNvSpPr txBox="1">
            <a:spLocks noGrp="1"/>
          </p:cNvSpPr>
          <p:nvPr>
            <p:ph type="title"/>
          </p:nvPr>
        </p:nvSpPr>
        <p:spPr>
          <a:xfrm>
            <a:off x="160793" y="143731"/>
            <a:ext cx="8822412" cy="830525"/>
          </a:xfrm>
          <a:prstGeom prst="rect">
            <a:avLst/>
          </a:prstGeom>
        </p:spPr>
        <p:txBody>
          <a:bodyPr spcFirstLastPara="1" wrap="square" lIns="91425" tIns="91425" rIns="91425" bIns="91425" anchor="ctr" anchorCtr="0">
            <a:noAutofit/>
          </a:bodyPr>
          <a:lstStyle/>
          <a:p>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Tạo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hai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RootCA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là</a:t>
            </a:r>
            <a:r>
              <a:rPr lang="en-US" sz="1600" dirty="0">
                <a:latin typeface="Segoe UI Light" panose="020B0502040204020203" pitchFamily="34" charset="0"/>
                <a:cs typeface="Segoe UI Light" panose="020B0502040204020203" pitchFamily="34" charset="0"/>
              </a:rPr>
              <a:t> RootCA1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RootCA2. </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Trên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trang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quản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trị</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chọn</a:t>
            </a:r>
            <a:r>
              <a:rPr lang="en-US" sz="1600" dirty="0">
                <a:latin typeface="Segoe UI Light" panose="020B0502040204020203" pitchFamily="34" charset="0"/>
                <a:cs typeface="Segoe UI Light" panose="020B0502040204020203" pitchFamily="34" charset="0"/>
              </a:rPr>
              <a:t> Certification Authorities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tạo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RootCA</a:t>
            </a:r>
            <a:r>
              <a:rPr lang="en-US" sz="1600" dirty="0">
                <a:latin typeface="Segoe UI Light" panose="020B0502040204020203" pitchFamily="34" charset="0"/>
                <a:cs typeface="Segoe UI Light" panose="020B0502040204020203" pitchFamily="34" charset="0"/>
              </a:rPr>
              <a:t>: </a:t>
            </a:r>
          </a:p>
        </p:txBody>
      </p:sp>
      <p:pic>
        <p:nvPicPr>
          <p:cNvPr id="2" name="Picture 1" descr="A screenshot of a computer&#10;&#10;AI-generated content may be incorrect.">
            <a:extLst>
              <a:ext uri="{FF2B5EF4-FFF2-40B4-BE49-F238E27FC236}">
                <a16:creationId xmlns:a16="http://schemas.microsoft.com/office/drawing/2014/main" id="{DE1A164B-DADB-CE89-8E22-944D43956718}"/>
              </a:ext>
            </a:extLst>
          </p:cNvPr>
          <p:cNvPicPr/>
          <p:nvPr/>
        </p:nvPicPr>
        <p:blipFill>
          <a:blip r:embed="rId3"/>
          <a:stretch>
            <a:fillRect/>
          </a:stretch>
        </p:blipFill>
        <p:spPr>
          <a:xfrm>
            <a:off x="1336314" y="1063083"/>
            <a:ext cx="6471371" cy="3462655"/>
          </a:xfrm>
          <a:prstGeom prst="rect">
            <a:avLst/>
          </a:prstGeom>
        </p:spPr>
      </p:pic>
      <p:sp>
        <p:nvSpPr>
          <p:cNvPr id="6" name="TextBox 5">
            <a:extLst>
              <a:ext uri="{FF2B5EF4-FFF2-40B4-BE49-F238E27FC236}">
                <a16:creationId xmlns:a16="http://schemas.microsoft.com/office/drawing/2014/main" id="{4F4B273F-37C7-DE46-9914-70D8E86FA86A}"/>
              </a:ext>
            </a:extLst>
          </p:cNvPr>
          <p:cNvSpPr txBox="1"/>
          <p:nvPr/>
        </p:nvSpPr>
        <p:spPr>
          <a:xfrm>
            <a:off x="1269407" y="4679489"/>
            <a:ext cx="5521686" cy="358816"/>
          </a:xfrm>
          <a:prstGeom prst="rect">
            <a:avLst/>
          </a:prstGeom>
          <a:noFill/>
        </p:spPr>
        <p:txBody>
          <a:bodyPr wrap="square">
            <a:spAutoFit/>
          </a:bodyPr>
          <a:lstStyle/>
          <a:p>
            <a:pPr marL="1371600" marR="59690" indent="457200">
              <a:lnSpc>
                <a:spcPct val="115000"/>
              </a:lnSpc>
              <a:spcBef>
                <a:spcPts val="1800"/>
              </a:spcBef>
              <a:spcAft>
                <a:spcPts val="400"/>
              </a:spcAft>
              <a:buNone/>
            </a:pP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Hình</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4.3.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Tạo</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các</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RootCA</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endParaRPr lang="en-US" sz="2800" b="1" kern="100" dirty="0">
              <a:solidFill>
                <a:srgbClr val="002060"/>
              </a:solidFill>
              <a:effectLst/>
              <a:latin typeface="Segeo UI Light"/>
              <a:ea typeface="Segoe UI Black" panose="020B0A02040204020203" pitchFamily="34" charset="0"/>
              <a:cs typeface="Times New Roman" panose="02020603050405020304" pitchFamily="18" charset="0"/>
            </a:endParaRPr>
          </a:p>
        </p:txBody>
      </p:sp>
    </p:spTree>
    <p:extLst>
      <p:ext uri="{BB962C8B-B14F-4D97-AF65-F5344CB8AC3E}">
        <p14:creationId xmlns:p14="http://schemas.microsoft.com/office/powerpoint/2010/main" val="710898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D0BE8BA6-6FCE-73C8-5F35-25E936D6E949}"/>
            </a:ext>
          </a:extLst>
        </p:cNvPr>
        <p:cNvGrpSpPr/>
        <p:nvPr/>
      </p:nvGrpSpPr>
      <p:grpSpPr>
        <a:xfrm>
          <a:off x="0" y="0"/>
          <a:ext cx="0" cy="0"/>
          <a:chOff x="0" y="0"/>
          <a:chExt cx="0" cy="0"/>
        </a:xfrm>
      </p:grpSpPr>
      <p:sp>
        <p:nvSpPr>
          <p:cNvPr id="529" name="Google Shape;529;p34">
            <a:extLst>
              <a:ext uri="{FF2B5EF4-FFF2-40B4-BE49-F238E27FC236}">
                <a16:creationId xmlns:a16="http://schemas.microsoft.com/office/drawing/2014/main" id="{6381DAC0-FC91-2F0B-BEB0-89AC9AD734FD}"/>
              </a:ext>
            </a:extLst>
          </p:cNvPr>
          <p:cNvSpPr txBox="1">
            <a:spLocks noGrp="1"/>
          </p:cNvSpPr>
          <p:nvPr>
            <p:ph type="title"/>
          </p:nvPr>
        </p:nvSpPr>
        <p:spPr>
          <a:xfrm>
            <a:off x="160793" y="78807"/>
            <a:ext cx="8822412" cy="830525"/>
          </a:xfrm>
          <a:prstGeom prst="rect">
            <a:avLst/>
          </a:prstGeom>
        </p:spPr>
        <p:txBody>
          <a:bodyPr spcFirstLastPara="1" wrap="square" lIns="91425" tIns="91425" rIns="91425" bIns="91425" anchor="ctr" anchorCtr="0">
            <a:noAutofit/>
          </a:bodyPr>
          <a:lstStyle/>
          <a:p>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Tạo</a:t>
            </a:r>
            <a:r>
              <a:rPr lang="en-US" sz="1600" dirty="0">
                <a:latin typeface="Segoe UI Light" panose="020B0502040204020203" pitchFamily="34" charset="0"/>
                <a:cs typeface="Segoe UI Light" panose="020B0502040204020203" pitchFamily="34" charset="0"/>
              </a:rPr>
              <a:t> RootCA1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RootCA2 </a:t>
            </a:r>
            <a:r>
              <a:rPr lang="en-US" sz="1600" dirty="0" err="1">
                <a:latin typeface="Segoe UI Light" panose="020B0502040204020203" pitchFamily="34" charset="0"/>
                <a:cs typeface="Segoe UI Light" panose="020B0502040204020203" pitchFamily="34" charset="0"/>
              </a:rPr>
              <a:t>bằng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cách</a:t>
            </a:r>
            <a:r>
              <a:rPr lang="en-US" sz="1600" dirty="0">
                <a:latin typeface="Segoe UI Light" panose="020B0502040204020203" pitchFamily="34" charset="0"/>
                <a:cs typeface="Segoe UI Light" panose="020B0502040204020203" pitchFamily="34" charset="0"/>
              </a:rPr>
              <a:t> Add CA </a:t>
            </a:r>
          </a:p>
        </p:txBody>
      </p:sp>
      <p:pic>
        <p:nvPicPr>
          <p:cNvPr id="3" name="Picture 2" descr="A screenshot of a computer&#10;&#10;AI-generated content may be incorrect.">
            <a:extLst>
              <a:ext uri="{FF2B5EF4-FFF2-40B4-BE49-F238E27FC236}">
                <a16:creationId xmlns:a16="http://schemas.microsoft.com/office/drawing/2014/main" id="{39F4AB58-1498-2428-10F8-1EA080A3B8C4}"/>
              </a:ext>
            </a:extLst>
          </p:cNvPr>
          <p:cNvPicPr/>
          <p:nvPr/>
        </p:nvPicPr>
        <p:blipFill>
          <a:blip r:embed="rId3"/>
          <a:stretch>
            <a:fillRect/>
          </a:stretch>
        </p:blipFill>
        <p:spPr>
          <a:xfrm>
            <a:off x="233747" y="819689"/>
            <a:ext cx="6017569" cy="3381684"/>
          </a:xfrm>
          <a:prstGeom prst="rect">
            <a:avLst/>
          </a:prstGeom>
        </p:spPr>
      </p:pic>
      <p:sp>
        <p:nvSpPr>
          <p:cNvPr id="5" name="TextBox 4">
            <a:extLst>
              <a:ext uri="{FF2B5EF4-FFF2-40B4-BE49-F238E27FC236}">
                <a16:creationId xmlns:a16="http://schemas.microsoft.com/office/drawing/2014/main" id="{72B19EE4-0FE5-7F7C-41B8-A35538E83071}"/>
              </a:ext>
            </a:extLst>
          </p:cNvPr>
          <p:cNvSpPr txBox="1"/>
          <p:nvPr/>
        </p:nvSpPr>
        <p:spPr>
          <a:xfrm>
            <a:off x="160793" y="4449031"/>
            <a:ext cx="5564086" cy="358816"/>
          </a:xfrm>
          <a:prstGeom prst="rect">
            <a:avLst/>
          </a:prstGeom>
          <a:noFill/>
        </p:spPr>
        <p:txBody>
          <a:bodyPr wrap="square">
            <a:spAutoFit/>
          </a:bodyPr>
          <a:lstStyle/>
          <a:p>
            <a:pPr marL="0" marR="59055" indent="449580">
              <a:lnSpc>
                <a:spcPct val="115000"/>
              </a:lnSpc>
              <a:spcBef>
                <a:spcPts val="1800"/>
              </a:spcBef>
              <a:spcAft>
                <a:spcPts val="400"/>
              </a:spcAft>
              <a:buNone/>
            </a:pP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Hình</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4.4.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Điền</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thông</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tin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cơ</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bản</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cho</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một</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RootCA</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endParaRPr lang="en-US" sz="2800" b="1" kern="100" dirty="0">
              <a:solidFill>
                <a:srgbClr val="002060"/>
              </a:solidFill>
              <a:effectLst/>
              <a:latin typeface="Segeo UI Light"/>
              <a:ea typeface="Segoe UI Black" panose="020B0A02040204020203" pitchFamily="34" charset="0"/>
              <a:cs typeface="Times New Roman" panose="02020603050405020304" pitchFamily="18" charset="0"/>
            </a:endParaRPr>
          </a:p>
        </p:txBody>
      </p:sp>
      <p:grpSp>
        <p:nvGrpSpPr>
          <p:cNvPr id="7" name="Google Shape;531;p34">
            <a:extLst>
              <a:ext uri="{FF2B5EF4-FFF2-40B4-BE49-F238E27FC236}">
                <a16:creationId xmlns:a16="http://schemas.microsoft.com/office/drawing/2014/main" id="{B465A3AD-EBF5-FBB7-C2D9-0A9383FFADD6}"/>
              </a:ext>
            </a:extLst>
          </p:cNvPr>
          <p:cNvGrpSpPr/>
          <p:nvPr/>
        </p:nvGrpSpPr>
        <p:grpSpPr>
          <a:xfrm>
            <a:off x="6992748" y="1007181"/>
            <a:ext cx="1524512" cy="3199926"/>
            <a:chOff x="5431588" y="1307171"/>
            <a:chExt cx="1423580" cy="2988072"/>
          </a:xfrm>
        </p:grpSpPr>
        <p:sp>
          <p:nvSpPr>
            <p:cNvPr id="8" name="Google Shape;532;p34">
              <a:extLst>
                <a:ext uri="{FF2B5EF4-FFF2-40B4-BE49-F238E27FC236}">
                  <a16:creationId xmlns:a16="http://schemas.microsoft.com/office/drawing/2014/main" id="{9CF92625-B2C9-A8EB-546B-5AE58BB05ACB}"/>
                </a:ext>
              </a:extLst>
            </p:cNvPr>
            <p:cNvSpPr/>
            <p:nvPr/>
          </p:nvSpPr>
          <p:spPr>
            <a:xfrm>
              <a:off x="5536047" y="1312545"/>
              <a:ext cx="1313785" cy="2977344"/>
            </a:xfrm>
            <a:custGeom>
              <a:avLst/>
              <a:gdLst/>
              <a:ahLst/>
              <a:cxnLst/>
              <a:rect l="l" t="t" r="r" b="b"/>
              <a:pathLst>
                <a:path w="68947" h="156250" extrusionOk="0">
                  <a:moveTo>
                    <a:pt x="145" y="0"/>
                  </a:moveTo>
                  <a:cubicBezTo>
                    <a:pt x="65" y="0"/>
                    <a:pt x="0" y="64"/>
                    <a:pt x="0" y="145"/>
                  </a:cubicBezTo>
                  <a:lnTo>
                    <a:pt x="0" y="156105"/>
                  </a:lnTo>
                  <a:cubicBezTo>
                    <a:pt x="0" y="156185"/>
                    <a:pt x="65" y="156249"/>
                    <a:pt x="145" y="156249"/>
                  </a:cubicBezTo>
                  <a:lnTo>
                    <a:pt x="63378" y="156249"/>
                  </a:lnTo>
                  <a:cubicBezTo>
                    <a:pt x="66452" y="156249"/>
                    <a:pt x="68946" y="153757"/>
                    <a:pt x="68946" y="150682"/>
                  </a:cubicBezTo>
                  <a:lnTo>
                    <a:pt x="68946" y="5305"/>
                  </a:lnTo>
                  <a:cubicBezTo>
                    <a:pt x="68946" y="2375"/>
                    <a:pt x="66570" y="0"/>
                    <a:pt x="636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3;p34">
              <a:extLst>
                <a:ext uri="{FF2B5EF4-FFF2-40B4-BE49-F238E27FC236}">
                  <a16:creationId xmlns:a16="http://schemas.microsoft.com/office/drawing/2014/main" id="{55677A02-0FEB-6784-04CD-5A8DB1F1C407}"/>
                </a:ext>
              </a:extLst>
            </p:cNvPr>
            <p:cNvSpPr/>
            <p:nvPr/>
          </p:nvSpPr>
          <p:spPr>
            <a:xfrm>
              <a:off x="5530674" y="1307171"/>
              <a:ext cx="1324494" cy="2988072"/>
            </a:xfrm>
            <a:custGeom>
              <a:avLst/>
              <a:gdLst/>
              <a:ahLst/>
              <a:cxnLst/>
              <a:rect l="l" t="t" r="r" b="b"/>
              <a:pathLst>
                <a:path w="69509" h="156813" extrusionOk="0">
                  <a:moveTo>
                    <a:pt x="64778" y="564"/>
                  </a:moveTo>
                  <a:cubicBezTo>
                    <a:pt x="67077" y="564"/>
                    <a:pt x="68947" y="2433"/>
                    <a:pt x="68947" y="4732"/>
                  </a:cubicBezTo>
                  <a:lnTo>
                    <a:pt x="68947" y="152083"/>
                  </a:lnTo>
                  <a:cubicBezTo>
                    <a:pt x="68947" y="154380"/>
                    <a:pt x="67077" y="156250"/>
                    <a:pt x="64778" y="156250"/>
                  </a:cubicBezTo>
                  <a:lnTo>
                    <a:pt x="4731" y="156250"/>
                  </a:lnTo>
                  <a:cubicBezTo>
                    <a:pt x="2432" y="156250"/>
                    <a:pt x="562" y="154380"/>
                    <a:pt x="562" y="152083"/>
                  </a:cubicBezTo>
                  <a:lnTo>
                    <a:pt x="562" y="4732"/>
                  </a:lnTo>
                  <a:cubicBezTo>
                    <a:pt x="562" y="2433"/>
                    <a:pt x="2432" y="564"/>
                    <a:pt x="4731" y="564"/>
                  </a:cubicBezTo>
                  <a:close/>
                  <a:moveTo>
                    <a:pt x="4731" y="1"/>
                  </a:moveTo>
                  <a:cubicBezTo>
                    <a:pt x="2123" y="1"/>
                    <a:pt x="1" y="2123"/>
                    <a:pt x="1" y="4732"/>
                  </a:cubicBezTo>
                  <a:lnTo>
                    <a:pt x="1" y="152083"/>
                  </a:lnTo>
                  <a:cubicBezTo>
                    <a:pt x="1" y="154691"/>
                    <a:pt x="2123" y="156813"/>
                    <a:pt x="4731" y="156813"/>
                  </a:cubicBezTo>
                  <a:lnTo>
                    <a:pt x="64778" y="156813"/>
                  </a:lnTo>
                  <a:cubicBezTo>
                    <a:pt x="67386" y="156813"/>
                    <a:pt x="69508" y="154691"/>
                    <a:pt x="69508" y="152083"/>
                  </a:cubicBezTo>
                  <a:lnTo>
                    <a:pt x="69508" y="4732"/>
                  </a:lnTo>
                  <a:cubicBezTo>
                    <a:pt x="69508" y="2123"/>
                    <a:pt x="67386"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34;p34">
              <a:extLst>
                <a:ext uri="{FF2B5EF4-FFF2-40B4-BE49-F238E27FC236}">
                  <a16:creationId xmlns:a16="http://schemas.microsoft.com/office/drawing/2014/main" id="{63680325-FF44-F7D5-0FB3-971E89145831}"/>
                </a:ext>
              </a:extLst>
            </p:cNvPr>
            <p:cNvSpPr/>
            <p:nvPr/>
          </p:nvSpPr>
          <p:spPr>
            <a:xfrm>
              <a:off x="6788418" y="1565043"/>
              <a:ext cx="35004" cy="268733"/>
            </a:xfrm>
            <a:custGeom>
              <a:avLst/>
              <a:gdLst/>
              <a:ahLst/>
              <a:cxnLst/>
              <a:rect l="l" t="t" r="r" b="b"/>
              <a:pathLst>
                <a:path w="1837" h="14103" extrusionOk="0">
                  <a:moveTo>
                    <a:pt x="919" y="1"/>
                  </a:moveTo>
                  <a:cubicBezTo>
                    <a:pt x="416" y="1"/>
                    <a:pt x="8" y="403"/>
                    <a:pt x="0" y="906"/>
                  </a:cubicBezTo>
                  <a:lnTo>
                    <a:pt x="0" y="13185"/>
                  </a:lnTo>
                  <a:cubicBezTo>
                    <a:pt x="0" y="13691"/>
                    <a:pt x="412" y="14103"/>
                    <a:pt x="919" y="14103"/>
                  </a:cubicBezTo>
                  <a:cubicBezTo>
                    <a:pt x="1425" y="14103"/>
                    <a:pt x="1837" y="13691"/>
                    <a:pt x="1837" y="13184"/>
                  </a:cubicBezTo>
                  <a:lnTo>
                    <a:pt x="1837" y="906"/>
                  </a:lnTo>
                  <a:cubicBezTo>
                    <a:pt x="1829" y="403"/>
                    <a:pt x="1421" y="1"/>
                    <a:pt x="9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35;p34">
              <a:extLst>
                <a:ext uri="{FF2B5EF4-FFF2-40B4-BE49-F238E27FC236}">
                  <a16:creationId xmlns:a16="http://schemas.microsoft.com/office/drawing/2014/main" id="{78FAFFC7-0B40-A1EF-B495-E4027CFCEF46}"/>
                </a:ext>
              </a:extLst>
            </p:cNvPr>
            <p:cNvSpPr/>
            <p:nvPr/>
          </p:nvSpPr>
          <p:spPr>
            <a:xfrm>
              <a:off x="6788418" y="1885033"/>
              <a:ext cx="35004" cy="165512"/>
            </a:xfrm>
            <a:custGeom>
              <a:avLst/>
              <a:gdLst/>
              <a:ahLst/>
              <a:cxnLst/>
              <a:rect l="l" t="t" r="r" b="b"/>
              <a:pathLst>
                <a:path w="1837" h="8686" extrusionOk="0">
                  <a:moveTo>
                    <a:pt x="919" y="0"/>
                  </a:moveTo>
                  <a:cubicBezTo>
                    <a:pt x="416" y="0"/>
                    <a:pt x="8" y="403"/>
                    <a:pt x="0" y="906"/>
                  </a:cubicBezTo>
                  <a:lnTo>
                    <a:pt x="0" y="7767"/>
                  </a:lnTo>
                  <a:cubicBezTo>
                    <a:pt x="0" y="8274"/>
                    <a:pt x="412" y="8686"/>
                    <a:pt x="919" y="8686"/>
                  </a:cubicBezTo>
                  <a:cubicBezTo>
                    <a:pt x="1425" y="8684"/>
                    <a:pt x="1837" y="8274"/>
                    <a:pt x="1837" y="7767"/>
                  </a:cubicBezTo>
                  <a:lnTo>
                    <a:pt x="1837" y="906"/>
                  </a:lnTo>
                  <a:cubicBezTo>
                    <a:pt x="1829" y="403"/>
                    <a:pt x="1421" y="0"/>
                    <a:pt x="9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36;p34">
              <a:extLst>
                <a:ext uri="{FF2B5EF4-FFF2-40B4-BE49-F238E27FC236}">
                  <a16:creationId xmlns:a16="http://schemas.microsoft.com/office/drawing/2014/main" id="{5B8ACE65-9484-66C4-38E8-2334DE7B5B8E}"/>
                </a:ext>
              </a:extLst>
            </p:cNvPr>
            <p:cNvSpPr/>
            <p:nvPr/>
          </p:nvSpPr>
          <p:spPr>
            <a:xfrm>
              <a:off x="5436923" y="1312545"/>
              <a:ext cx="1313766" cy="2977344"/>
            </a:xfrm>
            <a:custGeom>
              <a:avLst/>
              <a:gdLst/>
              <a:ahLst/>
              <a:cxnLst/>
              <a:rect l="l" t="t" r="r" b="b"/>
              <a:pathLst>
                <a:path w="68946" h="156250" extrusionOk="0">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37;p34">
              <a:extLst>
                <a:ext uri="{FF2B5EF4-FFF2-40B4-BE49-F238E27FC236}">
                  <a16:creationId xmlns:a16="http://schemas.microsoft.com/office/drawing/2014/main" id="{4882FB73-9862-C580-A22F-6D665052925D}"/>
                </a:ext>
              </a:extLst>
            </p:cNvPr>
            <p:cNvSpPr/>
            <p:nvPr/>
          </p:nvSpPr>
          <p:spPr>
            <a:xfrm>
              <a:off x="5431588" y="1307171"/>
              <a:ext cx="1324475" cy="2988072"/>
            </a:xfrm>
            <a:custGeom>
              <a:avLst/>
              <a:gdLst/>
              <a:ahLst/>
              <a:cxnLst/>
              <a:rect l="l" t="t" r="r" b="b"/>
              <a:pathLst>
                <a:path w="69508" h="156813" extrusionOk="0">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38;p34">
              <a:extLst>
                <a:ext uri="{FF2B5EF4-FFF2-40B4-BE49-F238E27FC236}">
                  <a16:creationId xmlns:a16="http://schemas.microsoft.com/office/drawing/2014/main" id="{61E91367-DFCD-36DF-B83B-372FB81084C7}"/>
                </a:ext>
              </a:extLst>
            </p:cNvPr>
            <p:cNvSpPr/>
            <p:nvPr/>
          </p:nvSpPr>
          <p:spPr>
            <a:xfrm>
              <a:off x="5524405" y="1510774"/>
              <a:ext cx="1138841" cy="2553675"/>
            </a:xfrm>
            <a:custGeom>
              <a:avLst/>
              <a:gdLst/>
              <a:ahLst/>
              <a:cxnLst/>
              <a:rect l="l" t="t" r="r" b="b"/>
              <a:pathLst>
                <a:path w="59766" h="134016" extrusionOk="0">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39;p34">
              <a:extLst>
                <a:ext uri="{FF2B5EF4-FFF2-40B4-BE49-F238E27FC236}">
                  <a16:creationId xmlns:a16="http://schemas.microsoft.com/office/drawing/2014/main" id="{F4418A56-1F0F-448C-A18B-04F8483706DC}"/>
                </a:ext>
              </a:extLst>
            </p:cNvPr>
            <p:cNvSpPr/>
            <p:nvPr/>
          </p:nvSpPr>
          <p:spPr>
            <a:xfrm>
              <a:off x="5908897" y="1413079"/>
              <a:ext cx="334834" cy="32146"/>
            </a:xfrm>
            <a:custGeom>
              <a:avLst/>
              <a:gdLst/>
              <a:ahLst/>
              <a:cxnLst/>
              <a:rect l="l" t="t" r="r" b="b"/>
              <a:pathLst>
                <a:path w="17572" h="1687" extrusionOk="0">
                  <a:moveTo>
                    <a:pt x="831" y="1"/>
                  </a:moveTo>
                  <a:cubicBezTo>
                    <a:pt x="371" y="8"/>
                    <a:pt x="0" y="383"/>
                    <a:pt x="0" y="844"/>
                  </a:cubicBezTo>
                  <a:cubicBezTo>
                    <a:pt x="0" y="1305"/>
                    <a:pt x="371" y="1680"/>
                    <a:pt x="831" y="1687"/>
                  </a:cubicBezTo>
                  <a:lnTo>
                    <a:pt x="16742" y="1687"/>
                  </a:lnTo>
                  <a:cubicBezTo>
                    <a:pt x="17203" y="1680"/>
                    <a:pt x="17572" y="1305"/>
                    <a:pt x="17572" y="844"/>
                  </a:cubicBezTo>
                  <a:cubicBezTo>
                    <a:pt x="17572" y="383"/>
                    <a:pt x="17203" y="8"/>
                    <a:pt x="167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40;p34">
              <a:extLst>
                <a:ext uri="{FF2B5EF4-FFF2-40B4-BE49-F238E27FC236}">
                  <a16:creationId xmlns:a16="http://schemas.microsoft.com/office/drawing/2014/main" id="{838FF328-EF08-F09A-0D5E-13959F690D6D}"/>
                </a:ext>
              </a:extLst>
            </p:cNvPr>
            <p:cNvSpPr/>
            <p:nvPr/>
          </p:nvSpPr>
          <p:spPr>
            <a:xfrm>
              <a:off x="5994701" y="4116888"/>
              <a:ext cx="58308" cy="75839"/>
            </a:xfrm>
            <a:custGeom>
              <a:avLst/>
              <a:gdLst/>
              <a:ahLst/>
              <a:cxnLst/>
              <a:rect l="l" t="t" r="r" b="b"/>
              <a:pathLst>
                <a:path w="3060" h="3980" extrusionOk="0">
                  <a:moveTo>
                    <a:pt x="1531" y="1"/>
                  </a:moveTo>
                  <a:cubicBezTo>
                    <a:pt x="685" y="1"/>
                    <a:pt x="1" y="892"/>
                    <a:pt x="1" y="1990"/>
                  </a:cubicBezTo>
                  <a:cubicBezTo>
                    <a:pt x="1" y="3088"/>
                    <a:pt x="685" y="3979"/>
                    <a:pt x="1529" y="3979"/>
                  </a:cubicBezTo>
                  <a:cubicBezTo>
                    <a:pt x="2374" y="3979"/>
                    <a:pt x="3059" y="3088"/>
                    <a:pt x="3059" y="1990"/>
                  </a:cubicBezTo>
                  <a:cubicBezTo>
                    <a:pt x="3059" y="892"/>
                    <a:pt x="2375" y="1"/>
                    <a:pt x="1531"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41;p34">
              <a:extLst>
                <a:ext uri="{FF2B5EF4-FFF2-40B4-BE49-F238E27FC236}">
                  <a16:creationId xmlns:a16="http://schemas.microsoft.com/office/drawing/2014/main" id="{154297B7-6949-AD9F-164F-15762E4F3CE4}"/>
                </a:ext>
              </a:extLst>
            </p:cNvPr>
            <p:cNvSpPr/>
            <p:nvPr/>
          </p:nvSpPr>
          <p:spPr>
            <a:xfrm>
              <a:off x="5896301" y="1685680"/>
              <a:ext cx="395010" cy="460597"/>
            </a:xfrm>
            <a:custGeom>
              <a:avLst/>
              <a:gdLst/>
              <a:ahLst/>
              <a:cxnLst/>
              <a:rect l="l" t="t" r="r" b="b"/>
              <a:pathLst>
                <a:path w="20730" h="24172" extrusionOk="0">
                  <a:moveTo>
                    <a:pt x="10366" y="1"/>
                  </a:moveTo>
                  <a:cubicBezTo>
                    <a:pt x="7617" y="1"/>
                    <a:pt x="4980" y="1274"/>
                    <a:pt x="3036" y="3541"/>
                  </a:cubicBezTo>
                  <a:cubicBezTo>
                    <a:pt x="1093" y="5807"/>
                    <a:pt x="0" y="8881"/>
                    <a:pt x="0" y="12086"/>
                  </a:cubicBezTo>
                  <a:cubicBezTo>
                    <a:pt x="0" y="15291"/>
                    <a:pt x="1093" y="18366"/>
                    <a:pt x="3036" y="20632"/>
                  </a:cubicBezTo>
                  <a:cubicBezTo>
                    <a:pt x="4980" y="22899"/>
                    <a:pt x="7617" y="24172"/>
                    <a:pt x="10366" y="24172"/>
                  </a:cubicBezTo>
                  <a:cubicBezTo>
                    <a:pt x="13113" y="24172"/>
                    <a:pt x="15750" y="22899"/>
                    <a:pt x="17694" y="20632"/>
                  </a:cubicBezTo>
                  <a:cubicBezTo>
                    <a:pt x="19639" y="18366"/>
                    <a:pt x="20730" y="15291"/>
                    <a:pt x="20730" y="12086"/>
                  </a:cubicBezTo>
                  <a:cubicBezTo>
                    <a:pt x="20730" y="8881"/>
                    <a:pt x="19639" y="5807"/>
                    <a:pt x="17694" y="3541"/>
                  </a:cubicBezTo>
                  <a:cubicBezTo>
                    <a:pt x="15750" y="1274"/>
                    <a:pt x="13113" y="1"/>
                    <a:pt x="103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542;p34">
              <a:extLst>
                <a:ext uri="{FF2B5EF4-FFF2-40B4-BE49-F238E27FC236}">
                  <a16:creationId xmlns:a16="http://schemas.microsoft.com/office/drawing/2014/main" id="{9150B25A-6D6B-AA6F-8FBF-82D9345113E8}"/>
                </a:ext>
              </a:extLst>
            </p:cNvPr>
            <p:cNvSpPr/>
            <p:nvPr/>
          </p:nvSpPr>
          <p:spPr>
            <a:xfrm>
              <a:off x="6018806" y="1738157"/>
              <a:ext cx="150001" cy="174906"/>
            </a:xfrm>
            <a:custGeom>
              <a:avLst/>
              <a:gdLst/>
              <a:ahLst/>
              <a:cxnLst/>
              <a:rect l="l" t="t" r="r" b="b"/>
              <a:pathLst>
                <a:path w="7872" h="9179" extrusionOk="0">
                  <a:moveTo>
                    <a:pt x="3937" y="1"/>
                  </a:moveTo>
                  <a:cubicBezTo>
                    <a:pt x="1762" y="1"/>
                    <a:pt x="0" y="2055"/>
                    <a:pt x="0" y="4590"/>
                  </a:cubicBezTo>
                  <a:cubicBezTo>
                    <a:pt x="0" y="7125"/>
                    <a:pt x="1762" y="9179"/>
                    <a:pt x="3937" y="9179"/>
                  </a:cubicBezTo>
                  <a:cubicBezTo>
                    <a:pt x="6110" y="9179"/>
                    <a:pt x="7872" y="7125"/>
                    <a:pt x="7872" y="4590"/>
                  </a:cubicBezTo>
                  <a:cubicBezTo>
                    <a:pt x="7872" y="2055"/>
                    <a:pt x="6110" y="1"/>
                    <a:pt x="393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43;p34">
              <a:extLst>
                <a:ext uri="{FF2B5EF4-FFF2-40B4-BE49-F238E27FC236}">
                  <a16:creationId xmlns:a16="http://schemas.microsoft.com/office/drawing/2014/main" id="{091534AE-86C8-7323-F4FA-164820DA00B4}"/>
                </a:ext>
              </a:extLst>
            </p:cNvPr>
            <p:cNvSpPr/>
            <p:nvPr/>
          </p:nvSpPr>
          <p:spPr>
            <a:xfrm>
              <a:off x="6013432" y="1732803"/>
              <a:ext cx="160748" cy="185634"/>
            </a:xfrm>
            <a:custGeom>
              <a:avLst/>
              <a:gdLst/>
              <a:ahLst/>
              <a:cxnLst/>
              <a:rect l="l" t="t" r="r" b="b"/>
              <a:pathLst>
                <a:path w="8436" h="9742" extrusionOk="0">
                  <a:moveTo>
                    <a:pt x="4219" y="562"/>
                  </a:moveTo>
                  <a:cubicBezTo>
                    <a:pt x="6234" y="562"/>
                    <a:pt x="7874" y="2494"/>
                    <a:pt x="7874" y="4871"/>
                  </a:cubicBezTo>
                  <a:cubicBezTo>
                    <a:pt x="7874" y="7247"/>
                    <a:pt x="6234" y="9180"/>
                    <a:pt x="4219" y="9180"/>
                  </a:cubicBezTo>
                  <a:cubicBezTo>
                    <a:pt x="2203" y="9180"/>
                    <a:pt x="562" y="7247"/>
                    <a:pt x="562" y="4871"/>
                  </a:cubicBezTo>
                  <a:cubicBezTo>
                    <a:pt x="562" y="2494"/>
                    <a:pt x="2203" y="562"/>
                    <a:pt x="4219" y="562"/>
                  </a:cubicBezTo>
                  <a:close/>
                  <a:moveTo>
                    <a:pt x="4219" y="0"/>
                  </a:moveTo>
                  <a:cubicBezTo>
                    <a:pt x="1892" y="0"/>
                    <a:pt x="1" y="2185"/>
                    <a:pt x="1" y="4871"/>
                  </a:cubicBezTo>
                  <a:cubicBezTo>
                    <a:pt x="1" y="7556"/>
                    <a:pt x="1892" y="9741"/>
                    <a:pt x="4219" y="9741"/>
                  </a:cubicBezTo>
                  <a:cubicBezTo>
                    <a:pt x="6544" y="9741"/>
                    <a:pt x="8435" y="7556"/>
                    <a:pt x="8435" y="4871"/>
                  </a:cubicBezTo>
                  <a:cubicBezTo>
                    <a:pt x="8435" y="2185"/>
                    <a:pt x="6544" y="0"/>
                    <a:pt x="42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44;p34">
              <a:extLst>
                <a:ext uri="{FF2B5EF4-FFF2-40B4-BE49-F238E27FC236}">
                  <a16:creationId xmlns:a16="http://schemas.microsoft.com/office/drawing/2014/main" id="{A855B10C-795D-A511-97A6-0CE176C3F7E1}"/>
                </a:ext>
              </a:extLst>
            </p:cNvPr>
            <p:cNvSpPr/>
            <p:nvPr/>
          </p:nvSpPr>
          <p:spPr>
            <a:xfrm>
              <a:off x="5957544" y="1936386"/>
              <a:ext cx="272525" cy="209891"/>
            </a:xfrm>
            <a:custGeom>
              <a:avLst/>
              <a:gdLst/>
              <a:ahLst/>
              <a:cxnLst/>
              <a:rect l="l" t="t" r="r" b="b"/>
              <a:pathLst>
                <a:path w="14302" h="11015" extrusionOk="0">
                  <a:moveTo>
                    <a:pt x="7152" y="1"/>
                  </a:moveTo>
                  <a:cubicBezTo>
                    <a:pt x="3202" y="1"/>
                    <a:pt x="1" y="3014"/>
                    <a:pt x="1" y="6731"/>
                  </a:cubicBezTo>
                  <a:cubicBezTo>
                    <a:pt x="4" y="7077"/>
                    <a:pt x="34" y="7421"/>
                    <a:pt x="93" y="7763"/>
                  </a:cubicBezTo>
                  <a:cubicBezTo>
                    <a:pt x="1945" y="9775"/>
                    <a:pt x="4421" y="11015"/>
                    <a:pt x="7152" y="11015"/>
                  </a:cubicBezTo>
                  <a:cubicBezTo>
                    <a:pt x="9882" y="11015"/>
                    <a:pt x="12358" y="9775"/>
                    <a:pt x="14209" y="7763"/>
                  </a:cubicBezTo>
                  <a:cubicBezTo>
                    <a:pt x="14268" y="7421"/>
                    <a:pt x="14298" y="7077"/>
                    <a:pt x="14301" y="6731"/>
                  </a:cubicBezTo>
                  <a:cubicBezTo>
                    <a:pt x="14301" y="3014"/>
                    <a:pt x="11100" y="1"/>
                    <a:pt x="71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45;p34">
              <a:extLst>
                <a:ext uri="{FF2B5EF4-FFF2-40B4-BE49-F238E27FC236}">
                  <a16:creationId xmlns:a16="http://schemas.microsoft.com/office/drawing/2014/main" id="{90841A73-B41F-6C52-B70D-865B1B028C47}"/>
                </a:ext>
              </a:extLst>
            </p:cNvPr>
            <p:cNvSpPr/>
            <p:nvPr/>
          </p:nvSpPr>
          <p:spPr>
            <a:xfrm>
              <a:off x="5952190" y="1931032"/>
              <a:ext cx="283234" cy="220619"/>
            </a:xfrm>
            <a:custGeom>
              <a:avLst/>
              <a:gdLst/>
              <a:ahLst/>
              <a:cxnLst/>
              <a:rect l="l" t="t" r="r" b="b"/>
              <a:pathLst>
                <a:path w="14864" h="11578" extrusionOk="0">
                  <a:moveTo>
                    <a:pt x="7433" y="562"/>
                  </a:moveTo>
                  <a:cubicBezTo>
                    <a:pt x="11220" y="562"/>
                    <a:pt x="14302" y="3455"/>
                    <a:pt x="14302" y="7012"/>
                  </a:cubicBezTo>
                  <a:cubicBezTo>
                    <a:pt x="14299" y="7314"/>
                    <a:pt x="14274" y="7616"/>
                    <a:pt x="14226" y="7915"/>
                  </a:cubicBezTo>
                  <a:cubicBezTo>
                    <a:pt x="12358" y="9913"/>
                    <a:pt x="9949" y="11014"/>
                    <a:pt x="7433" y="11014"/>
                  </a:cubicBezTo>
                  <a:cubicBezTo>
                    <a:pt x="4917" y="11014"/>
                    <a:pt x="2506" y="9915"/>
                    <a:pt x="638" y="7915"/>
                  </a:cubicBezTo>
                  <a:cubicBezTo>
                    <a:pt x="590" y="7616"/>
                    <a:pt x="565" y="7314"/>
                    <a:pt x="563" y="7012"/>
                  </a:cubicBezTo>
                  <a:cubicBezTo>
                    <a:pt x="563" y="3455"/>
                    <a:pt x="3644" y="562"/>
                    <a:pt x="7433" y="562"/>
                  </a:cubicBezTo>
                  <a:close/>
                  <a:moveTo>
                    <a:pt x="7433" y="0"/>
                  </a:moveTo>
                  <a:cubicBezTo>
                    <a:pt x="3334" y="0"/>
                    <a:pt x="0" y="3146"/>
                    <a:pt x="0" y="7012"/>
                  </a:cubicBezTo>
                  <a:cubicBezTo>
                    <a:pt x="0" y="7345"/>
                    <a:pt x="31" y="7688"/>
                    <a:pt x="97" y="8089"/>
                  </a:cubicBezTo>
                  <a:cubicBezTo>
                    <a:pt x="105" y="8143"/>
                    <a:pt x="130" y="8194"/>
                    <a:pt x="167" y="8235"/>
                  </a:cubicBezTo>
                  <a:cubicBezTo>
                    <a:pt x="2152" y="10390"/>
                    <a:pt x="4732" y="11577"/>
                    <a:pt x="7433" y="11577"/>
                  </a:cubicBezTo>
                  <a:cubicBezTo>
                    <a:pt x="10134" y="11577"/>
                    <a:pt x="12714" y="10390"/>
                    <a:pt x="14697" y="8235"/>
                  </a:cubicBezTo>
                  <a:cubicBezTo>
                    <a:pt x="14734" y="8194"/>
                    <a:pt x="14759" y="8143"/>
                    <a:pt x="14767" y="8089"/>
                  </a:cubicBezTo>
                  <a:cubicBezTo>
                    <a:pt x="14833" y="7688"/>
                    <a:pt x="14864" y="7345"/>
                    <a:pt x="14864" y="7012"/>
                  </a:cubicBezTo>
                  <a:cubicBezTo>
                    <a:pt x="14864" y="3146"/>
                    <a:pt x="11530" y="0"/>
                    <a:pt x="743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46;p34">
              <a:extLst>
                <a:ext uri="{FF2B5EF4-FFF2-40B4-BE49-F238E27FC236}">
                  <a16:creationId xmlns:a16="http://schemas.microsoft.com/office/drawing/2014/main" id="{799BAFB3-E4A8-F6CB-2527-78C8B2C79917}"/>
                </a:ext>
              </a:extLst>
            </p:cNvPr>
            <p:cNvSpPr/>
            <p:nvPr/>
          </p:nvSpPr>
          <p:spPr>
            <a:xfrm>
              <a:off x="5807695" y="2262875"/>
              <a:ext cx="572222" cy="655835"/>
            </a:xfrm>
            <a:custGeom>
              <a:avLst/>
              <a:gdLst/>
              <a:ahLst/>
              <a:cxnLst/>
              <a:rect l="l" t="t" r="r" b="b"/>
              <a:pathLst>
                <a:path w="30030" h="34418" extrusionOk="0">
                  <a:moveTo>
                    <a:pt x="15016" y="5228"/>
                  </a:moveTo>
                  <a:cubicBezTo>
                    <a:pt x="20632" y="5228"/>
                    <a:pt x="25203" y="10176"/>
                    <a:pt x="25203" y="16261"/>
                  </a:cubicBezTo>
                  <a:lnTo>
                    <a:pt x="25203" y="29190"/>
                  </a:lnTo>
                  <a:lnTo>
                    <a:pt x="4827" y="29190"/>
                  </a:lnTo>
                  <a:lnTo>
                    <a:pt x="4827" y="16261"/>
                  </a:lnTo>
                  <a:cubicBezTo>
                    <a:pt x="4827" y="10176"/>
                    <a:pt x="9398" y="5228"/>
                    <a:pt x="15016" y="5228"/>
                  </a:cubicBezTo>
                  <a:close/>
                  <a:moveTo>
                    <a:pt x="15016" y="1"/>
                  </a:moveTo>
                  <a:cubicBezTo>
                    <a:pt x="6736" y="1"/>
                    <a:pt x="1" y="7294"/>
                    <a:pt x="1" y="16261"/>
                  </a:cubicBezTo>
                  <a:lnTo>
                    <a:pt x="1" y="31804"/>
                  </a:lnTo>
                  <a:cubicBezTo>
                    <a:pt x="1" y="33248"/>
                    <a:pt x="1082" y="34417"/>
                    <a:pt x="2415" y="34417"/>
                  </a:cubicBezTo>
                  <a:lnTo>
                    <a:pt x="27617" y="34417"/>
                  </a:lnTo>
                  <a:cubicBezTo>
                    <a:pt x="28950" y="34417"/>
                    <a:pt x="30029" y="33248"/>
                    <a:pt x="30029" y="31804"/>
                  </a:cubicBezTo>
                  <a:lnTo>
                    <a:pt x="30029" y="16261"/>
                  </a:lnTo>
                  <a:cubicBezTo>
                    <a:pt x="30029" y="7294"/>
                    <a:pt x="23294" y="1"/>
                    <a:pt x="1501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47;p34">
              <a:extLst>
                <a:ext uri="{FF2B5EF4-FFF2-40B4-BE49-F238E27FC236}">
                  <a16:creationId xmlns:a16="http://schemas.microsoft.com/office/drawing/2014/main" id="{68BAFC04-61A8-68DC-010E-29F500EE87F4}"/>
                </a:ext>
              </a:extLst>
            </p:cNvPr>
            <p:cNvSpPr/>
            <p:nvPr/>
          </p:nvSpPr>
          <p:spPr>
            <a:xfrm>
              <a:off x="5760458" y="2716555"/>
              <a:ext cx="666715" cy="630778"/>
            </a:xfrm>
            <a:custGeom>
              <a:avLst/>
              <a:gdLst/>
              <a:ahLst/>
              <a:cxnLst/>
              <a:rect l="l" t="t" r="r" b="b"/>
              <a:pathLst>
                <a:path w="34989" h="33103" extrusionOk="0">
                  <a:moveTo>
                    <a:pt x="1" y="1"/>
                  </a:moveTo>
                  <a:lnTo>
                    <a:pt x="1" y="33102"/>
                  </a:lnTo>
                  <a:lnTo>
                    <a:pt x="34989" y="33102"/>
                  </a:lnTo>
                  <a:lnTo>
                    <a:pt x="349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48;p34">
              <a:extLst>
                <a:ext uri="{FF2B5EF4-FFF2-40B4-BE49-F238E27FC236}">
                  <a16:creationId xmlns:a16="http://schemas.microsoft.com/office/drawing/2014/main" id="{5D07F85F-8446-6F99-DCDD-CF79D92F01BE}"/>
                </a:ext>
              </a:extLst>
            </p:cNvPr>
            <p:cNvSpPr/>
            <p:nvPr/>
          </p:nvSpPr>
          <p:spPr>
            <a:xfrm>
              <a:off x="6003181" y="2875188"/>
              <a:ext cx="187806" cy="275745"/>
            </a:xfrm>
            <a:custGeom>
              <a:avLst/>
              <a:gdLst/>
              <a:ahLst/>
              <a:cxnLst/>
              <a:rect l="l" t="t" r="r" b="b"/>
              <a:pathLst>
                <a:path w="9856" h="14471" extrusionOk="0">
                  <a:moveTo>
                    <a:pt x="4927" y="1"/>
                  </a:moveTo>
                  <a:cubicBezTo>
                    <a:pt x="2633" y="1"/>
                    <a:pt x="772" y="2016"/>
                    <a:pt x="772" y="4502"/>
                  </a:cubicBezTo>
                  <a:cubicBezTo>
                    <a:pt x="772" y="6052"/>
                    <a:pt x="1496" y="7417"/>
                    <a:pt x="2595" y="8227"/>
                  </a:cubicBezTo>
                  <a:lnTo>
                    <a:pt x="1" y="14470"/>
                  </a:lnTo>
                  <a:lnTo>
                    <a:pt x="9856" y="14470"/>
                  </a:lnTo>
                  <a:lnTo>
                    <a:pt x="7261" y="8227"/>
                  </a:lnTo>
                  <a:cubicBezTo>
                    <a:pt x="8361" y="7417"/>
                    <a:pt x="9084" y="6050"/>
                    <a:pt x="9084" y="4502"/>
                  </a:cubicBezTo>
                  <a:cubicBezTo>
                    <a:pt x="9084" y="2016"/>
                    <a:pt x="7223" y="1"/>
                    <a:pt x="492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49;p34">
              <a:extLst>
                <a:ext uri="{FF2B5EF4-FFF2-40B4-BE49-F238E27FC236}">
                  <a16:creationId xmlns:a16="http://schemas.microsoft.com/office/drawing/2014/main" id="{0C028170-1DA8-2F27-2379-EE5100C45963}"/>
                </a:ext>
              </a:extLst>
            </p:cNvPr>
            <p:cNvSpPr/>
            <p:nvPr/>
          </p:nvSpPr>
          <p:spPr>
            <a:xfrm>
              <a:off x="5996759" y="2869853"/>
              <a:ext cx="200611" cy="286435"/>
            </a:xfrm>
            <a:custGeom>
              <a:avLst/>
              <a:gdLst/>
              <a:ahLst/>
              <a:cxnLst/>
              <a:rect l="l" t="t" r="r" b="b"/>
              <a:pathLst>
                <a:path w="10528" h="15032" extrusionOk="0">
                  <a:moveTo>
                    <a:pt x="5264" y="562"/>
                  </a:moveTo>
                  <a:cubicBezTo>
                    <a:pt x="7401" y="562"/>
                    <a:pt x="9139" y="2455"/>
                    <a:pt x="9139" y="4782"/>
                  </a:cubicBezTo>
                  <a:cubicBezTo>
                    <a:pt x="9139" y="6185"/>
                    <a:pt x="8501" y="7493"/>
                    <a:pt x="7430" y="8280"/>
                  </a:cubicBezTo>
                  <a:cubicBezTo>
                    <a:pt x="7327" y="8356"/>
                    <a:pt x="7287" y="8495"/>
                    <a:pt x="7337" y="8614"/>
                  </a:cubicBezTo>
                  <a:lnTo>
                    <a:pt x="9771" y="14469"/>
                  </a:lnTo>
                  <a:lnTo>
                    <a:pt x="759" y="14469"/>
                  </a:lnTo>
                  <a:lnTo>
                    <a:pt x="3192" y="8614"/>
                  </a:lnTo>
                  <a:cubicBezTo>
                    <a:pt x="3241" y="8495"/>
                    <a:pt x="3204" y="8356"/>
                    <a:pt x="3099" y="8280"/>
                  </a:cubicBezTo>
                  <a:cubicBezTo>
                    <a:pt x="2028" y="7493"/>
                    <a:pt x="1391" y="6185"/>
                    <a:pt x="1391" y="4782"/>
                  </a:cubicBezTo>
                  <a:cubicBezTo>
                    <a:pt x="1391" y="2455"/>
                    <a:pt x="3129" y="562"/>
                    <a:pt x="5264" y="562"/>
                  </a:cubicBezTo>
                  <a:close/>
                  <a:moveTo>
                    <a:pt x="5264" y="1"/>
                  </a:moveTo>
                  <a:cubicBezTo>
                    <a:pt x="2819" y="1"/>
                    <a:pt x="828" y="2146"/>
                    <a:pt x="828" y="4782"/>
                  </a:cubicBezTo>
                  <a:cubicBezTo>
                    <a:pt x="828" y="6285"/>
                    <a:pt x="1483" y="7696"/>
                    <a:pt x="2591" y="8598"/>
                  </a:cubicBezTo>
                  <a:lnTo>
                    <a:pt x="78" y="14642"/>
                  </a:lnTo>
                  <a:cubicBezTo>
                    <a:pt x="1" y="14827"/>
                    <a:pt x="136" y="15030"/>
                    <a:pt x="338" y="15032"/>
                  </a:cubicBezTo>
                  <a:lnTo>
                    <a:pt x="10193" y="15032"/>
                  </a:lnTo>
                  <a:cubicBezTo>
                    <a:pt x="10392" y="15032"/>
                    <a:pt x="10528" y="14827"/>
                    <a:pt x="10452" y="14642"/>
                  </a:cubicBezTo>
                  <a:lnTo>
                    <a:pt x="7939" y="8598"/>
                  </a:lnTo>
                  <a:cubicBezTo>
                    <a:pt x="9046" y="7696"/>
                    <a:pt x="9701" y="6285"/>
                    <a:pt x="9701" y="4782"/>
                  </a:cubicBezTo>
                  <a:cubicBezTo>
                    <a:pt x="9701" y="2146"/>
                    <a:pt x="7712" y="1"/>
                    <a:pt x="526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50;p34">
              <a:extLst>
                <a:ext uri="{FF2B5EF4-FFF2-40B4-BE49-F238E27FC236}">
                  <a16:creationId xmlns:a16="http://schemas.microsoft.com/office/drawing/2014/main" id="{6AC3BC2B-50EF-5A8D-38D2-5AE3FE11B7A8}"/>
                </a:ext>
              </a:extLst>
            </p:cNvPr>
            <p:cNvSpPr/>
            <p:nvPr/>
          </p:nvSpPr>
          <p:spPr>
            <a:xfrm>
              <a:off x="5887574" y="2853485"/>
              <a:ext cx="775672" cy="1061878"/>
            </a:xfrm>
            <a:custGeom>
              <a:avLst/>
              <a:gdLst/>
              <a:ahLst/>
              <a:cxnLst/>
              <a:rect l="l" t="t" r="r" b="b"/>
              <a:pathLst>
                <a:path w="40707" h="55727" extrusionOk="0">
                  <a:moveTo>
                    <a:pt x="40706" y="1"/>
                  </a:moveTo>
                  <a:lnTo>
                    <a:pt x="100" y="55240"/>
                  </a:lnTo>
                  <a:cubicBezTo>
                    <a:pt x="1" y="55375"/>
                    <a:pt x="30" y="55568"/>
                    <a:pt x="165" y="55667"/>
                  </a:cubicBezTo>
                  <a:cubicBezTo>
                    <a:pt x="220" y="55707"/>
                    <a:pt x="283" y="55727"/>
                    <a:pt x="346" y="55727"/>
                  </a:cubicBezTo>
                  <a:cubicBezTo>
                    <a:pt x="441" y="55727"/>
                    <a:pt x="534" y="55683"/>
                    <a:pt x="594" y="55601"/>
                  </a:cubicBezTo>
                  <a:lnTo>
                    <a:pt x="40706" y="1035"/>
                  </a:lnTo>
                  <a:lnTo>
                    <a:pt x="407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51;p34">
              <a:extLst>
                <a:ext uri="{FF2B5EF4-FFF2-40B4-BE49-F238E27FC236}">
                  <a16:creationId xmlns:a16="http://schemas.microsoft.com/office/drawing/2014/main" id="{6770AB72-3043-ADB3-6352-97B7F9A5E2F1}"/>
                </a:ext>
              </a:extLst>
            </p:cNvPr>
            <p:cNvSpPr/>
            <p:nvPr/>
          </p:nvSpPr>
          <p:spPr>
            <a:xfrm>
              <a:off x="6507643" y="1676190"/>
              <a:ext cx="155603" cy="218351"/>
            </a:xfrm>
            <a:custGeom>
              <a:avLst/>
              <a:gdLst/>
              <a:ahLst/>
              <a:cxnLst/>
              <a:rect l="l" t="t" r="r" b="b"/>
              <a:pathLst>
                <a:path w="8166" h="11459" extrusionOk="0">
                  <a:moveTo>
                    <a:pt x="8165" y="0"/>
                  </a:moveTo>
                  <a:lnTo>
                    <a:pt x="95" y="10977"/>
                  </a:lnTo>
                  <a:cubicBezTo>
                    <a:pt x="1" y="11112"/>
                    <a:pt x="31" y="11300"/>
                    <a:pt x="165" y="11398"/>
                  </a:cubicBezTo>
                  <a:cubicBezTo>
                    <a:pt x="220" y="11438"/>
                    <a:pt x="284" y="11458"/>
                    <a:pt x="347" y="11458"/>
                  </a:cubicBezTo>
                  <a:cubicBezTo>
                    <a:pt x="439" y="11458"/>
                    <a:pt x="529" y="11417"/>
                    <a:pt x="590" y="11338"/>
                  </a:cubicBezTo>
                  <a:lnTo>
                    <a:pt x="8165" y="1034"/>
                  </a:lnTo>
                  <a:lnTo>
                    <a:pt x="81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52;p34">
              <a:extLst>
                <a:ext uri="{FF2B5EF4-FFF2-40B4-BE49-F238E27FC236}">
                  <a16:creationId xmlns:a16="http://schemas.microsoft.com/office/drawing/2014/main" id="{961A5C39-6674-139E-9F94-1AE227E103F3}"/>
                </a:ext>
              </a:extLst>
            </p:cNvPr>
            <p:cNvSpPr/>
            <p:nvPr/>
          </p:nvSpPr>
          <p:spPr>
            <a:xfrm>
              <a:off x="5524405" y="1952545"/>
              <a:ext cx="945204" cy="1292558"/>
            </a:xfrm>
            <a:custGeom>
              <a:avLst/>
              <a:gdLst/>
              <a:ahLst/>
              <a:cxnLst/>
              <a:rect l="l" t="t" r="r" b="b"/>
              <a:pathLst>
                <a:path w="49604" h="67833" extrusionOk="0">
                  <a:moveTo>
                    <a:pt x="49258" y="0"/>
                  </a:moveTo>
                  <a:cubicBezTo>
                    <a:pt x="49164" y="0"/>
                    <a:pt x="49071" y="44"/>
                    <a:pt x="49010" y="125"/>
                  </a:cubicBezTo>
                  <a:lnTo>
                    <a:pt x="0" y="66799"/>
                  </a:lnTo>
                  <a:lnTo>
                    <a:pt x="0" y="67833"/>
                  </a:lnTo>
                  <a:lnTo>
                    <a:pt x="49505" y="489"/>
                  </a:lnTo>
                  <a:cubicBezTo>
                    <a:pt x="49604" y="352"/>
                    <a:pt x="49575" y="160"/>
                    <a:pt x="49439" y="60"/>
                  </a:cubicBezTo>
                  <a:cubicBezTo>
                    <a:pt x="49384" y="20"/>
                    <a:pt x="49321" y="0"/>
                    <a:pt x="49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53;p34">
              <a:extLst>
                <a:ext uri="{FF2B5EF4-FFF2-40B4-BE49-F238E27FC236}">
                  <a16:creationId xmlns:a16="http://schemas.microsoft.com/office/drawing/2014/main" id="{C4151975-B9CD-354A-879E-CE7B7B8A7067}"/>
                </a:ext>
              </a:extLst>
            </p:cNvPr>
            <p:cNvSpPr/>
            <p:nvPr/>
          </p:nvSpPr>
          <p:spPr>
            <a:xfrm>
              <a:off x="5795367" y="3956807"/>
              <a:ext cx="66388" cy="83975"/>
            </a:xfrm>
            <a:custGeom>
              <a:avLst/>
              <a:gdLst/>
              <a:ahLst/>
              <a:cxnLst/>
              <a:rect l="l" t="t" r="r" b="b"/>
              <a:pathLst>
                <a:path w="3484" h="4407" extrusionOk="0">
                  <a:moveTo>
                    <a:pt x="3136" y="0"/>
                  </a:moveTo>
                  <a:cubicBezTo>
                    <a:pt x="3042" y="0"/>
                    <a:pt x="2949" y="44"/>
                    <a:pt x="2890" y="125"/>
                  </a:cubicBezTo>
                  <a:lnTo>
                    <a:pt x="100" y="3920"/>
                  </a:lnTo>
                  <a:cubicBezTo>
                    <a:pt x="0" y="4057"/>
                    <a:pt x="30" y="4248"/>
                    <a:pt x="165" y="4349"/>
                  </a:cubicBezTo>
                  <a:cubicBezTo>
                    <a:pt x="218" y="4387"/>
                    <a:pt x="282" y="4407"/>
                    <a:pt x="347" y="4407"/>
                  </a:cubicBezTo>
                  <a:cubicBezTo>
                    <a:pt x="444" y="4407"/>
                    <a:pt x="536" y="4360"/>
                    <a:pt x="594" y="4283"/>
                  </a:cubicBezTo>
                  <a:lnTo>
                    <a:pt x="3383" y="488"/>
                  </a:lnTo>
                  <a:cubicBezTo>
                    <a:pt x="3483" y="351"/>
                    <a:pt x="3454" y="160"/>
                    <a:pt x="3317" y="59"/>
                  </a:cubicBezTo>
                  <a:cubicBezTo>
                    <a:pt x="3263" y="20"/>
                    <a:pt x="3199" y="0"/>
                    <a:pt x="3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554;p34">
              <a:extLst>
                <a:ext uri="{FF2B5EF4-FFF2-40B4-BE49-F238E27FC236}">
                  <a16:creationId xmlns:a16="http://schemas.microsoft.com/office/drawing/2014/main" id="{63212DD9-F1FC-A86E-7160-590B3B20E972}"/>
                </a:ext>
              </a:extLst>
            </p:cNvPr>
            <p:cNvSpPr/>
            <p:nvPr/>
          </p:nvSpPr>
          <p:spPr>
            <a:xfrm>
              <a:off x="6033802" y="3081344"/>
              <a:ext cx="629444" cy="862906"/>
            </a:xfrm>
            <a:custGeom>
              <a:avLst/>
              <a:gdLst/>
              <a:ahLst/>
              <a:cxnLst/>
              <a:rect l="l" t="t" r="r" b="b"/>
              <a:pathLst>
                <a:path w="33033" h="45285" extrusionOk="0">
                  <a:moveTo>
                    <a:pt x="33032" y="1"/>
                  </a:moveTo>
                  <a:lnTo>
                    <a:pt x="102" y="44797"/>
                  </a:lnTo>
                  <a:cubicBezTo>
                    <a:pt x="1" y="44934"/>
                    <a:pt x="32" y="45125"/>
                    <a:pt x="167" y="45224"/>
                  </a:cubicBezTo>
                  <a:cubicBezTo>
                    <a:pt x="222" y="45265"/>
                    <a:pt x="286" y="45284"/>
                    <a:pt x="349" y="45284"/>
                  </a:cubicBezTo>
                  <a:cubicBezTo>
                    <a:pt x="443" y="45284"/>
                    <a:pt x="535" y="45241"/>
                    <a:pt x="595" y="45159"/>
                  </a:cubicBezTo>
                  <a:lnTo>
                    <a:pt x="33032" y="1036"/>
                  </a:lnTo>
                  <a:lnTo>
                    <a:pt x="330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400532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85475E6C-3E0E-7E21-CE0E-AC1D6587D2D8}"/>
            </a:ext>
          </a:extLst>
        </p:cNvPr>
        <p:cNvGrpSpPr/>
        <p:nvPr/>
      </p:nvGrpSpPr>
      <p:grpSpPr>
        <a:xfrm>
          <a:off x="0" y="0"/>
          <a:ext cx="0" cy="0"/>
          <a:chOff x="0" y="0"/>
          <a:chExt cx="0" cy="0"/>
        </a:xfrm>
      </p:grpSpPr>
      <p:sp>
        <p:nvSpPr>
          <p:cNvPr id="529" name="Google Shape;529;p34">
            <a:extLst>
              <a:ext uri="{FF2B5EF4-FFF2-40B4-BE49-F238E27FC236}">
                <a16:creationId xmlns:a16="http://schemas.microsoft.com/office/drawing/2014/main" id="{BC32E7CE-0789-F43F-3A25-AC28BE96247E}"/>
              </a:ext>
            </a:extLst>
          </p:cNvPr>
          <p:cNvSpPr txBox="1">
            <a:spLocks noGrp="1"/>
          </p:cNvSpPr>
          <p:nvPr>
            <p:ph type="title"/>
          </p:nvPr>
        </p:nvSpPr>
        <p:spPr>
          <a:xfrm>
            <a:off x="101321" y="70663"/>
            <a:ext cx="8822412" cy="830525"/>
          </a:xfrm>
          <a:prstGeom prst="rect">
            <a:avLst/>
          </a:prstGeom>
        </p:spPr>
        <p:txBody>
          <a:bodyPr spcFirstLastPara="1" wrap="square" lIns="91425" tIns="91425" rIns="91425" bIns="91425" anchor="ctr" anchorCtr="0">
            <a:noAutofit/>
          </a:bodyPr>
          <a:lstStyle/>
          <a:p>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Điền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thông</a:t>
            </a:r>
            <a:r>
              <a:rPr lang="en-US" sz="1600" dirty="0">
                <a:latin typeface="Segoe UI Light" panose="020B0502040204020203" pitchFamily="34" charset="0"/>
                <a:cs typeface="Segoe UI Light" panose="020B0502040204020203" pitchFamily="34" charset="0"/>
              </a:rPr>
              <a:t> tin </a:t>
            </a:r>
            <a:r>
              <a:rPr lang="en-US" sz="1600" dirty="0" err="1">
                <a:latin typeface="Segoe UI Light" panose="020B0502040204020203" pitchFamily="34" charset="0"/>
                <a:cs typeface="Segoe UI Light" panose="020B0502040204020203" pitchFamily="34" charset="0"/>
              </a:rPr>
              <a:t>cơ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bản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RootCA1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RootCA2 (</a:t>
            </a:r>
            <a:r>
              <a:rPr lang="en-US" sz="1600" dirty="0" err="1">
                <a:latin typeface="Segoe UI Light" panose="020B0502040204020203" pitchFamily="34" charset="0"/>
                <a:cs typeface="Segoe UI Light" panose="020B0502040204020203" pitchFamily="34" charset="0"/>
              </a:rPr>
              <a:t>chọn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thuật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toán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ký</a:t>
            </a:r>
            <a:r>
              <a:rPr lang="en-US" sz="1600" dirty="0">
                <a:latin typeface="Segoe UI Light" panose="020B0502040204020203" pitchFamily="34" charset="0"/>
                <a:cs typeface="Segoe UI Light" panose="020B0502040204020203" pitchFamily="34" charset="0"/>
              </a:rPr>
              <a:t>, Subject DN, </a:t>
            </a:r>
            <a:r>
              <a:rPr lang="en-US" sz="1600" dirty="0" err="1">
                <a:latin typeface="Segoe UI Light" panose="020B0502040204020203" pitchFamily="34" charset="0"/>
                <a:cs typeface="Segoe UI Light" panose="020B0502040204020203" pitchFamily="34" charset="0"/>
              </a:rPr>
              <a:t>số</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ngày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hết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hạn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chỉ</a:t>
            </a:r>
            <a:r>
              <a:rPr lang="en-US" sz="1600" dirty="0">
                <a:latin typeface="Segoe UI Light" panose="020B0502040204020203" pitchFamily="34" charset="0"/>
                <a:cs typeface="Segoe UI Light" panose="020B0502040204020203" pitchFamily="34" charset="0"/>
              </a:rPr>
              <a:t>) -&gt; Create ta </a:t>
            </a:r>
            <a:r>
              <a:rPr lang="en-US" sz="1600" dirty="0" err="1">
                <a:latin typeface="Segoe UI Light" panose="020B0502040204020203" pitchFamily="34" charset="0"/>
                <a:cs typeface="Segoe UI Light" panose="020B0502040204020203" pitchFamily="34" charset="0"/>
              </a:rPr>
              <a:t>tạo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được</a:t>
            </a:r>
            <a:r>
              <a:rPr lang="en-US" sz="1600" dirty="0">
                <a:latin typeface="Segoe UI Light" panose="020B0502040204020203" pitchFamily="34" charset="0"/>
                <a:cs typeface="Segoe UI Light" panose="020B0502040204020203" pitchFamily="34" charset="0"/>
              </a:rPr>
              <a:t> 2 </a:t>
            </a:r>
            <a:r>
              <a:rPr lang="en-US" sz="1600" dirty="0" err="1">
                <a:latin typeface="Segoe UI Light" panose="020B0502040204020203" pitchFamily="34" charset="0"/>
                <a:cs typeface="Segoe UI Light" panose="020B0502040204020203" pitchFamily="34" charset="0"/>
              </a:rPr>
              <a:t>RootCA</a:t>
            </a:r>
            <a:r>
              <a:rPr lang="en-US" sz="1600" dirty="0">
                <a:latin typeface="Segoe UI Light" panose="020B0502040204020203" pitchFamily="34" charset="0"/>
                <a:cs typeface="Segoe UI Light" panose="020B0502040204020203" pitchFamily="34" charset="0"/>
              </a:rPr>
              <a:t>  </a:t>
            </a:r>
          </a:p>
        </p:txBody>
      </p:sp>
      <p:pic>
        <p:nvPicPr>
          <p:cNvPr id="3" name="Picture 2" descr="A screenshot of a certificate&#10;&#10;AI-generated content may be incorrect.">
            <a:extLst>
              <a:ext uri="{FF2B5EF4-FFF2-40B4-BE49-F238E27FC236}">
                <a16:creationId xmlns:a16="http://schemas.microsoft.com/office/drawing/2014/main" id="{EC924F96-9ADB-BECF-19B1-191089BB8C42}"/>
              </a:ext>
            </a:extLst>
          </p:cNvPr>
          <p:cNvPicPr/>
          <p:nvPr/>
        </p:nvPicPr>
        <p:blipFill>
          <a:blip r:embed="rId3"/>
          <a:stretch>
            <a:fillRect/>
          </a:stretch>
        </p:blipFill>
        <p:spPr>
          <a:xfrm>
            <a:off x="748092" y="974256"/>
            <a:ext cx="7778874" cy="3560573"/>
          </a:xfrm>
          <a:prstGeom prst="rect">
            <a:avLst/>
          </a:prstGeom>
        </p:spPr>
      </p:pic>
      <p:sp>
        <p:nvSpPr>
          <p:cNvPr id="7" name="TextBox 6">
            <a:extLst>
              <a:ext uri="{FF2B5EF4-FFF2-40B4-BE49-F238E27FC236}">
                <a16:creationId xmlns:a16="http://schemas.microsoft.com/office/drawing/2014/main" id="{3D498526-840B-005E-1A45-D55DCA9D41EB}"/>
              </a:ext>
            </a:extLst>
          </p:cNvPr>
          <p:cNvSpPr txBox="1"/>
          <p:nvPr/>
        </p:nvSpPr>
        <p:spPr>
          <a:xfrm>
            <a:off x="1878980" y="4680964"/>
            <a:ext cx="5386039" cy="358816"/>
          </a:xfrm>
          <a:prstGeom prst="rect">
            <a:avLst/>
          </a:prstGeom>
          <a:noFill/>
        </p:spPr>
        <p:txBody>
          <a:bodyPr wrap="square">
            <a:spAutoFit/>
          </a:bodyPr>
          <a:lstStyle/>
          <a:p>
            <a:pPr marL="0" marR="61595">
              <a:lnSpc>
                <a:spcPct val="115000"/>
              </a:lnSpc>
              <a:spcBef>
                <a:spcPts val="1800"/>
              </a:spcBef>
              <a:spcAft>
                <a:spcPts val="400"/>
              </a:spcAft>
              <a:buNone/>
            </a:pP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Hình</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4.5. Thông tin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đầy</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đủ</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khi</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một</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RootCA</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được</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tạo</a:t>
            </a:r>
            <a:endParaRPr lang="en-US" sz="2800" b="1" kern="100" dirty="0">
              <a:solidFill>
                <a:srgbClr val="002060"/>
              </a:solidFill>
              <a:effectLst/>
              <a:latin typeface="Segeo UI Light"/>
              <a:ea typeface="Segoe UI Black" panose="020B0A02040204020203" pitchFamily="34" charset="0"/>
              <a:cs typeface="Times New Roman" panose="02020603050405020304" pitchFamily="18" charset="0"/>
            </a:endParaRPr>
          </a:p>
        </p:txBody>
      </p:sp>
    </p:spTree>
    <p:extLst>
      <p:ext uri="{BB962C8B-B14F-4D97-AF65-F5344CB8AC3E}">
        <p14:creationId xmlns:p14="http://schemas.microsoft.com/office/powerpoint/2010/main" val="30238219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9E057C60-944E-6F7D-2D14-4C7D800014CA}"/>
            </a:ext>
          </a:extLst>
        </p:cNvPr>
        <p:cNvGrpSpPr/>
        <p:nvPr/>
      </p:nvGrpSpPr>
      <p:grpSpPr>
        <a:xfrm>
          <a:off x="0" y="0"/>
          <a:ext cx="0" cy="0"/>
          <a:chOff x="0" y="0"/>
          <a:chExt cx="0" cy="0"/>
        </a:xfrm>
      </p:grpSpPr>
      <p:grpSp>
        <p:nvGrpSpPr>
          <p:cNvPr id="531" name="Google Shape;531;p34">
            <a:extLst>
              <a:ext uri="{FF2B5EF4-FFF2-40B4-BE49-F238E27FC236}">
                <a16:creationId xmlns:a16="http://schemas.microsoft.com/office/drawing/2014/main" id="{F2AABD94-00C5-9BE5-D479-2EADE91A6D5A}"/>
              </a:ext>
            </a:extLst>
          </p:cNvPr>
          <p:cNvGrpSpPr/>
          <p:nvPr/>
        </p:nvGrpSpPr>
        <p:grpSpPr>
          <a:xfrm>
            <a:off x="7480708" y="936195"/>
            <a:ext cx="1524512" cy="3199926"/>
            <a:chOff x="5431588" y="1307171"/>
            <a:chExt cx="1423580" cy="2988072"/>
          </a:xfrm>
        </p:grpSpPr>
        <p:sp>
          <p:nvSpPr>
            <p:cNvPr id="532" name="Google Shape;532;p34">
              <a:extLst>
                <a:ext uri="{FF2B5EF4-FFF2-40B4-BE49-F238E27FC236}">
                  <a16:creationId xmlns:a16="http://schemas.microsoft.com/office/drawing/2014/main" id="{85BA4408-9ABB-132F-BC31-5536A4C1961D}"/>
                </a:ext>
              </a:extLst>
            </p:cNvPr>
            <p:cNvSpPr/>
            <p:nvPr/>
          </p:nvSpPr>
          <p:spPr>
            <a:xfrm>
              <a:off x="5536047" y="1312545"/>
              <a:ext cx="1313785" cy="2977344"/>
            </a:xfrm>
            <a:custGeom>
              <a:avLst/>
              <a:gdLst/>
              <a:ahLst/>
              <a:cxnLst/>
              <a:rect l="l" t="t" r="r" b="b"/>
              <a:pathLst>
                <a:path w="68947" h="156250" extrusionOk="0">
                  <a:moveTo>
                    <a:pt x="145" y="0"/>
                  </a:moveTo>
                  <a:cubicBezTo>
                    <a:pt x="65" y="0"/>
                    <a:pt x="0" y="64"/>
                    <a:pt x="0" y="145"/>
                  </a:cubicBezTo>
                  <a:lnTo>
                    <a:pt x="0" y="156105"/>
                  </a:lnTo>
                  <a:cubicBezTo>
                    <a:pt x="0" y="156185"/>
                    <a:pt x="65" y="156249"/>
                    <a:pt x="145" y="156249"/>
                  </a:cubicBezTo>
                  <a:lnTo>
                    <a:pt x="63378" y="156249"/>
                  </a:lnTo>
                  <a:cubicBezTo>
                    <a:pt x="66452" y="156249"/>
                    <a:pt x="68946" y="153757"/>
                    <a:pt x="68946" y="150682"/>
                  </a:cubicBezTo>
                  <a:lnTo>
                    <a:pt x="68946" y="5305"/>
                  </a:lnTo>
                  <a:cubicBezTo>
                    <a:pt x="68946" y="2375"/>
                    <a:pt x="66570" y="0"/>
                    <a:pt x="636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4">
              <a:extLst>
                <a:ext uri="{FF2B5EF4-FFF2-40B4-BE49-F238E27FC236}">
                  <a16:creationId xmlns:a16="http://schemas.microsoft.com/office/drawing/2014/main" id="{F7FB8144-B1CC-6B2B-9DE2-E7FFBB7EF926}"/>
                </a:ext>
              </a:extLst>
            </p:cNvPr>
            <p:cNvSpPr/>
            <p:nvPr/>
          </p:nvSpPr>
          <p:spPr>
            <a:xfrm>
              <a:off x="5530674" y="1307171"/>
              <a:ext cx="1324494" cy="2988072"/>
            </a:xfrm>
            <a:custGeom>
              <a:avLst/>
              <a:gdLst/>
              <a:ahLst/>
              <a:cxnLst/>
              <a:rect l="l" t="t" r="r" b="b"/>
              <a:pathLst>
                <a:path w="69509" h="156813" extrusionOk="0">
                  <a:moveTo>
                    <a:pt x="64778" y="564"/>
                  </a:moveTo>
                  <a:cubicBezTo>
                    <a:pt x="67077" y="564"/>
                    <a:pt x="68947" y="2433"/>
                    <a:pt x="68947" y="4732"/>
                  </a:cubicBezTo>
                  <a:lnTo>
                    <a:pt x="68947" y="152083"/>
                  </a:lnTo>
                  <a:cubicBezTo>
                    <a:pt x="68947" y="154380"/>
                    <a:pt x="67077" y="156250"/>
                    <a:pt x="64778" y="156250"/>
                  </a:cubicBezTo>
                  <a:lnTo>
                    <a:pt x="4731" y="156250"/>
                  </a:lnTo>
                  <a:cubicBezTo>
                    <a:pt x="2432" y="156250"/>
                    <a:pt x="562" y="154380"/>
                    <a:pt x="562" y="152083"/>
                  </a:cubicBezTo>
                  <a:lnTo>
                    <a:pt x="562" y="4732"/>
                  </a:lnTo>
                  <a:cubicBezTo>
                    <a:pt x="562" y="2433"/>
                    <a:pt x="2432" y="564"/>
                    <a:pt x="4731" y="564"/>
                  </a:cubicBezTo>
                  <a:close/>
                  <a:moveTo>
                    <a:pt x="4731" y="1"/>
                  </a:moveTo>
                  <a:cubicBezTo>
                    <a:pt x="2123" y="1"/>
                    <a:pt x="1" y="2123"/>
                    <a:pt x="1" y="4732"/>
                  </a:cubicBezTo>
                  <a:lnTo>
                    <a:pt x="1" y="152083"/>
                  </a:lnTo>
                  <a:cubicBezTo>
                    <a:pt x="1" y="154691"/>
                    <a:pt x="2123" y="156813"/>
                    <a:pt x="4731" y="156813"/>
                  </a:cubicBezTo>
                  <a:lnTo>
                    <a:pt x="64778" y="156813"/>
                  </a:lnTo>
                  <a:cubicBezTo>
                    <a:pt x="67386" y="156813"/>
                    <a:pt x="69508" y="154691"/>
                    <a:pt x="69508" y="152083"/>
                  </a:cubicBezTo>
                  <a:lnTo>
                    <a:pt x="69508" y="4732"/>
                  </a:lnTo>
                  <a:cubicBezTo>
                    <a:pt x="69508" y="2123"/>
                    <a:pt x="67386"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4">
              <a:extLst>
                <a:ext uri="{FF2B5EF4-FFF2-40B4-BE49-F238E27FC236}">
                  <a16:creationId xmlns:a16="http://schemas.microsoft.com/office/drawing/2014/main" id="{8726FEC4-B1C0-27BD-4BB0-1568C00DC4F0}"/>
                </a:ext>
              </a:extLst>
            </p:cNvPr>
            <p:cNvSpPr/>
            <p:nvPr/>
          </p:nvSpPr>
          <p:spPr>
            <a:xfrm>
              <a:off x="6788418" y="1565043"/>
              <a:ext cx="35004" cy="268733"/>
            </a:xfrm>
            <a:custGeom>
              <a:avLst/>
              <a:gdLst/>
              <a:ahLst/>
              <a:cxnLst/>
              <a:rect l="l" t="t" r="r" b="b"/>
              <a:pathLst>
                <a:path w="1837" h="14103" extrusionOk="0">
                  <a:moveTo>
                    <a:pt x="919" y="1"/>
                  </a:moveTo>
                  <a:cubicBezTo>
                    <a:pt x="416" y="1"/>
                    <a:pt x="8" y="403"/>
                    <a:pt x="0" y="906"/>
                  </a:cubicBezTo>
                  <a:lnTo>
                    <a:pt x="0" y="13185"/>
                  </a:lnTo>
                  <a:cubicBezTo>
                    <a:pt x="0" y="13691"/>
                    <a:pt x="412" y="14103"/>
                    <a:pt x="919" y="14103"/>
                  </a:cubicBezTo>
                  <a:cubicBezTo>
                    <a:pt x="1425" y="14103"/>
                    <a:pt x="1837" y="13691"/>
                    <a:pt x="1837" y="13184"/>
                  </a:cubicBezTo>
                  <a:lnTo>
                    <a:pt x="1837" y="906"/>
                  </a:lnTo>
                  <a:cubicBezTo>
                    <a:pt x="1829" y="403"/>
                    <a:pt x="1421" y="1"/>
                    <a:pt x="9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4">
              <a:extLst>
                <a:ext uri="{FF2B5EF4-FFF2-40B4-BE49-F238E27FC236}">
                  <a16:creationId xmlns:a16="http://schemas.microsoft.com/office/drawing/2014/main" id="{29170CC6-DB44-5115-C034-16619F181A87}"/>
                </a:ext>
              </a:extLst>
            </p:cNvPr>
            <p:cNvSpPr/>
            <p:nvPr/>
          </p:nvSpPr>
          <p:spPr>
            <a:xfrm>
              <a:off x="6788418" y="1885033"/>
              <a:ext cx="35004" cy="165512"/>
            </a:xfrm>
            <a:custGeom>
              <a:avLst/>
              <a:gdLst/>
              <a:ahLst/>
              <a:cxnLst/>
              <a:rect l="l" t="t" r="r" b="b"/>
              <a:pathLst>
                <a:path w="1837" h="8686" extrusionOk="0">
                  <a:moveTo>
                    <a:pt x="919" y="0"/>
                  </a:moveTo>
                  <a:cubicBezTo>
                    <a:pt x="416" y="0"/>
                    <a:pt x="8" y="403"/>
                    <a:pt x="0" y="906"/>
                  </a:cubicBezTo>
                  <a:lnTo>
                    <a:pt x="0" y="7767"/>
                  </a:lnTo>
                  <a:cubicBezTo>
                    <a:pt x="0" y="8274"/>
                    <a:pt x="412" y="8686"/>
                    <a:pt x="919" y="8686"/>
                  </a:cubicBezTo>
                  <a:cubicBezTo>
                    <a:pt x="1425" y="8684"/>
                    <a:pt x="1837" y="8274"/>
                    <a:pt x="1837" y="7767"/>
                  </a:cubicBezTo>
                  <a:lnTo>
                    <a:pt x="1837" y="906"/>
                  </a:lnTo>
                  <a:cubicBezTo>
                    <a:pt x="1829" y="403"/>
                    <a:pt x="1421" y="0"/>
                    <a:pt x="9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4">
              <a:extLst>
                <a:ext uri="{FF2B5EF4-FFF2-40B4-BE49-F238E27FC236}">
                  <a16:creationId xmlns:a16="http://schemas.microsoft.com/office/drawing/2014/main" id="{CD62143B-48BB-E1FF-F3FF-47623F348686}"/>
                </a:ext>
              </a:extLst>
            </p:cNvPr>
            <p:cNvSpPr/>
            <p:nvPr/>
          </p:nvSpPr>
          <p:spPr>
            <a:xfrm>
              <a:off x="5436923" y="1312545"/>
              <a:ext cx="1313766" cy="2977344"/>
            </a:xfrm>
            <a:custGeom>
              <a:avLst/>
              <a:gdLst/>
              <a:ahLst/>
              <a:cxnLst/>
              <a:rect l="l" t="t" r="r" b="b"/>
              <a:pathLst>
                <a:path w="68946" h="156250" extrusionOk="0">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4">
              <a:extLst>
                <a:ext uri="{FF2B5EF4-FFF2-40B4-BE49-F238E27FC236}">
                  <a16:creationId xmlns:a16="http://schemas.microsoft.com/office/drawing/2014/main" id="{1CA3B04E-2A77-D519-D47A-17D51DCB549E}"/>
                </a:ext>
              </a:extLst>
            </p:cNvPr>
            <p:cNvSpPr/>
            <p:nvPr/>
          </p:nvSpPr>
          <p:spPr>
            <a:xfrm>
              <a:off x="5431588" y="1307171"/>
              <a:ext cx="1324475" cy="2988072"/>
            </a:xfrm>
            <a:custGeom>
              <a:avLst/>
              <a:gdLst/>
              <a:ahLst/>
              <a:cxnLst/>
              <a:rect l="l" t="t" r="r" b="b"/>
              <a:pathLst>
                <a:path w="69508" h="156813" extrusionOk="0">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4">
              <a:extLst>
                <a:ext uri="{FF2B5EF4-FFF2-40B4-BE49-F238E27FC236}">
                  <a16:creationId xmlns:a16="http://schemas.microsoft.com/office/drawing/2014/main" id="{5DE7CF8E-E350-5286-56A2-E0B6E3308509}"/>
                </a:ext>
              </a:extLst>
            </p:cNvPr>
            <p:cNvSpPr/>
            <p:nvPr/>
          </p:nvSpPr>
          <p:spPr>
            <a:xfrm>
              <a:off x="5524405" y="1510774"/>
              <a:ext cx="1138841" cy="2553675"/>
            </a:xfrm>
            <a:custGeom>
              <a:avLst/>
              <a:gdLst/>
              <a:ahLst/>
              <a:cxnLst/>
              <a:rect l="l" t="t" r="r" b="b"/>
              <a:pathLst>
                <a:path w="59766" h="134016" extrusionOk="0">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4">
              <a:extLst>
                <a:ext uri="{FF2B5EF4-FFF2-40B4-BE49-F238E27FC236}">
                  <a16:creationId xmlns:a16="http://schemas.microsoft.com/office/drawing/2014/main" id="{11049004-E468-43EA-737A-89891B02C7AB}"/>
                </a:ext>
              </a:extLst>
            </p:cNvPr>
            <p:cNvSpPr/>
            <p:nvPr/>
          </p:nvSpPr>
          <p:spPr>
            <a:xfrm>
              <a:off x="5908897" y="1413079"/>
              <a:ext cx="334834" cy="32146"/>
            </a:xfrm>
            <a:custGeom>
              <a:avLst/>
              <a:gdLst/>
              <a:ahLst/>
              <a:cxnLst/>
              <a:rect l="l" t="t" r="r" b="b"/>
              <a:pathLst>
                <a:path w="17572" h="1687" extrusionOk="0">
                  <a:moveTo>
                    <a:pt x="831" y="1"/>
                  </a:moveTo>
                  <a:cubicBezTo>
                    <a:pt x="371" y="8"/>
                    <a:pt x="0" y="383"/>
                    <a:pt x="0" y="844"/>
                  </a:cubicBezTo>
                  <a:cubicBezTo>
                    <a:pt x="0" y="1305"/>
                    <a:pt x="371" y="1680"/>
                    <a:pt x="831" y="1687"/>
                  </a:cubicBezTo>
                  <a:lnTo>
                    <a:pt x="16742" y="1687"/>
                  </a:lnTo>
                  <a:cubicBezTo>
                    <a:pt x="17203" y="1680"/>
                    <a:pt x="17572" y="1305"/>
                    <a:pt x="17572" y="844"/>
                  </a:cubicBezTo>
                  <a:cubicBezTo>
                    <a:pt x="17572" y="383"/>
                    <a:pt x="17203" y="8"/>
                    <a:pt x="167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4">
              <a:extLst>
                <a:ext uri="{FF2B5EF4-FFF2-40B4-BE49-F238E27FC236}">
                  <a16:creationId xmlns:a16="http://schemas.microsoft.com/office/drawing/2014/main" id="{06B2E7C9-FD71-99ED-4941-864CB329F432}"/>
                </a:ext>
              </a:extLst>
            </p:cNvPr>
            <p:cNvSpPr/>
            <p:nvPr/>
          </p:nvSpPr>
          <p:spPr>
            <a:xfrm>
              <a:off x="5994701" y="4116888"/>
              <a:ext cx="58308" cy="75839"/>
            </a:xfrm>
            <a:custGeom>
              <a:avLst/>
              <a:gdLst/>
              <a:ahLst/>
              <a:cxnLst/>
              <a:rect l="l" t="t" r="r" b="b"/>
              <a:pathLst>
                <a:path w="3060" h="3980" extrusionOk="0">
                  <a:moveTo>
                    <a:pt x="1531" y="1"/>
                  </a:moveTo>
                  <a:cubicBezTo>
                    <a:pt x="685" y="1"/>
                    <a:pt x="1" y="892"/>
                    <a:pt x="1" y="1990"/>
                  </a:cubicBezTo>
                  <a:cubicBezTo>
                    <a:pt x="1" y="3088"/>
                    <a:pt x="685" y="3979"/>
                    <a:pt x="1529" y="3979"/>
                  </a:cubicBezTo>
                  <a:cubicBezTo>
                    <a:pt x="2374" y="3979"/>
                    <a:pt x="3059" y="3088"/>
                    <a:pt x="3059" y="1990"/>
                  </a:cubicBezTo>
                  <a:cubicBezTo>
                    <a:pt x="3059" y="892"/>
                    <a:pt x="2375" y="1"/>
                    <a:pt x="1531"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4">
              <a:extLst>
                <a:ext uri="{FF2B5EF4-FFF2-40B4-BE49-F238E27FC236}">
                  <a16:creationId xmlns:a16="http://schemas.microsoft.com/office/drawing/2014/main" id="{8370411A-EF91-ED3E-FA84-C932527C6DBD}"/>
                </a:ext>
              </a:extLst>
            </p:cNvPr>
            <p:cNvSpPr/>
            <p:nvPr/>
          </p:nvSpPr>
          <p:spPr>
            <a:xfrm>
              <a:off x="5896301" y="1685680"/>
              <a:ext cx="395010" cy="460597"/>
            </a:xfrm>
            <a:custGeom>
              <a:avLst/>
              <a:gdLst/>
              <a:ahLst/>
              <a:cxnLst/>
              <a:rect l="l" t="t" r="r" b="b"/>
              <a:pathLst>
                <a:path w="20730" h="24172" extrusionOk="0">
                  <a:moveTo>
                    <a:pt x="10366" y="1"/>
                  </a:moveTo>
                  <a:cubicBezTo>
                    <a:pt x="7617" y="1"/>
                    <a:pt x="4980" y="1274"/>
                    <a:pt x="3036" y="3541"/>
                  </a:cubicBezTo>
                  <a:cubicBezTo>
                    <a:pt x="1093" y="5807"/>
                    <a:pt x="0" y="8881"/>
                    <a:pt x="0" y="12086"/>
                  </a:cubicBezTo>
                  <a:cubicBezTo>
                    <a:pt x="0" y="15291"/>
                    <a:pt x="1093" y="18366"/>
                    <a:pt x="3036" y="20632"/>
                  </a:cubicBezTo>
                  <a:cubicBezTo>
                    <a:pt x="4980" y="22899"/>
                    <a:pt x="7617" y="24172"/>
                    <a:pt x="10366" y="24172"/>
                  </a:cubicBezTo>
                  <a:cubicBezTo>
                    <a:pt x="13113" y="24172"/>
                    <a:pt x="15750" y="22899"/>
                    <a:pt x="17694" y="20632"/>
                  </a:cubicBezTo>
                  <a:cubicBezTo>
                    <a:pt x="19639" y="18366"/>
                    <a:pt x="20730" y="15291"/>
                    <a:pt x="20730" y="12086"/>
                  </a:cubicBezTo>
                  <a:cubicBezTo>
                    <a:pt x="20730" y="8881"/>
                    <a:pt x="19639" y="5807"/>
                    <a:pt x="17694" y="3541"/>
                  </a:cubicBezTo>
                  <a:cubicBezTo>
                    <a:pt x="15750" y="1274"/>
                    <a:pt x="13113" y="1"/>
                    <a:pt x="103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4">
              <a:extLst>
                <a:ext uri="{FF2B5EF4-FFF2-40B4-BE49-F238E27FC236}">
                  <a16:creationId xmlns:a16="http://schemas.microsoft.com/office/drawing/2014/main" id="{5BB1A21C-CF3D-49BB-4918-7D9BEFFE47F3}"/>
                </a:ext>
              </a:extLst>
            </p:cNvPr>
            <p:cNvSpPr/>
            <p:nvPr/>
          </p:nvSpPr>
          <p:spPr>
            <a:xfrm>
              <a:off x="6018806" y="1738157"/>
              <a:ext cx="150001" cy="174906"/>
            </a:xfrm>
            <a:custGeom>
              <a:avLst/>
              <a:gdLst/>
              <a:ahLst/>
              <a:cxnLst/>
              <a:rect l="l" t="t" r="r" b="b"/>
              <a:pathLst>
                <a:path w="7872" h="9179" extrusionOk="0">
                  <a:moveTo>
                    <a:pt x="3937" y="1"/>
                  </a:moveTo>
                  <a:cubicBezTo>
                    <a:pt x="1762" y="1"/>
                    <a:pt x="0" y="2055"/>
                    <a:pt x="0" y="4590"/>
                  </a:cubicBezTo>
                  <a:cubicBezTo>
                    <a:pt x="0" y="7125"/>
                    <a:pt x="1762" y="9179"/>
                    <a:pt x="3937" y="9179"/>
                  </a:cubicBezTo>
                  <a:cubicBezTo>
                    <a:pt x="6110" y="9179"/>
                    <a:pt x="7872" y="7125"/>
                    <a:pt x="7872" y="4590"/>
                  </a:cubicBezTo>
                  <a:cubicBezTo>
                    <a:pt x="7872" y="2055"/>
                    <a:pt x="6110" y="1"/>
                    <a:pt x="393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4">
              <a:extLst>
                <a:ext uri="{FF2B5EF4-FFF2-40B4-BE49-F238E27FC236}">
                  <a16:creationId xmlns:a16="http://schemas.microsoft.com/office/drawing/2014/main" id="{20B3DA1D-42FD-FB84-3E1D-DE9F8F75A278}"/>
                </a:ext>
              </a:extLst>
            </p:cNvPr>
            <p:cNvSpPr/>
            <p:nvPr/>
          </p:nvSpPr>
          <p:spPr>
            <a:xfrm>
              <a:off x="6013432" y="1732803"/>
              <a:ext cx="160748" cy="185634"/>
            </a:xfrm>
            <a:custGeom>
              <a:avLst/>
              <a:gdLst/>
              <a:ahLst/>
              <a:cxnLst/>
              <a:rect l="l" t="t" r="r" b="b"/>
              <a:pathLst>
                <a:path w="8436" h="9742" extrusionOk="0">
                  <a:moveTo>
                    <a:pt x="4219" y="562"/>
                  </a:moveTo>
                  <a:cubicBezTo>
                    <a:pt x="6234" y="562"/>
                    <a:pt x="7874" y="2494"/>
                    <a:pt x="7874" y="4871"/>
                  </a:cubicBezTo>
                  <a:cubicBezTo>
                    <a:pt x="7874" y="7247"/>
                    <a:pt x="6234" y="9180"/>
                    <a:pt x="4219" y="9180"/>
                  </a:cubicBezTo>
                  <a:cubicBezTo>
                    <a:pt x="2203" y="9180"/>
                    <a:pt x="562" y="7247"/>
                    <a:pt x="562" y="4871"/>
                  </a:cubicBezTo>
                  <a:cubicBezTo>
                    <a:pt x="562" y="2494"/>
                    <a:pt x="2203" y="562"/>
                    <a:pt x="4219" y="562"/>
                  </a:cubicBezTo>
                  <a:close/>
                  <a:moveTo>
                    <a:pt x="4219" y="0"/>
                  </a:moveTo>
                  <a:cubicBezTo>
                    <a:pt x="1892" y="0"/>
                    <a:pt x="1" y="2185"/>
                    <a:pt x="1" y="4871"/>
                  </a:cubicBezTo>
                  <a:cubicBezTo>
                    <a:pt x="1" y="7556"/>
                    <a:pt x="1892" y="9741"/>
                    <a:pt x="4219" y="9741"/>
                  </a:cubicBezTo>
                  <a:cubicBezTo>
                    <a:pt x="6544" y="9741"/>
                    <a:pt x="8435" y="7556"/>
                    <a:pt x="8435" y="4871"/>
                  </a:cubicBezTo>
                  <a:cubicBezTo>
                    <a:pt x="8435" y="2185"/>
                    <a:pt x="6544" y="0"/>
                    <a:pt x="42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4">
              <a:extLst>
                <a:ext uri="{FF2B5EF4-FFF2-40B4-BE49-F238E27FC236}">
                  <a16:creationId xmlns:a16="http://schemas.microsoft.com/office/drawing/2014/main" id="{475B9211-73D4-3ECB-5C25-C6C0B85894AD}"/>
                </a:ext>
              </a:extLst>
            </p:cNvPr>
            <p:cNvSpPr/>
            <p:nvPr/>
          </p:nvSpPr>
          <p:spPr>
            <a:xfrm>
              <a:off x="5957544" y="1936386"/>
              <a:ext cx="272525" cy="209891"/>
            </a:xfrm>
            <a:custGeom>
              <a:avLst/>
              <a:gdLst/>
              <a:ahLst/>
              <a:cxnLst/>
              <a:rect l="l" t="t" r="r" b="b"/>
              <a:pathLst>
                <a:path w="14302" h="11015" extrusionOk="0">
                  <a:moveTo>
                    <a:pt x="7152" y="1"/>
                  </a:moveTo>
                  <a:cubicBezTo>
                    <a:pt x="3202" y="1"/>
                    <a:pt x="1" y="3014"/>
                    <a:pt x="1" y="6731"/>
                  </a:cubicBezTo>
                  <a:cubicBezTo>
                    <a:pt x="4" y="7077"/>
                    <a:pt x="34" y="7421"/>
                    <a:pt x="93" y="7763"/>
                  </a:cubicBezTo>
                  <a:cubicBezTo>
                    <a:pt x="1945" y="9775"/>
                    <a:pt x="4421" y="11015"/>
                    <a:pt x="7152" y="11015"/>
                  </a:cubicBezTo>
                  <a:cubicBezTo>
                    <a:pt x="9882" y="11015"/>
                    <a:pt x="12358" y="9775"/>
                    <a:pt x="14209" y="7763"/>
                  </a:cubicBezTo>
                  <a:cubicBezTo>
                    <a:pt x="14268" y="7421"/>
                    <a:pt x="14298" y="7077"/>
                    <a:pt x="14301" y="6731"/>
                  </a:cubicBezTo>
                  <a:cubicBezTo>
                    <a:pt x="14301" y="3014"/>
                    <a:pt x="11100" y="1"/>
                    <a:pt x="71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4">
              <a:extLst>
                <a:ext uri="{FF2B5EF4-FFF2-40B4-BE49-F238E27FC236}">
                  <a16:creationId xmlns:a16="http://schemas.microsoft.com/office/drawing/2014/main" id="{BF8E022D-F761-5FA6-5FA9-84E1BC67D7F2}"/>
                </a:ext>
              </a:extLst>
            </p:cNvPr>
            <p:cNvSpPr/>
            <p:nvPr/>
          </p:nvSpPr>
          <p:spPr>
            <a:xfrm>
              <a:off x="5952190" y="1931032"/>
              <a:ext cx="283234" cy="220619"/>
            </a:xfrm>
            <a:custGeom>
              <a:avLst/>
              <a:gdLst/>
              <a:ahLst/>
              <a:cxnLst/>
              <a:rect l="l" t="t" r="r" b="b"/>
              <a:pathLst>
                <a:path w="14864" h="11578" extrusionOk="0">
                  <a:moveTo>
                    <a:pt x="7433" y="562"/>
                  </a:moveTo>
                  <a:cubicBezTo>
                    <a:pt x="11220" y="562"/>
                    <a:pt x="14302" y="3455"/>
                    <a:pt x="14302" y="7012"/>
                  </a:cubicBezTo>
                  <a:cubicBezTo>
                    <a:pt x="14299" y="7314"/>
                    <a:pt x="14274" y="7616"/>
                    <a:pt x="14226" y="7915"/>
                  </a:cubicBezTo>
                  <a:cubicBezTo>
                    <a:pt x="12358" y="9913"/>
                    <a:pt x="9949" y="11014"/>
                    <a:pt x="7433" y="11014"/>
                  </a:cubicBezTo>
                  <a:cubicBezTo>
                    <a:pt x="4917" y="11014"/>
                    <a:pt x="2506" y="9915"/>
                    <a:pt x="638" y="7915"/>
                  </a:cubicBezTo>
                  <a:cubicBezTo>
                    <a:pt x="590" y="7616"/>
                    <a:pt x="565" y="7314"/>
                    <a:pt x="563" y="7012"/>
                  </a:cubicBezTo>
                  <a:cubicBezTo>
                    <a:pt x="563" y="3455"/>
                    <a:pt x="3644" y="562"/>
                    <a:pt x="7433" y="562"/>
                  </a:cubicBezTo>
                  <a:close/>
                  <a:moveTo>
                    <a:pt x="7433" y="0"/>
                  </a:moveTo>
                  <a:cubicBezTo>
                    <a:pt x="3334" y="0"/>
                    <a:pt x="0" y="3146"/>
                    <a:pt x="0" y="7012"/>
                  </a:cubicBezTo>
                  <a:cubicBezTo>
                    <a:pt x="0" y="7345"/>
                    <a:pt x="31" y="7688"/>
                    <a:pt x="97" y="8089"/>
                  </a:cubicBezTo>
                  <a:cubicBezTo>
                    <a:pt x="105" y="8143"/>
                    <a:pt x="130" y="8194"/>
                    <a:pt x="167" y="8235"/>
                  </a:cubicBezTo>
                  <a:cubicBezTo>
                    <a:pt x="2152" y="10390"/>
                    <a:pt x="4732" y="11577"/>
                    <a:pt x="7433" y="11577"/>
                  </a:cubicBezTo>
                  <a:cubicBezTo>
                    <a:pt x="10134" y="11577"/>
                    <a:pt x="12714" y="10390"/>
                    <a:pt x="14697" y="8235"/>
                  </a:cubicBezTo>
                  <a:cubicBezTo>
                    <a:pt x="14734" y="8194"/>
                    <a:pt x="14759" y="8143"/>
                    <a:pt x="14767" y="8089"/>
                  </a:cubicBezTo>
                  <a:cubicBezTo>
                    <a:pt x="14833" y="7688"/>
                    <a:pt x="14864" y="7345"/>
                    <a:pt x="14864" y="7012"/>
                  </a:cubicBezTo>
                  <a:cubicBezTo>
                    <a:pt x="14864" y="3146"/>
                    <a:pt x="11530" y="0"/>
                    <a:pt x="743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4">
              <a:extLst>
                <a:ext uri="{FF2B5EF4-FFF2-40B4-BE49-F238E27FC236}">
                  <a16:creationId xmlns:a16="http://schemas.microsoft.com/office/drawing/2014/main" id="{914D9113-4331-B391-B694-D66D833C1AA2}"/>
                </a:ext>
              </a:extLst>
            </p:cNvPr>
            <p:cNvSpPr/>
            <p:nvPr/>
          </p:nvSpPr>
          <p:spPr>
            <a:xfrm>
              <a:off x="5807695" y="2262875"/>
              <a:ext cx="572222" cy="655835"/>
            </a:xfrm>
            <a:custGeom>
              <a:avLst/>
              <a:gdLst/>
              <a:ahLst/>
              <a:cxnLst/>
              <a:rect l="l" t="t" r="r" b="b"/>
              <a:pathLst>
                <a:path w="30030" h="34418" extrusionOk="0">
                  <a:moveTo>
                    <a:pt x="15016" y="5228"/>
                  </a:moveTo>
                  <a:cubicBezTo>
                    <a:pt x="20632" y="5228"/>
                    <a:pt x="25203" y="10176"/>
                    <a:pt x="25203" y="16261"/>
                  </a:cubicBezTo>
                  <a:lnTo>
                    <a:pt x="25203" y="29190"/>
                  </a:lnTo>
                  <a:lnTo>
                    <a:pt x="4827" y="29190"/>
                  </a:lnTo>
                  <a:lnTo>
                    <a:pt x="4827" y="16261"/>
                  </a:lnTo>
                  <a:cubicBezTo>
                    <a:pt x="4827" y="10176"/>
                    <a:pt x="9398" y="5228"/>
                    <a:pt x="15016" y="5228"/>
                  </a:cubicBezTo>
                  <a:close/>
                  <a:moveTo>
                    <a:pt x="15016" y="1"/>
                  </a:moveTo>
                  <a:cubicBezTo>
                    <a:pt x="6736" y="1"/>
                    <a:pt x="1" y="7294"/>
                    <a:pt x="1" y="16261"/>
                  </a:cubicBezTo>
                  <a:lnTo>
                    <a:pt x="1" y="31804"/>
                  </a:lnTo>
                  <a:cubicBezTo>
                    <a:pt x="1" y="33248"/>
                    <a:pt x="1082" y="34417"/>
                    <a:pt x="2415" y="34417"/>
                  </a:cubicBezTo>
                  <a:lnTo>
                    <a:pt x="27617" y="34417"/>
                  </a:lnTo>
                  <a:cubicBezTo>
                    <a:pt x="28950" y="34417"/>
                    <a:pt x="30029" y="33248"/>
                    <a:pt x="30029" y="31804"/>
                  </a:cubicBezTo>
                  <a:lnTo>
                    <a:pt x="30029" y="16261"/>
                  </a:lnTo>
                  <a:cubicBezTo>
                    <a:pt x="30029" y="7294"/>
                    <a:pt x="23294" y="1"/>
                    <a:pt x="1501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4">
              <a:extLst>
                <a:ext uri="{FF2B5EF4-FFF2-40B4-BE49-F238E27FC236}">
                  <a16:creationId xmlns:a16="http://schemas.microsoft.com/office/drawing/2014/main" id="{3DA3D17E-1A0F-D0C3-1556-C53CA5B687FC}"/>
                </a:ext>
              </a:extLst>
            </p:cNvPr>
            <p:cNvSpPr/>
            <p:nvPr/>
          </p:nvSpPr>
          <p:spPr>
            <a:xfrm>
              <a:off x="5760458" y="2716555"/>
              <a:ext cx="666715" cy="630778"/>
            </a:xfrm>
            <a:custGeom>
              <a:avLst/>
              <a:gdLst/>
              <a:ahLst/>
              <a:cxnLst/>
              <a:rect l="l" t="t" r="r" b="b"/>
              <a:pathLst>
                <a:path w="34989" h="33103" extrusionOk="0">
                  <a:moveTo>
                    <a:pt x="1" y="1"/>
                  </a:moveTo>
                  <a:lnTo>
                    <a:pt x="1" y="33102"/>
                  </a:lnTo>
                  <a:lnTo>
                    <a:pt x="34989" y="33102"/>
                  </a:lnTo>
                  <a:lnTo>
                    <a:pt x="349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4">
              <a:extLst>
                <a:ext uri="{FF2B5EF4-FFF2-40B4-BE49-F238E27FC236}">
                  <a16:creationId xmlns:a16="http://schemas.microsoft.com/office/drawing/2014/main" id="{5F7B4C31-C401-F304-2D00-A7FDDCA76ECB}"/>
                </a:ext>
              </a:extLst>
            </p:cNvPr>
            <p:cNvSpPr/>
            <p:nvPr/>
          </p:nvSpPr>
          <p:spPr>
            <a:xfrm>
              <a:off x="6003181" y="2875188"/>
              <a:ext cx="187806" cy="275745"/>
            </a:xfrm>
            <a:custGeom>
              <a:avLst/>
              <a:gdLst/>
              <a:ahLst/>
              <a:cxnLst/>
              <a:rect l="l" t="t" r="r" b="b"/>
              <a:pathLst>
                <a:path w="9856" h="14471" extrusionOk="0">
                  <a:moveTo>
                    <a:pt x="4927" y="1"/>
                  </a:moveTo>
                  <a:cubicBezTo>
                    <a:pt x="2633" y="1"/>
                    <a:pt x="772" y="2016"/>
                    <a:pt x="772" y="4502"/>
                  </a:cubicBezTo>
                  <a:cubicBezTo>
                    <a:pt x="772" y="6052"/>
                    <a:pt x="1496" y="7417"/>
                    <a:pt x="2595" y="8227"/>
                  </a:cubicBezTo>
                  <a:lnTo>
                    <a:pt x="1" y="14470"/>
                  </a:lnTo>
                  <a:lnTo>
                    <a:pt x="9856" y="14470"/>
                  </a:lnTo>
                  <a:lnTo>
                    <a:pt x="7261" y="8227"/>
                  </a:lnTo>
                  <a:cubicBezTo>
                    <a:pt x="8361" y="7417"/>
                    <a:pt x="9084" y="6050"/>
                    <a:pt x="9084" y="4502"/>
                  </a:cubicBezTo>
                  <a:cubicBezTo>
                    <a:pt x="9084" y="2016"/>
                    <a:pt x="7223" y="1"/>
                    <a:pt x="492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4">
              <a:extLst>
                <a:ext uri="{FF2B5EF4-FFF2-40B4-BE49-F238E27FC236}">
                  <a16:creationId xmlns:a16="http://schemas.microsoft.com/office/drawing/2014/main" id="{1E4B605C-9456-747C-4D81-BD5925DFC9C7}"/>
                </a:ext>
              </a:extLst>
            </p:cNvPr>
            <p:cNvSpPr/>
            <p:nvPr/>
          </p:nvSpPr>
          <p:spPr>
            <a:xfrm>
              <a:off x="5996759" y="2869853"/>
              <a:ext cx="200611" cy="286435"/>
            </a:xfrm>
            <a:custGeom>
              <a:avLst/>
              <a:gdLst/>
              <a:ahLst/>
              <a:cxnLst/>
              <a:rect l="l" t="t" r="r" b="b"/>
              <a:pathLst>
                <a:path w="10528" h="15032" extrusionOk="0">
                  <a:moveTo>
                    <a:pt x="5264" y="562"/>
                  </a:moveTo>
                  <a:cubicBezTo>
                    <a:pt x="7401" y="562"/>
                    <a:pt x="9139" y="2455"/>
                    <a:pt x="9139" y="4782"/>
                  </a:cubicBezTo>
                  <a:cubicBezTo>
                    <a:pt x="9139" y="6185"/>
                    <a:pt x="8501" y="7493"/>
                    <a:pt x="7430" y="8280"/>
                  </a:cubicBezTo>
                  <a:cubicBezTo>
                    <a:pt x="7327" y="8356"/>
                    <a:pt x="7287" y="8495"/>
                    <a:pt x="7337" y="8614"/>
                  </a:cubicBezTo>
                  <a:lnTo>
                    <a:pt x="9771" y="14469"/>
                  </a:lnTo>
                  <a:lnTo>
                    <a:pt x="759" y="14469"/>
                  </a:lnTo>
                  <a:lnTo>
                    <a:pt x="3192" y="8614"/>
                  </a:lnTo>
                  <a:cubicBezTo>
                    <a:pt x="3241" y="8495"/>
                    <a:pt x="3204" y="8356"/>
                    <a:pt x="3099" y="8280"/>
                  </a:cubicBezTo>
                  <a:cubicBezTo>
                    <a:pt x="2028" y="7493"/>
                    <a:pt x="1391" y="6185"/>
                    <a:pt x="1391" y="4782"/>
                  </a:cubicBezTo>
                  <a:cubicBezTo>
                    <a:pt x="1391" y="2455"/>
                    <a:pt x="3129" y="562"/>
                    <a:pt x="5264" y="562"/>
                  </a:cubicBezTo>
                  <a:close/>
                  <a:moveTo>
                    <a:pt x="5264" y="1"/>
                  </a:moveTo>
                  <a:cubicBezTo>
                    <a:pt x="2819" y="1"/>
                    <a:pt x="828" y="2146"/>
                    <a:pt x="828" y="4782"/>
                  </a:cubicBezTo>
                  <a:cubicBezTo>
                    <a:pt x="828" y="6285"/>
                    <a:pt x="1483" y="7696"/>
                    <a:pt x="2591" y="8598"/>
                  </a:cubicBezTo>
                  <a:lnTo>
                    <a:pt x="78" y="14642"/>
                  </a:lnTo>
                  <a:cubicBezTo>
                    <a:pt x="1" y="14827"/>
                    <a:pt x="136" y="15030"/>
                    <a:pt x="338" y="15032"/>
                  </a:cubicBezTo>
                  <a:lnTo>
                    <a:pt x="10193" y="15032"/>
                  </a:lnTo>
                  <a:cubicBezTo>
                    <a:pt x="10392" y="15032"/>
                    <a:pt x="10528" y="14827"/>
                    <a:pt x="10452" y="14642"/>
                  </a:cubicBezTo>
                  <a:lnTo>
                    <a:pt x="7939" y="8598"/>
                  </a:lnTo>
                  <a:cubicBezTo>
                    <a:pt x="9046" y="7696"/>
                    <a:pt x="9701" y="6285"/>
                    <a:pt x="9701" y="4782"/>
                  </a:cubicBezTo>
                  <a:cubicBezTo>
                    <a:pt x="9701" y="2146"/>
                    <a:pt x="7712" y="1"/>
                    <a:pt x="526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4">
              <a:extLst>
                <a:ext uri="{FF2B5EF4-FFF2-40B4-BE49-F238E27FC236}">
                  <a16:creationId xmlns:a16="http://schemas.microsoft.com/office/drawing/2014/main" id="{46592DF3-EDB1-4F12-A00F-34D03C02FB7E}"/>
                </a:ext>
              </a:extLst>
            </p:cNvPr>
            <p:cNvSpPr/>
            <p:nvPr/>
          </p:nvSpPr>
          <p:spPr>
            <a:xfrm>
              <a:off x="5887574" y="2853485"/>
              <a:ext cx="775672" cy="1061878"/>
            </a:xfrm>
            <a:custGeom>
              <a:avLst/>
              <a:gdLst/>
              <a:ahLst/>
              <a:cxnLst/>
              <a:rect l="l" t="t" r="r" b="b"/>
              <a:pathLst>
                <a:path w="40707" h="55727" extrusionOk="0">
                  <a:moveTo>
                    <a:pt x="40706" y="1"/>
                  </a:moveTo>
                  <a:lnTo>
                    <a:pt x="100" y="55240"/>
                  </a:lnTo>
                  <a:cubicBezTo>
                    <a:pt x="1" y="55375"/>
                    <a:pt x="30" y="55568"/>
                    <a:pt x="165" y="55667"/>
                  </a:cubicBezTo>
                  <a:cubicBezTo>
                    <a:pt x="220" y="55707"/>
                    <a:pt x="283" y="55727"/>
                    <a:pt x="346" y="55727"/>
                  </a:cubicBezTo>
                  <a:cubicBezTo>
                    <a:pt x="441" y="55727"/>
                    <a:pt x="534" y="55683"/>
                    <a:pt x="594" y="55601"/>
                  </a:cubicBezTo>
                  <a:lnTo>
                    <a:pt x="40706" y="1035"/>
                  </a:lnTo>
                  <a:lnTo>
                    <a:pt x="407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4">
              <a:extLst>
                <a:ext uri="{FF2B5EF4-FFF2-40B4-BE49-F238E27FC236}">
                  <a16:creationId xmlns:a16="http://schemas.microsoft.com/office/drawing/2014/main" id="{339255C9-63A6-6151-B939-737C40E2589A}"/>
                </a:ext>
              </a:extLst>
            </p:cNvPr>
            <p:cNvSpPr/>
            <p:nvPr/>
          </p:nvSpPr>
          <p:spPr>
            <a:xfrm>
              <a:off x="6507643" y="1676190"/>
              <a:ext cx="155603" cy="218351"/>
            </a:xfrm>
            <a:custGeom>
              <a:avLst/>
              <a:gdLst/>
              <a:ahLst/>
              <a:cxnLst/>
              <a:rect l="l" t="t" r="r" b="b"/>
              <a:pathLst>
                <a:path w="8166" h="11459" extrusionOk="0">
                  <a:moveTo>
                    <a:pt x="8165" y="0"/>
                  </a:moveTo>
                  <a:lnTo>
                    <a:pt x="95" y="10977"/>
                  </a:lnTo>
                  <a:cubicBezTo>
                    <a:pt x="1" y="11112"/>
                    <a:pt x="31" y="11300"/>
                    <a:pt x="165" y="11398"/>
                  </a:cubicBezTo>
                  <a:cubicBezTo>
                    <a:pt x="220" y="11438"/>
                    <a:pt x="284" y="11458"/>
                    <a:pt x="347" y="11458"/>
                  </a:cubicBezTo>
                  <a:cubicBezTo>
                    <a:pt x="439" y="11458"/>
                    <a:pt x="529" y="11417"/>
                    <a:pt x="590" y="11338"/>
                  </a:cubicBezTo>
                  <a:lnTo>
                    <a:pt x="8165" y="1034"/>
                  </a:lnTo>
                  <a:lnTo>
                    <a:pt x="81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4">
              <a:extLst>
                <a:ext uri="{FF2B5EF4-FFF2-40B4-BE49-F238E27FC236}">
                  <a16:creationId xmlns:a16="http://schemas.microsoft.com/office/drawing/2014/main" id="{CD0B82E3-3126-1AAA-C4FC-251C180E2636}"/>
                </a:ext>
              </a:extLst>
            </p:cNvPr>
            <p:cNvSpPr/>
            <p:nvPr/>
          </p:nvSpPr>
          <p:spPr>
            <a:xfrm>
              <a:off x="5524405" y="1952545"/>
              <a:ext cx="945204" cy="1292558"/>
            </a:xfrm>
            <a:custGeom>
              <a:avLst/>
              <a:gdLst/>
              <a:ahLst/>
              <a:cxnLst/>
              <a:rect l="l" t="t" r="r" b="b"/>
              <a:pathLst>
                <a:path w="49604" h="67833" extrusionOk="0">
                  <a:moveTo>
                    <a:pt x="49258" y="0"/>
                  </a:moveTo>
                  <a:cubicBezTo>
                    <a:pt x="49164" y="0"/>
                    <a:pt x="49071" y="44"/>
                    <a:pt x="49010" y="125"/>
                  </a:cubicBezTo>
                  <a:lnTo>
                    <a:pt x="0" y="66799"/>
                  </a:lnTo>
                  <a:lnTo>
                    <a:pt x="0" y="67833"/>
                  </a:lnTo>
                  <a:lnTo>
                    <a:pt x="49505" y="489"/>
                  </a:lnTo>
                  <a:cubicBezTo>
                    <a:pt x="49604" y="352"/>
                    <a:pt x="49575" y="160"/>
                    <a:pt x="49439" y="60"/>
                  </a:cubicBezTo>
                  <a:cubicBezTo>
                    <a:pt x="49384" y="20"/>
                    <a:pt x="49321" y="0"/>
                    <a:pt x="49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4">
              <a:extLst>
                <a:ext uri="{FF2B5EF4-FFF2-40B4-BE49-F238E27FC236}">
                  <a16:creationId xmlns:a16="http://schemas.microsoft.com/office/drawing/2014/main" id="{9EBDD206-C5C8-65B8-0B64-95DA33CE5233}"/>
                </a:ext>
              </a:extLst>
            </p:cNvPr>
            <p:cNvSpPr/>
            <p:nvPr/>
          </p:nvSpPr>
          <p:spPr>
            <a:xfrm>
              <a:off x="5795367" y="3956807"/>
              <a:ext cx="66388" cy="83975"/>
            </a:xfrm>
            <a:custGeom>
              <a:avLst/>
              <a:gdLst/>
              <a:ahLst/>
              <a:cxnLst/>
              <a:rect l="l" t="t" r="r" b="b"/>
              <a:pathLst>
                <a:path w="3484" h="4407" extrusionOk="0">
                  <a:moveTo>
                    <a:pt x="3136" y="0"/>
                  </a:moveTo>
                  <a:cubicBezTo>
                    <a:pt x="3042" y="0"/>
                    <a:pt x="2949" y="44"/>
                    <a:pt x="2890" y="125"/>
                  </a:cubicBezTo>
                  <a:lnTo>
                    <a:pt x="100" y="3920"/>
                  </a:lnTo>
                  <a:cubicBezTo>
                    <a:pt x="0" y="4057"/>
                    <a:pt x="30" y="4248"/>
                    <a:pt x="165" y="4349"/>
                  </a:cubicBezTo>
                  <a:cubicBezTo>
                    <a:pt x="218" y="4387"/>
                    <a:pt x="282" y="4407"/>
                    <a:pt x="347" y="4407"/>
                  </a:cubicBezTo>
                  <a:cubicBezTo>
                    <a:pt x="444" y="4407"/>
                    <a:pt x="536" y="4360"/>
                    <a:pt x="594" y="4283"/>
                  </a:cubicBezTo>
                  <a:lnTo>
                    <a:pt x="3383" y="488"/>
                  </a:lnTo>
                  <a:cubicBezTo>
                    <a:pt x="3483" y="351"/>
                    <a:pt x="3454" y="160"/>
                    <a:pt x="3317" y="59"/>
                  </a:cubicBezTo>
                  <a:cubicBezTo>
                    <a:pt x="3263" y="20"/>
                    <a:pt x="3199" y="0"/>
                    <a:pt x="3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4">
              <a:extLst>
                <a:ext uri="{FF2B5EF4-FFF2-40B4-BE49-F238E27FC236}">
                  <a16:creationId xmlns:a16="http://schemas.microsoft.com/office/drawing/2014/main" id="{43F01400-1229-F738-D0BB-1E9D7116D16B}"/>
                </a:ext>
              </a:extLst>
            </p:cNvPr>
            <p:cNvSpPr/>
            <p:nvPr/>
          </p:nvSpPr>
          <p:spPr>
            <a:xfrm>
              <a:off x="6033802" y="3081344"/>
              <a:ext cx="629444" cy="862906"/>
            </a:xfrm>
            <a:custGeom>
              <a:avLst/>
              <a:gdLst/>
              <a:ahLst/>
              <a:cxnLst/>
              <a:rect l="l" t="t" r="r" b="b"/>
              <a:pathLst>
                <a:path w="33033" h="45285" extrusionOk="0">
                  <a:moveTo>
                    <a:pt x="33032" y="1"/>
                  </a:moveTo>
                  <a:lnTo>
                    <a:pt x="102" y="44797"/>
                  </a:lnTo>
                  <a:cubicBezTo>
                    <a:pt x="1" y="44934"/>
                    <a:pt x="32" y="45125"/>
                    <a:pt x="167" y="45224"/>
                  </a:cubicBezTo>
                  <a:cubicBezTo>
                    <a:pt x="222" y="45265"/>
                    <a:pt x="286" y="45284"/>
                    <a:pt x="349" y="45284"/>
                  </a:cubicBezTo>
                  <a:cubicBezTo>
                    <a:pt x="443" y="45284"/>
                    <a:pt x="535" y="45241"/>
                    <a:pt x="595" y="45159"/>
                  </a:cubicBezTo>
                  <a:lnTo>
                    <a:pt x="33032" y="1036"/>
                  </a:lnTo>
                  <a:lnTo>
                    <a:pt x="330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 name="Google Shape;555;p34">
            <a:extLst>
              <a:ext uri="{FF2B5EF4-FFF2-40B4-BE49-F238E27FC236}">
                <a16:creationId xmlns:a16="http://schemas.microsoft.com/office/drawing/2014/main" id="{12EB0ED5-BD91-A003-5FE6-78FCF340D696}"/>
              </a:ext>
            </a:extLst>
          </p:cNvPr>
          <p:cNvGrpSpPr/>
          <p:nvPr/>
        </p:nvGrpSpPr>
        <p:grpSpPr>
          <a:xfrm>
            <a:off x="6144715" y="1359048"/>
            <a:ext cx="1891146" cy="2887347"/>
            <a:chOff x="3605604" y="1716301"/>
            <a:chExt cx="1765941" cy="2696187"/>
          </a:xfrm>
        </p:grpSpPr>
        <p:sp>
          <p:nvSpPr>
            <p:cNvPr id="556" name="Google Shape;556;p34">
              <a:extLst>
                <a:ext uri="{FF2B5EF4-FFF2-40B4-BE49-F238E27FC236}">
                  <a16:creationId xmlns:a16="http://schemas.microsoft.com/office/drawing/2014/main" id="{99D5B2CE-906F-33C6-9A95-A6C070761062}"/>
                </a:ext>
              </a:extLst>
            </p:cNvPr>
            <p:cNvSpPr/>
            <p:nvPr/>
          </p:nvSpPr>
          <p:spPr>
            <a:xfrm>
              <a:off x="3611854" y="1721637"/>
              <a:ext cx="862372" cy="1070872"/>
            </a:xfrm>
            <a:custGeom>
              <a:avLst/>
              <a:gdLst/>
              <a:ahLst/>
              <a:cxnLst/>
              <a:rect l="l" t="t" r="r" b="b"/>
              <a:pathLst>
                <a:path w="45257" h="56199" extrusionOk="0">
                  <a:moveTo>
                    <a:pt x="37476" y="1"/>
                  </a:moveTo>
                  <a:cubicBezTo>
                    <a:pt x="34727" y="1"/>
                    <a:pt x="33541" y="1233"/>
                    <a:pt x="34009" y="2053"/>
                  </a:cubicBezTo>
                  <a:cubicBezTo>
                    <a:pt x="34538" y="2979"/>
                    <a:pt x="35994" y="4038"/>
                    <a:pt x="35994" y="4038"/>
                  </a:cubicBezTo>
                  <a:cubicBezTo>
                    <a:pt x="35994" y="4038"/>
                    <a:pt x="34170" y="3024"/>
                    <a:pt x="32260" y="3024"/>
                  </a:cubicBezTo>
                  <a:cubicBezTo>
                    <a:pt x="31497" y="3024"/>
                    <a:pt x="30719" y="3186"/>
                    <a:pt x="30039" y="3640"/>
                  </a:cubicBezTo>
                  <a:cubicBezTo>
                    <a:pt x="27657" y="5228"/>
                    <a:pt x="31098" y="4566"/>
                    <a:pt x="30436" y="6154"/>
                  </a:cubicBezTo>
                  <a:cubicBezTo>
                    <a:pt x="29774" y="7743"/>
                    <a:pt x="26069" y="7081"/>
                    <a:pt x="25143" y="11316"/>
                  </a:cubicBezTo>
                  <a:cubicBezTo>
                    <a:pt x="24217" y="15550"/>
                    <a:pt x="26864" y="19785"/>
                    <a:pt x="24481" y="21637"/>
                  </a:cubicBezTo>
                  <a:cubicBezTo>
                    <a:pt x="22099" y="23490"/>
                    <a:pt x="14954" y="20975"/>
                    <a:pt x="12837" y="25607"/>
                  </a:cubicBezTo>
                  <a:cubicBezTo>
                    <a:pt x="10719" y="30239"/>
                    <a:pt x="13712" y="32291"/>
                    <a:pt x="8684" y="35202"/>
                  </a:cubicBezTo>
                  <a:cubicBezTo>
                    <a:pt x="3657" y="38112"/>
                    <a:pt x="1" y="40958"/>
                    <a:pt x="1456" y="48103"/>
                  </a:cubicBezTo>
                  <a:cubicBezTo>
                    <a:pt x="2544" y="53444"/>
                    <a:pt x="5480" y="56198"/>
                    <a:pt x="10818" y="56198"/>
                  </a:cubicBezTo>
                  <a:cubicBezTo>
                    <a:pt x="12621" y="56198"/>
                    <a:pt x="14698" y="55884"/>
                    <a:pt x="17070" y="55249"/>
                  </a:cubicBezTo>
                  <a:cubicBezTo>
                    <a:pt x="26466" y="52736"/>
                    <a:pt x="25805" y="47045"/>
                    <a:pt x="28848" y="41223"/>
                  </a:cubicBezTo>
                  <a:cubicBezTo>
                    <a:pt x="31891" y="35399"/>
                    <a:pt x="36655" y="36591"/>
                    <a:pt x="38112" y="33283"/>
                  </a:cubicBezTo>
                  <a:cubicBezTo>
                    <a:pt x="39567" y="29974"/>
                    <a:pt x="37714" y="26004"/>
                    <a:pt x="37846" y="22962"/>
                  </a:cubicBezTo>
                  <a:cubicBezTo>
                    <a:pt x="37979" y="19918"/>
                    <a:pt x="41023" y="19256"/>
                    <a:pt x="42213" y="15683"/>
                  </a:cubicBezTo>
                  <a:cubicBezTo>
                    <a:pt x="43404" y="12111"/>
                    <a:pt x="44471" y="8399"/>
                    <a:pt x="44471" y="8399"/>
                  </a:cubicBezTo>
                  <a:cubicBezTo>
                    <a:pt x="44471" y="8399"/>
                    <a:pt x="45257" y="6949"/>
                    <a:pt x="45257" y="4435"/>
                  </a:cubicBezTo>
                  <a:cubicBezTo>
                    <a:pt x="45257" y="1921"/>
                    <a:pt x="42213" y="465"/>
                    <a:pt x="38640" y="68"/>
                  </a:cubicBezTo>
                  <a:cubicBezTo>
                    <a:pt x="38225" y="22"/>
                    <a:pt x="37837" y="1"/>
                    <a:pt x="3747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4">
              <a:extLst>
                <a:ext uri="{FF2B5EF4-FFF2-40B4-BE49-F238E27FC236}">
                  <a16:creationId xmlns:a16="http://schemas.microsoft.com/office/drawing/2014/main" id="{10C94EDA-E5F4-872B-E75A-3B446CDD6CDF}"/>
                </a:ext>
              </a:extLst>
            </p:cNvPr>
            <p:cNvSpPr/>
            <p:nvPr/>
          </p:nvSpPr>
          <p:spPr>
            <a:xfrm>
              <a:off x="3605604" y="1716301"/>
              <a:ext cx="873958" cy="1081600"/>
            </a:xfrm>
            <a:custGeom>
              <a:avLst/>
              <a:gdLst/>
              <a:ahLst/>
              <a:cxnLst/>
              <a:rect l="l" t="t" r="r" b="b"/>
              <a:pathLst>
                <a:path w="45865" h="56762" extrusionOk="0">
                  <a:moveTo>
                    <a:pt x="37811" y="562"/>
                  </a:moveTo>
                  <a:cubicBezTo>
                    <a:pt x="38161" y="562"/>
                    <a:pt x="38537" y="582"/>
                    <a:pt x="38937" y="627"/>
                  </a:cubicBezTo>
                  <a:cubicBezTo>
                    <a:pt x="42014" y="968"/>
                    <a:pt x="45303" y="2222"/>
                    <a:pt x="45303" y="4715"/>
                  </a:cubicBezTo>
                  <a:cubicBezTo>
                    <a:pt x="45303" y="7117"/>
                    <a:pt x="44558" y="8530"/>
                    <a:pt x="44551" y="8545"/>
                  </a:cubicBezTo>
                  <a:cubicBezTo>
                    <a:pt x="44540" y="8562"/>
                    <a:pt x="44533" y="8581"/>
                    <a:pt x="44527" y="8600"/>
                  </a:cubicBezTo>
                  <a:cubicBezTo>
                    <a:pt x="44516" y="8638"/>
                    <a:pt x="43449" y="12347"/>
                    <a:pt x="42274" y="15874"/>
                  </a:cubicBezTo>
                  <a:cubicBezTo>
                    <a:pt x="41733" y="17498"/>
                    <a:pt x="40810" y="18483"/>
                    <a:pt x="39917" y="19435"/>
                  </a:cubicBezTo>
                  <a:cubicBezTo>
                    <a:pt x="38914" y="20504"/>
                    <a:pt x="37967" y="21515"/>
                    <a:pt x="37893" y="23229"/>
                  </a:cubicBezTo>
                  <a:cubicBezTo>
                    <a:pt x="37845" y="24365"/>
                    <a:pt x="38059" y="25596"/>
                    <a:pt x="38285" y="26899"/>
                  </a:cubicBezTo>
                  <a:cubicBezTo>
                    <a:pt x="38673" y="29122"/>
                    <a:pt x="39074" y="31421"/>
                    <a:pt x="38182" y="33449"/>
                  </a:cubicBezTo>
                  <a:cubicBezTo>
                    <a:pt x="37589" y="34794"/>
                    <a:pt x="36424" y="35337"/>
                    <a:pt x="34948" y="36022"/>
                  </a:cubicBezTo>
                  <a:cubicBezTo>
                    <a:pt x="33049" y="36906"/>
                    <a:pt x="30688" y="38003"/>
                    <a:pt x="28926" y="41372"/>
                  </a:cubicBezTo>
                  <a:cubicBezTo>
                    <a:pt x="28171" y="42819"/>
                    <a:pt x="27644" y="44246"/>
                    <a:pt x="27135" y="45628"/>
                  </a:cubicBezTo>
                  <a:cubicBezTo>
                    <a:pt x="25599" y="49797"/>
                    <a:pt x="24272" y="53398"/>
                    <a:pt x="17326" y="55258"/>
                  </a:cubicBezTo>
                  <a:cubicBezTo>
                    <a:pt x="14977" y="55886"/>
                    <a:pt x="12922" y="56201"/>
                    <a:pt x="11140" y="56201"/>
                  </a:cubicBezTo>
                  <a:cubicBezTo>
                    <a:pt x="9077" y="56201"/>
                    <a:pt x="7379" y="55779"/>
                    <a:pt x="6015" y="54935"/>
                  </a:cubicBezTo>
                  <a:cubicBezTo>
                    <a:pt x="4005" y="53691"/>
                    <a:pt x="2712" y="51530"/>
                    <a:pt x="2058" y="48329"/>
                  </a:cubicBezTo>
                  <a:cubicBezTo>
                    <a:pt x="625" y="41289"/>
                    <a:pt x="4256" y="38561"/>
                    <a:pt x="9152" y="35726"/>
                  </a:cubicBezTo>
                  <a:cubicBezTo>
                    <a:pt x="12377" y="33859"/>
                    <a:pt x="12441" y="32288"/>
                    <a:pt x="12523" y="30301"/>
                  </a:cubicBezTo>
                  <a:cubicBezTo>
                    <a:pt x="12571" y="29100"/>
                    <a:pt x="12626" y="27740"/>
                    <a:pt x="13420" y="26005"/>
                  </a:cubicBezTo>
                  <a:cubicBezTo>
                    <a:pt x="14654" y="23303"/>
                    <a:pt x="17779" y="23170"/>
                    <a:pt x="20537" y="23052"/>
                  </a:cubicBezTo>
                  <a:cubicBezTo>
                    <a:pt x="22318" y="22976"/>
                    <a:pt x="23998" y="22903"/>
                    <a:pt x="24982" y="22139"/>
                  </a:cubicBezTo>
                  <a:cubicBezTo>
                    <a:pt x="26461" y="20988"/>
                    <a:pt x="26181" y="19076"/>
                    <a:pt x="25858" y="16862"/>
                  </a:cubicBezTo>
                  <a:cubicBezTo>
                    <a:pt x="25621" y="15258"/>
                    <a:pt x="25354" y="13439"/>
                    <a:pt x="25745" y="11656"/>
                  </a:cubicBezTo>
                  <a:cubicBezTo>
                    <a:pt x="26299" y="9122"/>
                    <a:pt x="27905" y="8438"/>
                    <a:pt x="29195" y="7890"/>
                  </a:cubicBezTo>
                  <a:cubicBezTo>
                    <a:pt x="30021" y="7537"/>
                    <a:pt x="30736" y="7234"/>
                    <a:pt x="31023" y="6542"/>
                  </a:cubicBezTo>
                  <a:cubicBezTo>
                    <a:pt x="31429" y="5570"/>
                    <a:pt x="30609" y="5189"/>
                    <a:pt x="30169" y="4985"/>
                  </a:cubicBezTo>
                  <a:cubicBezTo>
                    <a:pt x="30032" y="4921"/>
                    <a:pt x="29825" y="4824"/>
                    <a:pt x="29797" y="4794"/>
                  </a:cubicBezTo>
                  <a:cubicBezTo>
                    <a:pt x="29800" y="4776"/>
                    <a:pt x="29846" y="4606"/>
                    <a:pt x="30523" y="4155"/>
                  </a:cubicBezTo>
                  <a:cubicBezTo>
                    <a:pt x="31147" y="3738"/>
                    <a:pt x="31871" y="3588"/>
                    <a:pt x="32585" y="3588"/>
                  </a:cubicBezTo>
                  <a:cubicBezTo>
                    <a:pt x="34395" y="3588"/>
                    <a:pt x="36160" y="4550"/>
                    <a:pt x="36185" y="4562"/>
                  </a:cubicBezTo>
                  <a:cubicBezTo>
                    <a:pt x="36228" y="4586"/>
                    <a:pt x="36276" y="4598"/>
                    <a:pt x="36322" y="4598"/>
                  </a:cubicBezTo>
                  <a:cubicBezTo>
                    <a:pt x="36415" y="4598"/>
                    <a:pt x="36505" y="4552"/>
                    <a:pt x="36558" y="4468"/>
                  </a:cubicBezTo>
                  <a:cubicBezTo>
                    <a:pt x="36638" y="4343"/>
                    <a:pt x="36606" y="4177"/>
                    <a:pt x="36487" y="4089"/>
                  </a:cubicBezTo>
                  <a:cubicBezTo>
                    <a:pt x="36472" y="4080"/>
                    <a:pt x="35074" y="3057"/>
                    <a:pt x="34581" y="2193"/>
                  </a:cubicBezTo>
                  <a:cubicBezTo>
                    <a:pt x="34455" y="1974"/>
                    <a:pt x="34543" y="1756"/>
                    <a:pt x="34637" y="1611"/>
                  </a:cubicBezTo>
                  <a:cubicBezTo>
                    <a:pt x="35008" y="1048"/>
                    <a:pt x="36104" y="562"/>
                    <a:pt x="37811" y="562"/>
                  </a:cubicBezTo>
                  <a:close/>
                  <a:moveTo>
                    <a:pt x="37814" y="0"/>
                  </a:moveTo>
                  <a:cubicBezTo>
                    <a:pt x="35780" y="0"/>
                    <a:pt x="34592" y="659"/>
                    <a:pt x="34168" y="1304"/>
                  </a:cubicBezTo>
                  <a:cubicBezTo>
                    <a:pt x="33916" y="1689"/>
                    <a:pt x="33888" y="2114"/>
                    <a:pt x="34092" y="2473"/>
                  </a:cubicBezTo>
                  <a:cubicBezTo>
                    <a:pt x="34268" y="2782"/>
                    <a:pt x="34537" y="3100"/>
                    <a:pt x="34823" y="3392"/>
                  </a:cubicBezTo>
                  <a:cubicBezTo>
                    <a:pt x="34176" y="3190"/>
                    <a:pt x="33397" y="3021"/>
                    <a:pt x="32598" y="3021"/>
                  </a:cubicBezTo>
                  <a:cubicBezTo>
                    <a:pt x="31784" y="3021"/>
                    <a:pt x="30949" y="3196"/>
                    <a:pt x="30211" y="3688"/>
                  </a:cubicBezTo>
                  <a:cubicBezTo>
                    <a:pt x="29492" y="4167"/>
                    <a:pt x="29209" y="4498"/>
                    <a:pt x="29235" y="4830"/>
                  </a:cubicBezTo>
                  <a:cubicBezTo>
                    <a:pt x="29262" y="5183"/>
                    <a:pt x="29603" y="5342"/>
                    <a:pt x="29931" y="5495"/>
                  </a:cubicBezTo>
                  <a:cubicBezTo>
                    <a:pt x="30491" y="5753"/>
                    <a:pt x="30685" y="5893"/>
                    <a:pt x="30504" y="6326"/>
                  </a:cubicBezTo>
                  <a:cubicBezTo>
                    <a:pt x="30304" y="6806"/>
                    <a:pt x="29717" y="7056"/>
                    <a:pt x="28974" y="7374"/>
                  </a:cubicBezTo>
                  <a:cubicBezTo>
                    <a:pt x="27638" y="7941"/>
                    <a:pt x="25811" y="8720"/>
                    <a:pt x="25195" y="11536"/>
                  </a:cubicBezTo>
                  <a:cubicBezTo>
                    <a:pt x="24784" y="13419"/>
                    <a:pt x="25058" y="15292"/>
                    <a:pt x="25300" y="16944"/>
                  </a:cubicBezTo>
                  <a:cubicBezTo>
                    <a:pt x="25611" y="19069"/>
                    <a:pt x="25858" y="20746"/>
                    <a:pt x="24635" y="21696"/>
                  </a:cubicBezTo>
                  <a:cubicBezTo>
                    <a:pt x="23794" y="22351"/>
                    <a:pt x="22200" y="22418"/>
                    <a:pt x="20512" y="22491"/>
                  </a:cubicBezTo>
                  <a:cubicBezTo>
                    <a:pt x="17594" y="22616"/>
                    <a:pt x="14286" y="22757"/>
                    <a:pt x="12908" y="25771"/>
                  </a:cubicBezTo>
                  <a:cubicBezTo>
                    <a:pt x="12069" y="27605"/>
                    <a:pt x="12011" y="29026"/>
                    <a:pt x="11960" y="30279"/>
                  </a:cubicBezTo>
                  <a:cubicBezTo>
                    <a:pt x="11883" y="32165"/>
                    <a:pt x="11827" y="33527"/>
                    <a:pt x="8871" y="35240"/>
                  </a:cubicBezTo>
                  <a:cubicBezTo>
                    <a:pt x="3950" y="38087"/>
                    <a:pt x="1" y="41047"/>
                    <a:pt x="1507" y="48439"/>
                  </a:cubicBezTo>
                  <a:cubicBezTo>
                    <a:pt x="2193" y="51803"/>
                    <a:pt x="3569" y="54082"/>
                    <a:pt x="5719" y="55412"/>
                  </a:cubicBezTo>
                  <a:cubicBezTo>
                    <a:pt x="7173" y="56312"/>
                    <a:pt x="8969" y="56761"/>
                    <a:pt x="11142" y="56761"/>
                  </a:cubicBezTo>
                  <a:cubicBezTo>
                    <a:pt x="12975" y="56761"/>
                    <a:pt x="15078" y="56441"/>
                    <a:pt x="17471" y="55800"/>
                  </a:cubicBezTo>
                  <a:cubicBezTo>
                    <a:pt x="24698" y="53866"/>
                    <a:pt x="26138" y="49959"/>
                    <a:pt x="27662" y="45821"/>
                  </a:cubicBezTo>
                  <a:cubicBezTo>
                    <a:pt x="28165" y="44458"/>
                    <a:pt x="28684" y="43048"/>
                    <a:pt x="29423" y="41633"/>
                  </a:cubicBezTo>
                  <a:cubicBezTo>
                    <a:pt x="31098" y="38433"/>
                    <a:pt x="33269" y="37422"/>
                    <a:pt x="35184" y="36533"/>
                  </a:cubicBezTo>
                  <a:cubicBezTo>
                    <a:pt x="36706" y="35825"/>
                    <a:pt x="38020" y="35214"/>
                    <a:pt x="38696" y="33675"/>
                  </a:cubicBezTo>
                  <a:cubicBezTo>
                    <a:pt x="39657" y="31492"/>
                    <a:pt x="39240" y="29108"/>
                    <a:pt x="38839" y="26803"/>
                  </a:cubicBezTo>
                  <a:cubicBezTo>
                    <a:pt x="38618" y="25531"/>
                    <a:pt x="38409" y="24328"/>
                    <a:pt x="38454" y="23253"/>
                  </a:cubicBezTo>
                  <a:cubicBezTo>
                    <a:pt x="38520" y="21747"/>
                    <a:pt x="39359" y="20854"/>
                    <a:pt x="40327" y="19820"/>
                  </a:cubicBezTo>
                  <a:cubicBezTo>
                    <a:pt x="41217" y="18869"/>
                    <a:pt x="42227" y="17793"/>
                    <a:pt x="42806" y="16051"/>
                  </a:cubicBezTo>
                  <a:cubicBezTo>
                    <a:pt x="43932" y="12675"/>
                    <a:pt x="44960" y="9130"/>
                    <a:pt x="45060" y="8784"/>
                  </a:cubicBezTo>
                  <a:cubicBezTo>
                    <a:pt x="45175" y="8558"/>
                    <a:pt x="45865" y="7111"/>
                    <a:pt x="45865" y="4715"/>
                  </a:cubicBezTo>
                  <a:cubicBezTo>
                    <a:pt x="45865" y="2320"/>
                    <a:pt x="43234" y="539"/>
                    <a:pt x="38998" y="68"/>
                  </a:cubicBezTo>
                  <a:cubicBezTo>
                    <a:pt x="38576" y="21"/>
                    <a:pt x="38181" y="0"/>
                    <a:pt x="3781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4">
              <a:extLst>
                <a:ext uri="{FF2B5EF4-FFF2-40B4-BE49-F238E27FC236}">
                  <a16:creationId xmlns:a16="http://schemas.microsoft.com/office/drawing/2014/main" id="{88792C7E-6861-0DC7-3A27-12EA5063712F}"/>
                </a:ext>
              </a:extLst>
            </p:cNvPr>
            <p:cNvSpPr/>
            <p:nvPr/>
          </p:nvSpPr>
          <p:spPr>
            <a:xfrm>
              <a:off x="3675879" y="1804945"/>
              <a:ext cx="751834" cy="809971"/>
            </a:xfrm>
            <a:custGeom>
              <a:avLst/>
              <a:gdLst/>
              <a:ahLst/>
              <a:cxnLst/>
              <a:rect l="l" t="t" r="r" b="b"/>
              <a:pathLst>
                <a:path w="39456" h="42507" extrusionOk="0">
                  <a:moveTo>
                    <a:pt x="36226" y="0"/>
                  </a:moveTo>
                  <a:cubicBezTo>
                    <a:pt x="35872" y="0"/>
                    <a:pt x="35644" y="89"/>
                    <a:pt x="35530" y="269"/>
                  </a:cubicBezTo>
                  <a:cubicBezTo>
                    <a:pt x="35258" y="700"/>
                    <a:pt x="35854" y="1411"/>
                    <a:pt x="35924" y="1491"/>
                  </a:cubicBezTo>
                  <a:cubicBezTo>
                    <a:pt x="35951" y="1522"/>
                    <a:pt x="35990" y="1539"/>
                    <a:pt x="36029" y="1539"/>
                  </a:cubicBezTo>
                  <a:cubicBezTo>
                    <a:pt x="36061" y="1539"/>
                    <a:pt x="36095" y="1527"/>
                    <a:pt x="36121" y="1504"/>
                  </a:cubicBezTo>
                  <a:cubicBezTo>
                    <a:pt x="36181" y="1454"/>
                    <a:pt x="36187" y="1365"/>
                    <a:pt x="36136" y="1307"/>
                  </a:cubicBezTo>
                  <a:cubicBezTo>
                    <a:pt x="35961" y="1104"/>
                    <a:pt x="35641" y="620"/>
                    <a:pt x="35768" y="419"/>
                  </a:cubicBezTo>
                  <a:cubicBezTo>
                    <a:pt x="35803" y="364"/>
                    <a:pt x="35909" y="281"/>
                    <a:pt x="36224" y="281"/>
                  </a:cubicBezTo>
                  <a:cubicBezTo>
                    <a:pt x="36486" y="281"/>
                    <a:pt x="36892" y="338"/>
                    <a:pt x="37521" y="514"/>
                  </a:cubicBezTo>
                  <a:cubicBezTo>
                    <a:pt x="38426" y="767"/>
                    <a:pt x="38917" y="1221"/>
                    <a:pt x="38983" y="1861"/>
                  </a:cubicBezTo>
                  <a:cubicBezTo>
                    <a:pt x="39161" y="3622"/>
                    <a:pt x="36257" y="6288"/>
                    <a:pt x="34984" y="6942"/>
                  </a:cubicBezTo>
                  <a:cubicBezTo>
                    <a:pt x="33616" y="7645"/>
                    <a:pt x="32046" y="8003"/>
                    <a:pt x="30529" y="8348"/>
                  </a:cubicBezTo>
                  <a:cubicBezTo>
                    <a:pt x="28040" y="8914"/>
                    <a:pt x="25464" y="9501"/>
                    <a:pt x="23691" y="11628"/>
                  </a:cubicBezTo>
                  <a:cubicBezTo>
                    <a:pt x="22232" y="13380"/>
                    <a:pt x="22683" y="15200"/>
                    <a:pt x="23080" y="16807"/>
                  </a:cubicBezTo>
                  <a:cubicBezTo>
                    <a:pt x="23395" y="18079"/>
                    <a:pt x="23692" y="19281"/>
                    <a:pt x="23043" y="20308"/>
                  </a:cubicBezTo>
                  <a:cubicBezTo>
                    <a:pt x="22346" y="21410"/>
                    <a:pt x="20602" y="21689"/>
                    <a:pt x="18755" y="21985"/>
                  </a:cubicBezTo>
                  <a:cubicBezTo>
                    <a:pt x="16645" y="22323"/>
                    <a:pt x="14463" y="22672"/>
                    <a:pt x="13363" y="24253"/>
                  </a:cubicBezTo>
                  <a:cubicBezTo>
                    <a:pt x="12532" y="25446"/>
                    <a:pt x="12932" y="27145"/>
                    <a:pt x="13355" y="28942"/>
                  </a:cubicBezTo>
                  <a:cubicBezTo>
                    <a:pt x="13998" y="31678"/>
                    <a:pt x="14727" y="34779"/>
                    <a:pt x="11241" y="36825"/>
                  </a:cubicBezTo>
                  <a:cubicBezTo>
                    <a:pt x="9299" y="37964"/>
                    <a:pt x="7241" y="38794"/>
                    <a:pt x="5426" y="39526"/>
                  </a:cubicBezTo>
                  <a:cubicBezTo>
                    <a:pt x="3227" y="40413"/>
                    <a:pt x="1327" y="41178"/>
                    <a:pt x="97" y="42262"/>
                  </a:cubicBezTo>
                  <a:cubicBezTo>
                    <a:pt x="1" y="42346"/>
                    <a:pt x="61" y="42507"/>
                    <a:pt x="191" y="42507"/>
                  </a:cubicBezTo>
                  <a:cubicBezTo>
                    <a:pt x="226" y="42507"/>
                    <a:pt x="258" y="42494"/>
                    <a:pt x="284" y="42472"/>
                  </a:cubicBezTo>
                  <a:cubicBezTo>
                    <a:pt x="1475" y="41420"/>
                    <a:pt x="3355" y="40662"/>
                    <a:pt x="5530" y="39785"/>
                  </a:cubicBezTo>
                  <a:cubicBezTo>
                    <a:pt x="7356" y="39050"/>
                    <a:pt x="9423" y="38218"/>
                    <a:pt x="11383" y="37067"/>
                  </a:cubicBezTo>
                  <a:cubicBezTo>
                    <a:pt x="15046" y="34916"/>
                    <a:pt x="14292" y="31708"/>
                    <a:pt x="13627" y="28878"/>
                  </a:cubicBezTo>
                  <a:cubicBezTo>
                    <a:pt x="13219" y="27142"/>
                    <a:pt x="12834" y="25503"/>
                    <a:pt x="13592" y="24412"/>
                  </a:cubicBezTo>
                  <a:cubicBezTo>
                    <a:pt x="14623" y="22930"/>
                    <a:pt x="16746" y="22590"/>
                    <a:pt x="18798" y="22262"/>
                  </a:cubicBezTo>
                  <a:cubicBezTo>
                    <a:pt x="20710" y="21956"/>
                    <a:pt x="22515" y="21667"/>
                    <a:pt x="23279" y="20456"/>
                  </a:cubicBezTo>
                  <a:cubicBezTo>
                    <a:pt x="23993" y="19328"/>
                    <a:pt x="23681" y="18070"/>
                    <a:pt x="23351" y="16739"/>
                  </a:cubicBezTo>
                  <a:cubicBezTo>
                    <a:pt x="22951" y="15121"/>
                    <a:pt x="22537" y="13450"/>
                    <a:pt x="23907" y="11808"/>
                  </a:cubicBezTo>
                  <a:cubicBezTo>
                    <a:pt x="25619" y="9751"/>
                    <a:pt x="28034" y="9203"/>
                    <a:pt x="30591" y="8621"/>
                  </a:cubicBezTo>
                  <a:cubicBezTo>
                    <a:pt x="32126" y="8273"/>
                    <a:pt x="33713" y="7912"/>
                    <a:pt x="35112" y="7192"/>
                  </a:cubicBezTo>
                  <a:cubicBezTo>
                    <a:pt x="36474" y="6492"/>
                    <a:pt x="39455" y="3741"/>
                    <a:pt x="39261" y="1832"/>
                  </a:cubicBezTo>
                  <a:cubicBezTo>
                    <a:pt x="39184" y="1065"/>
                    <a:pt x="38624" y="531"/>
                    <a:pt x="37597" y="244"/>
                  </a:cubicBezTo>
                  <a:cubicBezTo>
                    <a:pt x="37017" y="81"/>
                    <a:pt x="36564" y="0"/>
                    <a:pt x="362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4">
              <a:extLst>
                <a:ext uri="{FF2B5EF4-FFF2-40B4-BE49-F238E27FC236}">
                  <a16:creationId xmlns:a16="http://schemas.microsoft.com/office/drawing/2014/main" id="{57DF1110-4903-254C-4D84-78BA0E0E6BC1}"/>
                </a:ext>
              </a:extLst>
            </p:cNvPr>
            <p:cNvSpPr/>
            <p:nvPr/>
          </p:nvSpPr>
          <p:spPr>
            <a:xfrm>
              <a:off x="3755434" y="2044505"/>
              <a:ext cx="476127" cy="739029"/>
            </a:xfrm>
            <a:custGeom>
              <a:avLst/>
              <a:gdLst/>
              <a:ahLst/>
              <a:cxnLst/>
              <a:rect l="l" t="t" r="r" b="b"/>
              <a:pathLst>
                <a:path w="24987" h="38784" extrusionOk="0">
                  <a:moveTo>
                    <a:pt x="22347" y="0"/>
                  </a:moveTo>
                  <a:cubicBezTo>
                    <a:pt x="22292" y="0"/>
                    <a:pt x="22239" y="33"/>
                    <a:pt x="22217" y="88"/>
                  </a:cubicBezTo>
                  <a:cubicBezTo>
                    <a:pt x="21838" y="1113"/>
                    <a:pt x="21734" y="2007"/>
                    <a:pt x="21908" y="2745"/>
                  </a:cubicBezTo>
                  <a:cubicBezTo>
                    <a:pt x="22037" y="3298"/>
                    <a:pt x="22322" y="3974"/>
                    <a:pt x="22624" y="4689"/>
                  </a:cubicBezTo>
                  <a:cubicBezTo>
                    <a:pt x="23525" y="6829"/>
                    <a:pt x="24647" y="9489"/>
                    <a:pt x="22717" y="11143"/>
                  </a:cubicBezTo>
                  <a:cubicBezTo>
                    <a:pt x="21595" y="12105"/>
                    <a:pt x="20143" y="12629"/>
                    <a:pt x="18740" y="13136"/>
                  </a:cubicBezTo>
                  <a:cubicBezTo>
                    <a:pt x="16872" y="13812"/>
                    <a:pt x="15105" y="14449"/>
                    <a:pt x="14647" y="16053"/>
                  </a:cubicBezTo>
                  <a:cubicBezTo>
                    <a:pt x="14369" y="17028"/>
                    <a:pt x="14388" y="18575"/>
                    <a:pt x="14410" y="20366"/>
                  </a:cubicBezTo>
                  <a:cubicBezTo>
                    <a:pt x="14449" y="23472"/>
                    <a:pt x="14496" y="27340"/>
                    <a:pt x="12886" y="29513"/>
                  </a:cubicBezTo>
                  <a:cubicBezTo>
                    <a:pt x="11443" y="31460"/>
                    <a:pt x="9206" y="32204"/>
                    <a:pt x="7042" y="32925"/>
                  </a:cubicBezTo>
                  <a:cubicBezTo>
                    <a:pt x="5410" y="33467"/>
                    <a:pt x="3869" y="33979"/>
                    <a:pt x="2714" y="34969"/>
                  </a:cubicBezTo>
                  <a:cubicBezTo>
                    <a:pt x="0" y="37296"/>
                    <a:pt x="360" y="38630"/>
                    <a:pt x="378" y="38684"/>
                  </a:cubicBezTo>
                  <a:cubicBezTo>
                    <a:pt x="395" y="38744"/>
                    <a:pt x="449" y="38783"/>
                    <a:pt x="512" y="38783"/>
                  </a:cubicBezTo>
                  <a:cubicBezTo>
                    <a:pt x="524" y="38783"/>
                    <a:pt x="537" y="38782"/>
                    <a:pt x="550" y="38778"/>
                  </a:cubicBezTo>
                  <a:cubicBezTo>
                    <a:pt x="624" y="38756"/>
                    <a:pt x="667" y="38678"/>
                    <a:pt x="646" y="38604"/>
                  </a:cubicBezTo>
                  <a:cubicBezTo>
                    <a:pt x="643" y="38592"/>
                    <a:pt x="347" y="37367"/>
                    <a:pt x="2897" y="35182"/>
                  </a:cubicBezTo>
                  <a:cubicBezTo>
                    <a:pt x="4009" y="34229"/>
                    <a:pt x="5525" y="33724"/>
                    <a:pt x="7129" y="33190"/>
                  </a:cubicBezTo>
                  <a:cubicBezTo>
                    <a:pt x="9336" y="32457"/>
                    <a:pt x="11615" y="31698"/>
                    <a:pt x="13110" y="29681"/>
                  </a:cubicBezTo>
                  <a:cubicBezTo>
                    <a:pt x="14777" y="27431"/>
                    <a:pt x="14729" y="23510"/>
                    <a:pt x="14690" y="20362"/>
                  </a:cubicBezTo>
                  <a:cubicBezTo>
                    <a:pt x="14668" y="18592"/>
                    <a:pt x="14649" y="17065"/>
                    <a:pt x="14917" y="16131"/>
                  </a:cubicBezTo>
                  <a:cubicBezTo>
                    <a:pt x="15336" y="14665"/>
                    <a:pt x="16958" y="14079"/>
                    <a:pt x="18835" y="13400"/>
                  </a:cubicBezTo>
                  <a:cubicBezTo>
                    <a:pt x="20262" y="12884"/>
                    <a:pt x="21740" y="12352"/>
                    <a:pt x="22901" y="11357"/>
                  </a:cubicBezTo>
                  <a:cubicBezTo>
                    <a:pt x="24986" y="9569"/>
                    <a:pt x="23820" y="6802"/>
                    <a:pt x="22883" y="4581"/>
                  </a:cubicBezTo>
                  <a:cubicBezTo>
                    <a:pt x="22586" y="3877"/>
                    <a:pt x="22306" y="3210"/>
                    <a:pt x="22180" y="2681"/>
                  </a:cubicBezTo>
                  <a:cubicBezTo>
                    <a:pt x="22020" y="1998"/>
                    <a:pt x="22121" y="1158"/>
                    <a:pt x="22481" y="185"/>
                  </a:cubicBezTo>
                  <a:cubicBezTo>
                    <a:pt x="22506" y="114"/>
                    <a:pt x="22468" y="35"/>
                    <a:pt x="22396" y="9"/>
                  </a:cubicBezTo>
                  <a:cubicBezTo>
                    <a:pt x="22380" y="3"/>
                    <a:pt x="22364" y="0"/>
                    <a:pt x="22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4">
              <a:extLst>
                <a:ext uri="{FF2B5EF4-FFF2-40B4-BE49-F238E27FC236}">
                  <a16:creationId xmlns:a16="http://schemas.microsoft.com/office/drawing/2014/main" id="{CBFAE1A5-7510-0CC9-3F8C-C6838FF692BC}"/>
                </a:ext>
              </a:extLst>
            </p:cNvPr>
            <p:cNvSpPr/>
            <p:nvPr/>
          </p:nvSpPr>
          <p:spPr>
            <a:xfrm>
              <a:off x="4191431" y="1996448"/>
              <a:ext cx="18617" cy="24695"/>
            </a:xfrm>
            <a:custGeom>
              <a:avLst/>
              <a:gdLst/>
              <a:ahLst/>
              <a:cxnLst/>
              <a:rect l="l" t="t" r="r" b="b"/>
              <a:pathLst>
                <a:path w="977" h="1296" extrusionOk="0">
                  <a:moveTo>
                    <a:pt x="818" y="1"/>
                  </a:moveTo>
                  <a:cubicBezTo>
                    <a:pt x="775" y="1"/>
                    <a:pt x="734" y="20"/>
                    <a:pt x="707" y="56"/>
                  </a:cubicBezTo>
                  <a:cubicBezTo>
                    <a:pt x="694" y="73"/>
                    <a:pt x="402" y="471"/>
                    <a:pt x="53" y="1086"/>
                  </a:cubicBezTo>
                  <a:cubicBezTo>
                    <a:pt x="1" y="1179"/>
                    <a:pt x="68" y="1296"/>
                    <a:pt x="176" y="1296"/>
                  </a:cubicBezTo>
                  <a:cubicBezTo>
                    <a:pt x="227" y="1296"/>
                    <a:pt x="274" y="1268"/>
                    <a:pt x="298" y="1224"/>
                  </a:cubicBezTo>
                  <a:cubicBezTo>
                    <a:pt x="491" y="878"/>
                    <a:pt x="702" y="544"/>
                    <a:pt x="933" y="224"/>
                  </a:cubicBezTo>
                  <a:cubicBezTo>
                    <a:pt x="977" y="161"/>
                    <a:pt x="963" y="73"/>
                    <a:pt x="902" y="28"/>
                  </a:cubicBezTo>
                  <a:cubicBezTo>
                    <a:pt x="877" y="10"/>
                    <a:pt x="847" y="1"/>
                    <a:pt x="8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4">
              <a:extLst>
                <a:ext uri="{FF2B5EF4-FFF2-40B4-BE49-F238E27FC236}">
                  <a16:creationId xmlns:a16="http://schemas.microsoft.com/office/drawing/2014/main" id="{33C359BE-256C-9AE0-9CFD-FD202C6DE88A}"/>
                </a:ext>
              </a:extLst>
            </p:cNvPr>
            <p:cNvSpPr/>
            <p:nvPr/>
          </p:nvSpPr>
          <p:spPr>
            <a:xfrm>
              <a:off x="4388670" y="2630732"/>
              <a:ext cx="395296" cy="343219"/>
            </a:xfrm>
            <a:custGeom>
              <a:avLst/>
              <a:gdLst/>
              <a:ahLst/>
              <a:cxnLst/>
              <a:rect l="l" t="t" r="r" b="b"/>
              <a:pathLst>
                <a:path w="20745" h="18012" extrusionOk="0">
                  <a:moveTo>
                    <a:pt x="5074" y="0"/>
                  </a:moveTo>
                  <a:cubicBezTo>
                    <a:pt x="3271" y="0"/>
                    <a:pt x="0" y="5987"/>
                    <a:pt x="609" y="6838"/>
                  </a:cubicBezTo>
                  <a:cubicBezTo>
                    <a:pt x="1258" y="7749"/>
                    <a:pt x="2817" y="10735"/>
                    <a:pt x="4895" y="11256"/>
                  </a:cubicBezTo>
                  <a:cubicBezTo>
                    <a:pt x="6975" y="11777"/>
                    <a:pt x="17496" y="18012"/>
                    <a:pt x="17496" y="18012"/>
                  </a:cubicBezTo>
                  <a:lnTo>
                    <a:pt x="20744" y="17102"/>
                  </a:lnTo>
                  <a:cubicBezTo>
                    <a:pt x="20744" y="17102"/>
                    <a:pt x="14378" y="12685"/>
                    <a:pt x="11910" y="10606"/>
                  </a:cubicBezTo>
                  <a:cubicBezTo>
                    <a:pt x="9443" y="8527"/>
                    <a:pt x="6065" y="5150"/>
                    <a:pt x="6065" y="5150"/>
                  </a:cubicBezTo>
                  <a:lnTo>
                    <a:pt x="5416" y="84"/>
                  </a:lnTo>
                  <a:cubicBezTo>
                    <a:pt x="5310" y="27"/>
                    <a:pt x="5195" y="0"/>
                    <a:pt x="5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4">
              <a:extLst>
                <a:ext uri="{FF2B5EF4-FFF2-40B4-BE49-F238E27FC236}">
                  <a16:creationId xmlns:a16="http://schemas.microsoft.com/office/drawing/2014/main" id="{8B6C2B02-1D4B-7844-38E2-D21F264FF7F9}"/>
                </a:ext>
              </a:extLst>
            </p:cNvPr>
            <p:cNvSpPr/>
            <p:nvPr/>
          </p:nvSpPr>
          <p:spPr>
            <a:xfrm>
              <a:off x="4384249" y="2625301"/>
              <a:ext cx="406500" cy="353985"/>
            </a:xfrm>
            <a:custGeom>
              <a:avLst/>
              <a:gdLst/>
              <a:ahLst/>
              <a:cxnLst/>
              <a:rect l="l" t="t" r="r" b="b"/>
              <a:pathLst>
                <a:path w="21333" h="18577" extrusionOk="0">
                  <a:moveTo>
                    <a:pt x="5320" y="567"/>
                  </a:moveTo>
                  <a:cubicBezTo>
                    <a:pt x="5344" y="567"/>
                    <a:pt x="5367" y="570"/>
                    <a:pt x="5390" y="574"/>
                  </a:cubicBezTo>
                  <a:lnTo>
                    <a:pt x="6018" y="5471"/>
                  </a:lnTo>
                  <a:cubicBezTo>
                    <a:pt x="6026" y="5532"/>
                    <a:pt x="6053" y="5591"/>
                    <a:pt x="6098" y="5634"/>
                  </a:cubicBezTo>
                  <a:cubicBezTo>
                    <a:pt x="6132" y="5668"/>
                    <a:pt x="9513" y="9044"/>
                    <a:pt x="11961" y="11107"/>
                  </a:cubicBezTo>
                  <a:cubicBezTo>
                    <a:pt x="14012" y="12833"/>
                    <a:pt x="18786" y="16198"/>
                    <a:pt x="20327" y="17276"/>
                  </a:cubicBezTo>
                  <a:lnTo>
                    <a:pt x="17768" y="17993"/>
                  </a:lnTo>
                  <a:cubicBezTo>
                    <a:pt x="16608" y="17308"/>
                    <a:pt x="7203" y="11770"/>
                    <a:pt x="5196" y="11268"/>
                  </a:cubicBezTo>
                  <a:cubicBezTo>
                    <a:pt x="3571" y="10861"/>
                    <a:pt x="2207" y="8726"/>
                    <a:pt x="1475" y="7577"/>
                  </a:cubicBezTo>
                  <a:cubicBezTo>
                    <a:pt x="1315" y="7328"/>
                    <a:pt x="1179" y="7115"/>
                    <a:pt x="1070" y="6962"/>
                  </a:cubicBezTo>
                  <a:cubicBezTo>
                    <a:pt x="806" y="6558"/>
                    <a:pt x="2134" y="3419"/>
                    <a:pt x="3858" y="1542"/>
                  </a:cubicBezTo>
                  <a:cubicBezTo>
                    <a:pt x="4440" y="908"/>
                    <a:pt x="4952" y="568"/>
                    <a:pt x="5305" y="568"/>
                  </a:cubicBezTo>
                  <a:cubicBezTo>
                    <a:pt x="5310" y="567"/>
                    <a:pt x="5315" y="567"/>
                    <a:pt x="5320" y="567"/>
                  </a:cubicBezTo>
                  <a:close/>
                  <a:moveTo>
                    <a:pt x="5302" y="1"/>
                  </a:moveTo>
                  <a:cubicBezTo>
                    <a:pt x="4746" y="1"/>
                    <a:pt x="4084" y="433"/>
                    <a:pt x="3326" y="1293"/>
                  </a:cubicBezTo>
                  <a:cubicBezTo>
                    <a:pt x="1870" y="2945"/>
                    <a:pt x="1" y="6431"/>
                    <a:pt x="612" y="7288"/>
                  </a:cubicBezTo>
                  <a:cubicBezTo>
                    <a:pt x="718" y="7436"/>
                    <a:pt x="848" y="7640"/>
                    <a:pt x="1001" y="7880"/>
                  </a:cubicBezTo>
                  <a:cubicBezTo>
                    <a:pt x="1831" y="9178"/>
                    <a:pt x="3218" y="11353"/>
                    <a:pt x="5060" y="11814"/>
                  </a:cubicBezTo>
                  <a:cubicBezTo>
                    <a:pt x="7076" y="12317"/>
                    <a:pt x="17480" y="18476"/>
                    <a:pt x="17585" y="18537"/>
                  </a:cubicBezTo>
                  <a:cubicBezTo>
                    <a:pt x="17629" y="18564"/>
                    <a:pt x="17679" y="18577"/>
                    <a:pt x="17728" y="18577"/>
                  </a:cubicBezTo>
                  <a:cubicBezTo>
                    <a:pt x="17754" y="18577"/>
                    <a:pt x="17781" y="18574"/>
                    <a:pt x="17805" y="18567"/>
                  </a:cubicBezTo>
                  <a:lnTo>
                    <a:pt x="21052" y="17656"/>
                  </a:lnTo>
                  <a:cubicBezTo>
                    <a:pt x="21281" y="17592"/>
                    <a:pt x="21332" y="17292"/>
                    <a:pt x="21137" y="17156"/>
                  </a:cubicBezTo>
                  <a:cubicBezTo>
                    <a:pt x="21074" y="17112"/>
                    <a:pt x="14754" y="12722"/>
                    <a:pt x="12325" y="10676"/>
                  </a:cubicBezTo>
                  <a:cubicBezTo>
                    <a:pt x="10084" y="8790"/>
                    <a:pt x="7054" y="5792"/>
                    <a:pt x="6564" y="5305"/>
                  </a:cubicBezTo>
                  <a:lnTo>
                    <a:pt x="5926" y="333"/>
                  </a:lnTo>
                  <a:cubicBezTo>
                    <a:pt x="5915" y="244"/>
                    <a:pt x="5861" y="164"/>
                    <a:pt x="5781" y="121"/>
                  </a:cubicBezTo>
                  <a:cubicBezTo>
                    <a:pt x="5631" y="41"/>
                    <a:pt x="5471" y="1"/>
                    <a:pt x="5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4">
              <a:extLst>
                <a:ext uri="{FF2B5EF4-FFF2-40B4-BE49-F238E27FC236}">
                  <a16:creationId xmlns:a16="http://schemas.microsoft.com/office/drawing/2014/main" id="{8A83847B-934B-2998-C614-E6E4038E8E03}"/>
                </a:ext>
              </a:extLst>
            </p:cNvPr>
            <p:cNvSpPr/>
            <p:nvPr/>
          </p:nvSpPr>
          <p:spPr>
            <a:xfrm>
              <a:off x="4508811" y="4188573"/>
              <a:ext cx="245352" cy="128126"/>
            </a:xfrm>
            <a:custGeom>
              <a:avLst/>
              <a:gdLst/>
              <a:ahLst/>
              <a:cxnLst/>
              <a:rect l="l" t="t" r="r" b="b"/>
              <a:pathLst>
                <a:path w="12876" h="6724" extrusionOk="0">
                  <a:moveTo>
                    <a:pt x="1681" y="0"/>
                  </a:moveTo>
                  <a:cubicBezTo>
                    <a:pt x="1681" y="0"/>
                    <a:pt x="0" y="3882"/>
                    <a:pt x="1061" y="4534"/>
                  </a:cubicBezTo>
                  <a:cubicBezTo>
                    <a:pt x="1589" y="4860"/>
                    <a:pt x="2199" y="4921"/>
                    <a:pt x="2749" y="4921"/>
                  </a:cubicBezTo>
                  <a:cubicBezTo>
                    <a:pt x="3080" y="4921"/>
                    <a:pt x="3389" y="4899"/>
                    <a:pt x="3645" y="4899"/>
                  </a:cubicBezTo>
                  <a:cubicBezTo>
                    <a:pt x="3815" y="4899"/>
                    <a:pt x="3961" y="4909"/>
                    <a:pt x="4075" y="4941"/>
                  </a:cubicBezTo>
                  <a:cubicBezTo>
                    <a:pt x="4646" y="5105"/>
                    <a:pt x="5543" y="6163"/>
                    <a:pt x="8639" y="6572"/>
                  </a:cubicBezTo>
                  <a:cubicBezTo>
                    <a:pt x="9448" y="6678"/>
                    <a:pt x="10090" y="6723"/>
                    <a:pt x="10602" y="6723"/>
                  </a:cubicBezTo>
                  <a:cubicBezTo>
                    <a:pt x="12048" y="6723"/>
                    <a:pt x="12450" y="6362"/>
                    <a:pt x="12631" y="6002"/>
                  </a:cubicBezTo>
                  <a:cubicBezTo>
                    <a:pt x="12876" y="5512"/>
                    <a:pt x="11328" y="5105"/>
                    <a:pt x="10024" y="4208"/>
                  </a:cubicBezTo>
                  <a:cubicBezTo>
                    <a:pt x="8721" y="3312"/>
                    <a:pt x="5543" y="623"/>
                    <a:pt x="5543" y="623"/>
                  </a:cubicBezTo>
                  <a:cubicBezTo>
                    <a:pt x="4966" y="952"/>
                    <a:pt x="4433" y="1076"/>
                    <a:pt x="3960" y="1076"/>
                  </a:cubicBezTo>
                  <a:cubicBezTo>
                    <a:pt x="2562" y="1076"/>
                    <a:pt x="1681" y="0"/>
                    <a:pt x="16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4">
              <a:extLst>
                <a:ext uri="{FF2B5EF4-FFF2-40B4-BE49-F238E27FC236}">
                  <a16:creationId xmlns:a16="http://schemas.microsoft.com/office/drawing/2014/main" id="{EA46CBE1-2DCC-10FB-227B-567B7BA5A8AA}"/>
                </a:ext>
              </a:extLst>
            </p:cNvPr>
            <p:cNvSpPr/>
            <p:nvPr/>
          </p:nvSpPr>
          <p:spPr>
            <a:xfrm>
              <a:off x="4503228" y="4183200"/>
              <a:ext cx="256366" cy="138854"/>
            </a:xfrm>
            <a:custGeom>
              <a:avLst/>
              <a:gdLst/>
              <a:ahLst/>
              <a:cxnLst/>
              <a:rect l="l" t="t" r="r" b="b"/>
              <a:pathLst>
                <a:path w="13454" h="7287" extrusionOk="0">
                  <a:moveTo>
                    <a:pt x="2076" y="772"/>
                  </a:moveTo>
                  <a:cubicBezTo>
                    <a:pt x="2481" y="1121"/>
                    <a:pt x="3252" y="1636"/>
                    <a:pt x="4264" y="1636"/>
                  </a:cubicBezTo>
                  <a:cubicBezTo>
                    <a:pt x="4729" y="1636"/>
                    <a:pt x="5245" y="1527"/>
                    <a:pt x="5801" y="1243"/>
                  </a:cubicBezTo>
                  <a:cubicBezTo>
                    <a:pt x="6448" y="1787"/>
                    <a:pt x="9002" y="3928"/>
                    <a:pt x="10158" y="4722"/>
                  </a:cubicBezTo>
                  <a:cubicBezTo>
                    <a:pt x="10672" y="5074"/>
                    <a:pt x="11206" y="5346"/>
                    <a:pt x="11677" y="5585"/>
                  </a:cubicBezTo>
                  <a:cubicBezTo>
                    <a:pt x="12075" y="5786"/>
                    <a:pt x="12617" y="6063"/>
                    <a:pt x="12673" y="6157"/>
                  </a:cubicBezTo>
                  <a:cubicBezTo>
                    <a:pt x="12586" y="6331"/>
                    <a:pt x="12390" y="6724"/>
                    <a:pt x="10903" y="6724"/>
                  </a:cubicBezTo>
                  <a:cubicBezTo>
                    <a:pt x="10413" y="6724"/>
                    <a:pt x="9782" y="6681"/>
                    <a:pt x="8968" y="6574"/>
                  </a:cubicBezTo>
                  <a:cubicBezTo>
                    <a:pt x="6737" y="6281"/>
                    <a:pt x="5687" y="5645"/>
                    <a:pt x="5060" y="5266"/>
                  </a:cubicBezTo>
                  <a:cubicBezTo>
                    <a:pt x="4821" y="5121"/>
                    <a:pt x="4631" y="5006"/>
                    <a:pt x="4446" y="4953"/>
                  </a:cubicBezTo>
                  <a:cubicBezTo>
                    <a:pt x="4301" y="4913"/>
                    <a:pt x="4129" y="4899"/>
                    <a:pt x="3937" y="4899"/>
                  </a:cubicBezTo>
                  <a:cubicBezTo>
                    <a:pt x="3813" y="4899"/>
                    <a:pt x="3679" y="4905"/>
                    <a:pt x="3537" y="4910"/>
                  </a:cubicBezTo>
                  <a:cubicBezTo>
                    <a:pt x="3379" y="4916"/>
                    <a:pt x="3212" y="4922"/>
                    <a:pt x="3040" y="4922"/>
                  </a:cubicBezTo>
                  <a:cubicBezTo>
                    <a:pt x="2526" y="4922"/>
                    <a:pt x="1969" y="4865"/>
                    <a:pt x="1501" y="4577"/>
                  </a:cubicBezTo>
                  <a:cubicBezTo>
                    <a:pt x="967" y="4249"/>
                    <a:pt x="1492" y="2241"/>
                    <a:pt x="2076" y="772"/>
                  </a:cubicBezTo>
                  <a:close/>
                  <a:moveTo>
                    <a:pt x="1977" y="0"/>
                  </a:moveTo>
                  <a:cubicBezTo>
                    <a:pt x="1963" y="0"/>
                    <a:pt x="1949" y="1"/>
                    <a:pt x="1936" y="3"/>
                  </a:cubicBezTo>
                  <a:cubicBezTo>
                    <a:pt x="1838" y="17"/>
                    <a:pt x="1756" y="81"/>
                    <a:pt x="1717" y="170"/>
                  </a:cubicBezTo>
                  <a:cubicBezTo>
                    <a:pt x="1419" y="855"/>
                    <a:pt x="0" y="4313"/>
                    <a:pt x="1206" y="5056"/>
                  </a:cubicBezTo>
                  <a:cubicBezTo>
                    <a:pt x="1796" y="5419"/>
                    <a:pt x="2469" y="5484"/>
                    <a:pt x="3052" y="5484"/>
                  </a:cubicBezTo>
                  <a:cubicBezTo>
                    <a:pt x="3231" y="5484"/>
                    <a:pt x="3401" y="5478"/>
                    <a:pt x="3557" y="5473"/>
                  </a:cubicBezTo>
                  <a:cubicBezTo>
                    <a:pt x="3690" y="5467"/>
                    <a:pt x="3820" y="5463"/>
                    <a:pt x="3937" y="5463"/>
                  </a:cubicBezTo>
                  <a:cubicBezTo>
                    <a:pt x="4082" y="5463"/>
                    <a:pt x="4207" y="5470"/>
                    <a:pt x="4291" y="5495"/>
                  </a:cubicBezTo>
                  <a:cubicBezTo>
                    <a:pt x="4405" y="5527"/>
                    <a:pt x="4565" y="5623"/>
                    <a:pt x="4769" y="5747"/>
                  </a:cubicBezTo>
                  <a:cubicBezTo>
                    <a:pt x="5435" y="6149"/>
                    <a:pt x="6547" y="6822"/>
                    <a:pt x="8895" y="7132"/>
                  </a:cubicBezTo>
                  <a:cubicBezTo>
                    <a:pt x="9712" y="7240"/>
                    <a:pt x="10370" y="7287"/>
                    <a:pt x="10902" y="7287"/>
                  </a:cubicBezTo>
                  <a:cubicBezTo>
                    <a:pt x="12472" y="7287"/>
                    <a:pt x="12941" y="6877"/>
                    <a:pt x="13177" y="6409"/>
                  </a:cubicBezTo>
                  <a:cubicBezTo>
                    <a:pt x="13453" y="5856"/>
                    <a:pt x="12782" y="5516"/>
                    <a:pt x="11932" y="5085"/>
                  </a:cubicBezTo>
                  <a:cubicBezTo>
                    <a:pt x="11477" y="4853"/>
                    <a:pt x="10959" y="4590"/>
                    <a:pt x="10476" y="4259"/>
                  </a:cubicBezTo>
                  <a:cubicBezTo>
                    <a:pt x="9200" y="3381"/>
                    <a:pt x="6049" y="717"/>
                    <a:pt x="6018" y="690"/>
                  </a:cubicBezTo>
                  <a:cubicBezTo>
                    <a:pt x="5966" y="647"/>
                    <a:pt x="5901" y="624"/>
                    <a:pt x="5836" y="624"/>
                  </a:cubicBezTo>
                  <a:cubicBezTo>
                    <a:pt x="5788" y="624"/>
                    <a:pt x="5740" y="636"/>
                    <a:pt x="5697" y="661"/>
                  </a:cubicBezTo>
                  <a:cubicBezTo>
                    <a:pt x="5168" y="964"/>
                    <a:pt x="4681" y="1077"/>
                    <a:pt x="4250" y="1077"/>
                  </a:cubicBezTo>
                  <a:cubicBezTo>
                    <a:pt x="3017" y="1077"/>
                    <a:pt x="2236" y="154"/>
                    <a:pt x="2192" y="103"/>
                  </a:cubicBezTo>
                  <a:cubicBezTo>
                    <a:pt x="2139" y="38"/>
                    <a:pt x="2059" y="0"/>
                    <a:pt x="197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4">
              <a:extLst>
                <a:ext uri="{FF2B5EF4-FFF2-40B4-BE49-F238E27FC236}">
                  <a16:creationId xmlns:a16="http://schemas.microsoft.com/office/drawing/2014/main" id="{9157540C-71E7-8A71-23D5-99CAF68A6737}"/>
                </a:ext>
              </a:extLst>
            </p:cNvPr>
            <p:cNvSpPr/>
            <p:nvPr/>
          </p:nvSpPr>
          <p:spPr>
            <a:xfrm>
              <a:off x="4521483" y="4255837"/>
              <a:ext cx="228431" cy="60843"/>
            </a:xfrm>
            <a:custGeom>
              <a:avLst/>
              <a:gdLst/>
              <a:ahLst/>
              <a:cxnLst/>
              <a:rect l="l" t="t" r="r" b="b"/>
              <a:pathLst>
                <a:path w="11988" h="3193" extrusionOk="0">
                  <a:moveTo>
                    <a:pt x="1" y="1"/>
                  </a:moveTo>
                  <a:lnTo>
                    <a:pt x="1" y="1"/>
                  </a:lnTo>
                  <a:cubicBezTo>
                    <a:pt x="11" y="457"/>
                    <a:pt x="117" y="834"/>
                    <a:pt x="396" y="1003"/>
                  </a:cubicBezTo>
                  <a:cubicBezTo>
                    <a:pt x="926" y="1329"/>
                    <a:pt x="1538" y="1390"/>
                    <a:pt x="2089" y="1390"/>
                  </a:cubicBezTo>
                  <a:cubicBezTo>
                    <a:pt x="2417" y="1390"/>
                    <a:pt x="2723" y="1369"/>
                    <a:pt x="2977" y="1369"/>
                  </a:cubicBezTo>
                  <a:cubicBezTo>
                    <a:pt x="3148" y="1369"/>
                    <a:pt x="3296" y="1378"/>
                    <a:pt x="3410" y="1411"/>
                  </a:cubicBezTo>
                  <a:cubicBezTo>
                    <a:pt x="3981" y="1573"/>
                    <a:pt x="4878" y="2633"/>
                    <a:pt x="7974" y="3040"/>
                  </a:cubicBezTo>
                  <a:cubicBezTo>
                    <a:pt x="8784" y="3147"/>
                    <a:pt x="9427" y="3192"/>
                    <a:pt x="9940" y="3192"/>
                  </a:cubicBezTo>
                  <a:cubicBezTo>
                    <a:pt x="11384" y="3192"/>
                    <a:pt x="11786" y="2832"/>
                    <a:pt x="11967" y="2472"/>
                  </a:cubicBezTo>
                  <a:cubicBezTo>
                    <a:pt x="11977" y="2447"/>
                    <a:pt x="11985" y="2422"/>
                    <a:pt x="11988" y="2396"/>
                  </a:cubicBezTo>
                  <a:lnTo>
                    <a:pt x="11988" y="2396"/>
                  </a:lnTo>
                  <a:cubicBezTo>
                    <a:pt x="11557" y="2454"/>
                    <a:pt x="11130" y="2480"/>
                    <a:pt x="10710" y="2480"/>
                  </a:cubicBezTo>
                  <a:cubicBezTo>
                    <a:pt x="9291" y="2480"/>
                    <a:pt x="7936" y="2190"/>
                    <a:pt x="6676" y="1893"/>
                  </a:cubicBezTo>
                  <a:cubicBezTo>
                    <a:pt x="4670" y="1421"/>
                    <a:pt x="4081" y="360"/>
                    <a:pt x="2195" y="360"/>
                  </a:cubicBezTo>
                  <a:cubicBezTo>
                    <a:pt x="1242" y="360"/>
                    <a:pt x="501" y="179"/>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4">
              <a:extLst>
                <a:ext uri="{FF2B5EF4-FFF2-40B4-BE49-F238E27FC236}">
                  <a16:creationId xmlns:a16="http://schemas.microsoft.com/office/drawing/2014/main" id="{D18EA7C7-1B00-4B79-C06D-07F44720579B}"/>
                </a:ext>
              </a:extLst>
            </p:cNvPr>
            <p:cNvSpPr/>
            <p:nvPr/>
          </p:nvSpPr>
          <p:spPr>
            <a:xfrm>
              <a:off x="4516052" y="4250483"/>
              <a:ext cx="239426" cy="71571"/>
            </a:xfrm>
            <a:custGeom>
              <a:avLst/>
              <a:gdLst/>
              <a:ahLst/>
              <a:cxnLst/>
              <a:rect l="l" t="t" r="r" b="b"/>
              <a:pathLst>
                <a:path w="12565" h="3756" extrusionOk="0">
                  <a:moveTo>
                    <a:pt x="612" y="679"/>
                  </a:moveTo>
                  <a:cubicBezTo>
                    <a:pt x="1196" y="841"/>
                    <a:pt x="1821" y="922"/>
                    <a:pt x="2480" y="922"/>
                  </a:cubicBezTo>
                  <a:cubicBezTo>
                    <a:pt x="3481" y="922"/>
                    <a:pt x="4092" y="1242"/>
                    <a:pt x="4801" y="1612"/>
                  </a:cubicBezTo>
                  <a:cubicBezTo>
                    <a:pt x="5359" y="1904"/>
                    <a:pt x="5994" y="2235"/>
                    <a:pt x="6895" y="2446"/>
                  </a:cubicBezTo>
                  <a:cubicBezTo>
                    <a:pt x="8194" y="2753"/>
                    <a:pt x="9561" y="3041"/>
                    <a:pt x="10990" y="3041"/>
                  </a:cubicBezTo>
                  <a:cubicBezTo>
                    <a:pt x="11164" y="3041"/>
                    <a:pt x="11338" y="3037"/>
                    <a:pt x="11514" y="3028"/>
                  </a:cubicBezTo>
                  <a:lnTo>
                    <a:pt x="11514" y="3028"/>
                  </a:lnTo>
                  <a:cubicBezTo>
                    <a:pt x="11258" y="3122"/>
                    <a:pt x="10860" y="3193"/>
                    <a:pt x="10231" y="3193"/>
                  </a:cubicBezTo>
                  <a:cubicBezTo>
                    <a:pt x="9740" y="3193"/>
                    <a:pt x="9109" y="3150"/>
                    <a:pt x="8295" y="3043"/>
                  </a:cubicBezTo>
                  <a:cubicBezTo>
                    <a:pt x="6064" y="2750"/>
                    <a:pt x="5014" y="2114"/>
                    <a:pt x="4387" y="1735"/>
                  </a:cubicBezTo>
                  <a:cubicBezTo>
                    <a:pt x="4148" y="1590"/>
                    <a:pt x="3958" y="1475"/>
                    <a:pt x="3773" y="1422"/>
                  </a:cubicBezTo>
                  <a:cubicBezTo>
                    <a:pt x="3628" y="1382"/>
                    <a:pt x="3456" y="1368"/>
                    <a:pt x="3264" y="1368"/>
                  </a:cubicBezTo>
                  <a:cubicBezTo>
                    <a:pt x="3140" y="1368"/>
                    <a:pt x="3006" y="1374"/>
                    <a:pt x="2864" y="1379"/>
                  </a:cubicBezTo>
                  <a:cubicBezTo>
                    <a:pt x="2706" y="1385"/>
                    <a:pt x="2538" y="1391"/>
                    <a:pt x="2366" y="1391"/>
                  </a:cubicBezTo>
                  <a:cubicBezTo>
                    <a:pt x="1852" y="1391"/>
                    <a:pt x="1296" y="1334"/>
                    <a:pt x="828" y="1046"/>
                  </a:cubicBezTo>
                  <a:cubicBezTo>
                    <a:pt x="716" y="976"/>
                    <a:pt x="650" y="838"/>
                    <a:pt x="612" y="679"/>
                  </a:cubicBezTo>
                  <a:close/>
                  <a:moveTo>
                    <a:pt x="286" y="0"/>
                  </a:moveTo>
                  <a:cubicBezTo>
                    <a:pt x="134" y="0"/>
                    <a:pt x="0" y="124"/>
                    <a:pt x="4" y="288"/>
                  </a:cubicBezTo>
                  <a:cubicBezTo>
                    <a:pt x="19" y="900"/>
                    <a:pt x="197" y="1316"/>
                    <a:pt x="533" y="1525"/>
                  </a:cubicBezTo>
                  <a:cubicBezTo>
                    <a:pt x="1123" y="1888"/>
                    <a:pt x="1796" y="1953"/>
                    <a:pt x="2379" y="1953"/>
                  </a:cubicBezTo>
                  <a:cubicBezTo>
                    <a:pt x="2558" y="1953"/>
                    <a:pt x="2728" y="1947"/>
                    <a:pt x="2884" y="1942"/>
                  </a:cubicBezTo>
                  <a:cubicBezTo>
                    <a:pt x="3017" y="1936"/>
                    <a:pt x="3147" y="1932"/>
                    <a:pt x="3264" y="1932"/>
                  </a:cubicBezTo>
                  <a:cubicBezTo>
                    <a:pt x="3409" y="1932"/>
                    <a:pt x="3534" y="1939"/>
                    <a:pt x="3618" y="1964"/>
                  </a:cubicBezTo>
                  <a:cubicBezTo>
                    <a:pt x="3732" y="1996"/>
                    <a:pt x="3892" y="2092"/>
                    <a:pt x="4096" y="2216"/>
                  </a:cubicBezTo>
                  <a:cubicBezTo>
                    <a:pt x="4762" y="2618"/>
                    <a:pt x="5874" y="3291"/>
                    <a:pt x="8222" y="3601"/>
                  </a:cubicBezTo>
                  <a:cubicBezTo>
                    <a:pt x="9039" y="3709"/>
                    <a:pt x="9697" y="3756"/>
                    <a:pt x="10229" y="3756"/>
                  </a:cubicBezTo>
                  <a:cubicBezTo>
                    <a:pt x="11799" y="3756"/>
                    <a:pt x="12268" y="3346"/>
                    <a:pt x="12504" y="2879"/>
                  </a:cubicBezTo>
                  <a:cubicBezTo>
                    <a:pt x="12529" y="2827"/>
                    <a:pt x="12545" y="2772"/>
                    <a:pt x="12553" y="2715"/>
                  </a:cubicBezTo>
                  <a:cubicBezTo>
                    <a:pt x="12564" y="2627"/>
                    <a:pt x="12535" y="2540"/>
                    <a:pt x="12472" y="2478"/>
                  </a:cubicBezTo>
                  <a:cubicBezTo>
                    <a:pt x="12418" y="2425"/>
                    <a:pt x="12346" y="2396"/>
                    <a:pt x="12270" y="2396"/>
                  </a:cubicBezTo>
                  <a:cubicBezTo>
                    <a:pt x="12259" y="2396"/>
                    <a:pt x="12248" y="2397"/>
                    <a:pt x="12236" y="2398"/>
                  </a:cubicBezTo>
                  <a:cubicBezTo>
                    <a:pt x="11822" y="2454"/>
                    <a:pt x="11410" y="2479"/>
                    <a:pt x="11003" y="2479"/>
                  </a:cubicBezTo>
                  <a:cubicBezTo>
                    <a:pt x="9627" y="2479"/>
                    <a:pt x="8293" y="2199"/>
                    <a:pt x="7025" y="1899"/>
                  </a:cubicBezTo>
                  <a:cubicBezTo>
                    <a:pt x="6192" y="1704"/>
                    <a:pt x="5618" y="1403"/>
                    <a:pt x="5062" y="1115"/>
                  </a:cubicBezTo>
                  <a:cubicBezTo>
                    <a:pt x="4321" y="727"/>
                    <a:pt x="3620" y="361"/>
                    <a:pt x="2482" y="361"/>
                  </a:cubicBezTo>
                  <a:cubicBezTo>
                    <a:pt x="1540" y="361"/>
                    <a:pt x="819" y="174"/>
                    <a:pt x="380" y="16"/>
                  </a:cubicBezTo>
                  <a:cubicBezTo>
                    <a:pt x="349" y="5"/>
                    <a:pt x="317" y="0"/>
                    <a:pt x="28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4">
              <a:extLst>
                <a:ext uri="{FF2B5EF4-FFF2-40B4-BE49-F238E27FC236}">
                  <a16:creationId xmlns:a16="http://schemas.microsoft.com/office/drawing/2014/main" id="{9B8F8EF1-C13B-9804-C604-890783C7C434}"/>
                </a:ext>
              </a:extLst>
            </p:cNvPr>
            <p:cNvSpPr/>
            <p:nvPr/>
          </p:nvSpPr>
          <p:spPr>
            <a:xfrm>
              <a:off x="3818982" y="2130728"/>
              <a:ext cx="867593" cy="2102071"/>
            </a:xfrm>
            <a:custGeom>
              <a:avLst/>
              <a:gdLst/>
              <a:ahLst/>
              <a:cxnLst/>
              <a:rect l="l" t="t" r="r" b="b"/>
              <a:pathLst>
                <a:path w="45531" h="110316" extrusionOk="0">
                  <a:moveTo>
                    <a:pt x="25090" y="1"/>
                  </a:moveTo>
                  <a:cubicBezTo>
                    <a:pt x="25090" y="1"/>
                    <a:pt x="25704" y="4124"/>
                    <a:pt x="24915" y="5791"/>
                  </a:cubicBezTo>
                  <a:cubicBezTo>
                    <a:pt x="24125" y="7458"/>
                    <a:pt x="21670" y="7631"/>
                    <a:pt x="19564" y="7984"/>
                  </a:cubicBezTo>
                  <a:cubicBezTo>
                    <a:pt x="17458" y="8336"/>
                    <a:pt x="12634" y="10176"/>
                    <a:pt x="13160" y="14913"/>
                  </a:cubicBezTo>
                  <a:cubicBezTo>
                    <a:pt x="13687" y="19650"/>
                    <a:pt x="19739" y="29915"/>
                    <a:pt x="19739" y="32810"/>
                  </a:cubicBezTo>
                  <a:cubicBezTo>
                    <a:pt x="19739" y="35705"/>
                    <a:pt x="17897" y="37196"/>
                    <a:pt x="15879" y="42811"/>
                  </a:cubicBezTo>
                  <a:cubicBezTo>
                    <a:pt x="13862" y="48426"/>
                    <a:pt x="14124" y="58864"/>
                    <a:pt x="14738" y="65620"/>
                  </a:cubicBezTo>
                  <a:cubicBezTo>
                    <a:pt x="15352" y="72374"/>
                    <a:pt x="17371" y="78778"/>
                    <a:pt x="17371" y="78778"/>
                  </a:cubicBezTo>
                  <a:cubicBezTo>
                    <a:pt x="17371" y="78778"/>
                    <a:pt x="12282" y="86936"/>
                    <a:pt x="10090" y="90445"/>
                  </a:cubicBezTo>
                  <a:cubicBezTo>
                    <a:pt x="7897" y="93956"/>
                    <a:pt x="1" y="109219"/>
                    <a:pt x="1" y="109219"/>
                  </a:cubicBezTo>
                  <a:cubicBezTo>
                    <a:pt x="1" y="109219"/>
                    <a:pt x="1" y="109745"/>
                    <a:pt x="1229" y="110097"/>
                  </a:cubicBezTo>
                  <a:cubicBezTo>
                    <a:pt x="1841" y="110272"/>
                    <a:pt x="2498" y="110316"/>
                    <a:pt x="3002" y="110316"/>
                  </a:cubicBezTo>
                  <a:cubicBezTo>
                    <a:pt x="3509" y="110316"/>
                    <a:pt x="3861" y="110272"/>
                    <a:pt x="3861" y="110272"/>
                  </a:cubicBezTo>
                  <a:cubicBezTo>
                    <a:pt x="3861" y="110272"/>
                    <a:pt x="18950" y="92112"/>
                    <a:pt x="21756" y="89042"/>
                  </a:cubicBezTo>
                  <a:cubicBezTo>
                    <a:pt x="24564" y="85972"/>
                    <a:pt x="27196" y="80621"/>
                    <a:pt x="27546" y="78164"/>
                  </a:cubicBezTo>
                  <a:cubicBezTo>
                    <a:pt x="27898" y="75706"/>
                    <a:pt x="27459" y="60707"/>
                    <a:pt x="27459" y="60706"/>
                  </a:cubicBezTo>
                  <a:lnTo>
                    <a:pt x="27459" y="60706"/>
                  </a:lnTo>
                  <a:cubicBezTo>
                    <a:pt x="27459" y="60706"/>
                    <a:pt x="30618" y="68251"/>
                    <a:pt x="33074" y="72111"/>
                  </a:cubicBezTo>
                  <a:cubicBezTo>
                    <a:pt x="35532" y="75972"/>
                    <a:pt x="37191" y="79392"/>
                    <a:pt x="37191" y="79392"/>
                  </a:cubicBezTo>
                  <a:cubicBezTo>
                    <a:pt x="37191" y="79392"/>
                    <a:pt x="36583" y="84568"/>
                    <a:pt x="37197" y="88955"/>
                  </a:cubicBezTo>
                  <a:cubicBezTo>
                    <a:pt x="37811" y="93340"/>
                    <a:pt x="37293" y="107423"/>
                    <a:pt x="37907" y="108564"/>
                  </a:cubicBezTo>
                  <a:cubicBezTo>
                    <a:pt x="38185" y="109079"/>
                    <a:pt x="38821" y="109264"/>
                    <a:pt x="39484" y="109264"/>
                  </a:cubicBezTo>
                  <a:cubicBezTo>
                    <a:pt x="40288" y="109264"/>
                    <a:pt x="41132" y="108991"/>
                    <a:pt x="41421" y="108702"/>
                  </a:cubicBezTo>
                  <a:cubicBezTo>
                    <a:pt x="41947" y="108176"/>
                    <a:pt x="42198" y="104746"/>
                    <a:pt x="42198" y="104746"/>
                  </a:cubicBezTo>
                  <a:cubicBezTo>
                    <a:pt x="42198" y="104746"/>
                    <a:pt x="43250" y="94043"/>
                    <a:pt x="43864" y="89042"/>
                  </a:cubicBezTo>
                  <a:cubicBezTo>
                    <a:pt x="44479" y="84043"/>
                    <a:pt x="45531" y="79743"/>
                    <a:pt x="45181" y="78603"/>
                  </a:cubicBezTo>
                  <a:cubicBezTo>
                    <a:pt x="44829" y="77462"/>
                    <a:pt x="42636" y="65270"/>
                    <a:pt x="40969" y="59479"/>
                  </a:cubicBezTo>
                  <a:cubicBezTo>
                    <a:pt x="39302" y="53689"/>
                    <a:pt x="34215" y="42900"/>
                    <a:pt x="33074" y="40092"/>
                  </a:cubicBezTo>
                  <a:cubicBezTo>
                    <a:pt x="31934" y="37285"/>
                    <a:pt x="31320" y="34741"/>
                    <a:pt x="31495" y="33863"/>
                  </a:cubicBezTo>
                  <a:cubicBezTo>
                    <a:pt x="31670" y="32987"/>
                    <a:pt x="35091" y="27723"/>
                    <a:pt x="35969" y="26319"/>
                  </a:cubicBezTo>
                  <a:cubicBezTo>
                    <a:pt x="36846" y="24915"/>
                    <a:pt x="37197" y="22372"/>
                    <a:pt x="36144" y="20091"/>
                  </a:cubicBezTo>
                  <a:cubicBezTo>
                    <a:pt x="35091" y="17810"/>
                    <a:pt x="36144" y="14740"/>
                    <a:pt x="35969" y="12898"/>
                  </a:cubicBezTo>
                  <a:cubicBezTo>
                    <a:pt x="35793" y="11054"/>
                    <a:pt x="33074" y="10265"/>
                    <a:pt x="31670" y="9564"/>
                  </a:cubicBezTo>
                  <a:cubicBezTo>
                    <a:pt x="30267" y="8862"/>
                    <a:pt x="29740" y="7281"/>
                    <a:pt x="29740" y="5967"/>
                  </a:cubicBezTo>
                  <a:cubicBezTo>
                    <a:pt x="29740" y="4652"/>
                    <a:pt x="30529" y="2808"/>
                    <a:pt x="30529" y="2808"/>
                  </a:cubicBezTo>
                  <a:cubicBezTo>
                    <a:pt x="30529" y="2808"/>
                    <a:pt x="26231" y="1"/>
                    <a:pt x="250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4">
              <a:extLst>
                <a:ext uri="{FF2B5EF4-FFF2-40B4-BE49-F238E27FC236}">
                  <a16:creationId xmlns:a16="http://schemas.microsoft.com/office/drawing/2014/main" id="{9F72C9AA-7CCE-4E8A-6923-01FF1073C2AC}"/>
                </a:ext>
              </a:extLst>
            </p:cNvPr>
            <p:cNvSpPr/>
            <p:nvPr/>
          </p:nvSpPr>
          <p:spPr>
            <a:xfrm>
              <a:off x="3813647" y="2125393"/>
              <a:ext cx="875825" cy="2112780"/>
            </a:xfrm>
            <a:custGeom>
              <a:avLst/>
              <a:gdLst/>
              <a:ahLst/>
              <a:cxnLst/>
              <a:rect l="l" t="t" r="r" b="b"/>
              <a:pathLst>
                <a:path w="45963" h="110878" extrusionOk="0">
                  <a:moveTo>
                    <a:pt x="25697" y="619"/>
                  </a:moveTo>
                  <a:lnTo>
                    <a:pt x="25697" y="619"/>
                  </a:lnTo>
                  <a:cubicBezTo>
                    <a:pt x="26709" y="908"/>
                    <a:pt x="28945" y="2219"/>
                    <a:pt x="30460" y="3196"/>
                  </a:cubicBezTo>
                  <a:cubicBezTo>
                    <a:pt x="30248" y="3736"/>
                    <a:pt x="29737" y="5146"/>
                    <a:pt x="29737" y="6246"/>
                  </a:cubicBezTo>
                  <a:cubicBezTo>
                    <a:pt x="29737" y="7602"/>
                    <a:pt x="30285" y="9325"/>
                    <a:pt x="31823" y="10093"/>
                  </a:cubicBezTo>
                  <a:cubicBezTo>
                    <a:pt x="32084" y="10224"/>
                    <a:pt x="32390" y="10359"/>
                    <a:pt x="32718" y="10502"/>
                  </a:cubicBezTo>
                  <a:cubicBezTo>
                    <a:pt x="34110" y="11108"/>
                    <a:pt x="35839" y="11864"/>
                    <a:pt x="35968" y="13203"/>
                  </a:cubicBezTo>
                  <a:cubicBezTo>
                    <a:pt x="36026" y="13820"/>
                    <a:pt x="35937" y="14611"/>
                    <a:pt x="35842" y="15450"/>
                  </a:cubicBezTo>
                  <a:cubicBezTo>
                    <a:pt x="35658" y="17084"/>
                    <a:pt x="35451" y="18936"/>
                    <a:pt x="36167" y="20488"/>
                  </a:cubicBezTo>
                  <a:cubicBezTo>
                    <a:pt x="37209" y="22742"/>
                    <a:pt x="36815" y="25159"/>
                    <a:pt x="36008" y="26448"/>
                  </a:cubicBezTo>
                  <a:cubicBezTo>
                    <a:pt x="35864" y="26680"/>
                    <a:pt x="35651" y="27016"/>
                    <a:pt x="35394" y="27418"/>
                  </a:cubicBezTo>
                  <a:cubicBezTo>
                    <a:pt x="33584" y="30265"/>
                    <a:pt x="31642" y="33363"/>
                    <a:pt x="31497" y="34086"/>
                  </a:cubicBezTo>
                  <a:cubicBezTo>
                    <a:pt x="31303" y="35059"/>
                    <a:pt x="31958" y="37687"/>
                    <a:pt x="33092" y="40476"/>
                  </a:cubicBezTo>
                  <a:cubicBezTo>
                    <a:pt x="33383" y="41192"/>
                    <a:pt x="33923" y="42408"/>
                    <a:pt x="34605" y="43947"/>
                  </a:cubicBezTo>
                  <a:cubicBezTo>
                    <a:pt x="36649" y="48560"/>
                    <a:pt x="39738" y="55531"/>
                    <a:pt x="40977" y="59835"/>
                  </a:cubicBezTo>
                  <a:cubicBezTo>
                    <a:pt x="42093" y="63707"/>
                    <a:pt x="43435" y="70406"/>
                    <a:pt x="44322" y="74838"/>
                  </a:cubicBezTo>
                  <a:cubicBezTo>
                    <a:pt x="44756" y="77007"/>
                    <a:pt x="45070" y="78576"/>
                    <a:pt x="45189" y="78964"/>
                  </a:cubicBezTo>
                  <a:cubicBezTo>
                    <a:pt x="45386" y="79602"/>
                    <a:pt x="45054" y="81609"/>
                    <a:pt x="44669" y="83932"/>
                  </a:cubicBezTo>
                  <a:cubicBezTo>
                    <a:pt x="44403" y="85533"/>
                    <a:pt x="44101" y="87349"/>
                    <a:pt x="43864" y="89287"/>
                  </a:cubicBezTo>
                  <a:cubicBezTo>
                    <a:pt x="43257" y="94233"/>
                    <a:pt x="42207" y="104890"/>
                    <a:pt x="42197" y="105004"/>
                  </a:cubicBezTo>
                  <a:cubicBezTo>
                    <a:pt x="42076" y="106639"/>
                    <a:pt x="41784" y="108498"/>
                    <a:pt x="41501" y="108783"/>
                  </a:cubicBezTo>
                  <a:cubicBezTo>
                    <a:pt x="41278" y="109004"/>
                    <a:pt x="40505" y="109262"/>
                    <a:pt x="39761" y="109262"/>
                  </a:cubicBezTo>
                  <a:cubicBezTo>
                    <a:pt x="39623" y="109262"/>
                    <a:pt x="39486" y="109253"/>
                    <a:pt x="39354" y="109233"/>
                  </a:cubicBezTo>
                  <a:cubicBezTo>
                    <a:pt x="39038" y="109187"/>
                    <a:pt x="38621" y="109058"/>
                    <a:pt x="38434" y="108710"/>
                  </a:cubicBezTo>
                  <a:cubicBezTo>
                    <a:pt x="38157" y="108196"/>
                    <a:pt x="38132" y="103924"/>
                    <a:pt x="38112" y="100156"/>
                  </a:cubicBezTo>
                  <a:cubicBezTo>
                    <a:pt x="38088" y="96047"/>
                    <a:pt x="38062" y="91389"/>
                    <a:pt x="37754" y="89195"/>
                  </a:cubicBezTo>
                  <a:cubicBezTo>
                    <a:pt x="37152" y="84896"/>
                    <a:pt x="37743" y="79755"/>
                    <a:pt x="37748" y="79704"/>
                  </a:cubicBezTo>
                  <a:cubicBezTo>
                    <a:pt x="37756" y="79651"/>
                    <a:pt x="37747" y="79597"/>
                    <a:pt x="37722" y="79548"/>
                  </a:cubicBezTo>
                  <a:cubicBezTo>
                    <a:pt x="37706" y="79514"/>
                    <a:pt x="36027" y="76068"/>
                    <a:pt x="33590" y="72239"/>
                  </a:cubicBezTo>
                  <a:cubicBezTo>
                    <a:pt x="31175" y="68445"/>
                    <a:pt x="28029" y="60952"/>
                    <a:pt x="27999" y="60878"/>
                  </a:cubicBezTo>
                  <a:cubicBezTo>
                    <a:pt x="27953" y="60772"/>
                    <a:pt x="27850" y="60705"/>
                    <a:pt x="27739" y="60705"/>
                  </a:cubicBezTo>
                  <a:cubicBezTo>
                    <a:pt x="27720" y="60705"/>
                    <a:pt x="27699" y="60707"/>
                    <a:pt x="27679" y="60712"/>
                  </a:cubicBezTo>
                  <a:cubicBezTo>
                    <a:pt x="27546" y="60741"/>
                    <a:pt x="27453" y="60859"/>
                    <a:pt x="27458" y="60995"/>
                  </a:cubicBezTo>
                  <a:cubicBezTo>
                    <a:pt x="27463" y="61145"/>
                    <a:pt x="27892" y="75999"/>
                    <a:pt x="27549" y="78404"/>
                  </a:cubicBezTo>
                  <a:cubicBezTo>
                    <a:pt x="27205" y="80805"/>
                    <a:pt x="24579" y="86127"/>
                    <a:pt x="21829" y="89133"/>
                  </a:cubicBezTo>
                  <a:cubicBezTo>
                    <a:pt x="19152" y="92063"/>
                    <a:pt x="5143" y="108907"/>
                    <a:pt x="3998" y="110283"/>
                  </a:cubicBezTo>
                  <a:cubicBezTo>
                    <a:pt x="3861" y="110296"/>
                    <a:pt x="3604" y="110314"/>
                    <a:pt x="3282" y="110314"/>
                  </a:cubicBezTo>
                  <a:cubicBezTo>
                    <a:pt x="2798" y="110314"/>
                    <a:pt x="2169" y="110272"/>
                    <a:pt x="1586" y="110107"/>
                  </a:cubicBezTo>
                  <a:cubicBezTo>
                    <a:pt x="835" y="109891"/>
                    <a:pt x="632" y="109628"/>
                    <a:pt x="580" y="109534"/>
                  </a:cubicBezTo>
                  <a:cubicBezTo>
                    <a:pt x="1249" y="108243"/>
                    <a:pt x="8535" y="94192"/>
                    <a:pt x="10606" y="90874"/>
                  </a:cubicBezTo>
                  <a:cubicBezTo>
                    <a:pt x="12799" y="87365"/>
                    <a:pt x="17887" y="79207"/>
                    <a:pt x="17887" y="79207"/>
                  </a:cubicBezTo>
                  <a:cubicBezTo>
                    <a:pt x="17931" y="79137"/>
                    <a:pt x="17943" y="79050"/>
                    <a:pt x="17918" y="78973"/>
                  </a:cubicBezTo>
                  <a:cubicBezTo>
                    <a:pt x="17897" y="78909"/>
                    <a:pt x="15902" y="72521"/>
                    <a:pt x="15297" y="65873"/>
                  </a:cubicBezTo>
                  <a:cubicBezTo>
                    <a:pt x="14611" y="58327"/>
                    <a:pt x="14546" y="48404"/>
                    <a:pt x="16423" y="43186"/>
                  </a:cubicBezTo>
                  <a:cubicBezTo>
                    <a:pt x="17279" y="40801"/>
                    <a:pt x="18106" y="39163"/>
                    <a:pt x="18769" y="37845"/>
                  </a:cubicBezTo>
                  <a:cubicBezTo>
                    <a:pt x="19658" y="36086"/>
                    <a:pt x="20299" y="34814"/>
                    <a:pt x="20299" y="33089"/>
                  </a:cubicBezTo>
                  <a:cubicBezTo>
                    <a:pt x="20299" y="31656"/>
                    <a:pt x="18968" y="28694"/>
                    <a:pt x="17428" y="25264"/>
                  </a:cubicBezTo>
                  <a:cubicBezTo>
                    <a:pt x="15816" y="21676"/>
                    <a:pt x="13990" y="17610"/>
                    <a:pt x="13717" y="15163"/>
                  </a:cubicBezTo>
                  <a:cubicBezTo>
                    <a:pt x="13235" y="10819"/>
                    <a:pt x="17543" y="8931"/>
                    <a:pt x="19888" y="8540"/>
                  </a:cubicBezTo>
                  <a:cubicBezTo>
                    <a:pt x="20132" y="8499"/>
                    <a:pt x="20380" y="8461"/>
                    <a:pt x="20629" y="8423"/>
                  </a:cubicBezTo>
                  <a:cubicBezTo>
                    <a:pt x="22624" y="8116"/>
                    <a:pt x="24686" y="7798"/>
                    <a:pt x="25448" y="6190"/>
                  </a:cubicBezTo>
                  <a:cubicBezTo>
                    <a:pt x="26129" y="4754"/>
                    <a:pt x="25830" y="1697"/>
                    <a:pt x="25697" y="619"/>
                  </a:cubicBezTo>
                  <a:close/>
                  <a:moveTo>
                    <a:pt x="25368" y="1"/>
                  </a:moveTo>
                  <a:cubicBezTo>
                    <a:pt x="25197" y="1"/>
                    <a:pt x="25067" y="153"/>
                    <a:pt x="25092" y="323"/>
                  </a:cubicBezTo>
                  <a:cubicBezTo>
                    <a:pt x="25099" y="362"/>
                    <a:pt x="25685" y="4379"/>
                    <a:pt x="24942" y="5951"/>
                  </a:cubicBezTo>
                  <a:cubicBezTo>
                    <a:pt x="24307" y="7289"/>
                    <a:pt x="22395" y="7585"/>
                    <a:pt x="20546" y="7869"/>
                  </a:cubicBezTo>
                  <a:cubicBezTo>
                    <a:pt x="20294" y="7907"/>
                    <a:pt x="20044" y="7946"/>
                    <a:pt x="19798" y="7987"/>
                  </a:cubicBezTo>
                  <a:cubicBezTo>
                    <a:pt x="17270" y="8409"/>
                    <a:pt x="12632" y="10464"/>
                    <a:pt x="13160" y="15225"/>
                  </a:cubicBezTo>
                  <a:cubicBezTo>
                    <a:pt x="13442" y="17762"/>
                    <a:pt x="15288" y="21870"/>
                    <a:pt x="16916" y="25496"/>
                  </a:cubicBezTo>
                  <a:cubicBezTo>
                    <a:pt x="18367" y="28726"/>
                    <a:pt x="19738" y="31778"/>
                    <a:pt x="19738" y="33090"/>
                  </a:cubicBezTo>
                  <a:cubicBezTo>
                    <a:pt x="19738" y="34681"/>
                    <a:pt x="19154" y="35839"/>
                    <a:pt x="18269" y="37594"/>
                  </a:cubicBezTo>
                  <a:cubicBezTo>
                    <a:pt x="17598" y="38924"/>
                    <a:pt x="16763" y="40581"/>
                    <a:pt x="15895" y="42996"/>
                  </a:cubicBezTo>
                  <a:cubicBezTo>
                    <a:pt x="13496" y="49673"/>
                    <a:pt x="14403" y="62234"/>
                    <a:pt x="14738" y="65926"/>
                  </a:cubicBezTo>
                  <a:cubicBezTo>
                    <a:pt x="15303" y="72120"/>
                    <a:pt x="17062" y="78089"/>
                    <a:pt x="17345" y="79018"/>
                  </a:cubicBezTo>
                  <a:cubicBezTo>
                    <a:pt x="16735" y="79996"/>
                    <a:pt x="12176" y="87305"/>
                    <a:pt x="10131" y="90577"/>
                  </a:cubicBezTo>
                  <a:cubicBezTo>
                    <a:pt x="7956" y="94055"/>
                    <a:pt x="110" y="109217"/>
                    <a:pt x="31" y="109370"/>
                  </a:cubicBezTo>
                  <a:cubicBezTo>
                    <a:pt x="11" y="109410"/>
                    <a:pt x="1" y="109455"/>
                    <a:pt x="1" y="109499"/>
                  </a:cubicBezTo>
                  <a:cubicBezTo>
                    <a:pt x="1" y="109623"/>
                    <a:pt x="69" y="110257"/>
                    <a:pt x="1431" y="110646"/>
                  </a:cubicBezTo>
                  <a:cubicBezTo>
                    <a:pt x="2079" y="110832"/>
                    <a:pt x="2763" y="110877"/>
                    <a:pt x="3286" y="110877"/>
                  </a:cubicBezTo>
                  <a:cubicBezTo>
                    <a:pt x="3311" y="110877"/>
                    <a:pt x="3336" y="110877"/>
                    <a:pt x="3361" y="110877"/>
                  </a:cubicBezTo>
                  <a:cubicBezTo>
                    <a:pt x="3633" y="110877"/>
                    <a:pt x="3905" y="110863"/>
                    <a:pt x="4176" y="110833"/>
                  </a:cubicBezTo>
                  <a:cubicBezTo>
                    <a:pt x="4248" y="110824"/>
                    <a:pt x="4312" y="110788"/>
                    <a:pt x="4358" y="110734"/>
                  </a:cubicBezTo>
                  <a:cubicBezTo>
                    <a:pt x="4509" y="110552"/>
                    <a:pt x="19474" y="92544"/>
                    <a:pt x="22245" y="89513"/>
                  </a:cubicBezTo>
                  <a:cubicBezTo>
                    <a:pt x="25105" y="86385"/>
                    <a:pt x="27745" y="81016"/>
                    <a:pt x="28107" y="78486"/>
                  </a:cubicBezTo>
                  <a:cubicBezTo>
                    <a:pt x="28395" y="76466"/>
                    <a:pt x="28162" y="66301"/>
                    <a:pt x="28061" y="62446"/>
                  </a:cubicBezTo>
                  <a:lnTo>
                    <a:pt x="28061" y="62446"/>
                  </a:lnTo>
                  <a:cubicBezTo>
                    <a:pt x="29092" y="64804"/>
                    <a:pt x="31305" y="69694"/>
                    <a:pt x="33118" y="72544"/>
                  </a:cubicBezTo>
                  <a:cubicBezTo>
                    <a:pt x="35342" y="76039"/>
                    <a:pt x="36929" y="79211"/>
                    <a:pt x="37183" y="79724"/>
                  </a:cubicBezTo>
                  <a:cubicBezTo>
                    <a:pt x="37110" y="80411"/>
                    <a:pt x="36630" y="85207"/>
                    <a:pt x="37199" y="89276"/>
                  </a:cubicBezTo>
                  <a:cubicBezTo>
                    <a:pt x="37500" y="91433"/>
                    <a:pt x="37527" y="96071"/>
                    <a:pt x="37550" y="100162"/>
                  </a:cubicBezTo>
                  <a:cubicBezTo>
                    <a:pt x="37579" y="105234"/>
                    <a:pt x="37614" y="108373"/>
                    <a:pt x="37939" y="108978"/>
                  </a:cubicBezTo>
                  <a:cubicBezTo>
                    <a:pt x="38176" y="109418"/>
                    <a:pt x="38638" y="109700"/>
                    <a:pt x="39274" y="109793"/>
                  </a:cubicBezTo>
                  <a:cubicBezTo>
                    <a:pt x="39434" y="109816"/>
                    <a:pt x="39599" y="109827"/>
                    <a:pt x="39765" y="109827"/>
                  </a:cubicBezTo>
                  <a:cubicBezTo>
                    <a:pt x="40643" y="109827"/>
                    <a:pt x="41554" y="109527"/>
                    <a:pt x="41899" y="109182"/>
                  </a:cubicBezTo>
                  <a:cubicBezTo>
                    <a:pt x="42469" y="108610"/>
                    <a:pt x="42713" y="105638"/>
                    <a:pt x="42755" y="105055"/>
                  </a:cubicBezTo>
                  <a:cubicBezTo>
                    <a:pt x="42765" y="104947"/>
                    <a:pt x="43816" y="94297"/>
                    <a:pt x="44422" y="89357"/>
                  </a:cubicBezTo>
                  <a:cubicBezTo>
                    <a:pt x="44659" y="87431"/>
                    <a:pt x="44958" y="85622"/>
                    <a:pt x="45223" y="84027"/>
                  </a:cubicBezTo>
                  <a:cubicBezTo>
                    <a:pt x="45652" y="81436"/>
                    <a:pt x="45962" y="79564"/>
                    <a:pt x="45728" y="78803"/>
                  </a:cubicBezTo>
                  <a:cubicBezTo>
                    <a:pt x="45615" y="78439"/>
                    <a:pt x="45289" y="76803"/>
                    <a:pt x="44873" y="74729"/>
                  </a:cubicBezTo>
                  <a:cubicBezTo>
                    <a:pt x="43983" y="70288"/>
                    <a:pt x="42640" y="63576"/>
                    <a:pt x="41519" y="59682"/>
                  </a:cubicBezTo>
                  <a:cubicBezTo>
                    <a:pt x="40270" y="55342"/>
                    <a:pt x="37169" y="48350"/>
                    <a:pt x="35119" y="43722"/>
                  </a:cubicBezTo>
                  <a:cubicBezTo>
                    <a:pt x="34439" y="42187"/>
                    <a:pt x="33901" y="40975"/>
                    <a:pt x="33614" y="40267"/>
                  </a:cubicBezTo>
                  <a:cubicBezTo>
                    <a:pt x="32405" y="37290"/>
                    <a:pt x="31906" y="34919"/>
                    <a:pt x="32050" y="34199"/>
                  </a:cubicBezTo>
                  <a:cubicBezTo>
                    <a:pt x="32186" y="33517"/>
                    <a:pt x="34767" y="29457"/>
                    <a:pt x="35870" y="27723"/>
                  </a:cubicBezTo>
                  <a:cubicBezTo>
                    <a:pt x="36128" y="27318"/>
                    <a:pt x="36342" y="26981"/>
                    <a:pt x="36487" y="26749"/>
                  </a:cubicBezTo>
                  <a:cubicBezTo>
                    <a:pt x="37371" y="25334"/>
                    <a:pt x="37808" y="22699"/>
                    <a:pt x="36679" y="20253"/>
                  </a:cubicBezTo>
                  <a:cubicBezTo>
                    <a:pt x="36029" y="18844"/>
                    <a:pt x="36227" y="17075"/>
                    <a:pt x="36402" y="15516"/>
                  </a:cubicBezTo>
                  <a:cubicBezTo>
                    <a:pt x="36500" y="14646"/>
                    <a:pt x="36592" y="13827"/>
                    <a:pt x="36528" y="13152"/>
                  </a:cubicBezTo>
                  <a:cubicBezTo>
                    <a:pt x="36370" y="11483"/>
                    <a:pt x="34390" y="10618"/>
                    <a:pt x="32944" y="9988"/>
                  </a:cubicBezTo>
                  <a:cubicBezTo>
                    <a:pt x="32626" y="9850"/>
                    <a:pt x="32329" y="9720"/>
                    <a:pt x="32075" y="9593"/>
                  </a:cubicBezTo>
                  <a:cubicBezTo>
                    <a:pt x="30767" y="8938"/>
                    <a:pt x="30301" y="7436"/>
                    <a:pt x="30301" y="6247"/>
                  </a:cubicBezTo>
                  <a:cubicBezTo>
                    <a:pt x="30301" y="5006"/>
                    <a:pt x="31060" y="3218"/>
                    <a:pt x="31067" y="3199"/>
                  </a:cubicBezTo>
                  <a:cubicBezTo>
                    <a:pt x="31121" y="3074"/>
                    <a:pt x="31077" y="2928"/>
                    <a:pt x="30964" y="2853"/>
                  </a:cubicBezTo>
                  <a:cubicBezTo>
                    <a:pt x="30516" y="2562"/>
                    <a:pt x="26561" y="1"/>
                    <a:pt x="25370" y="1"/>
                  </a:cubicBezTo>
                  <a:cubicBezTo>
                    <a:pt x="25370" y="1"/>
                    <a:pt x="25369" y="1"/>
                    <a:pt x="253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4">
              <a:extLst>
                <a:ext uri="{FF2B5EF4-FFF2-40B4-BE49-F238E27FC236}">
                  <a16:creationId xmlns:a16="http://schemas.microsoft.com/office/drawing/2014/main" id="{01EFE49E-5341-B3A4-C2C2-82B50CC8579D}"/>
                </a:ext>
              </a:extLst>
            </p:cNvPr>
            <p:cNvSpPr/>
            <p:nvPr/>
          </p:nvSpPr>
          <p:spPr>
            <a:xfrm>
              <a:off x="4471959" y="2414229"/>
              <a:ext cx="34032" cy="79383"/>
            </a:xfrm>
            <a:custGeom>
              <a:avLst/>
              <a:gdLst/>
              <a:ahLst/>
              <a:cxnLst/>
              <a:rect l="l" t="t" r="r" b="b"/>
              <a:pathLst>
                <a:path w="1786" h="4166" extrusionOk="0">
                  <a:moveTo>
                    <a:pt x="303" y="0"/>
                  </a:moveTo>
                  <a:cubicBezTo>
                    <a:pt x="289" y="0"/>
                    <a:pt x="274" y="1"/>
                    <a:pt x="260" y="3"/>
                  </a:cubicBezTo>
                  <a:cubicBezTo>
                    <a:pt x="107" y="28"/>
                    <a:pt x="1" y="172"/>
                    <a:pt x="27" y="327"/>
                  </a:cubicBezTo>
                  <a:cubicBezTo>
                    <a:pt x="181" y="1341"/>
                    <a:pt x="1150" y="3878"/>
                    <a:pt x="1191" y="3985"/>
                  </a:cubicBezTo>
                  <a:cubicBezTo>
                    <a:pt x="1231" y="4094"/>
                    <a:pt x="1336" y="4166"/>
                    <a:pt x="1453" y="4166"/>
                  </a:cubicBezTo>
                  <a:cubicBezTo>
                    <a:pt x="1650" y="4166"/>
                    <a:pt x="1786" y="3969"/>
                    <a:pt x="1716" y="3785"/>
                  </a:cubicBezTo>
                  <a:cubicBezTo>
                    <a:pt x="1705" y="3759"/>
                    <a:pt x="728" y="1196"/>
                    <a:pt x="581" y="241"/>
                  </a:cubicBezTo>
                  <a:cubicBezTo>
                    <a:pt x="561" y="101"/>
                    <a:pt x="440" y="0"/>
                    <a:pt x="3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4">
              <a:extLst>
                <a:ext uri="{FF2B5EF4-FFF2-40B4-BE49-F238E27FC236}">
                  <a16:creationId xmlns:a16="http://schemas.microsoft.com/office/drawing/2014/main" id="{E6B0BC38-77BC-669C-F8BC-98262BF9B4CC}"/>
                </a:ext>
              </a:extLst>
            </p:cNvPr>
            <p:cNvSpPr/>
            <p:nvPr/>
          </p:nvSpPr>
          <p:spPr>
            <a:xfrm>
              <a:off x="4276817" y="2645537"/>
              <a:ext cx="102554" cy="34871"/>
            </a:xfrm>
            <a:custGeom>
              <a:avLst/>
              <a:gdLst/>
              <a:ahLst/>
              <a:cxnLst/>
              <a:rect l="l" t="t" r="r" b="b"/>
              <a:pathLst>
                <a:path w="5382" h="1830" extrusionOk="0">
                  <a:moveTo>
                    <a:pt x="5061" y="1"/>
                  </a:moveTo>
                  <a:cubicBezTo>
                    <a:pt x="5020" y="1"/>
                    <a:pt x="4979" y="9"/>
                    <a:pt x="4940" y="28"/>
                  </a:cubicBezTo>
                  <a:cubicBezTo>
                    <a:pt x="2779" y="1110"/>
                    <a:pt x="1374" y="1265"/>
                    <a:pt x="744" y="1265"/>
                  </a:cubicBezTo>
                  <a:cubicBezTo>
                    <a:pt x="497" y="1265"/>
                    <a:pt x="369" y="1241"/>
                    <a:pt x="362" y="1240"/>
                  </a:cubicBezTo>
                  <a:cubicBezTo>
                    <a:pt x="344" y="1236"/>
                    <a:pt x="326" y="1235"/>
                    <a:pt x="308" y="1235"/>
                  </a:cubicBezTo>
                  <a:cubicBezTo>
                    <a:pt x="178" y="1235"/>
                    <a:pt x="62" y="1325"/>
                    <a:pt x="32" y="1456"/>
                  </a:cubicBezTo>
                  <a:cubicBezTo>
                    <a:pt x="0" y="1604"/>
                    <a:pt x="94" y="1753"/>
                    <a:pt x="241" y="1790"/>
                  </a:cubicBezTo>
                  <a:cubicBezTo>
                    <a:pt x="263" y="1794"/>
                    <a:pt x="433" y="1829"/>
                    <a:pt x="753" y="1829"/>
                  </a:cubicBezTo>
                  <a:cubicBezTo>
                    <a:pt x="1475" y="1829"/>
                    <a:pt x="2955" y="1648"/>
                    <a:pt x="5192" y="531"/>
                  </a:cubicBezTo>
                  <a:cubicBezTo>
                    <a:pt x="5328" y="460"/>
                    <a:pt x="5382" y="293"/>
                    <a:pt x="5313" y="156"/>
                  </a:cubicBezTo>
                  <a:cubicBezTo>
                    <a:pt x="5264" y="58"/>
                    <a:pt x="5164" y="1"/>
                    <a:pt x="506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4">
              <a:extLst>
                <a:ext uri="{FF2B5EF4-FFF2-40B4-BE49-F238E27FC236}">
                  <a16:creationId xmlns:a16="http://schemas.microsoft.com/office/drawing/2014/main" id="{5D5122FF-82B9-2652-49E4-9D6D0A771EC2}"/>
                </a:ext>
              </a:extLst>
            </p:cNvPr>
            <p:cNvSpPr/>
            <p:nvPr/>
          </p:nvSpPr>
          <p:spPr>
            <a:xfrm>
              <a:off x="3818982" y="2883248"/>
              <a:ext cx="867593" cy="1349551"/>
            </a:xfrm>
            <a:custGeom>
              <a:avLst/>
              <a:gdLst/>
              <a:ahLst/>
              <a:cxnLst/>
              <a:rect l="l" t="t" r="r" b="b"/>
              <a:pathLst>
                <a:path w="45531" h="70824" extrusionOk="0">
                  <a:moveTo>
                    <a:pt x="17240" y="1"/>
                  </a:moveTo>
                  <a:cubicBezTo>
                    <a:pt x="16809" y="931"/>
                    <a:pt x="16350" y="2009"/>
                    <a:pt x="15879" y="3319"/>
                  </a:cubicBezTo>
                  <a:cubicBezTo>
                    <a:pt x="13862" y="8934"/>
                    <a:pt x="14124" y="19372"/>
                    <a:pt x="14738" y="26128"/>
                  </a:cubicBezTo>
                  <a:cubicBezTo>
                    <a:pt x="15352" y="32882"/>
                    <a:pt x="17371" y="39286"/>
                    <a:pt x="17371" y="39286"/>
                  </a:cubicBezTo>
                  <a:cubicBezTo>
                    <a:pt x="17371" y="39286"/>
                    <a:pt x="12282" y="47444"/>
                    <a:pt x="10090" y="50953"/>
                  </a:cubicBezTo>
                  <a:cubicBezTo>
                    <a:pt x="7897" y="54462"/>
                    <a:pt x="1" y="69727"/>
                    <a:pt x="1" y="69727"/>
                  </a:cubicBezTo>
                  <a:cubicBezTo>
                    <a:pt x="1" y="69727"/>
                    <a:pt x="1" y="70253"/>
                    <a:pt x="1229" y="70605"/>
                  </a:cubicBezTo>
                  <a:cubicBezTo>
                    <a:pt x="1843" y="70780"/>
                    <a:pt x="2501" y="70823"/>
                    <a:pt x="3006" y="70823"/>
                  </a:cubicBezTo>
                  <a:cubicBezTo>
                    <a:pt x="3510" y="70823"/>
                    <a:pt x="3861" y="70780"/>
                    <a:pt x="3861" y="70780"/>
                  </a:cubicBezTo>
                  <a:cubicBezTo>
                    <a:pt x="3861" y="70780"/>
                    <a:pt x="18950" y="52620"/>
                    <a:pt x="21756" y="49550"/>
                  </a:cubicBezTo>
                  <a:cubicBezTo>
                    <a:pt x="24564" y="46479"/>
                    <a:pt x="27196" y="41129"/>
                    <a:pt x="27546" y="38672"/>
                  </a:cubicBezTo>
                  <a:cubicBezTo>
                    <a:pt x="27898" y="36214"/>
                    <a:pt x="27459" y="21215"/>
                    <a:pt x="27459" y="21214"/>
                  </a:cubicBezTo>
                  <a:lnTo>
                    <a:pt x="27459" y="21214"/>
                  </a:lnTo>
                  <a:cubicBezTo>
                    <a:pt x="27459" y="21214"/>
                    <a:pt x="30618" y="28759"/>
                    <a:pt x="33074" y="32619"/>
                  </a:cubicBezTo>
                  <a:cubicBezTo>
                    <a:pt x="35532" y="36478"/>
                    <a:pt x="37191" y="39900"/>
                    <a:pt x="37191" y="39900"/>
                  </a:cubicBezTo>
                  <a:cubicBezTo>
                    <a:pt x="37191" y="39900"/>
                    <a:pt x="36583" y="45076"/>
                    <a:pt x="37197" y="49463"/>
                  </a:cubicBezTo>
                  <a:cubicBezTo>
                    <a:pt x="37811" y="53848"/>
                    <a:pt x="37293" y="67931"/>
                    <a:pt x="37907" y="69072"/>
                  </a:cubicBezTo>
                  <a:cubicBezTo>
                    <a:pt x="38185" y="69587"/>
                    <a:pt x="38821" y="69772"/>
                    <a:pt x="39484" y="69772"/>
                  </a:cubicBezTo>
                  <a:cubicBezTo>
                    <a:pt x="40288" y="69772"/>
                    <a:pt x="41132" y="69499"/>
                    <a:pt x="41421" y="69210"/>
                  </a:cubicBezTo>
                  <a:cubicBezTo>
                    <a:pt x="41947" y="68684"/>
                    <a:pt x="42198" y="65254"/>
                    <a:pt x="42198" y="65254"/>
                  </a:cubicBezTo>
                  <a:cubicBezTo>
                    <a:pt x="42198" y="65254"/>
                    <a:pt x="43250" y="54551"/>
                    <a:pt x="43864" y="49550"/>
                  </a:cubicBezTo>
                  <a:cubicBezTo>
                    <a:pt x="44479" y="44551"/>
                    <a:pt x="45531" y="40251"/>
                    <a:pt x="45181" y="39111"/>
                  </a:cubicBezTo>
                  <a:cubicBezTo>
                    <a:pt x="44829" y="37970"/>
                    <a:pt x="42636" y="25776"/>
                    <a:pt x="40969" y="19986"/>
                  </a:cubicBezTo>
                  <a:cubicBezTo>
                    <a:pt x="39376" y="14453"/>
                    <a:pt x="34661" y="4357"/>
                    <a:pt x="33251" y="1023"/>
                  </a:cubicBezTo>
                  <a:cubicBezTo>
                    <a:pt x="30986" y="1871"/>
                    <a:pt x="28774" y="2193"/>
                    <a:pt x="26723" y="2193"/>
                  </a:cubicBezTo>
                  <a:cubicBezTo>
                    <a:pt x="22649" y="2193"/>
                    <a:pt x="19208" y="926"/>
                    <a:pt x="172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4">
              <a:extLst>
                <a:ext uri="{FF2B5EF4-FFF2-40B4-BE49-F238E27FC236}">
                  <a16:creationId xmlns:a16="http://schemas.microsoft.com/office/drawing/2014/main" id="{DA4B6A92-2414-CE62-E9DB-7E6E9595429B}"/>
                </a:ext>
              </a:extLst>
            </p:cNvPr>
            <p:cNvSpPr/>
            <p:nvPr/>
          </p:nvSpPr>
          <p:spPr>
            <a:xfrm>
              <a:off x="3813647" y="2877894"/>
              <a:ext cx="875844" cy="1360260"/>
            </a:xfrm>
            <a:custGeom>
              <a:avLst/>
              <a:gdLst/>
              <a:ahLst/>
              <a:cxnLst/>
              <a:rect l="l" t="t" r="r" b="b"/>
              <a:pathLst>
                <a:path w="45964" h="71386" extrusionOk="0">
                  <a:moveTo>
                    <a:pt x="17657" y="654"/>
                  </a:moveTo>
                  <a:cubicBezTo>
                    <a:pt x="19756" y="1609"/>
                    <a:pt x="23090" y="2759"/>
                    <a:pt x="26989" y="2759"/>
                  </a:cubicBezTo>
                  <a:cubicBezTo>
                    <a:pt x="28999" y="2759"/>
                    <a:pt x="31158" y="2453"/>
                    <a:pt x="33376" y="1659"/>
                  </a:cubicBezTo>
                  <a:cubicBezTo>
                    <a:pt x="33681" y="2372"/>
                    <a:pt x="34108" y="3334"/>
                    <a:pt x="34607" y="4460"/>
                  </a:cubicBezTo>
                  <a:cubicBezTo>
                    <a:pt x="36650" y="9072"/>
                    <a:pt x="39739" y="16040"/>
                    <a:pt x="40979" y="20344"/>
                  </a:cubicBezTo>
                  <a:cubicBezTo>
                    <a:pt x="42093" y="24216"/>
                    <a:pt x="43435" y="30915"/>
                    <a:pt x="44322" y="35347"/>
                  </a:cubicBezTo>
                  <a:cubicBezTo>
                    <a:pt x="44756" y="37516"/>
                    <a:pt x="45071" y="39085"/>
                    <a:pt x="45191" y="39473"/>
                  </a:cubicBezTo>
                  <a:cubicBezTo>
                    <a:pt x="45386" y="40111"/>
                    <a:pt x="45054" y="42118"/>
                    <a:pt x="44669" y="44441"/>
                  </a:cubicBezTo>
                  <a:cubicBezTo>
                    <a:pt x="44403" y="46042"/>
                    <a:pt x="44101" y="47858"/>
                    <a:pt x="43864" y="49796"/>
                  </a:cubicBezTo>
                  <a:cubicBezTo>
                    <a:pt x="43257" y="54742"/>
                    <a:pt x="42207" y="65399"/>
                    <a:pt x="42197" y="65513"/>
                  </a:cubicBezTo>
                  <a:cubicBezTo>
                    <a:pt x="42077" y="67148"/>
                    <a:pt x="41784" y="69007"/>
                    <a:pt x="41501" y="69292"/>
                  </a:cubicBezTo>
                  <a:cubicBezTo>
                    <a:pt x="41278" y="69513"/>
                    <a:pt x="40505" y="69771"/>
                    <a:pt x="39761" y="69771"/>
                  </a:cubicBezTo>
                  <a:cubicBezTo>
                    <a:pt x="39623" y="69771"/>
                    <a:pt x="39486" y="69762"/>
                    <a:pt x="39354" y="69742"/>
                  </a:cubicBezTo>
                  <a:cubicBezTo>
                    <a:pt x="39038" y="69696"/>
                    <a:pt x="38622" y="69567"/>
                    <a:pt x="38434" y="69219"/>
                  </a:cubicBezTo>
                  <a:cubicBezTo>
                    <a:pt x="38157" y="68705"/>
                    <a:pt x="38133" y="64433"/>
                    <a:pt x="38112" y="60665"/>
                  </a:cubicBezTo>
                  <a:cubicBezTo>
                    <a:pt x="38088" y="56556"/>
                    <a:pt x="38062" y="51898"/>
                    <a:pt x="37754" y="49704"/>
                  </a:cubicBezTo>
                  <a:cubicBezTo>
                    <a:pt x="37153" y="45405"/>
                    <a:pt x="37743" y="40264"/>
                    <a:pt x="37750" y="40213"/>
                  </a:cubicBezTo>
                  <a:cubicBezTo>
                    <a:pt x="37756" y="40160"/>
                    <a:pt x="37747" y="40106"/>
                    <a:pt x="37724" y="40057"/>
                  </a:cubicBezTo>
                  <a:cubicBezTo>
                    <a:pt x="37706" y="40023"/>
                    <a:pt x="36027" y="36577"/>
                    <a:pt x="33590" y="32748"/>
                  </a:cubicBezTo>
                  <a:cubicBezTo>
                    <a:pt x="31175" y="28954"/>
                    <a:pt x="28029" y="21461"/>
                    <a:pt x="27999" y="21387"/>
                  </a:cubicBezTo>
                  <a:cubicBezTo>
                    <a:pt x="27953" y="21281"/>
                    <a:pt x="27850" y="21214"/>
                    <a:pt x="27739" y="21214"/>
                  </a:cubicBezTo>
                  <a:cubicBezTo>
                    <a:pt x="27720" y="21214"/>
                    <a:pt x="27699" y="21216"/>
                    <a:pt x="27679" y="21221"/>
                  </a:cubicBezTo>
                  <a:cubicBezTo>
                    <a:pt x="27546" y="21250"/>
                    <a:pt x="27453" y="21368"/>
                    <a:pt x="27458" y="21504"/>
                  </a:cubicBezTo>
                  <a:cubicBezTo>
                    <a:pt x="27462" y="21654"/>
                    <a:pt x="27892" y="36508"/>
                    <a:pt x="27549" y="38913"/>
                  </a:cubicBezTo>
                  <a:cubicBezTo>
                    <a:pt x="27205" y="41314"/>
                    <a:pt x="24579" y="46636"/>
                    <a:pt x="21829" y="49642"/>
                  </a:cubicBezTo>
                  <a:cubicBezTo>
                    <a:pt x="19152" y="52572"/>
                    <a:pt x="5143" y="69416"/>
                    <a:pt x="3998" y="70792"/>
                  </a:cubicBezTo>
                  <a:cubicBezTo>
                    <a:pt x="3861" y="70805"/>
                    <a:pt x="3604" y="70823"/>
                    <a:pt x="3282" y="70823"/>
                  </a:cubicBezTo>
                  <a:cubicBezTo>
                    <a:pt x="2798" y="70823"/>
                    <a:pt x="2169" y="70781"/>
                    <a:pt x="1586" y="70616"/>
                  </a:cubicBezTo>
                  <a:cubicBezTo>
                    <a:pt x="835" y="70400"/>
                    <a:pt x="632" y="70137"/>
                    <a:pt x="580" y="70043"/>
                  </a:cubicBezTo>
                  <a:cubicBezTo>
                    <a:pt x="1249" y="68752"/>
                    <a:pt x="8535" y="54701"/>
                    <a:pt x="10606" y="51383"/>
                  </a:cubicBezTo>
                  <a:cubicBezTo>
                    <a:pt x="12800" y="47873"/>
                    <a:pt x="17889" y="39716"/>
                    <a:pt x="17889" y="39716"/>
                  </a:cubicBezTo>
                  <a:cubicBezTo>
                    <a:pt x="17932" y="39646"/>
                    <a:pt x="17943" y="39559"/>
                    <a:pt x="17918" y="39482"/>
                  </a:cubicBezTo>
                  <a:cubicBezTo>
                    <a:pt x="17897" y="39418"/>
                    <a:pt x="15902" y="33030"/>
                    <a:pt x="15298" y="26382"/>
                  </a:cubicBezTo>
                  <a:cubicBezTo>
                    <a:pt x="14613" y="18836"/>
                    <a:pt x="14547" y="8913"/>
                    <a:pt x="16423" y="3693"/>
                  </a:cubicBezTo>
                  <a:cubicBezTo>
                    <a:pt x="16796" y="2655"/>
                    <a:pt x="17202" y="1657"/>
                    <a:pt x="17657" y="654"/>
                  </a:cubicBezTo>
                  <a:close/>
                  <a:moveTo>
                    <a:pt x="17519" y="1"/>
                  </a:moveTo>
                  <a:cubicBezTo>
                    <a:pt x="17486" y="1"/>
                    <a:pt x="17454" y="6"/>
                    <a:pt x="17423" y="18"/>
                  </a:cubicBezTo>
                  <a:cubicBezTo>
                    <a:pt x="17353" y="44"/>
                    <a:pt x="17296" y="97"/>
                    <a:pt x="17264" y="164"/>
                  </a:cubicBezTo>
                  <a:cubicBezTo>
                    <a:pt x="16754" y="1269"/>
                    <a:pt x="16306" y="2363"/>
                    <a:pt x="15895" y="3505"/>
                  </a:cubicBezTo>
                  <a:cubicBezTo>
                    <a:pt x="13496" y="10182"/>
                    <a:pt x="14403" y="22743"/>
                    <a:pt x="14738" y="26435"/>
                  </a:cubicBezTo>
                  <a:cubicBezTo>
                    <a:pt x="15303" y="32629"/>
                    <a:pt x="17062" y="38598"/>
                    <a:pt x="17345" y="39527"/>
                  </a:cubicBezTo>
                  <a:cubicBezTo>
                    <a:pt x="16735" y="40505"/>
                    <a:pt x="12176" y="47814"/>
                    <a:pt x="10131" y="51086"/>
                  </a:cubicBezTo>
                  <a:cubicBezTo>
                    <a:pt x="7956" y="54564"/>
                    <a:pt x="110" y="69726"/>
                    <a:pt x="31" y="69879"/>
                  </a:cubicBezTo>
                  <a:cubicBezTo>
                    <a:pt x="11" y="69919"/>
                    <a:pt x="1" y="69964"/>
                    <a:pt x="1" y="70008"/>
                  </a:cubicBezTo>
                  <a:cubicBezTo>
                    <a:pt x="1" y="70132"/>
                    <a:pt x="69" y="70766"/>
                    <a:pt x="1433" y="71155"/>
                  </a:cubicBezTo>
                  <a:cubicBezTo>
                    <a:pt x="2079" y="71341"/>
                    <a:pt x="2763" y="71386"/>
                    <a:pt x="3286" y="71386"/>
                  </a:cubicBezTo>
                  <a:cubicBezTo>
                    <a:pt x="3300" y="71386"/>
                    <a:pt x="3313" y="71386"/>
                    <a:pt x="3327" y="71386"/>
                  </a:cubicBezTo>
                  <a:cubicBezTo>
                    <a:pt x="3611" y="71386"/>
                    <a:pt x="3895" y="71371"/>
                    <a:pt x="4178" y="71341"/>
                  </a:cubicBezTo>
                  <a:cubicBezTo>
                    <a:pt x="4249" y="71332"/>
                    <a:pt x="4315" y="71295"/>
                    <a:pt x="4360" y="71242"/>
                  </a:cubicBezTo>
                  <a:cubicBezTo>
                    <a:pt x="4510" y="71059"/>
                    <a:pt x="19477" y="53052"/>
                    <a:pt x="22248" y="50021"/>
                  </a:cubicBezTo>
                  <a:cubicBezTo>
                    <a:pt x="25108" y="46893"/>
                    <a:pt x="27746" y="41524"/>
                    <a:pt x="28108" y="38994"/>
                  </a:cubicBezTo>
                  <a:cubicBezTo>
                    <a:pt x="28397" y="36972"/>
                    <a:pt x="28163" y="26808"/>
                    <a:pt x="28063" y="22953"/>
                  </a:cubicBezTo>
                  <a:lnTo>
                    <a:pt x="28063" y="22953"/>
                  </a:lnTo>
                  <a:cubicBezTo>
                    <a:pt x="29094" y="25312"/>
                    <a:pt x="31306" y="30202"/>
                    <a:pt x="33119" y="33052"/>
                  </a:cubicBezTo>
                  <a:cubicBezTo>
                    <a:pt x="35343" y="36546"/>
                    <a:pt x="36932" y="39718"/>
                    <a:pt x="37185" y="40232"/>
                  </a:cubicBezTo>
                  <a:cubicBezTo>
                    <a:pt x="37111" y="40919"/>
                    <a:pt x="36631" y="45714"/>
                    <a:pt x="37201" y="49783"/>
                  </a:cubicBezTo>
                  <a:cubicBezTo>
                    <a:pt x="37503" y="51940"/>
                    <a:pt x="37530" y="56578"/>
                    <a:pt x="37553" y="60669"/>
                  </a:cubicBezTo>
                  <a:cubicBezTo>
                    <a:pt x="37581" y="65742"/>
                    <a:pt x="37616" y="68880"/>
                    <a:pt x="37941" y="69486"/>
                  </a:cubicBezTo>
                  <a:cubicBezTo>
                    <a:pt x="38179" y="69926"/>
                    <a:pt x="38640" y="70207"/>
                    <a:pt x="39275" y="70301"/>
                  </a:cubicBezTo>
                  <a:cubicBezTo>
                    <a:pt x="39435" y="70324"/>
                    <a:pt x="39600" y="70335"/>
                    <a:pt x="39767" y="70335"/>
                  </a:cubicBezTo>
                  <a:cubicBezTo>
                    <a:pt x="40646" y="70335"/>
                    <a:pt x="41556" y="70034"/>
                    <a:pt x="41901" y="69690"/>
                  </a:cubicBezTo>
                  <a:cubicBezTo>
                    <a:pt x="42471" y="69118"/>
                    <a:pt x="42714" y="66146"/>
                    <a:pt x="42757" y="65562"/>
                  </a:cubicBezTo>
                  <a:cubicBezTo>
                    <a:pt x="42768" y="65454"/>
                    <a:pt x="43817" y="54805"/>
                    <a:pt x="44424" y="49865"/>
                  </a:cubicBezTo>
                  <a:cubicBezTo>
                    <a:pt x="44660" y="47938"/>
                    <a:pt x="44960" y="46130"/>
                    <a:pt x="45224" y="44534"/>
                  </a:cubicBezTo>
                  <a:cubicBezTo>
                    <a:pt x="45653" y="41944"/>
                    <a:pt x="45964" y="40071"/>
                    <a:pt x="45729" y="39310"/>
                  </a:cubicBezTo>
                  <a:cubicBezTo>
                    <a:pt x="45618" y="38947"/>
                    <a:pt x="45290" y="37311"/>
                    <a:pt x="44874" y="35237"/>
                  </a:cubicBezTo>
                  <a:cubicBezTo>
                    <a:pt x="43985" y="30796"/>
                    <a:pt x="42642" y="24084"/>
                    <a:pt x="41520" y="20190"/>
                  </a:cubicBezTo>
                  <a:cubicBezTo>
                    <a:pt x="40270" y="15849"/>
                    <a:pt x="37171" y="8859"/>
                    <a:pt x="35120" y="4234"/>
                  </a:cubicBezTo>
                  <a:cubicBezTo>
                    <a:pt x="34563" y="2977"/>
                    <a:pt x="34096" y="1924"/>
                    <a:pt x="33789" y="1195"/>
                  </a:cubicBezTo>
                  <a:cubicBezTo>
                    <a:pt x="33744" y="1088"/>
                    <a:pt x="33640" y="1023"/>
                    <a:pt x="33531" y="1023"/>
                  </a:cubicBezTo>
                  <a:cubicBezTo>
                    <a:pt x="33498" y="1023"/>
                    <a:pt x="33464" y="1029"/>
                    <a:pt x="33431" y="1042"/>
                  </a:cubicBezTo>
                  <a:cubicBezTo>
                    <a:pt x="31195" y="1879"/>
                    <a:pt x="29014" y="2198"/>
                    <a:pt x="26988" y="2198"/>
                  </a:cubicBezTo>
                  <a:cubicBezTo>
                    <a:pt x="23030" y="2198"/>
                    <a:pt x="19665" y="980"/>
                    <a:pt x="17639" y="28"/>
                  </a:cubicBezTo>
                  <a:cubicBezTo>
                    <a:pt x="17601" y="10"/>
                    <a:pt x="17560" y="1"/>
                    <a:pt x="175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4">
              <a:extLst>
                <a:ext uri="{FF2B5EF4-FFF2-40B4-BE49-F238E27FC236}">
                  <a16:creationId xmlns:a16="http://schemas.microsoft.com/office/drawing/2014/main" id="{5E4EBDEA-67FA-B237-53A6-F63E98505D40}"/>
                </a:ext>
              </a:extLst>
            </p:cNvPr>
            <p:cNvSpPr/>
            <p:nvPr/>
          </p:nvSpPr>
          <p:spPr>
            <a:xfrm>
              <a:off x="5055175" y="2964518"/>
              <a:ext cx="217551" cy="233233"/>
            </a:xfrm>
            <a:custGeom>
              <a:avLst/>
              <a:gdLst/>
              <a:ahLst/>
              <a:cxnLst/>
              <a:rect l="l" t="t" r="r" b="b"/>
              <a:pathLst>
                <a:path w="11417" h="12240" extrusionOk="0">
                  <a:moveTo>
                    <a:pt x="4" y="0"/>
                  </a:moveTo>
                  <a:lnTo>
                    <a:pt x="4" y="9002"/>
                  </a:lnTo>
                  <a:lnTo>
                    <a:pt x="968" y="9002"/>
                  </a:lnTo>
                  <a:lnTo>
                    <a:pt x="968" y="10150"/>
                  </a:lnTo>
                  <a:lnTo>
                    <a:pt x="1" y="10150"/>
                  </a:lnTo>
                  <a:lnTo>
                    <a:pt x="1" y="12240"/>
                  </a:lnTo>
                  <a:lnTo>
                    <a:pt x="3704" y="12240"/>
                  </a:lnTo>
                  <a:lnTo>
                    <a:pt x="3704" y="11538"/>
                  </a:lnTo>
                  <a:lnTo>
                    <a:pt x="7713" y="11538"/>
                  </a:lnTo>
                  <a:lnTo>
                    <a:pt x="7713" y="12240"/>
                  </a:lnTo>
                  <a:lnTo>
                    <a:pt x="11416" y="12240"/>
                  </a:lnTo>
                  <a:lnTo>
                    <a:pt x="11416" y="10150"/>
                  </a:lnTo>
                  <a:lnTo>
                    <a:pt x="10451" y="10150"/>
                  </a:lnTo>
                  <a:lnTo>
                    <a:pt x="10451" y="9002"/>
                  </a:lnTo>
                  <a:lnTo>
                    <a:pt x="11415" y="9002"/>
                  </a:lnTo>
                  <a:lnTo>
                    <a:pt x="1141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4">
              <a:extLst>
                <a:ext uri="{FF2B5EF4-FFF2-40B4-BE49-F238E27FC236}">
                  <a16:creationId xmlns:a16="http://schemas.microsoft.com/office/drawing/2014/main" id="{9CEB8708-8C9E-DEDA-1E28-976A3AF55329}"/>
                </a:ext>
              </a:extLst>
            </p:cNvPr>
            <p:cNvSpPr/>
            <p:nvPr/>
          </p:nvSpPr>
          <p:spPr>
            <a:xfrm>
              <a:off x="5049840" y="2959183"/>
              <a:ext cx="228241" cy="243904"/>
            </a:xfrm>
            <a:custGeom>
              <a:avLst/>
              <a:gdLst/>
              <a:ahLst/>
              <a:cxnLst/>
              <a:rect l="l" t="t" r="r" b="b"/>
              <a:pathLst>
                <a:path w="11978" h="12800" extrusionOk="0">
                  <a:moveTo>
                    <a:pt x="11415" y="562"/>
                  </a:moveTo>
                  <a:lnTo>
                    <a:pt x="11415" y="9000"/>
                  </a:lnTo>
                  <a:lnTo>
                    <a:pt x="10732" y="9000"/>
                  </a:lnTo>
                  <a:cubicBezTo>
                    <a:pt x="10576" y="9000"/>
                    <a:pt x="10451" y="9126"/>
                    <a:pt x="10451" y="9282"/>
                  </a:cubicBezTo>
                  <a:lnTo>
                    <a:pt x="10451" y="10430"/>
                  </a:lnTo>
                  <a:cubicBezTo>
                    <a:pt x="10451" y="10584"/>
                    <a:pt x="10576" y="10711"/>
                    <a:pt x="10732" y="10711"/>
                  </a:cubicBezTo>
                  <a:lnTo>
                    <a:pt x="11416" y="10711"/>
                  </a:lnTo>
                  <a:lnTo>
                    <a:pt x="11416" y="12238"/>
                  </a:lnTo>
                  <a:lnTo>
                    <a:pt x="8276" y="12238"/>
                  </a:lnTo>
                  <a:lnTo>
                    <a:pt x="8275" y="11817"/>
                  </a:lnTo>
                  <a:cubicBezTo>
                    <a:pt x="8275" y="11662"/>
                    <a:pt x="8149" y="11537"/>
                    <a:pt x="7993" y="11537"/>
                  </a:cubicBezTo>
                  <a:lnTo>
                    <a:pt x="3984" y="11537"/>
                  </a:lnTo>
                  <a:cubicBezTo>
                    <a:pt x="3829" y="11537"/>
                    <a:pt x="3702" y="11662"/>
                    <a:pt x="3704" y="11817"/>
                  </a:cubicBezTo>
                  <a:lnTo>
                    <a:pt x="3704" y="12238"/>
                  </a:lnTo>
                  <a:lnTo>
                    <a:pt x="562" y="12238"/>
                  </a:lnTo>
                  <a:lnTo>
                    <a:pt x="562" y="10711"/>
                  </a:lnTo>
                  <a:lnTo>
                    <a:pt x="1248" y="10711"/>
                  </a:lnTo>
                  <a:cubicBezTo>
                    <a:pt x="1402" y="10711"/>
                    <a:pt x="1528" y="10584"/>
                    <a:pt x="1528" y="10430"/>
                  </a:cubicBezTo>
                  <a:lnTo>
                    <a:pt x="1528" y="9282"/>
                  </a:lnTo>
                  <a:cubicBezTo>
                    <a:pt x="1528" y="9126"/>
                    <a:pt x="1402" y="9000"/>
                    <a:pt x="1248" y="9000"/>
                  </a:cubicBezTo>
                  <a:lnTo>
                    <a:pt x="564" y="9000"/>
                  </a:lnTo>
                  <a:lnTo>
                    <a:pt x="564" y="562"/>
                  </a:lnTo>
                  <a:close/>
                  <a:moveTo>
                    <a:pt x="284" y="0"/>
                  </a:moveTo>
                  <a:cubicBezTo>
                    <a:pt x="128" y="0"/>
                    <a:pt x="2" y="126"/>
                    <a:pt x="2" y="280"/>
                  </a:cubicBezTo>
                  <a:lnTo>
                    <a:pt x="2" y="9282"/>
                  </a:lnTo>
                  <a:cubicBezTo>
                    <a:pt x="2" y="9436"/>
                    <a:pt x="128" y="9563"/>
                    <a:pt x="284" y="9563"/>
                  </a:cubicBezTo>
                  <a:lnTo>
                    <a:pt x="966" y="9563"/>
                  </a:lnTo>
                  <a:lnTo>
                    <a:pt x="966" y="10148"/>
                  </a:lnTo>
                  <a:lnTo>
                    <a:pt x="281" y="10148"/>
                  </a:lnTo>
                  <a:cubicBezTo>
                    <a:pt x="126" y="10148"/>
                    <a:pt x="1" y="10275"/>
                    <a:pt x="1" y="10430"/>
                  </a:cubicBezTo>
                  <a:lnTo>
                    <a:pt x="1" y="12520"/>
                  </a:lnTo>
                  <a:cubicBezTo>
                    <a:pt x="1" y="12674"/>
                    <a:pt x="126" y="12800"/>
                    <a:pt x="281" y="12800"/>
                  </a:cubicBezTo>
                  <a:lnTo>
                    <a:pt x="3984" y="12800"/>
                  </a:lnTo>
                  <a:cubicBezTo>
                    <a:pt x="4138" y="12800"/>
                    <a:pt x="4265" y="12674"/>
                    <a:pt x="4265" y="12520"/>
                  </a:cubicBezTo>
                  <a:lnTo>
                    <a:pt x="4265" y="12098"/>
                  </a:lnTo>
                  <a:lnTo>
                    <a:pt x="7713" y="12098"/>
                  </a:lnTo>
                  <a:lnTo>
                    <a:pt x="7713" y="12520"/>
                  </a:lnTo>
                  <a:cubicBezTo>
                    <a:pt x="7713" y="12674"/>
                    <a:pt x="7838" y="12800"/>
                    <a:pt x="7993" y="12800"/>
                  </a:cubicBezTo>
                  <a:lnTo>
                    <a:pt x="11696" y="12800"/>
                  </a:lnTo>
                  <a:cubicBezTo>
                    <a:pt x="11852" y="12800"/>
                    <a:pt x="11978" y="12674"/>
                    <a:pt x="11978" y="12520"/>
                  </a:cubicBezTo>
                  <a:lnTo>
                    <a:pt x="11978" y="10430"/>
                  </a:lnTo>
                  <a:cubicBezTo>
                    <a:pt x="11978" y="10275"/>
                    <a:pt x="11852" y="10148"/>
                    <a:pt x="11696" y="10148"/>
                  </a:cubicBezTo>
                  <a:lnTo>
                    <a:pt x="11012" y="10148"/>
                  </a:lnTo>
                  <a:lnTo>
                    <a:pt x="11012" y="9563"/>
                  </a:lnTo>
                  <a:lnTo>
                    <a:pt x="11696" y="9563"/>
                  </a:lnTo>
                  <a:cubicBezTo>
                    <a:pt x="11851" y="9563"/>
                    <a:pt x="11976" y="9436"/>
                    <a:pt x="11976" y="9282"/>
                  </a:cubicBezTo>
                  <a:lnTo>
                    <a:pt x="11976" y="280"/>
                  </a:lnTo>
                  <a:cubicBezTo>
                    <a:pt x="11976" y="126"/>
                    <a:pt x="11851" y="0"/>
                    <a:pt x="116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4">
              <a:extLst>
                <a:ext uri="{FF2B5EF4-FFF2-40B4-BE49-F238E27FC236}">
                  <a16:creationId xmlns:a16="http://schemas.microsoft.com/office/drawing/2014/main" id="{088F074E-4EC5-8E64-0147-2985F16F9C0C}"/>
                </a:ext>
              </a:extLst>
            </p:cNvPr>
            <p:cNvSpPr/>
            <p:nvPr/>
          </p:nvSpPr>
          <p:spPr>
            <a:xfrm>
              <a:off x="4085943" y="2913203"/>
              <a:ext cx="1280229" cy="76601"/>
            </a:xfrm>
            <a:custGeom>
              <a:avLst/>
              <a:gdLst/>
              <a:ahLst/>
              <a:cxnLst/>
              <a:rect l="l" t="t" r="r" b="b"/>
              <a:pathLst>
                <a:path w="67186" h="4020" extrusionOk="0">
                  <a:moveTo>
                    <a:pt x="1" y="1"/>
                  </a:moveTo>
                  <a:lnTo>
                    <a:pt x="1" y="4019"/>
                  </a:lnTo>
                  <a:lnTo>
                    <a:pt x="67154" y="4019"/>
                  </a:lnTo>
                  <a:cubicBezTo>
                    <a:pt x="67171" y="4019"/>
                    <a:pt x="67186" y="4006"/>
                    <a:pt x="67186" y="3987"/>
                  </a:cubicBezTo>
                  <a:lnTo>
                    <a:pt x="67186" y="35"/>
                  </a:lnTo>
                  <a:cubicBezTo>
                    <a:pt x="67186" y="16"/>
                    <a:pt x="67171" y="1"/>
                    <a:pt x="67154"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4">
              <a:extLst>
                <a:ext uri="{FF2B5EF4-FFF2-40B4-BE49-F238E27FC236}">
                  <a16:creationId xmlns:a16="http://schemas.microsoft.com/office/drawing/2014/main" id="{ACF96181-0D11-E5F4-0D54-C63E12DE2F02}"/>
                </a:ext>
              </a:extLst>
            </p:cNvPr>
            <p:cNvSpPr/>
            <p:nvPr/>
          </p:nvSpPr>
          <p:spPr>
            <a:xfrm>
              <a:off x="4080588" y="2907868"/>
              <a:ext cx="1290957" cy="87291"/>
            </a:xfrm>
            <a:custGeom>
              <a:avLst/>
              <a:gdLst/>
              <a:ahLst/>
              <a:cxnLst/>
              <a:rect l="l" t="t" r="r" b="b"/>
              <a:pathLst>
                <a:path w="67749" h="4581" extrusionOk="0">
                  <a:moveTo>
                    <a:pt x="66465" y="562"/>
                  </a:moveTo>
                  <a:cubicBezTo>
                    <a:pt x="66863" y="562"/>
                    <a:pt x="67185" y="886"/>
                    <a:pt x="67185" y="1284"/>
                  </a:cubicBezTo>
                  <a:lnTo>
                    <a:pt x="67185" y="3297"/>
                  </a:lnTo>
                  <a:cubicBezTo>
                    <a:pt x="67185" y="3695"/>
                    <a:pt x="66863" y="4018"/>
                    <a:pt x="66465" y="4019"/>
                  </a:cubicBezTo>
                  <a:lnTo>
                    <a:pt x="563" y="4019"/>
                  </a:lnTo>
                  <a:lnTo>
                    <a:pt x="563" y="562"/>
                  </a:lnTo>
                  <a:close/>
                  <a:moveTo>
                    <a:pt x="282" y="1"/>
                  </a:moveTo>
                  <a:cubicBezTo>
                    <a:pt x="127" y="1"/>
                    <a:pt x="0" y="126"/>
                    <a:pt x="0" y="282"/>
                  </a:cubicBezTo>
                  <a:lnTo>
                    <a:pt x="0" y="4299"/>
                  </a:lnTo>
                  <a:cubicBezTo>
                    <a:pt x="0" y="4455"/>
                    <a:pt x="127" y="4581"/>
                    <a:pt x="282" y="4581"/>
                  </a:cubicBezTo>
                  <a:lnTo>
                    <a:pt x="66465" y="4581"/>
                  </a:lnTo>
                  <a:cubicBezTo>
                    <a:pt x="67174" y="4581"/>
                    <a:pt x="67747" y="4006"/>
                    <a:pt x="67748" y="3297"/>
                  </a:cubicBezTo>
                  <a:lnTo>
                    <a:pt x="67748" y="1284"/>
                  </a:lnTo>
                  <a:cubicBezTo>
                    <a:pt x="67747" y="576"/>
                    <a:pt x="67174" y="1"/>
                    <a:pt x="6646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4">
              <a:extLst>
                <a:ext uri="{FF2B5EF4-FFF2-40B4-BE49-F238E27FC236}">
                  <a16:creationId xmlns:a16="http://schemas.microsoft.com/office/drawing/2014/main" id="{782AF3A4-CA4F-FC6B-70A9-0B87351F23A7}"/>
                </a:ext>
              </a:extLst>
            </p:cNvPr>
            <p:cNvSpPr/>
            <p:nvPr/>
          </p:nvSpPr>
          <p:spPr>
            <a:xfrm>
              <a:off x="4903783" y="2901732"/>
              <a:ext cx="98000" cy="99562"/>
            </a:xfrm>
            <a:custGeom>
              <a:avLst/>
              <a:gdLst/>
              <a:ahLst/>
              <a:cxnLst/>
              <a:rect l="l" t="t" r="r" b="b"/>
              <a:pathLst>
                <a:path w="5143" h="5225" extrusionOk="0">
                  <a:moveTo>
                    <a:pt x="18" y="1"/>
                  </a:moveTo>
                  <a:cubicBezTo>
                    <a:pt x="7" y="1"/>
                    <a:pt x="0" y="9"/>
                    <a:pt x="0" y="18"/>
                  </a:cubicBezTo>
                  <a:lnTo>
                    <a:pt x="0" y="5206"/>
                  </a:lnTo>
                  <a:cubicBezTo>
                    <a:pt x="0" y="5216"/>
                    <a:pt x="7" y="5225"/>
                    <a:pt x="18" y="5225"/>
                  </a:cubicBezTo>
                  <a:lnTo>
                    <a:pt x="5125" y="5225"/>
                  </a:lnTo>
                  <a:cubicBezTo>
                    <a:pt x="5135" y="5225"/>
                    <a:pt x="5143" y="5216"/>
                    <a:pt x="5143" y="5206"/>
                  </a:cubicBezTo>
                  <a:lnTo>
                    <a:pt x="5143" y="18"/>
                  </a:lnTo>
                  <a:cubicBezTo>
                    <a:pt x="5143" y="9"/>
                    <a:pt x="5135" y="1"/>
                    <a:pt x="5125"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4">
              <a:extLst>
                <a:ext uri="{FF2B5EF4-FFF2-40B4-BE49-F238E27FC236}">
                  <a16:creationId xmlns:a16="http://schemas.microsoft.com/office/drawing/2014/main" id="{972576CF-094C-30FD-8C35-221B4D331A2A}"/>
                </a:ext>
              </a:extLst>
            </p:cNvPr>
            <p:cNvSpPr/>
            <p:nvPr/>
          </p:nvSpPr>
          <p:spPr>
            <a:xfrm>
              <a:off x="4898391" y="2896396"/>
              <a:ext cx="108766" cy="110271"/>
            </a:xfrm>
            <a:custGeom>
              <a:avLst/>
              <a:gdLst/>
              <a:ahLst/>
              <a:cxnLst/>
              <a:rect l="l" t="t" r="r" b="b"/>
              <a:pathLst>
                <a:path w="5708" h="5787" extrusionOk="0">
                  <a:moveTo>
                    <a:pt x="4871" y="562"/>
                  </a:moveTo>
                  <a:cubicBezTo>
                    <a:pt x="5022" y="562"/>
                    <a:pt x="5144" y="685"/>
                    <a:pt x="5144" y="836"/>
                  </a:cubicBezTo>
                  <a:lnTo>
                    <a:pt x="5144" y="4949"/>
                  </a:lnTo>
                  <a:cubicBezTo>
                    <a:pt x="5144" y="5101"/>
                    <a:pt x="5022" y="5223"/>
                    <a:pt x="4871" y="5223"/>
                  </a:cubicBezTo>
                  <a:lnTo>
                    <a:pt x="837" y="5223"/>
                  </a:lnTo>
                  <a:cubicBezTo>
                    <a:pt x="686" y="5223"/>
                    <a:pt x="563" y="5101"/>
                    <a:pt x="563" y="4949"/>
                  </a:cubicBezTo>
                  <a:lnTo>
                    <a:pt x="563" y="835"/>
                  </a:lnTo>
                  <a:cubicBezTo>
                    <a:pt x="563" y="685"/>
                    <a:pt x="686" y="562"/>
                    <a:pt x="837" y="562"/>
                  </a:cubicBezTo>
                  <a:close/>
                  <a:moveTo>
                    <a:pt x="837" y="1"/>
                  </a:moveTo>
                  <a:cubicBezTo>
                    <a:pt x="375" y="1"/>
                    <a:pt x="2" y="374"/>
                    <a:pt x="0" y="836"/>
                  </a:cubicBezTo>
                  <a:lnTo>
                    <a:pt x="0" y="4951"/>
                  </a:lnTo>
                  <a:cubicBezTo>
                    <a:pt x="2" y="5411"/>
                    <a:pt x="375" y="5785"/>
                    <a:pt x="837" y="5786"/>
                  </a:cubicBezTo>
                  <a:lnTo>
                    <a:pt x="4871" y="5786"/>
                  </a:lnTo>
                  <a:cubicBezTo>
                    <a:pt x="5332" y="5785"/>
                    <a:pt x="5707" y="5411"/>
                    <a:pt x="5707" y="4951"/>
                  </a:cubicBezTo>
                  <a:lnTo>
                    <a:pt x="5707" y="836"/>
                  </a:lnTo>
                  <a:cubicBezTo>
                    <a:pt x="5707" y="374"/>
                    <a:pt x="5332" y="1"/>
                    <a:pt x="48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4">
              <a:extLst>
                <a:ext uri="{FF2B5EF4-FFF2-40B4-BE49-F238E27FC236}">
                  <a16:creationId xmlns:a16="http://schemas.microsoft.com/office/drawing/2014/main" id="{8B573656-C395-CA0E-BB7A-581CEFB809EC}"/>
                </a:ext>
              </a:extLst>
            </p:cNvPr>
            <p:cNvSpPr/>
            <p:nvPr/>
          </p:nvSpPr>
          <p:spPr>
            <a:xfrm>
              <a:off x="3729919" y="2752436"/>
              <a:ext cx="398154" cy="398154"/>
            </a:xfrm>
            <a:custGeom>
              <a:avLst/>
              <a:gdLst/>
              <a:ahLst/>
              <a:cxnLst/>
              <a:rect l="l" t="t" r="r" b="b"/>
              <a:pathLst>
                <a:path w="20895" h="20895" extrusionOk="0">
                  <a:moveTo>
                    <a:pt x="10447" y="1"/>
                  </a:moveTo>
                  <a:cubicBezTo>
                    <a:pt x="7676" y="1"/>
                    <a:pt x="5019" y="1100"/>
                    <a:pt x="3060" y="3061"/>
                  </a:cubicBezTo>
                  <a:cubicBezTo>
                    <a:pt x="1100" y="5019"/>
                    <a:pt x="0" y="7677"/>
                    <a:pt x="0" y="10448"/>
                  </a:cubicBezTo>
                  <a:cubicBezTo>
                    <a:pt x="0" y="13219"/>
                    <a:pt x="1100" y="15876"/>
                    <a:pt x="3060" y="17835"/>
                  </a:cubicBezTo>
                  <a:cubicBezTo>
                    <a:pt x="5019" y="19795"/>
                    <a:pt x="7676" y="20895"/>
                    <a:pt x="10447" y="20895"/>
                  </a:cubicBezTo>
                  <a:cubicBezTo>
                    <a:pt x="13218" y="20895"/>
                    <a:pt x="15876" y="19795"/>
                    <a:pt x="17834" y="17835"/>
                  </a:cubicBezTo>
                  <a:cubicBezTo>
                    <a:pt x="19794" y="15876"/>
                    <a:pt x="20894" y="13219"/>
                    <a:pt x="20894" y="10448"/>
                  </a:cubicBezTo>
                  <a:cubicBezTo>
                    <a:pt x="20894" y="7677"/>
                    <a:pt x="19794" y="5019"/>
                    <a:pt x="17834" y="3061"/>
                  </a:cubicBezTo>
                  <a:cubicBezTo>
                    <a:pt x="15876" y="1100"/>
                    <a:pt x="13218" y="1"/>
                    <a:pt x="10447"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4">
              <a:extLst>
                <a:ext uri="{FF2B5EF4-FFF2-40B4-BE49-F238E27FC236}">
                  <a16:creationId xmlns:a16="http://schemas.microsoft.com/office/drawing/2014/main" id="{9F41A5D0-A631-1454-F24A-03D7E5ADB55C}"/>
                </a:ext>
              </a:extLst>
            </p:cNvPr>
            <p:cNvSpPr/>
            <p:nvPr/>
          </p:nvSpPr>
          <p:spPr>
            <a:xfrm>
              <a:off x="3724546" y="2747101"/>
              <a:ext cx="408882" cy="408882"/>
            </a:xfrm>
            <a:custGeom>
              <a:avLst/>
              <a:gdLst/>
              <a:ahLst/>
              <a:cxnLst/>
              <a:rect l="l" t="t" r="r" b="b"/>
              <a:pathLst>
                <a:path w="21458" h="21458" extrusionOk="0">
                  <a:moveTo>
                    <a:pt x="10729" y="561"/>
                  </a:moveTo>
                  <a:cubicBezTo>
                    <a:pt x="16335" y="561"/>
                    <a:pt x="20896" y="5123"/>
                    <a:pt x="20896" y="10729"/>
                  </a:cubicBezTo>
                  <a:cubicBezTo>
                    <a:pt x="20896" y="16334"/>
                    <a:pt x="16335" y="20895"/>
                    <a:pt x="10729" y="20895"/>
                  </a:cubicBezTo>
                  <a:cubicBezTo>
                    <a:pt x="5123" y="20895"/>
                    <a:pt x="562" y="16334"/>
                    <a:pt x="562" y="10729"/>
                  </a:cubicBezTo>
                  <a:cubicBezTo>
                    <a:pt x="562" y="5123"/>
                    <a:pt x="5123" y="562"/>
                    <a:pt x="10729" y="562"/>
                  </a:cubicBezTo>
                  <a:lnTo>
                    <a:pt x="10729" y="561"/>
                  </a:lnTo>
                  <a:close/>
                  <a:moveTo>
                    <a:pt x="10729" y="1"/>
                  </a:moveTo>
                  <a:cubicBezTo>
                    <a:pt x="4814" y="1"/>
                    <a:pt x="1" y="4814"/>
                    <a:pt x="1" y="10729"/>
                  </a:cubicBezTo>
                  <a:cubicBezTo>
                    <a:pt x="1" y="16645"/>
                    <a:pt x="4814" y="21458"/>
                    <a:pt x="10729" y="21458"/>
                  </a:cubicBezTo>
                  <a:cubicBezTo>
                    <a:pt x="16645" y="21458"/>
                    <a:pt x="21458" y="16643"/>
                    <a:pt x="21458" y="10728"/>
                  </a:cubicBezTo>
                  <a:cubicBezTo>
                    <a:pt x="21458" y="4812"/>
                    <a:pt x="16645" y="1"/>
                    <a:pt x="1072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4">
              <a:extLst>
                <a:ext uri="{FF2B5EF4-FFF2-40B4-BE49-F238E27FC236}">
                  <a16:creationId xmlns:a16="http://schemas.microsoft.com/office/drawing/2014/main" id="{D4CFFEA0-5B93-187B-F426-F2989AA1B532}"/>
                </a:ext>
              </a:extLst>
            </p:cNvPr>
            <p:cNvSpPr/>
            <p:nvPr/>
          </p:nvSpPr>
          <p:spPr>
            <a:xfrm>
              <a:off x="3848575" y="2819814"/>
              <a:ext cx="160824" cy="263416"/>
            </a:xfrm>
            <a:custGeom>
              <a:avLst/>
              <a:gdLst/>
              <a:ahLst/>
              <a:cxnLst/>
              <a:rect l="l" t="t" r="r" b="b"/>
              <a:pathLst>
                <a:path w="8440" h="13824" extrusionOk="0">
                  <a:moveTo>
                    <a:pt x="4220" y="0"/>
                  </a:moveTo>
                  <a:cubicBezTo>
                    <a:pt x="1890" y="0"/>
                    <a:pt x="1" y="1664"/>
                    <a:pt x="1" y="3716"/>
                  </a:cubicBezTo>
                  <a:cubicBezTo>
                    <a:pt x="1" y="5077"/>
                    <a:pt x="834" y="6264"/>
                    <a:pt x="2072" y="6912"/>
                  </a:cubicBezTo>
                  <a:cubicBezTo>
                    <a:pt x="834" y="7559"/>
                    <a:pt x="1" y="8745"/>
                    <a:pt x="1" y="10106"/>
                  </a:cubicBezTo>
                  <a:cubicBezTo>
                    <a:pt x="1" y="12159"/>
                    <a:pt x="1890" y="13823"/>
                    <a:pt x="4220" y="13823"/>
                  </a:cubicBezTo>
                  <a:cubicBezTo>
                    <a:pt x="6551" y="13823"/>
                    <a:pt x="8439" y="12159"/>
                    <a:pt x="8439" y="10107"/>
                  </a:cubicBezTo>
                  <a:cubicBezTo>
                    <a:pt x="8439" y="8746"/>
                    <a:pt x="7607" y="7559"/>
                    <a:pt x="6368" y="6912"/>
                  </a:cubicBezTo>
                  <a:cubicBezTo>
                    <a:pt x="7607" y="6266"/>
                    <a:pt x="8439" y="5077"/>
                    <a:pt x="8439" y="3716"/>
                  </a:cubicBezTo>
                  <a:cubicBezTo>
                    <a:pt x="8439" y="1664"/>
                    <a:pt x="6551" y="0"/>
                    <a:pt x="42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4">
              <a:extLst>
                <a:ext uri="{FF2B5EF4-FFF2-40B4-BE49-F238E27FC236}">
                  <a16:creationId xmlns:a16="http://schemas.microsoft.com/office/drawing/2014/main" id="{FFC41D70-CA6B-89DB-8DFD-451F3ED4AA02}"/>
                </a:ext>
              </a:extLst>
            </p:cNvPr>
            <p:cNvSpPr/>
            <p:nvPr/>
          </p:nvSpPr>
          <p:spPr>
            <a:xfrm>
              <a:off x="3843220" y="2814441"/>
              <a:ext cx="171533" cy="274144"/>
            </a:xfrm>
            <a:custGeom>
              <a:avLst/>
              <a:gdLst/>
              <a:ahLst/>
              <a:cxnLst/>
              <a:rect l="l" t="t" r="r" b="b"/>
              <a:pathLst>
                <a:path w="9002" h="14387" extrusionOk="0">
                  <a:moveTo>
                    <a:pt x="4501" y="564"/>
                  </a:moveTo>
                  <a:cubicBezTo>
                    <a:pt x="6673" y="564"/>
                    <a:pt x="8439" y="2104"/>
                    <a:pt x="8439" y="3998"/>
                  </a:cubicBezTo>
                  <a:cubicBezTo>
                    <a:pt x="8439" y="5215"/>
                    <a:pt x="7721" y="6316"/>
                    <a:pt x="6518" y="6944"/>
                  </a:cubicBezTo>
                  <a:cubicBezTo>
                    <a:pt x="6317" y="7049"/>
                    <a:pt x="6317" y="7338"/>
                    <a:pt x="6518" y="7443"/>
                  </a:cubicBezTo>
                  <a:cubicBezTo>
                    <a:pt x="7721" y="8072"/>
                    <a:pt x="8439" y="9173"/>
                    <a:pt x="8439" y="10389"/>
                  </a:cubicBezTo>
                  <a:cubicBezTo>
                    <a:pt x="8439" y="12282"/>
                    <a:pt x="6673" y="13824"/>
                    <a:pt x="4501" y="13824"/>
                  </a:cubicBezTo>
                  <a:cubicBezTo>
                    <a:pt x="2330" y="13824"/>
                    <a:pt x="563" y="12282"/>
                    <a:pt x="563" y="10389"/>
                  </a:cubicBezTo>
                  <a:cubicBezTo>
                    <a:pt x="563" y="9173"/>
                    <a:pt x="1281" y="8072"/>
                    <a:pt x="2484" y="7443"/>
                  </a:cubicBezTo>
                  <a:cubicBezTo>
                    <a:pt x="2685" y="7338"/>
                    <a:pt x="2685" y="7049"/>
                    <a:pt x="2484" y="6944"/>
                  </a:cubicBezTo>
                  <a:cubicBezTo>
                    <a:pt x="1281" y="6316"/>
                    <a:pt x="563" y="5215"/>
                    <a:pt x="563" y="3998"/>
                  </a:cubicBezTo>
                  <a:cubicBezTo>
                    <a:pt x="563" y="2104"/>
                    <a:pt x="2330" y="564"/>
                    <a:pt x="4501" y="564"/>
                  </a:cubicBezTo>
                  <a:close/>
                  <a:moveTo>
                    <a:pt x="4501" y="1"/>
                  </a:moveTo>
                  <a:cubicBezTo>
                    <a:pt x="2020" y="1"/>
                    <a:pt x="0" y="1795"/>
                    <a:pt x="0" y="3998"/>
                  </a:cubicBezTo>
                  <a:cubicBezTo>
                    <a:pt x="0" y="5257"/>
                    <a:pt x="681" y="6444"/>
                    <a:pt x="1803" y="7194"/>
                  </a:cubicBezTo>
                  <a:cubicBezTo>
                    <a:pt x="681" y="7943"/>
                    <a:pt x="0" y="9131"/>
                    <a:pt x="0" y="10389"/>
                  </a:cubicBezTo>
                  <a:cubicBezTo>
                    <a:pt x="0" y="12593"/>
                    <a:pt x="2020" y="14387"/>
                    <a:pt x="4501" y="14387"/>
                  </a:cubicBezTo>
                  <a:cubicBezTo>
                    <a:pt x="6982" y="14387"/>
                    <a:pt x="9002" y="12593"/>
                    <a:pt x="9002" y="10389"/>
                  </a:cubicBezTo>
                  <a:cubicBezTo>
                    <a:pt x="9002" y="9131"/>
                    <a:pt x="8322" y="7943"/>
                    <a:pt x="7199" y="7194"/>
                  </a:cubicBezTo>
                  <a:cubicBezTo>
                    <a:pt x="8322" y="6444"/>
                    <a:pt x="9002" y="5257"/>
                    <a:pt x="9002" y="3998"/>
                  </a:cubicBezTo>
                  <a:cubicBezTo>
                    <a:pt x="9002" y="1795"/>
                    <a:pt x="6982" y="1"/>
                    <a:pt x="45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4">
              <a:extLst>
                <a:ext uri="{FF2B5EF4-FFF2-40B4-BE49-F238E27FC236}">
                  <a16:creationId xmlns:a16="http://schemas.microsoft.com/office/drawing/2014/main" id="{BDDBAE73-F10B-639C-B923-8BF2DF582A43}"/>
                </a:ext>
              </a:extLst>
            </p:cNvPr>
            <p:cNvSpPr/>
            <p:nvPr/>
          </p:nvSpPr>
          <p:spPr>
            <a:xfrm>
              <a:off x="4744636" y="2935878"/>
              <a:ext cx="144913" cy="81841"/>
            </a:xfrm>
            <a:custGeom>
              <a:avLst/>
              <a:gdLst/>
              <a:ahLst/>
              <a:cxnLst/>
              <a:rect l="l" t="t" r="r" b="b"/>
              <a:pathLst>
                <a:path w="7605" h="4295" extrusionOk="0">
                  <a:moveTo>
                    <a:pt x="6557" y="1"/>
                  </a:moveTo>
                  <a:cubicBezTo>
                    <a:pt x="6528" y="1"/>
                    <a:pt x="6495" y="5"/>
                    <a:pt x="6459" y="13"/>
                  </a:cubicBezTo>
                  <a:cubicBezTo>
                    <a:pt x="5806" y="157"/>
                    <a:pt x="5444" y="883"/>
                    <a:pt x="5444" y="883"/>
                  </a:cubicBezTo>
                  <a:cubicBezTo>
                    <a:pt x="5444" y="883"/>
                    <a:pt x="5396" y="168"/>
                    <a:pt x="5069" y="168"/>
                  </a:cubicBezTo>
                  <a:cubicBezTo>
                    <a:pt x="4992" y="168"/>
                    <a:pt x="4900" y="207"/>
                    <a:pt x="4791" y="303"/>
                  </a:cubicBezTo>
                  <a:cubicBezTo>
                    <a:pt x="4210" y="811"/>
                    <a:pt x="3774" y="1464"/>
                    <a:pt x="3774" y="1464"/>
                  </a:cubicBezTo>
                  <a:cubicBezTo>
                    <a:pt x="3774" y="1464"/>
                    <a:pt x="3717" y="387"/>
                    <a:pt x="3454" y="387"/>
                  </a:cubicBezTo>
                  <a:cubicBezTo>
                    <a:pt x="3419" y="387"/>
                    <a:pt x="3381" y="405"/>
                    <a:pt x="3339" y="447"/>
                  </a:cubicBezTo>
                  <a:cubicBezTo>
                    <a:pt x="2976" y="811"/>
                    <a:pt x="1598" y="2771"/>
                    <a:pt x="1598" y="2771"/>
                  </a:cubicBezTo>
                  <a:lnTo>
                    <a:pt x="1" y="2917"/>
                  </a:lnTo>
                  <a:cubicBezTo>
                    <a:pt x="1" y="2917"/>
                    <a:pt x="3266" y="4295"/>
                    <a:pt x="4283" y="4295"/>
                  </a:cubicBezTo>
                  <a:cubicBezTo>
                    <a:pt x="5300" y="4295"/>
                    <a:pt x="6460" y="3278"/>
                    <a:pt x="7041" y="2044"/>
                  </a:cubicBezTo>
                  <a:cubicBezTo>
                    <a:pt x="7523" y="1021"/>
                    <a:pt x="7605" y="447"/>
                    <a:pt x="7411" y="447"/>
                  </a:cubicBezTo>
                  <a:cubicBezTo>
                    <a:pt x="7371" y="447"/>
                    <a:pt x="7320" y="471"/>
                    <a:pt x="7258" y="520"/>
                  </a:cubicBezTo>
                  <a:lnTo>
                    <a:pt x="6532" y="1101"/>
                  </a:lnTo>
                  <a:cubicBezTo>
                    <a:pt x="6532" y="1101"/>
                    <a:pt x="7049" y="1"/>
                    <a:pt x="65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4">
              <a:extLst>
                <a:ext uri="{FF2B5EF4-FFF2-40B4-BE49-F238E27FC236}">
                  <a16:creationId xmlns:a16="http://schemas.microsoft.com/office/drawing/2014/main" id="{C87BBC36-57B4-ED25-35A7-629CD323F8C9}"/>
                </a:ext>
              </a:extLst>
            </p:cNvPr>
            <p:cNvSpPr/>
            <p:nvPr/>
          </p:nvSpPr>
          <p:spPr>
            <a:xfrm>
              <a:off x="4738977" y="2930543"/>
              <a:ext cx="158976" cy="92550"/>
            </a:xfrm>
            <a:custGeom>
              <a:avLst/>
              <a:gdLst/>
              <a:ahLst/>
              <a:cxnLst/>
              <a:rect l="l" t="t" r="r" b="b"/>
              <a:pathLst>
                <a:path w="8343" h="4857" extrusionOk="0">
                  <a:moveTo>
                    <a:pt x="6787" y="580"/>
                  </a:moveTo>
                  <a:cubicBezTo>
                    <a:pt x="6776" y="730"/>
                    <a:pt x="6689" y="1021"/>
                    <a:pt x="6575" y="1261"/>
                  </a:cubicBezTo>
                  <a:cubicBezTo>
                    <a:pt x="6520" y="1381"/>
                    <a:pt x="6553" y="1521"/>
                    <a:pt x="6655" y="1602"/>
                  </a:cubicBezTo>
                  <a:cubicBezTo>
                    <a:pt x="6707" y="1642"/>
                    <a:pt x="6769" y="1662"/>
                    <a:pt x="6830" y="1662"/>
                  </a:cubicBezTo>
                  <a:cubicBezTo>
                    <a:pt x="6892" y="1662"/>
                    <a:pt x="6954" y="1642"/>
                    <a:pt x="7005" y="1601"/>
                  </a:cubicBezTo>
                  <a:lnTo>
                    <a:pt x="7465" y="1235"/>
                  </a:lnTo>
                  <a:lnTo>
                    <a:pt x="7465" y="1235"/>
                  </a:lnTo>
                  <a:cubicBezTo>
                    <a:pt x="7404" y="1451"/>
                    <a:pt x="7290" y="1766"/>
                    <a:pt x="7083" y="2205"/>
                  </a:cubicBezTo>
                  <a:cubicBezTo>
                    <a:pt x="6523" y="3396"/>
                    <a:pt x="5446" y="4293"/>
                    <a:pt x="4580" y="4293"/>
                  </a:cubicBezTo>
                  <a:cubicBezTo>
                    <a:pt x="4017" y="4293"/>
                    <a:pt x="2583" y="3793"/>
                    <a:pt x="1485" y="3370"/>
                  </a:cubicBezTo>
                  <a:lnTo>
                    <a:pt x="1920" y="3331"/>
                  </a:lnTo>
                  <a:cubicBezTo>
                    <a:pt x="2001" y="3323"/>
                    <a:pt x="2077" y="3280"/>
                    <a:pt x="2124" y="3213"/>
                  </a:cubicBezTo>
                  <a:cubicBezTo>
                    <a:pt x="2456" y="2740"/>
                    <a:pt x="3299" y="1562"/>
                    <a:pt x="3698" y="1082"/>
                  </a:cubicBezTo>
                  <a:cubicBezTo>
                    <a:pt x="3749" y="1305"/>
                    <a:pt x="3779" y="1531"/>
                    <a:pt x="3791" y="1758"/>
                  </a:cubicBezTo>
                  <a:cubicBezTo>
                    <a:pt x="3800" y="1925"/>
                    <a:pt x="3936" y="2026"/>
                    <a:pt x="4074" y="2026"/>
                  </a:cubicBezTo>
                  <a:cubicBezTo>
                    <a:pt x="4161" y="2026"/>
                    <a:pt x="4248" y="1986"/>
                    <a:pt x="4306" y="1900"/>
                  </a:cubicBezTo>
                  <a:cubicBezTo>
                    <a:pt x="4310" y="1894"/>
                    <a:pt x="4726" y="1273"/>
                    <a:pt x="5273" y="794"/>
                  </a:cubicBezTo>
                  <a:cubicBezTo>
                    <a:pt x="5309" y="764"/>
                    <a:pt x="5335" y="746"/>
                    <a:pt x="5344" y="736"/>
                  </a:cubicBezTo>
                  <a:cubicBezTo>
                    <a:pt x="5394" y="808"/>
                    <a:pt x="5449" y="1010"/>
                    <a:pt x="5461" y="1182"/>
                  </a:cubicBezTo>
                  <a:cubicBezTo>
                    <a:pt x="5470" y="1309"/>
                    <a:pt x="5562" y="1414"/>
                    <a:pt x="5685" y="1439"/>
                  </a:cubicBezTo>
                  <a:cubicBezTo>
                    <a:pt x="5704" y="1443"/>
                    <a:pt x="5722" y="1445"/>
                    <a:pt x="5741" y="1445"/>
                  </a:cubicBezTo>
                  <a:cubicBezTo>
                    <a:pt x="5845" y="1445"/>
                    <a:pt x="5943" y="1386"/>
                    <a:pt x="5992" y="1289"/>
                  </a:cubicBezTo>
                  <a:cubicBezTo>
                    <a:pt x="5995" y="1283"/>
                    <a:pt x="6283" y="732"/>
                    <a:pt x="6787" y="580"/>
                  </a:cubicBezTo>
                  <a:close/>
                  <a:moveTo>
                    <a:pt x="6854" y="1"/>
                  </a:moveTo>
                  <a:cubicBezTo>
                    <a:pt x="6807" y="1"/>
                    <a:pt x="6755" y="6"/>
                    <a:pt x="6698" y="19"/>
                  </a:cubicBezTo>
                  <a:cubicBezTo>
                    <a:pt x="6345" y="97"/>
                    <a:pt x="6066" y="309"/>
                    <a:pt x="5866" y="519"/>
                  </a:cubicBezTo>
                  <a:cubicBezTo>
                    <a:pt x="5796" y="383"/>
                    <a:pt x="5697" y="265"/>
                    <a:pt x="5556" y="205"/>
                  </a:cubicBezTo>
                  <a:cubicBezTo>
                    <a:pt x="5504" y="183"/>
                    <a:pt x="5440" y="166"/>
                    <a:pt x="5367" y="166"/>
                  </a:cubicBezTo>
                  <a:cubicBezTo>
                    <a:pt x="5240" y="166"/>
                    <a:pt x="5083" y="216"/>
                    <a:pt x="4904" y="373"/>
                  </a:cubicBezTo>
                  <a:cubicBezTo>
                    <a:pt x="4675" y="574"/>
                    <a:pt x="4462" y="794"/>
                    <a:pt x="4266" y="1029"/>
                  </a:cubicBezTo>
                  <a:cubicBezTo>
                    <a:pt x="4150" y="512"/>
                    <a:pt x="3959" y="440"/>
                    <a:pt x="3887" y="411"/>
                  </a:cubicBezTo>
                  <a:cubicBezTo>
                    <a:pt x="3858" y="400"/>
                    <a:pt x="3810" y="386"/>
                    <a:pt x="3751" y="386"/>
                  </a:cubicBezTo>
                  <a:cubicBezTo>
                    <a:pt x="3664" y="386"/>
                    <a:pt x="3551" y="416"/>
                    <a:pt x="3438" y="529"/>
                  </a:cubicBezTo>
                  <a:cubicBezTo>
                    <a:pt x="3105" y="862"/>
                    <a:pt x="2052" y="2340"/>
                    <a:pt x="1740" y="2782"/>
                  </a:cubicBezTo>
                  <a:lnTo>
                    <a:pt x="273" y="2917"/>
                  </a:lnTo>
                  <a:cubicBezTo>
                    <a:pt x="143" y="2927"/>
                    <a:pt x="40" y="3024"/>
                    <a:pt x="19" y="3153"/>
                  </a:cubicBezTo>
                  <a:cubicBezTo>
                    <a:pt x="0" y="3280"/>
                    <a:pt x="69" y="3405"/>
                    <a:pt x="189" y="3455"/>
                  </a:cubicBezTo>
                  <a:cubicBezTo>
                    <a:pt x="528" y="3598"/>
                    <a:pt x="3537" y="4856"/>
                    <a:pt x="4580" y="4856"/>
                  </a:cubicBezTo>
                  <a:cubicBezTo>
                    <a:pt x="5668" y="4856"/>
                    <a:pt x="6934" y="3841"/>
                    <a:pt x="7592" y="2445"/>
                  </a:cubicBezTo>
                  <a:cubicBezTo>
                    <a:pt x="8343" y="848"/>
                    <a:pt x="8042" y="612"/>
                    <a:pt x="7930" y="523"/>
                  </a:cubicBezTo>
                  <a:cubicBezTo>
                    <a:pt x="7890" y="492"/>
                    <a:pt x="7814" y="446"/>
                    <a:pt x="7708" y="446"/>
                  </a:cubicBezTo>
                  <a:cubicBezTo>
                    <a:pt x="7618" y="446"/>
                    <a:pt x="7508" y="479"/>
                    <a:pt x="7380" y="582"/>
                  </a:cubicBezTo>
                  <a:lnTo>
                    <a:pt x="7348" y="608"/>
                  </a:lnTo>
                  <a:cubicBezTo>
                    <a:pt x="7355" y="442"/>
                    <a:pt x="7325" y="287"/>
                    <a:pt x="7234" y="173"/>
                  </a:cubicBezTo>
                  <a:cubicBezTo>
                    <a:pt x="7177" y="102"/>
                    <a:pt x="7061" y="1"/>
                    <a:pt x="685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4">
              <a:extLst>
                <a:ext uri="{FF2B5EF4-FFF2-40B4-BE49-F238E27FC236}">
                  <a16:creationId xmlns:a16="http://schemas.microsoft.com/office/drawing/2014/main" id="{21EEF141-8B51-D2F8-EE04-BB41ECA0B7EB}"/>
                </a:ext>
              </a:extLst>
            </p:cNvPr>
            <p:cNvSpPr/>
            <p:nvPr/>
          </p:nvSpPr>
          <p:spPr>
            <a:xfrm>
              <a:off x="4791664" y="2963756"/>
              <a:ext cx="24924" cy="38758"/>
            </a:xfrm>
            <a:custGeom>
              <a:avLst/>
              <a:gdLst/>
              <a:ahLst/>
              <a:cxnLst/>
              <a:rect l="l" t="t" r="r" b="b"/>
              <a:pathLst>
                <a:path w="1308" h="2034" extrusionOk="0">
                  <a:moveTo>
                    <a:pt x="1307" y="1"/>
                  </a:moveTo>
                  <a:lnTo>
                    <a:pt x="1" y="2034"/>
                  </a:lnTo>
                  <a:cubicBezTo>
                    <a:pt x="1089" y="1744"/>
                    <a:pt x="1307" y="1"/>
                    <a:pt x="13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4">
              <a:extLst>
                <a:ext uri="{FF2B5EF4-FFF2-40B4-BE49-F238E27FC236}">
                  <a16:creationId xmlns:a16="http://schemas.microsoft.com/office/drawing/2014/main" id="{41DD531B-4EC4-7F86-568D-DB2BB4F5BE58}"/>
                </a:ext>
              </a:extLst>
            </p:cNvPr>
            <p:cNvSpPr/>
            <p:nvPr/>
          </p:nvSpPr>
          <p:spPr>
            <a:xfrm>
              <a:off x="4785966" y="2958306"/>
              <a:ext cx="36338" cy="49562"/>
            </a:xfrm>
            <a:custGeom>
              <a:avLst/>
              <a:gdLst/>
              <a:ahLst/>
              <a:cxnLst/>
              <a:rect l="l" t="t" r="r" b="b"/>
              <a:pathLst>
                <a:path w="1907" h="2601" extrusionOk="0">
                  <a:moveTo>
                    <a:pt x="1606" y="0"/>
                  </a:moveTo>
                  <a:cubicBezTo>
                    <a:pt x="1464" y="0"/>
                    <a:pt x="1341" y="108"/>
                    <a:pt x="1326" y="253"/>
                  </a:cubicBezTo>
                  <a:cubicBezTo>
                    <a:pt x="1325" y="268"/>
                    <a:pt x="1108" y="1812"/>
                    <a:pt x="227" y="2047"/>
                  </a:cubicBezTo>
                  <a:cubicBezTo>
                    <a:pt x="90" y="2084"/>
                    <a:pt x="1" y="2216"/>
                    <a:pt x="20" y="2356"/>
                  </a:cubicBezTo>
                  <a:cubicBezTo>
                    <a:pt x="38" y="2496"/>
                    <a:pt x="157" y="2600"/>
                    <a:pt x="297" y="2600"/>
                  </a:cubicBezTo>
                  <a:cubicBezTo>
                    <a:pt x="298" y="2600"/>
                    <a:pt x="299" y="2600"/>
                    <a:pt x="300" y="2600"/>
                  </a:cubicBezTo>
                  <a:cubicBezTo>
                    <a:pt x="323" y="2600"/>
                    <a:pt x="348" y="2597"/>
                    <a:pt x="371" y="2591"/>
                  </a:cubicBezTo>
                  <a:cubicBezTo>
                    <a:pt x="1628" y="2256"/>
                    <a:pt x="1873" y="401"/>
                    <a:pt x="1884" y="322"/>
                  </a:cubicBezTo>
                  <a:cubicBezTo>
                    <a:pt x="1907" y="166"/>
                    <a:pt x="1796" y="23"/>
                    <a:pt x="1640" y="3"/>
                  </a:cubicBezTo>
                  <a:cubicBezTo>
                    <a:pt x="1628" y="1"/>
                    <a:pt x="1617" y="0"/>
                    <a:pt x="160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4">
              <a:extLst>
                <a:ext uri="{FF2B5EF4-FFF2-40B4-BE49-F238E27FC236}">
                  <a16:creationId xmlns:a16="http://schemas.microsoft.com/office/drawing/2014/main" id="{EE210FE9-3147-02D1-E015-9DCE5B97C480}"/>
                </a:ext>
              </a:extLst>
            </p:cNvPr>
            <p:cNvSpPr/>
            <p:nvPr/>
          </p:nvSpPr>
          <p:spPr>
            <a:xfrm>
              <a:off x="4820704" y="2952704"/>
              <a:ext cx="27668" cy="60881"/>
            </a:xfrm>
            <a:custGeom>
              <a:avLst/>
              <a:gdLst/>
              <a:ahLst/>
              <a:cxnLst/>
              <a:rect l="l" t="t" r="r" b="b"/>
              <a:pathLst>
                <a:path w="1452" h="3195" extrusionOk="0">
                  <a:moveTo>
                    <a:pt x="1452" y="0"/>
                  </a:moveTo>
                  <a:lnTo>
                    <a:pt x="1" y="3194"/>
                  </a:lnTo>
                  <a:cubicBezTo>
                    <a:pt x="871" y="2758"/>
                    <a:pt x="1452" y="1"/>
                    <a:pt x="14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4">
              <a:extLst>
                <a:ext uri="{FF2B5EF4-FFF2-40B4-BE49-F238E27FC236}">
                  <a16:creationId xmlns:a16="http://schemas.microsoft.com/office/drawing/2014/main" id="{824262BB-2444-3EEA-0453-4D737198FE2D}"/>
                </a:ext>
              </a:extLst>
            </p:cNvPr>
            <p:cNvSpPr/>
            <p:nvPr/>
          </p:nvSpPr>
          <p:spPr>
            <a:xfrm>
              <a:off x="4814930" y="2947464"/>
              <a:ext cx="39234" cy="71475"/>
            </a:xfrm>
            <a:custGeom>
              <a:avLst/>
              <a:gdLst/>
              <a:ahLst/>
              <a:cxnLst/>
              <a:rect l="l" t="t" r="r" b="b"/>
              <a:pathLst>
                <a:path w="2059" h="3751" extrusionOk="0">
                  <a:moveTo>
                    <a:pt x="1752" y="1"/>
                  </a:moveTo>
                  <a:cubicBezTo>
                    <a:pt x="1625" y="1"/>
                    <a:pt x="1511" y="88"/>
                    <a:pt x="1481" y="217"/>
                  </a:cubicBezTo>
                  <a:cubicBezTo>
                    <a:pt x="1266" y="1232"/>
                    <a:pt x="724" y="2944"/>
                    <a:pt x="178" y="3219"/>
                  </a:cubicBezTo>
                  <a:cubicBezTo>
                    <a:pt x="62" y="3275"/>
                    <a:pt x="0" y="3407"/>
                    <a:pt x="30" y="3534"/>
                  </a:cubicBezTo>
                  <a:cubicBezTo>
                    <a:pt x="60" y="3661"/>
                    <a:pt x="174" y="3751"/>
                    <a:pt x="304" y="3751"/>
                  </a:cubicBezTo>
                  <a:cubicBezTo>
                    <a:pt x="347" y="3751"/>
                    <a:pt x="390" y="3741"/>
                    <a:pt x="429" y="3720"/>
                  </a:cubicBezTo>
                  <a:cubicBezTo>
                    <a:pt x="1393" y="3238"/>
                    <a:pt x="1968" y="630"/>
                    <a:pt x="2031" y="334"/>
                  </a:cubicBezTo>
                  <a:cubicBezTo>
                    <a:pt x="2058" y="184"/>
                    <a:pt x="1961" y="38"/>
                    <a:pt x="1812" y="7"/>
                  </a:cubicBezTo>
                  <a:cubicBezTo>
                    <a:pt x="1792" y="3"/>
                    <a:pt x="1772" y="1"/>
                    <a:pt x="17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4">
              <a:extLst>
                <a:ext uri="{FF2B5EF4-FFF2-40B4-BE49-F238E27FC236}">
                  <a16:creationId xmlns:a16="http://schemas.microsoft.com/office/drawing/2014/main" id="{E07542D4-B815-C60C-14D8-A89761F65277}"/>
                </a:ext>
              </a:extLst>
            </p:cNvPr>
            <p:cNvSpPr/>
            <p:nvPr/>
          </p:nvSpPr>
          <p:spPr>
            <a:xfrm>
              <a:off x="4846961" y="2956877"/>
              <a:ext cx="22180" cy="55317"/>
            </a:xfrm>
            <a:custGeom>
              <a:avLst/>
              <a:gdLst/>
              <a:ahLst/>
              <a:cxnLst/>
              <a:rect l="l" t="t" r="r" b="b"/>
              <a:pathLst>
                <a:path w="1164" h="2903" extrusionOk="0">
                  <a:moveTo>
                    <a:pt x="1163" y="0"/>
                  </a:moveTo>
                  <a:lnTo>
                    <a:pt x="1" y="2903"/>
                  </a:lnTo>
                  <a:cubicBezTo>
                    <a:pt x="510" y="2176"/>
                    <a:pt x="1163" y="1"/>
                    <a:pt x="1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4">
              <a:extLst>
                <a:ext uri="{FF2B5EF4-FFF2-40B4-BE49-F238E27FC236}">
                  <a16:creationId xmlns:a16="http://schemas.microsoft.com/office/drawing/2014/main" id="{613A0B0A-D674-6D35-CBDA-03C18C734B0C}"/>
                </a:ext>
              </a:extLst>
            </p:cNvPr>
            <p:cNvSpPr/>
            <p:nvPr/>
          </p:nvSpPr>
          <p:spPr>
            <a:xfrm>
              <a:off x="4840883" y="2951504"/>
              <a:ext cx="34223" cy="66026"/>
            </a:xfrm>
            <a:custGeom>
              <a:avLst/>
              <a:gdLst/>
              <a:ahLst/>
              <a:cxnLst/>
              <a:rect l="l" t="t" r="r" b="b"/>
              <a:pathLst>
                <a:path w="1796" h="3465" extrusionOk="0">
                  <a:moveTo>
                    <a:pt x="1481" y="0"/>
                  </a:moveTo>
                  <a:cubicBezTo>
                    <a:pt x="1360" y="0"/>
                    <a:pt x="1248" y="79"/>
                    <a:pt x="1213" y="201"/>
                  </a:cubicBezTo>
                  <a:cubicBezTo>
                    <a:pt x="1207" y="222"/>
                    <a:pt x="566" y="2343"/>
                    <a:pt x="90" y="3023"/>
                  </a:cubicBezTo>
                  <a:cubicBezTo>
                    <a:pt x="1" y="3150"/>
                    <a:pt x="31" y="3325"/>
                    <a:pt x="160" y="3414"/>
                  </a:cubicBezTo>
                  <a:cubicBezTo>
                    <a:pt x="206" y="3447"/>
                    <a:pt x="263" y="3465"/>
                    <a:pt x="320" y="3465"/>
                  </a:cubicBezTo>
                  <a:cubicBezTo>
                    <a:pt x="412" y="3465"/>
                    <a:pt x="498" y="3421"/>
                    <a:pt x="550" y="3345"/>
                  </a:cubicBezTo>
                  <a:cubicBezTo>
                    <a:pt x="1078" y="2591"/>
                    <a:pt x="1723" y="453"/>
                    <a:pt x="1751" y="362"/>
                  </a:cubicBezTo>
                  <a:cubicBezTo>
                    <a:pt x="1796" y="214"/>
                    <a:pt x="1711" y="56"/>
                    <a:pt x="1563" y="12"/>
                  </a:cubicBezTo>
                  <a:cubicBezTo>
                    <a:pt x="1535" y="4"/>
                    <a:pt x="1508" y="0"/>
                    <a:pt x="14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4">
              <a:extLst>
                <a:ext uri="{FF2B5EF4-FFF2-40B4-BE49-F238E27FC236}">
                  <a16:creationId xmlns:a16="http://schemas.microsoft.com/office/drawing/2014/main" id="{AF9AA262-20AF-908B-6072-5224B0702542}"/>
                </a:ext>
              </a:extLst>
            </p:cNvPr>
            <p:cNvSpPr/>
            <p:nvPr/>
          </p:nvSpPr>
          <p:spPr>
            <a:xfrm>
              <a:off x="4270967" y="2130728"/>
              <a:ext cx="148038" cy="292799"/>
            </a:xfrm>
            <a:custGeom>
              <a:avLst/>
              <a:gdLst/>
              <a:ahLst/>
              <a:cxnLst/>
              <a:rect l="l" t="t" r="r" b="b"/>
              <a:pathLst>
                <a:path w="7769" h="15366" extrusionOk="0">
                  <a:moveTo>
                    <a:pt x="1370" y="1"/>
                  </a:moveTo>
                  <a:cubicBezTo>
                    <a:pt x="1370" y="1"/>
                    <a:pt x="1984" y="4124"/>
                    <a:pt x="1195" y="5791"/>
                  </a:cubicBezTo>
                  <a:cubicBezTo>
                    <a:pt x="945" y="6320"/>
                    <a:pt x="523" y="6698"/>
                    <a:pt x="1" y="6979"/>
                  </a:cubicBezTo>
                  <a:cubicBezTo>
                    <a:pt x="576" y="8931"/>
                    <a:pt x="2912" y="13287"/>
                    <a:pt x="4185" y="14855"/>
                  </a:cubicBezTo>
                  <a:cubicBezTo>
                    <a:pt x="4473" y="15209"/>
                    <a:pt x="4733" y="15365"/>
                    <a:pt x="4975" y="15365"/>
                  </a:cubicBezTo>
                  <a:cubicBezTo>
                    <a:pt x="6081" y="15365"/>
                    <a:pt x="6780" y="12079"/>
                    <a:pt x="7769" y="9450"/>
                  </a:cubicBezTo>
                  <a:cubicBezTo>
                    <a:pt x="6509" y="8706"/>
                    <a:pt x="6020" y="7220"/>
                    <a:pt x="6020" y="5966"/>
                  </a:cubicBezTo>
                  <a:cubicBezTo>
                    <a:pt x="6020" y="4650"/>
                    <a:pt x="6809" y="2808"/>
                    <a:pt x="6809" y="2808"/>
                  </a:cubicBezTo>
                  <a:cubicBezTo>
                    <a:pt x="6809" y="2808"/>
                    <a:pt x="2511" y="1"/>
                    <a:pt x="13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4">
              <a:extLst>
                <a:ext uri="{FF2B5EF4-FFF2-40B4-BE49-F238E27FC236}">
                  <a16:creationId xmlns:a16="http://schemas.microsoft.com/office/drawing/2014/main" id="{A7FFCD43-468F-A999-C2D9-F3F3BBE4FEB6}"/>
                </a:ext>
              </a:extLst>
            </p:cNvPr>
            <p:cNvSpPr/>
            <p:nvPr/>
          </p:nvSpPr>
          <p:spPr>
            <a:xfrm>
              <a:off x="4265117" y="2125393"/>
              <a:ext cx="159833" cy="303489"/>
            </a:xfrm>
            <a:custGeom>
              <a:avLst/>
              <a:gdLst/>
              <a:ahLst/>
              <a:cxnLst/>
              <a:rect l="l" t="t" r="r" b="b"/>
              <a:pathLst>
                <a:path w="8388" h="15927" extrusionOk="0">
                  <a:moveTo>
                    <a:pt x="2006" y="618"/>
                  </a:moveTo>
                  <a:lnTo>
                    <a:pt x="2006" y="618"/>
                  </a:lnTo>
                  <a:cubicBezTo>
                    <a:pt x="3018" y="908"/>
                    <a:pt x="5254" y="2218"/>
                    <a:pt x="6769" y="3196"/>
                  </a:cubicBezTo>
                  <a:cubicBezTo>
                    <a:pt x="6556" y="3734"/>
                    <a:pt x="6046" y="5146"/>
                    <a:pt x="6046" y="6244"/>
                  </a:cubicBezTo>
                  <a:cubicBezTo>
                    <a:pt x="6046" y="7445"/>
                    <a:pt x="6495" y="8988"/>
                    <a:pt x="7734" y="9844"/>
                  </a:cubicBezTo>
                  <a:cubicBezTo>
                    <a:pt x="7510" y="10455"/>
                    <a:pt x="7301" y="11092"/>
                    <a:pt x="7097" y="11712"/>
                  </a:cubicBezTo>
                  <a:cubicBezTo>
                    <a:pt x="6556" y="13369"/>
                    <a:pt x="5941" y="15246"/>
                    <a:pt x="5332" y="15358"/>
                  </a:cubicBezTo>
                  <a:cubicBezTo>
                    <a:pt x="5317" y="15361"/>
                    <a:pt x="5302" y="15362"/>
                    <a:pt x="5286" y="15362"/>
                  </a:cubicBezTo>
                  <a:cubicBezTo>
                    <a:pt x="5082" y="15362"/>
                    <a:pt x="4864" y="15148"/>
                    <a:pt x="4711" y="14957"/>
                  </a:cubicBezTo>
                  <a:cubicBezTo>
                    <a:pt x="3487" y="13453"/>
                    <a:pt x="1289" y="9346"/>
                    <a:pt x="643" y="7392"/>
                  </a:cubicBezTo>
                  <a:cubicBezTo>
                    <a:pt x="1160" y="7073"/>
                    <a:pt x="1526" y="6679"/>
                    <a:pt x="1756" y="6189"/>
                  </a:cubicBezTo>
                  <a:cubicBezTo>
                    <a:pt x="2437" y="4752"/>
                    <a:pt x="2140" y="1695"/>
                    <a:pt x="2006" y="618"/>
                  </a:cubicBezTo>
                  <a:close/>
                  <a:moveTo>
                    <a:pt x="1675" y="1"/>
                  </a:moveTo>
                  <a:cubicBezTo>
                    <a:pt x="1504" y="1"/>
                    <a:pt x="1374" y="153"/>
                    <a:pt x="1400" y="323"/>
                  </a:cubicBezTo>
                  <a:cubicBezTo>
                    <a:pt x="1406" y="362"/>
                    <a:pt x="1992" y="4380"/>
                    <a:pt x="1249" y="5951"/>
                  </a:cubicBezTo>
                  <a:cubicBezTo>
                    <a:pt x="1040" y="6389"/>
                    <a:pt x="690" y="6736"/>
                    <a:pt x="174" y="7014"/>
                  </a:cubicBezTo>
                  <a:cubicBezTo>
                    <a:pt x="57" y="7077"/>
                    <a:pt x="0" y="7213"/>
                    <a:pt x="38" y="7341"/>
                  </a:cubicBezTo>
                  <a:cubicBezTo>
                    <a:pt x="611" y="9282"/>
                    <a:pt x="2946" y="13680"/>
                    <a:pt x="4274" y="15313"/>
                  </a:cubicBezTo>
                  <a:cubicBezTo>
                    <a:pt x="4606" y="15721"/>
                    <a:pt x="4944" y="15927"/>
                    <a:pt x="5281" y="15927"/>
                  </a:cubicBezTo>
                  <a:cubicBezTo>
                    <a:pt x="5332" y="15927"/>
                    <a:pt x="5383" y="15923"/>
                    <a:pt x="5434" y="15914"/>
                  </a:cubicBezTo>
                  <a:cubicBezTo>
                    <a:pt x="6371" y="15740"/>
                    <a:pt x="6928" y="14041"/>
                    <a:pt x="7632" y="11890"/>
                  </a:cubicBezTo>
                  <a:cubicBezTo>
                    <a:pt x="7857" y="11205"/>
                    <a:pt x="8089" y="10494"/>
                    <a:pt x="8340" y="9831"/>
                  </a:cubicBezTo>
                  <a:cubicBezTo>
                    <a:pt x="8388" y="9702"/>
                    <a:pt x="8337" y="9559"/>
                    <a:pt x="8219" y="9489"/>
                  </a:cubicBezTo>
                  <a:cubicBezTo>
                    <a:pt x="7031" y="8788"/>
                    <a:pt x="6608" y="7354"/>
                    <a:pt x="6608" y="6247"/>
                  </a:cubicBezTo>
                  <a:cubicBezTo>
                    <a:pt x="6608" y="5006"/>
                    <a:pt x="7367" y="3218"/>
                    <a:pt x="7374" y="3199"/>
                  </a:cubicBezTo>
                  <a:cubicBezTo>
                    <a:pt x="7430" y="3074"/>
                    <a:pt x="7384" y="2928"/>
                    <a:pt x="7271" y="2853"/>
                  </a:cubicBezTo>
                  <a:cubicBezTo>
                    <a:pt x="6823" y="2560"/>
                    <a:pt x="2868" y="1"/>
                    <a:pt x="1677" y="1"/>
                  </a:cubicBezTo>
                  <a:cubicBezTo>
                    <a:pt x="1677" y="1"/>
                    <a:pt x="1676" y="1"/>
                    <a:pt x="167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4">
              <a:extLst>
                <a:ext uri="{FF2B5EF4-FFF2-40B4-BE49-F238E27FC236}">
                  <a16:creationId xmlns:a16="http://schemas.microsoft.com/office/drawing/2014/main" id="{E9D8F6D9-5EA6-84C9-643A-27ADEFE138E8}"/>
                </a:ext>
              </a:extLst>
            </p:cNvPr>
            <p:cNvSpPr/>
            <p:nvPr/>
          </p:nvSpPr>
          <p:spPr>
            <a:xfrm>
              <a:off x="3892630" y="2293668"/>
              <a:ext cx="561932" cy="719231"/>
            </a:xfrm>
            <a:custGeom>
              <a:avLst/>
              <a:gdLst/>
              <a:ahLst/>
              <a:cxnLst/>
              <a:rect l="l" t="t" r="r" b="b"/>
              <a:pathLst>
                <a:path w="29490" h="37745" extrusionOk="0">
                  <a:moveTo>
                    <a:pt x="14359" y="1"/>
                  </a:moveTo>
                  <a:cubicBezTo>
                    <a:pt x="14359" y="1"/>
                    <a:pt x="11024" y="371"/>
                    <a:pt x="9291" y="3708"/>
                  </a:cubicBezTo>
                  <a:cubicBezTo>
                    <a:pt x="7560" y="7046"/>
                    <a:pt x="0" y="22197"/>
                    <a:pt x="645" y="23103"/>
                  </a:cubicBezTo>
                  <a:cubicBezTo>
                    <a:pt x="4320" y="28273"/>
                    <a:pt x="17690" y="31992"/>
                    <a:pt x="19051" y="33351"/>
                  </a:cubicBezTo>
                  <a:cubicBezTo>
                    <a:pt x="20410" y="34710"/>
                    <a:pt x="22146" y="36337"/>
                    <a:pt x="23505" y="37203"/>
                  </a:cubicBezTo>
                  <a:cubicBezTo>
                    <a:pt x="24148" y="37612"/>
                    <a:pt x="25097" y="37745"/>
                    <a:pt x="25970" y="37745"/>
                  </a:cubicBezTo>
                  <a:cubicBezTo>
                    <a:pt x="26941" y="37745"/>
                    <a:pt x="27819" y="37581"/>
                    <a:pt x="28079" y="37451"/>
                  </a:cubicBezTo>
                  <a:cubicBezTo>
                    <a:pt x="28572" y="37203"/>
                    <a:pt x="28944" y="36090"/>
                    <a:pt x="28079" y="36090"/>
                  </a:cubicBezTo>
                  <a:cubicBezTo>
                    <a:pt x="27214" y="36090"/>
                    <a:pt x="26771" y="35466"/>
                    <a:pt x="26647" y="34971"/>
                  </a:cubicBezTo>
                  <a:cubicBezTo>
                    <a:pt x="26621" y="34869"/>
                    <a:pt x="26665" y="34830"/>
                    <a:pt x="26757" y="34830"/>
                  </a:cubicBezTo>
                  <a:cubicBezTo>
                    <a:pt x="27035" y="34830"/>
                    <a:pt x="27753" y="35181"/>
                    <a:pt x="28332" y="35181"/>
                  </a:cubicBezTo>
                  <a:cubicBezTo>
                    <a:pt x="28484" y="35181"/>
                    <a:pt x="28626" y="35156"/>
                    <a:pt x="28748" y="35095"/>
                  </a:cubicBezTo>
                  <a:cubicBezTo>
                    <a:pt x="29489" y="34725"/>
                    <a:pt x="27088" y="33372"/>
                    <a:pt x="26348" y="32753"/>
                  </a:cubicBezTo>
                  <a:cubicBezTo>
                    <a:pt x="25607" y="32136"/>
                    <a:pt x="24988" y="31270"/>
                    <a:pt x="23999" y="31270"/>
                  </a:cubicBezTo>
                  <a:cubicBezTo>
                    <a:pt x="23011" y="31270"/>
                    <a:pt x="21154" y="31248"/>
                    <a:pt x="21154" y="31248"/>
                  </a:cubicBezTo>
                  <a:cubicBezTo>
                    <a:pt x="21154" y="31248"/>
                    <a:pt x="16599" y="27949"/>
                    <a:pt x="13849" y="25493"/>
                  </a:cubicBezTo>
                  <a:cubicBezTo>
                    <a:pt x="10143" y="22185"/>
                    <a:pt x="6876" y="20401"/>
                    <a:pt x="6876" y="20401"/>
                  </a:cubicBezTo>
                  <a:lnTo>
                    <a:pt x="15225" y="6675"/>
                  </a:lnTo>
                  <a:lnTo>
                    <a:pt x="143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4">
              <a:extLst>
                <a:ext uri="{FF2B5EF4-FFF2-40B4-BE49-F238E27FC236}">
                  <a16:creationId xmlns:a16="http://schemas.microsoft.com/office/drawing/2014/main" id="{291627D6-9FB9-0C88-CF64-08D61E8270B2}"/>
                </a:ext>
              </a:extLst>
            </p:cNvPr>
            <p:cNvSpPr/>
            <p:nvPr/>
          </p:nvSpPr>
          <p:spPr>
            <a:xfrm>
              <a:off x="3890801" y="2288332"/>
              <a:ext cx="558273" cy="729845"/>
            </a:xfrm>
            <a:custGeom>
              <a:avLst/>
              <a:gdLst/>
              <a:ahLst/>
              <a:cxnLst/>
              <a:rect l="l" t="t" r="r" b="b"/>
              <a:pathLst>
                <a:path w="29298" h="38302" extrusionOk="0">
                  <a:moveTo>
                    <a:pt x="14455" y="0"/>
                  </a:moveTo>
                  <a:cubicBezTo>
                    <a:pt x="14444" y="0"/>
                    <a:pt x="14434" y="1"/>
                    <a:pt x="14423" y="2"/>
                  </a:cubicBezTo>
                  <a:cubicBezTo>
                    <a:pt x="14281" y="18"/>
                    <a:pt x="10917" y="428"/>
                    <a:pt x="9137" y="3860"/>
                  </a:cubicBezTo>
                  <a:cubicBezTo>
                    <a:pt x="8325" y="5426"/>
                    <a:pt x="5981" y="10083"/>
                    <a:pt x="3919" y="14477"/>
                  </a:cubicBezTo>
                  <a:cubicBezTo>
                    <a:pt x="0" y="22828"/>
                    <a:pt x="333" y="23295"/>
                    <a:pt x="511" y="23546"/>
                  </a:cubicBezTo>
                  <a:cubicBezTo>
                    <a:pt x="3062" y="27132"/>
                    <a:pt x="10112" y="30001"/>
                    <a:pt x="14776" y="31900"/>
                  </a:cubicBezTo>
                  <a:cubicBezTo>
                    <a:pt x="16803" y="32724"/>
                    <a:pt x="18553" y="33437"/>
                    <a:pt x="18947" y="33831"/>
                  </a:cubicBezTo>
                  <a:cubicBezTo>
                    <a:pt x="20817" y="35699"/>
                    <a:pt x="22331" y="37007"/>
                    <a:pt x="23451" y="37721"/>
                  </a:cubicBezTo>
                  <a:cubicBezTo>
                    <a:pt x="24142" y="38160"/>
                    <a:pt x="25135" y="38301"/>
                    <a:pt x="26050" y="38301"/>
                  </a:cubicBezTo>
                  <a:cubicBezTo>
                    <a:pt x="27090" y="38301"/>
                    <a:pt x="28026" y="38119"/>
                    <a:pt x="28299" y="37982"/>
                  </a:cubicBezTo>
                  <a:cubicBezTo>
                    <a:pt x="28745" y="37760"/>
                    <a:pt x="29061" y="37107"/>
                    <a:pt x="28951" y="36638"/>
                  </a:cubicBezTo>
                  <a:cubicBezTo>
                    <a:pt x="28870" y="36296"/>
                    <a:pt x="28580" y="36090"/>
                    <a:pt x="28173" y="36090"/>
                  </a:cubicBezTo>
                  <a:cubicBezTo>
                    <a:pt x="27631" y="36090"/>
                    <a:pt x="27288" y="35785"/>
                    <a:pt x="27116" y="35451"/>
                  </a:cubicBezTo>
                  <a:lnTo>
                    <a:pt x="27116" y="35451"/>
                  </a:lnTo>
                  <a:cubicBezTo>
                    <a:pt x="27176" y="35469"/>
                    <a:pt x="27237" y="35489"/>
                    <a:pt x="27292" y="35505"/>
                  </a:cubicBezTo>
                  <a:cubicBezTo>
                    <a:pt x="27625" y="35610"/>
                    <a:pt x="28041" y="35740"/>
                    <a:pt x="28429" y="35740"/>
                  </a:cubicBezTo>
                  <a:cubicBezTo>
                    <a:pt x="28620" y="35740"/>
                    <a:pt x="28805" y="35708"/>
                    <a:pt x="28970" y="35626"/>
                  </a:cubicBezTo>
                  <a:cubicBezTo>
                    <a:pt x="29209" y="35507"/>
                    <a:pt x="29257" y="35319"/>
                    <a:pt x="29263" y="35216"/>
                  </a:cubicBezTo>
                  <a:cubicBezTo>
                    <a:pt x="29298" y="34728"/>
                    <a:pt x="28590" y="34203"/>
                    <a:pt x="27422" y="33395"/>
                  </a:cubicBezTo>
                  <a:cubicBezTo>
                    <a:pt x="27104" y="33175"/>
                    <a:pt x="26804" y="32968"/>
                    <a:pt x="26623" y="32817"/>
                  </a:cubicBezTo>
                  <a:cubicBezTo>
                    <a:pt x="26457" y="32679"/>
                    <a:pt x="26298" y="32527"/>
                    <a:pt x="26137" y="32377"/>
                  </a:cubicBezTo>
                  <a:cubicBezTo>
                    <a:pt x="25564" y="31831"/>
                    <a:pt x="24969" y="31268"/>
                    <a:pt x="24095" y="31268"/>
                  </a:cubicBezTo>
                  <a:cubicBezTo>
                    <a:pt x="23239" y="31268"/>
                    <a:pt x="21725" y="31254"/>
                    <a:pt x="21343" y="31249"/>
                  </a:cubicBezTo>
                  <a:cubicBezTo>
                    <a:pt x="20750" y="30816"/>
                    <a:pt x="16653" y="27813"/>
                    <a:pt x="14133" y="25564"/>
                  </a:cubicBezTo>
                  <a:cubicBezTo>
                    <a:pt x="11035" y="22799"/>
                    <a:pt x="8208" y="21074"/>
                    <a:pt x="7363" y="20581"/>
                  </a:cubicBezTo>
                  <a:lnTo>
                    <a:pt x="15562" y="7100"/>
                  </a:lnTo>
                  <a:cubicBezTo>
                    <a:pt x="15641" y="6968"/>
                    <a:pt x="15597" y="6797"/>
                    <a:pt x="15466" y="6717"/>
                  </a:cubicBezTo>
                  <a:cubicBezTo>
                    <a:pt x="15420" y="6689"/>
                    <a:pt x="15370" y="6676"/>
                    <a:pt x="15320" y="6676"/>
                  </a:cubicBezTo>
                  <a:cubicBezTo>
                    <a:pt x="15226" y="6676"/>
                    <a:pt x="15134" y="6723"/>
                    <a:pt x="15081" y="6809"/>
                  </a:cubicBezTo>
                  <a:lnTo>
                    <a:pt x="6732" y="20537"/>
                  </a:lnTo>
                  <a:cubicBezTo>
                    <a:pt x="6649" y="20674"/>
                    <a:pt x="6697" y="20852"/>
                    <a:pt x="6837" y="20929"/>
                  </a:cubicBezTo>
                  <a:cubicBezTo>
                    <a:pt x="6871" y="20947"/>
                    <a:pt x="10122" y="22738"/>
                    <a:pt x="13758" y="25983"/>
                  </a:cubicBezTo>
                  <a:cubicBezTo>
                    <a:pt x="16488" y="28420"/>
                    <a:pt x="21040" y="31723"/>
                    <a:pt x="21085" y="31757"/>
                  </a:cubicBezTo>
                  <a:cubicBezTo>
                    <a:pt x="21132" y="31791"/>
                    <a:pt x="21189" y="31810"/>
                    <a:pt x="21247" y="31811"/>
                  </a:cubicBezTo>
                  <a:cubicBezTo>
                    <a:pt x="21247" y="31811"/>
                    <a:pt x="23107" y="31831"/>
                    <a:pt x="24097" y="31831"/>
                  </a:cubicBezTo>
                  <a:cubicBezTo>
                    <a:pt x="24746" y="31831"/>
                    <a:pt x="25234" y="32295"/>
                    <a:pt x="25752" y="32785"/>
                  </a:cubicBezTo>
                  <a:cubicBezTo>
                    <a:pt x="25921" y="32944"/>
                    <a:pt x="26089" y="33103"/>
                    <a:pt x="26264" y="33249"/>
                  </a:cubicBezTo>
                  <a:cubicBezTo>
                    <a:pt x="26465" y="33417"/>
                    <a:pt x="26775" y="33631"/>
                    <a:pt x="27103" y="33859"/>
                  </a:cubicBezTo>
                  <a:cubicBezTo>
                    <a:pt x="27577" y="34185"/>
                    <a:pt x="28534" y="34846"/>
                    <a:pt x="28685" y="35138"/>
                  </a:cubicBezTo>
                  <a:cubicBezTo>
                    <a:pt x="28611" y="35168"/>
                    <a:pt x="28523" y="35180"/>
                    <a:pt x="28426" y="35180"/>
                  </a:cubicBezTo>
                  <a:cubicBezTo>
                    <a:pt x="28130" y="35180"/>
                    <a:pt x="27756" y="35062"/>
                    <a:pt x="27460" y="34970"/>
                  </a:cubicBezTo>
                  <a:cubicBezTo>
                    <a:pt x="27210" y="34891"/>
                    <a:pt x="27010" y="34828"/>
                    <a:pt x="26848" y="34828"/>
                  </a:cubicBezTo>
                  <a:cubicBezTo>
                    <a:pt x="26737" y="34828"/>
                    <a:pt x="26644" y="34858"/>
                    <a:pt x="26566" y="34932"/>
                  </a:cubicBezTo>
                  <a:cubicBezTo>
                    <a:pt x="26508" y="34987"/>
                    <a:pt x="26417" y="35110"/>
                    <a:pt x="26470" y="35320"/>
                  </a:cubicBezTo>
                  <a:cubicBezTo>
                    <a:pt x="26624" y="35934"/>
                    <a:pt x="27163" y="36652"/>
                    <a:pt x="28175" y="36652"/>
                  </a:cubicBezTo>
                  <a:cubicBezTo>
                    <a:pt x="28377" y="36652"/>
                    <a:pt x="28395" y="36727"/>
                    <a:pt x="28405" y="36767"/>
                  </a:cubicBezTo>
                  <a:cubicBezTo>
                    <a:pt x="28455" y="36981"/>
                    <a:pt x="28259" y="37374"/>
                    <a:pt x="28048" y="37479"/>
                  </a:cubicBezTo>
                  <a:cubicBezTo>
                    <a:pt x="27823" y="37591"/>
                    <a:pt x="26986" y="37744"/>
                    <a:pt x="26061" y="37744"/>
                  </a:cubicBezTo>
                  <a:cubicBezTo>
                    <a:pt x="25238" y="37744"/>
                    <a:pt x="24345" y="37623"/>
                    <a:pt x="23753" y="37245"/>
                  </a:cubicBezTo>
                  <a:cubicBezTo>
                    <a:pt x="22668" y="36555"/>
                    <a:pt x="21184" y="35272"/>
                    <a:pt x="19345" y="33433"/>
                  </a:cubicBezTo>
                  <a:cubicBezTo>
                    <a:pt x="18871" y="32959"/>
                    <a:pt x="17242" y="32297"/>
                    <a:pt x="14989" y="31379"/>
                  </a:cubicBezTo>
                  <a:cubicBezTo>
                    <a:pt x="10383" y="29505"/>
                    <a:pt x="3425" y="26674"/>
                    <a:pt x="986" y="23253"/>
                  </a:cubicBezTo>
                  <a:cubicBezTo>
                    <a:pt x="713" y="22192"/>
                    <a:pt x="6557" y="10057"/>
                    <a:pt x="9636" y="4118"/>
                  </a:cubicBezTo>
                  <a:cubicBezTo>
                    <a:pt x="11274" y="962"/>
                    <a:pt x="14454" y="564"/>
                    <a:pt x="14486" y="561"/>
                  </a:cubicBezTo>
                  <a:cubicBezTo>
                    <a:pt x="14640" y="543"/>
                    <a:pt x="14751" y="403"/>
                    <a:pt x="14734" y="250"/>
                  </a:cubicBezTo>
                  <a:cubicBezTo>
                    <a:pt x="14719" y="106"/>
                    <a:pt x="14596" y="0"/>
                    <a:pt x="14455"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4">
              <a:extLst>
                <a:ext uri="{FF2B5EF4-FFF2-40B4-BE49-F238E27FC236}">
                  <a16:creationId xmlns:a16="http://schemas.microsoft.com/office/drawing/2014/main" id="{E8285728-504F-C27D-DA93-022FBA9BC75D}"/>
                </a:ext>
              </a:extLst>
            </p:cNvPr>
            <p:cNvSpPr/>
            <p:nvPr/>
          </p:nvSpPr>
          <p:spPr>
            <a:xfrm>
              <a:off x="3898308" y="2547004"/>
              <a:ext cx="556254" cy="465895"/>
            </a:xfrm>
            <a:custGeom>
              <a:avLst/>
              <a:gdLst/>
              <a:ahLst/>
              <a:cxnLst/>
              <a:rect l="l" t="t" r="r" b="b"/>
              <a:pathLst>
                <a:path w="29192" h="24450" extrusionOk="0">
                  <a:moveTo>
                    <a:pt x="4262" y="1"/>
                  </a:moveTo>
                  <a:cubicBezTo>
                    <a:pt x="2037" y="4688"/>
                    <a:pt x="0" y="9319"/>
                    <a:pt x="347" y="9808"/>
                  </a:cubicBezTo>
                  <a:cubicBezTo>
                    <a:pt x="4022" y="14978"/>
                    <a:pt x="17392" y="18697"/>
                    <a:pt x="18753" y="20056"/>
                  </a:cubicBezTo>
                  <a:cubicBezTo>
                    <a:pt x="20112" y="21415"/>
                    <a:pt x="21848" y="23042"/>
                    <a:pt x="23207" y="23908"/>
                  </a:cubicBezTo>
                  <a:cubicBezTo>
                    <a:pt x="23850" y="24317"/>
                    <a:pt x="24799" y="24450"/>
                    <a:pt x="25672" y="24450"/>
                  </a:cubicBezTo>
                  <a:cubicBezTo>
                    <a:pt x="26643" y="24450"/>
                    <a:pt x="27521" y="24286"/>
                    <a:pt x="27781" y="24156"/>
                  </a:cubicBezTo>
                  <a:cubicBezTo>
                    <a:pt x="28274" y="23908"/>
                    <a:pt x="28646" y="22795"/>
                    <a:pt x="27781" y="22795"/>
                  </a:cubicBezTo>
                  <a:cubicBezTo>
                    <a:pt x="26916" y="22795"/>
                    <a:pt x="26473" y="22171"/>
                    <a:pt x="26349" y="21676"/>
                  </a:cubicBezTo>
                  <a:cubicBezTo>
                    <a:pt x="26323" y="21574"/>
                    <a:pt x="26367" y="21535"/>
                    <a:pt x="26459" y="21535"/>
                  </a:cubicBezTo>
                  <a:cubicBezTo>
                    <a:pt x="26737" y="21535"/>
                    <a:pt x="27455" y="21886"/>
                    <a:pt x="28034" y="21886"/>
                  </a:cubicBezTo>
                  <a:cubicBezTo>
                    <a:pt x="28186" y="21886"/>
                    <a:pt x="28328" y="21861"/>
                    <a:pt x="28450" y="21800"/>
                  </a:cubicBezTo>
                  <a:cubicBezTo>
                    <a:pt x="29191" y="21429"/>
                    <a:pt x="26792" y="20077"/>
                    <a:pt x="26050" y="19458"/>
                  </a:cubicBezTo>
                  <a:cubicBezTo>
                    <a:pt x="25309" y="18840"/>
                    <a:pt x="24690" y="17975"/>
                    <a:pt x="23701" y="17975"/>
                  </a:cubicBezTo>
                  <a:cubicBezTo>
                    <a:pt x="22713" y="17975"/>
                    <a:pt x="20856" y="17953"/>
                    <a:pt x="20856" y="17953"/>
                  </a:cubicBezTo>
                  <a:cubicBezTo>
                    <a:pt x="20856" y="17953"/>
                    <a:pt x="16301" y="14654"/>
                    <a:pt x="13551" y="12198"/>
                  </a:cubicBezTo>
                  <a:cubicBezTo>
                    <a:pt x="9845" y="8890"/>
                    <a:pt x="6578" y="7106"/>
                    <a:pt x="6578" y="7106"/>
                  </a:cubicBezTo>
                  <a:lnTo>
                    <a:pt x="9919" y="1614"/>
                  </a:lnTo>
                  <a:cubicBezTo>
                    <a:pt x="7727" y="240"/>
                    <a:pt x="5424" y="15"/>
                    <a:pt x="42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4">
              <a:extLst>
                <a:ext uri="{FF2B5EF4-FFF2-40B4-BE49-F238E27FC236}">
                  <a16:creationId xmlns:a16="http://schemas.microsoft.com/office/drawing/2014/main" id="{DB0E211D-9B96-404B-9FBD-D1C903529102}"/>
                </a:ext>
              </a:extLst>
            </p:cNvPr>
            <p:cNvSpPr/>
            <p:nvPr/>
          </p:nvSpPr>
          <p:spPr>
            <a:xfrm>
              <a:off x="3890286" y="2541669"/>
              <a:ext cx="558788" cy="476508"/>
            </a:xfrm>
            <a:custGeom>
              <a:avLst/>
              <a:gdLst/>
              <a:ahLst/>
              <a:cxnLst/>
              <a:rect l="l" t="t" r="r" b="b"/>
              <a:pathLst>
                <a:path w="29325" h="25007" extrusionOk="0">
                  <a:moveTo>
                    <a:pt x="4859" y="567"/>
                  </a:moveTo>
                  <a:cubicBezTo>
                    <a:pt x="6001" y="600"/>
                    <a:pt x="8006" y="845"/>
                    <a:pt x="9955" y="1989"/>
                  </a:cubicBezTo>
                  <a:lnTo>
                    <a:pt x="6761" y="7242"/>
                  </a:lnTo>
                  <a:cubicBezTo>
                    <a:pt x="6676" y="7379"/>
                    <a:pt x="6724" y="7557"/>
                    <a:pt x="6866" y="7634"/>
                  </a:cubicBezTo>
                  <a:cubicBezTo>
                    <a:pt x="6898" y="7652"/>
                    <a:pt x="10146" y="9440"/>
                    <a:pt x="13786" y="12688"/>
                  </a:cubicBezTo>
                  <a:cubicBezTo>
                    <a:pt x="16517" y="15125"/>
                    <a:pt x="21067" y="18428"/>
                    <a:pt x="21112" y="18462"/>
                  </a:cubicBezTo>
                  <a:cubicBezTo>
                    <a:pt x="21160" y="18496"/>
                    <a:pt x="21217" y="18515"/>
                    <a:pt x="21276" y="18516"/>
                  </a:cubicBezTo>
                  <a:cubicBezTo>
                    <a:pt x="21276" y="18516"/>
                    <a:pt x="23134" y="18536"/>
                    <a:pt x="24124" y="18536"/>
                  </a:cubicBezTo>
                  <a:cubicBezTo>
                    <a:pt x="24773" y="18536"/>
                    <a:pt x="25261" y="18999"/>
                    <a:pt x="25781" y="19489"/>
                  </a:cubicBezTo>
                  <a:cubicBezTo>
                    <a:pt x="25948" y="19649"/>
                    <a:pt x="26118" y="19808"/>
                    <a:pt x="26293" y="19954"/>
                  </a:cubicBezTo>
                  <a:cubicBezTo>
                    <a:pt x="26492" y="20122"/>
                    <a:pt x="26803" y="20336"/>
                    <a:pt x="27131" y="20564"/>
                  </a:cubicBezTo>
                  <a:cubicBezTo>
                    <a:pt x="27605" y="20890"/>
                    <a:pt x="28561" y="21551"/>
                    <a:pt x="28712" y="21843"/>
                  </a:cubicBezTo>
                  <a:cubicBezTo>
                    <a:pt x="28638" y="21873"/>
                    <a:pt x="28550" y="21885"/>
                    <a:pt x="28453" y="21885"/>
                  </a:cubicBezTo>
                  <a:cubicBezTo>
                    <a:pt x="28158" y="21885"/>
                    <a:pt x="27783" y="21767"/>
                    <a:pt x="27489" y="21675"/>
                  </a:cubicBezTo>
                  <a:cubicBezTo>
                    <a:pt x="27238" y="21596"/>
                    <a:pt x="27037" y="21533"/>
                    <a:pt x="26876" y="21533"/>
                  </a:cubicBezTo>
                  <a:cubicBezTo>
                    <a:pt x="26765" y="21533"/>
                    <a:pt x="26672" y="21563"/>
                    <a:pt x="26593" y="21637"/>
                  </a:cubicBezTo>
                  <a:cubicBezTo>
                    <a:pt x="26536" y="21692"/>
                    <a:pt x="26446" y="21815"/>
                    <a:pt x="26498" y="22025"/>
                  </a:cubicBezTo>
                  <a:cubicBezTo>
                    <a:pt x="26653" y="22639"/>
                    <a:pt x="27191" y="23357"/>
                    <a:pt x="28202" y="23357"/>
                  </a:cubicBezTo>
                  <a:cubicBezTo>
                    <a:pt x="28406" y="23357"/>
                    <a:pt x="28423" y="23432"/>
                    <a:pt x="28432" y="23472"/>
                  </a:cubicBezTo>
                  <a:cubicBezTo>
                    <a:pt x="28483" y="23686"/>
                    <a:pt x="28286" y="24079"/>
                    <a:pt x="28076" y="24184"/>
                  </a:cubicBezTo>
                  <a:cubicBezTo>
                    <a:pt x="27851" y="24296"/>
                    <a:pt x="27014" y="24449"/>
                    <a:pt x="26089" y="24449"/>
                  </a:cubicBezTo>
                  <a:cubicBezTo>
                    <a:pt x="25266" y="24449"/>
                    <a:pt x="24373" y="24328"/>
                    <a:pt x="23780" y="23950"/>
                  </a:cubicBezTo>
                  <a:cubicBezTo>
                    <a:pt x="22696" y="23260"/>
                    <a:pt x="21213" y="21977"/>
                    <a:pt x="19374" y="20138"/>
                  </a:cubicBezTo>
                  <a:cubicBezTo>
                    <a:pt x="18900" y="19664"/>
                    <a:pt x="17271" y="19002"/>
                    <a:pt x="15016" y="18084"/>
                  </a:cubicBezTo>
                  <a:cubicBezTo>
                    <a:pt x="10411" y="16210"/>
                    <a:pt x="3452" y="13379"/>
                    <a:pt x="1013" y="9958"/>
                  </a:cubicBezTo>
                  <a:cubicBezTo>
                    <a:pt x="964" y="9762"/>
                    <a:pt x="1096" y="8511"/>
                    <a:pt x="4859" y="567"/>
                  </a:cubicBezTo>
                  <a:close/>
                  <a:moveTo>
                    <a:pt x="4686" y="1"/>
                  </a:moveTo>
                  <a:cubicBezTo>
                    <a:pt x="4562" y="13"/>
                    <a:pt x="4476" y="62"/>
                    <a:pt x="4429" y="161"/>
                  </a:cubicBezTo>
                  <a:cubicBezTo>
                    <a:pt x="1" y="9494"/>
                    <a:pt x="350" y="9987"/>
                    <a:pt x="538" y="10251"/>
                  </a:cubicBezTo>
                  <a:cubicBezTo>
                    <a:pt x="3089" y="13837"/>
                    <a:pt x="10139" y="16706"/>
                    <a:pt x="14803" y="18605"/>
                  </a:cubicBezTo>
                  <a:cubicBezTo>
                    <a:pt x="16830" y="19429"/>
                    <a:pt x="18580" y="20142"/>
                    <a:pt x="18974" y="20536"/>
                  </a:cubicBezTo>
                  <a:cubicBezTo>
                    <a:pt x="20844" y="22404"/>
                    <a:pt x="22358" y="23712"/>
                    <a:pt x="23478" y="24426"/>
                  </a:cubicBezTo>
                  <a:cubicBezTo>
                    <a:pt x="24169" y="24865"/>
                    <a:pt x="25162" y="25006"/>
                    <a:pt x="26077" y="25006"/>
                  </a:cubicBezTo>
                  <a:cubicBezTo>
                    <a:pt x="27117" y="25006"/>
                    <a:pt x="28053" y="24824"/>
                    <a:pt x="28326" y="24687"/>
                  </a:cubicBezTo>
                  <a:cubicBezTo>
                    <a:pt x="28772" y="24465"/>
                    <a:pt x="29088" y="23812"/>
                    <a:pt x="28978" y="23343"/>
                  </a:cubicBezTo>
                  <a:cubicBezTo>
                    <a:pt x="28897" y="23001"/>
                    <a:pt x="28606" y="22795"/>
                    <a:pt x="28200" y="22795"/>
                  </a:cubicBezTo>
                  <a:cubicBezTo>
                    <a:pt x="27658" y="22795"/>
                    <a:pt x="27315" y="22490"/>
                    <a:pt x="27143" y="22156"/>
                  </a:cubicBezTo>
                  <a:lnTo>
                    <a:pt x="27143" y="22156"/>
                  </a:lnTo>
                  <a:cubicBezTo>
                    <a:pt x="27203" y="22174"/>
                    <a:pt x="27264" y="22194"/>
                    <a:pt x="27318" y="22210"/>
                  </a:cubicBezTo>
                  <a:cubicBezTo>
                    <a:pt x="27652" y="22315"/>
                    <a:pt x="28068" y="22445"/>
                    <a:pt x="28455" y="22445"/>
                  </a:cubicBezTo>
                  <a:cubicBezTo>
                    <a:pt x="28647" y="22445"/>
                    <a:pt x="28831" y="22413"/>
                    <a:pt x="28995" y="22331"/>
                  </a:cubicBezTo>
                  <a:cubicBezTo>
                    <a:pt x="29236" y="22212"/>
                    <a:pt x="29282" y="22024"/>
                    <a:pt x="29290" y="21921"/>
                  </a:cubicBezTo>
                  <a:cubicBezTo>
                    <a:pt x="29325" y="21433"/>
                    <a:pt x="28617" y="20908"/>
                    <a:pt x="27449" y="20100"/>
                  </a:cubicBezTo>
                  <a:cubicBezTo>
                    <a:pt x="27131" y="19881"/>
                    <a:pt x="26831" y="19673"/>
                    <a:pt x="26650" y="19522"/>
                  </a:cubicBezTo>
                  <a:cubicBezTo>
                    <a:pt x="26484" y="19384"/>
                    <a:pt x="26323" y="19232"/>
                    <a:pt x="26164" y="19080"/>
                  </a:cubicBezTo>
                  <a:cubicBezTo>
                    <a:pt x="25590" y="18536"/>
                    <a:pt x="24995" y="17973"/>
                    <a:pt x="24122" y="17973"/>
                  </a:cubicBezTo>
                  <a:cubicBezTo>
                    <a:pt x="23266" y="17973"/>
                    <a:pt x="21752" y="17957"/>
                    <a:pt x="21369" y="17954"/>
                  </a:cubicBezTo>
                  <a:cubicBezTo>
                    <a:pt x="20777" y="17521"/>
                    <a:pt x="16680" y="14518"/>
                    <a:pt x="14160" y="12268"/>
                  </a:cubicBezTo>
                  <a:cubicBezTo>
                    <a:pt x="11062" y="9504"/>
                    <a:pt x="8235" y="7779"/>
                    <a:pt x="7390" y="7286"/>
                  </a:cubicBezTo>
                  <a:lnTo>
                    <a:pt x="10581" y="2040"/>
                  </a:lnTo>
                  <a:cubicBezTo>
                    <a:pt x="10659" y="1909"/>
                    <a:pt x="10619" y="1736"/>
                    <a:pt x="10489" y="1655"/>
                  </a:cubicBezTo>
                  <a:cubicBezTo>
                    <a:pt x="8246" y="250"/>
                    <a:pt x="5889" y="15"/>
                    <a:pt x="468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4">
              <a:extLst>
                <a:ext uri="{FF2B5EF4-FFF2-40B4-BE49-F238E27FC236}">
                  <a16:creationId xmlns:a16="http://schemas.microsoft.com/office/drawing/2014/main" id="{CCBE29AD-FDDC-D6F2-53FC-647B48884596}"/>
                </a:ext>
              </a:extLst>
            </p:cNvPr>
            <p:cNvSpPr/>
            <p:nvPr/>
          </p:nvSpPr>
          <p:spPr>
            <a:xfrm>
              <a:off x="4220147" y="1881641"/>
              <a:ext cx="299278" cy="334987"/>
            </a:xfrm>
            <a:custGeom>
              <a:avLst/>
              <a:gdLst/>
              <a:ahLst/>
              <a:cxnLst/>
              <a:rect l="l" t="t" r="r" b="b"/>
              <a:pathLst>
                <a:path w="15706" h="17580" extrusionOk="0">
                  <a:moveTo>
                    <a:pt x="12548" y="1"/>
                  </a:moveTo>
                  <a:lnTo>
                    <a:pt x="12532" y="12"/>
                  </a:lnTo>
                  <a:cubicBezTo>
                    <a:pt x="11458" y="1872"/>
                    <a:pt x="8354" y="2973"/>
                    <a:pt x="6979" y="3396"/>
                  </a:cubicBezTo>
                  <a:cubicBezTo>
                    <a:pt x="5468" y="3861"/>
                    <a:pt x="7676" y="4907"/>
                    <a:pt x="7444" y="6303"/>
                  </a:cubicBezTo>
                  <a:cubicBezTo>
                    <a:pt x="7211" y="7698"/>
                    <a:pt x="4189" y="8512"/>
                    <a:pt x="4189" y="8512"/>
                  </a:cubicBezTo>
                  <a:cubicBezTo>
                    <a:pt x="4189" y="8512"/>
                    <a:pt x="3324" y="6653"/>
                    <a:pt x="2096" y="6653"/>
                  </a:cubicBezTo>
                  <a:cubicBezTo>
                    <a:pt x="868" y="6653"/>
                    <a:pt x="0" y="9462"/>
                    <a:pt x="702" y="10955"/>
                  </a:cubicBezTo>
                  <a:cubicBezTo>
                    <a:pt x="1184" y="11981"/>
                    <a:pt x="2041" y="12142"/>
                    <a:pt x="2530" y="12142"/>
                  </a:cubicBezTo>
                  <a:cubicBezTo>
                    <a:pt x="2751" y="12142"/>
                    <a:pt x="2897" y="12109"/>
                    <a:pt x="2897" y="12109"/>
                  </a:cubicBezTo>
                  <a:lnTo>
                    <a:pt x="2897" y="12109"/>
                  </a:lnTo>
                  <a:cubicBezTo>
                    <a:pt x="2897" y="12109"/>
                    <a:pt x="2809" y="14740"/>
                    <a:pt x="4476" y="15529"/>
                  </a:cubicBezTo>
                  <a:cubicBezTo>
                    <a:pt x="6143" y="16319"/>
                    <a:pt x="8951" y="17372"/>
                    <a:pt x="10003" y="17547"/>
                  </a:cubicBezTo>
                  <a:cubicBezTo>
                    <a:pt x="10130" y="17568"/>
                    <a:pt x="10258" y="17579"/>
                    <a:pt x="10384" y="17579"/>
                  </a:cubicBezTo>
                  <a:cubicBezTo>
                    <a:pt x="11302" y="17579"/>
                    <a:pt x="12162" y="17005"/>
                    <a:pt x="12548" y="15618"/>
                  </a:cubicBezTo>
                  <a:cubicBezTo>
                    <a:pt x="12985" y="14038"/>
                    <a:pt x="13249" y="10792"/>
                    <a:pt x="13249" y="10792"/>
                  </a:cubicBezTo>
                  <a:cubicBezTo>
                    <a:pt x="13249" y="10792"/>
                    <a:pt x="14829" y="9740"/>
                    <a:pt x="15266" y="9126"/>
                  </a:cubicBezTo>
                  <a:cubicBezTo>
                    <a:pt x="15705" y="8512"/>
                    <a:pt x="14126" y="7897"/>
                    <a:pt x="13688" y="7020"/>
                  </a:cubicBezTo>
                  <a:cubicBezTo>
                    <a:pt x="13249" y="6142"/>
                    <a:pt x="13249" y="5441"/>
                    <a:pt x="13424" y="4211"/>
                  </a:cubicBezTo>
                  <a:cubicBezTo>
                    <a:pt x="13601" y="2983"/>
                    <a:pt x="12548" y="1"/>
                    <a:pt x="125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4">
              <a:extLst>
                <a:ext uri="{FF2B5EF4-FFF2-40B4-BE49-F238E27FC236}">
                  <a16:creationId xmlns:a16="http://schemas.microsoft.com/office/drawing/2014/main" id="{92324EEF-940E-3078-4220-F32A9255F510}"/>
                </a:ext>
              </a:extLst>
            </p:cNvPr>
            <p:cNvSpPr/>
            <p:nvPr/>
          </p:nvSpPr>
          <p:spPr>
            <a:xfrm>
              <a:off x="4218337" y="1876439"/>
              <a:ext cx="304842" cy="345581"/>
            </a:xfrm>
            <a:custGeom>
              <a:avLst/>
              <a:gdLst/>
              <a:ahLst/>
              <a:cxnLst/>
              <a:rect l="l" t="t" r="r" b="b"/>
              <a:pathLst>
                <a:path w="15998" h="18136" extrusionOk="0">
                  <a:moveTo>
                    <a:pt x="12552" y="892"/>
                  </a:moveTo>
                  <a:cubicBezTo>
                    <a:pt x="12880" y="1920"/>
                    <a:pt x="13354" y="3654"/>
                    <a:pt x="13242" y="4446"/>
                  </a:cubicBezTo>
                  <a:cubicBezTo>
                    <a:pt x="13061" y="5706"/>
                    <a:pt x="13058" y="6473"/>
                    <a:pt x="13532" y="7419"/>
                  </a:cubicBezTo>
                  <a:cubicBezTo>
                    <a:pt x="13741" y="7839"/>
                    <a:pt x="14156" y="8186"/>
                    <a:pt x="14523" y="8492"/>
                  </a:cubicBezTo>
                  <a:cubicBezTo>
                    <a:pt x="14927" y="8830"/>
                    <a:pt x="15228" y="9100"/>
                    <a:pt x="15134" y="9234"/>
                  </a:cubicBezTo>
                  <a:cubicBezTo>
                    <a:pt x="14798" y="9704"/>
                    <a:pt x="13615" y="10545"/>
                    <a:pt x="13188" y="10831"/>
                  </a:cubicBezTo>
                  <a:cubicBezTo>
                    <a:pt x="13117" y="10879"/>
                    <a:pt x="13071" y="10957"/>
                    <a:pt x="13064" y="11043"/>
                  </a:cubicBezTo>
                  <a:cubicBezTo>
                    <a:pt x="13061" y="11075"/>
                    <a:pt x="12797" y="14281"/>
                    <a:pt x="12371" y="15815"/>
                  </a:cubicBezTo>
                  <a:cubicBezTo>
                    <a:pt x="12056" y="16949"/>
                    <a:pt x="11379" y="17572"/>
                    <a:pt x="10487" y="17572"/>
                  </a:cubicBezTo>
                  <a:cubicBezTo>
                    <a:pt x="10376" y="17572"/>
                    <a:pt x="10262" y="17563"/>
                    <a:pt x="10144" y="17543"/>
                  </a:cubicBezTo>
                  <a:cubicBezTo>
                    <a:pt x="9112" y="17371"/>
                    <a:pt x="6284" y="16302"/>
                    <a:pt x="4691" y="15548"/>
                  </a:cubicBezTo>
                  <a:cubicBezTo>
                    <a:pt x="3214" y="14848"/>
                    <a:pt x="3273" y="12414"/>
                    <a:pt x="3273" y="12390"/>
                  </a:cubicBezTo>
                  <a:cubicBezTo>
                    <a:pt x="3278" y="12231"/>
                    <a:pt x="3149" y="12100"/>
                    <a:pt x="2990" y="12100"/>
                  </a:cubicBezTo>
                  <a:cubicBezTo>
                    <a:pt x="2972" y="12100"/>
                    <a:pt x="2951" y="12102"/>
                    <a:pt x="2931" y="12106"/>
                  </a:cubicBezTo>
                  <a:cubicBezTo>
                    <a:pt x="2915" y="12109"/>
                    <a:pt x="2796" y="12134"/>
                    <a:pt x="2621" y="12134"/>
                  </a:cubicBezTo>
                  <a:cubicBezTo>
                    <a:pt x="2205" y="12134"/>
                    <a:pt x="1469" y="11996"/>
                    <a:pt x="1051" y="11107"/>
                  </a:cubicBezTo>
                  <a:cubicBezTo>
                    <a:pt x="606" y="10162"/>
                    <a:pt x="871" y="8636"/>
                    <a:pt x="1399" y="7805"/>
                  </a:cubicBezTo>
                  <a:cubicBezTo>
                    <a:pt x="1541" y="7582"/>
                    <a:pt x="1832" y="7207"/>
                    <a:pt x="2191" y="7207"/>
                  </a:cubicBezTo>
                  <a:cubicBezTo>
                    <a:pt x="3049" y="7207"/>
                    <a:pt x="3809" y="8432"/>
                    <a:pt x="4029" y="8905"/>
                  </a:cubicBezTo>
                  <a:cubicBezTo>
                    <a:pt x="4076" y="9005"/>
                    <a:pt x="4176" y="9067"/>
                    <a:pt x="4283" y="9067"/>
                  </a:cubicBezTo>
                  <a:cubicBezTo>
                    <a:pt x="4307" y="9067"/>
                    <a:pt x="4332" y="9063"/>
                    <a:pt x="4357" y="9056"/>
                  </a:cubicBezTo>
                  <a:cubicBezTo>
                    <a:pt x="4685" y="8969"/>
                    <a:pt x="7561" y="8152"/>
                    <a:pt x="7817" y="6622"/>
                  </a:cubicBezTo>
                  <a:cubicBezTo>
                    <a:pt x="7939" y="5887"/>
                    <a:pt x="7512" y="5270"/>
                    <a:pt x="7169" y="4774"/>
                  </a:cubicBezTo>
                  <a:cubicBezTo>
                    <a:pt x="7009" y="4544"/>
                    <a:pt x="6790" y="4227"/>
                    <a:pt x="6826" y="4121"/>
                  </a:cubicBezTo>
                  <a:cubicBezTo>
                    <a:pt x="6829" y="4112"/>
                    <a:pt x="6866" y="4029"/>
                    <a:pt x="7157" y="3939"/>
                  </a:cubicBezTo>
                  <a:cubicBezTo>
                    <a:pt x="8687" y="3469"/>
                    <a:pt x="11296" y="2476"/>
                    <a:pt x="12552" y="892"/>
                  </a:cubicBezTo>
                  <a:close/>
                  <a:moveTo>
                    <a:pt x="12638" y="0"/>
                  </a:moveTo>
                  <a:cubicBezTo>
                    <a:pt x="12571" y="0"/>
                    <a:pt x="12505" y="22"/>
                    <a:pt x="12451" y="65"/>
                  </a:cubicBezTo>
                  <a:cubicBezTo>
                    <a:pt x="12424" y="87"/>
                    <a:pt x="12400" y="115"/>
                    <a:pt x="12383" y="145"/>
                  </a:cubicBezTo>
                  <a:cubicBezTo>
                    <a:pt x="11409" y="1834"/>
                    <a:pt x="8587" y="2910"/>
                    <a:pt x="6992" y="3400"/>
                  </a:cubicBezTo>
                  <a:cubicBezTo>
                    <a:pt x="6606" y="3519"/>
                    <a:pt x="6378" y="3694"/>
                    <a:pt x="6295" y="3937"/>
                  </a:cubicBezTo>
                  <a:cubicBezTo>
                    <a:pt x="6166" y="4312"/>
                    <a:pt x="6428" y="4693"/>
                    <a:pt x="6707" y="5094"/>
                  </a:cubicBezTo>
                  <a:cubicBezTo>
                    <a:pt x="7007" y="5527"/>
                    <a:pt x="7348" y="6018"/>
                    <a:pt x="7262" y="6529"/>
                  </a:cubicBezTo>
                  <a:cubicBezTo>
                    <a:pt x="7111" y="7445"/>
                    <a:pt x="5331" y="8173"/>
                    <a:pt x="4429" y="8450"/>
                  </a:cubicBezTo>
                  <a:cubicBezTo>
                    <a:pt x="4143" y="7926"/>
                    <a:pt x="3323" y="6643"/>
                    <a:pt x="2191" y="6643"/>
                  </a:cubicBezTo>
                  <a:cubicBezTo>
                    <a:pt x="1720" y="6643"/>
                    <a:pt x="1283" y="6940"/>
                    <a:pt x="925" y="7503"/>
                  </a:cubicBezTo>
                  <a:cubicBezTo>
                    <a:pt x="320" y="8455"/>
                    <a:pt x="1" y="10197"/>
                    <a:pt x="542" y="11346"/>
                  </a:cubicBezTo>
                  <a:cubicBezTo>
                    <a:pt x="1046" y="12417"/>
                    <a:pt x="1973" y="12699"/>
                    <a:pt x="2623" y="12699"/>
                  </a:cubicBezTo>
                  <a:cubicBezTo>
                    <a:pt x="2655" y="12699"/>
                    <a:pt x="2686" y="12698"/>
                    <a:pt x="2716" y="12697"/>
                  </a:cubicBezTo>
                  <a:cubicBezTo>
                    <a:pt x="2751" y="13465"/>
                    <a:pt x="2989" y="15363"/>
                    <a:pt x="4450" y="16055"/>
                  </a:cubicBezTo>
                  <a:cubicBezTo>
                    <a:pt x="6085" y="16830"/>
                    <a:pt x="8948" y="17912"/>
                    <a:pt x="10051" y="18097"/>
                  </a:cubicBezTo>
                  <a:cubicBezTo>
                    <a:pt x="10198" y="18122"/>
                    <a:pt x="10348" y="18134"/>
                    <a:pt x="10497" y="18135"/>
                  </a:cubicBezTo>
                  <a:cubicBezTo>
                    <a:pt x="11642" y="18135"/>
                    <a:pt x="12527" y="17351"/>
                    <a:pt x="12914" y="15964"/>
                  </a:cubicBezTo>
                  <a:cubicBezTo>
                    <a:pt x="13309" y="14542"/>
                    <a:pt x="13558" y="11860"/>
                    <a:pt x="13614" y="11221"/>
                  </a:cubicBezTo>
                  <a:cubicBezTo>
                    <a:pt x="13992" y="10963"/>
                    <a:pt x="15195" y="10115"/>
                    <a:pt x="15592" y="9560"/>
                  </a:cubicBezTo>
                  <a:cubicBezTo>
                    <a:pt x="15997" y="8991"/>
                    <a:pt x="15406" y="8496"/>
                    <a:pt x="14884" y="8059"/>
                  </a:cubicBezTo>
                  <a:cubicBezTo>
                    <a:pt x="14560" y="7787"/>
                    <a:pt x="14193" y="7481"/>
                    <a:pt x="14035" y="7166"/>
                  </a:cubicBezTo>
                  <a:cubicBezTo>
                    <a:pt x="13626" y="6349"/>
                    <a:pt x="13631" y="5690"/>
                    <a:pt x="13798" y="4523"/>
                  </a:cubicBezTo>
                  <a:cubicBezTo>
                    <a:pt x="13981" y="3243"/>
                    <a:pt x="12952" y="304"/>
                    <a:pt x="12908" y="180"/>
                  </a:cubicBezTo>
                  <a:cubicBezTo>
                    <a:pt x="12877" y="94"/>
                    <a:pt x="12800" y="34"/>
                    <a:pt x="12713" y="10"/>
                  </a:cubicBezTo>
                  <a:cubicBezTo>
                    <a:pt x="12688" y="3"/>
                    <a:pt x="12663" y="0"/>
                    <a:pt x="1263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4">
              <a:extLst>
                <a:ext uri="{FF2B5EF4-FFF2-40B4-BE49-F238E27FC236}">
                  <a16:creationId xmlns:a16="http://schemas.microsoft.com/office/drawing/2014/main" id="{E574C5A3-4B44-3BE5-774A-0435FF05380C}"/>
                </a:ext>
              </a:extLst>
            </p:cNvPr>
            <p:cNvSpPr/>
            <p:nvPr/>
          </p:nvSpPr>
          <p:spPr>
            <a:xfrm>
              <a:off x="4435088" y="1999535"/>
              <a:ext cx="13319" cy="33251"/>
            </a:xfrm>
            <a:custGeom>
              <a:avLst/>
              <a:gdLst/>
              <a:ahLst/>
              <a:cxnLst/>
              <a:rect l="l" t="t" r="r" b="b"/>
              <a:pathLst>
                <a:path w="699" h="1745" extrusionOk="0">
                  <a:moveTo>
                    <a:pt x="350" y="0"/>
                  </a:moveTo>
                  <a:cubicBezTo>
                    <a:pt x="158" y="0"/>
                    <a:pt x="0" y="391"/>
                    <a:pt x="0" y="872"/>
                  </a:cubicBezTo>
                  <a:cubicBezTo>
                    <a:pt x="0" y="1354"/>
                    <a:pt x="156" y="1745"/>
                    <a:pt x="350" y="1745"/>
                  </a:cubicBezTo>
                  <a:cubicBezTo>
                    <a:pt x="543" y="1745"/>
                    <a:pt x="699" y="1354"/>
                    <a:pt x="699" y="872"/>
                  </a:cubicBezTo>
                  <a:cubicBezTo>
                    <a:pt x="699" y="391"/>
                    <a:pt x="543" y="0"/>
                    <a:pt x="35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4">
              <a:extLst>
                <a:ext uri="{FF2B5EF4-FFF2-40B4-BE49-F238E27FC236}">
                  <a16:creationId xmlns:a16="http://schemas.microsoft.com/office/drawing/2014/main" id="{E96538A5-6FFF-5E12-C76E-46B0729D1709}"/>
                </a:ext>
              </a:extLst>
            </p:cNvPr>
            <p:cNvSpPr/>
            <p:nvPr/>
          </p:nvSpPr>
          <p:spPr>
            <a:xfrm>
              <a:off x="4412507" y="1966951"/>
              <a:ext cx="43998" cy="26868"/>
            </a:xfrm>
            <a:custGeom>
              <a:avLst/>
              <a:gdLst/>
              <a:ahLst/>
              <a:cxnLst/>
              <a:rect l="l" t="t" r="r" b="b"/>
              <a:pathLst>
                <a:path w="2309" h="1410" extrusionOk="0">
                  <a:moveTo>
                    <a:pt x="1783" y="0"/>
                  </a:moveTo>
                  <a:cubicBezTo>
                    <a:pt x="1021" y="0"/>
                    <a:pt x="257" y="835"/>
                    <a:pt x="163" y="942"/>
                  </a:cubicBezTo>
                  <a:cubicBezTo>
                    <a:pt x="1" y="1124"/>
                    <a:pt x="129" y="1410"/>
                    <a:pt x="371" y="1410"/>
                  </a:cubicBezTo>
                  <a:cubicBezTo>
                    <a:pt x="452" y="1410"/>
                    <a:pt x="529" y="1376"/>
                    <a:pt x="581" y="1317"/>
                  </a:cubicBezTo>
                  <a:cubicBezTo>
                    <a:pt x="771" y="1103"/>
                    <a:pt x="1359" y="562"/>
                    <a:pt x="1781" y="562"/>
                  </a:cubicBezTo>
                  <a:cubicBezTo>
                    <a:pt x="1826" y="562"/>
                    <a:pt x="1869" y="568"/>
                    <a:pt x="1910" y="581"/>
                  </a:cubicBezTo>
                  <a:cubicBezTo>
                    <a:pt x="1938" y="590"/>
                    <a:pt x="1966" y="594"/>
                    <a:pt x="1994" y="594"/>
                  </a:cubicBezTo>
                  <a:cubicBezTo>
                    <a:pt x="2111" y="594"/>
                    <a:pt x="2221" y="520"/>
                    <a:pt x="2260" y="402"/>
                  </a:cubicBezTo>
                  <a:cubicBezTo>
                    <a:pt x="2308" y="258"/>
                    <a:pt x="2232" y="100"/>
                    <a:pt x="2088" y="49"/>
                  </a:cubicBezTo>
                  <a:cubicBezTo>
                    <a:pt x="1987" y="15"/>
                    <a:pt x="1885" y="0"/>
                    <a:pt x="178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4">
              <a:extLst>
                <a:ext uri="{FF2B5EF4-FFF2-40B4-BE49-F238E27FC236}">
                  <a16:creationId xmlns:a16="http://schemas.microsoft.com/office/drawing/2014/main" id="{0A5691FC-3116-8002-7C4A-037ABD559B51}"/>
                </a:ext>
              </a:extLst>
            </p:cNvPr>
            <p:cNvSpPr/>
            <p:nvPr/>
          </p:nvSpPr>
          <p:spPr>
            <a:xfrm>
              <a:off x="4398121" y="2109368"/>
              <a:ext cx="58537" cy="23800"/>
            </a:xfrm>
            <a:custGeom>
              <a:avLst/>
              <a:gdLst/>
              <a:ahLst/>
              <a:cxnLst/>
              <a:rect l="l" t="t" r="r" b="b"/>
              <a:pathLst>
                <a:path w="3072" h="1249" extrusionOk="0">
                  <a:moveTo>
                    <a:pt x="312" y="1"/>
                  </a:moveTo>
                  <a:cubicBezTo>
                    <a:pt x="236" y="1"/>
                    <a:pt x="159" y="32"/>
                    <a:pt x="104" y="93"/>
                  </a:cubicBezTo>
                  <a:cubicBezTo>
                    <a:pt x="0" y="209"/>
                    <a:pt x="11" y="387"/>
                    <a:pt x="126" y="490"/>
                  </a:cubicBezTo>
                  <a:cubicBezTo>
                    <a:pt x="805" y="1103"/>
                    <a:pt x="1519" y="1249"/>
                    <a:pt x="2045" y="1249"/>
                  </a:cubicBezTo>
                  <a:cubicBezTo>
                    <a:pt x="2506" y="1249"/>
                    <a:pt x="2823" y="1138"/>
                    <a:pt x="2850" y="1128"/>
                  </a:cubicBezTo>
                  <a:cubicBezTo>
                    <a:pt x="2996" y="1074"/>
                    <a:pt x="3072" y="913"/>
                    <a:pt x="3019" y="767"/>
                  </a:cubicBezTo>
                  <a:cubicBezTo>
                    <a:pt x="2978" y="653"/>
                    <a:pt x="2870" y="581"/>
                    <a:pt x="2754" y="581"/>
                  </a:cubicBezTo>
                  <a:cubicBezTo>
                    <a:pt x="2723" y="581"/>
                    <a:pt x="2691" y="587"/>
                    <a:pt x="2659" y="598"/>
                  </a:cubicBezTo>
                  <a:cubicBezTo>
                    <a:pt x="2639" y="605"/>
                    <a:pt x="2400" y="687"/>
                    <a:pt x="2049" y="687"/>
                  </a:cubicBezTo>
                  <a:cubicBezTo>
                    <a:pt x="1631" y="687"/>
                    <a:pt x="1054" y="571"/>
                    <a:pt x="501" y="73"/>
                  </a:cubicBezTo>
                  <a:cubicBezTo>
                    <a:pt x="447" y="25"/>
                    <a:pt x="379" y="1"/>
                    <a:pt x="31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4">
              <a:extLst>
                <a:ext uri="{FF2B5EF4-FFF2-40B4-BE49-F238E27FC236}">
                  <a16:creationId xmlns:a16="http://schemas.microsoft.com/office/drawing/2014/main" id="{93BF6D9D-39E1-A91C-DD8B-3B10AA6EB628}"/>
                </a:ext>
              </a:extLst>
            </p:cNvPr>
            <p:cNvSpPr/>
            <p:nvPr/>
          </p:nvSpPr>
          <p:spPr>
            <a:xfrm>
              <a:off x="3779024" y="4211877"/>
              <a:ext cx="221324" cy="195276"/>
            </a:xfrm>
            <a:custGeom>
              <a:avLst/>
              <a:gdLst/>
              <a:ahLst/>
              <a:cxnLst/>
              <a:rect l="l" t="t" r="r" b="b"/>
              <a:pathLst>
                <a:path w="11615" h="10248" extrusionOk="0">
                  <a:moveTo>
                    <a:pt x="2098" y="1"/>
                  </a:moveTo>
                  <a:cubicBezTo>
                    <a:pt x="2098" y="1"/>
                    <a:pt x="0" y="4207"/>
                    <a:pt x="82" y="4777"/>
                  </a:cubicBezTo>
                  <a:cubicBezTo>
                    <a:pt x="164" y="5347"/>
                    <a:pt x="4319" y="8363"/>
                    <a:pt x="6275" y="9422"/>
                  </a:cubicBezTo>
                  <a:cubicBezTo>
                    <a:pt x="7237" y="9943"/>
                    <a:pt x="8573" y="10247"/>
                    <a:pt x="9654" y="10247"/>
                  </a:cubicBezTo>
                  <a:cubicBezTo>
                    <a:pt x="10771" y="10247"/>
                    <a:pt x="11615" y="9923"/>
                    <a:pt x="11490" y="9177"/>
                  </a:cubicBezTo>
                  <a:cubicBezTo>
                    <a:pt x="11245" y="7712"/>
                    <a:pt x="7905" y="6733"/>
                    <a:pt x="7090" y="4534"/>
                  </a:cubicBezTo>
                  <a:cubicBezTo>
                    <a:pt x="6275" y="2333"/>
                    <a:pt x="5958" y="1054"/>
                    <a:pt x="5958" y="1054"/>
                  </a:cubicBezTo>
                  <a:cubicBezTo>
                    <a:pt x="5958" y="1054"/>
                    <a:pt x="5901" y="1057"/>
                    <a:pt x="5796" y="1057"/>
                  </a:cubicBezTo>
                  <a:cubicBezTo>
                    <a:pt x="5283" y="1057"/>
                    <a:pt x="3637" y="975"/>
                    <a:pt x="20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4">
              <a:extLst>
                <a:ext uri="{FF2B5EF4-FFF2-40B4-BE49-F238E27FC236}">
                  <a16:creationId xmlns:a16="http://schemas.microsoft.com/office/drawing/2014/main" id="{A369D757-1909-5C42-F053-C4D1055542BC}"/>
                </a:ext>
              </a:extLst>
            </p:cNvPr>
            <p:cNvSpPr/>
            <p:nvPr/>
          </p:nvSpPr>
          <p:spPr>
            <a:xfrm>
              <a:off x="3773650" y="4206542"/>
              <a:ext cx="230889" cy="205946"/>
            </a:xfrm>
            <a:custGeom>
              <a:avLst/>
              <a:gdLst/>
              <a:ahLst/>
              <a:cxnLst/>
              <a:rect l="l" t="t" r="r" b="b"/>
              <a:pathLst>
                <a:path w="12117" h="10808" extrusionOk="0">
                  <a:moveTo>
                    <a:pt x="2496" y="679"/>
                  </a:moveTo>
                  <a:cubicBezTo>
                    <a:pt x="3971" y="1516"/>
                    <a:pt x="5463" y="1614"/>
                    <a:pt x="6024" y="1618"/>
                  </a:cubicBezTo>
                  <a:cubicBezTo>
                    <a:pt x="6148" y="2072"/>
                    <a:pt x="6481" y="3214"/>
                    <a:pt x="7108" y="4910"/>
                  </a:cubicBezTo>
                  <a:cubicBezTo>
                    <a:pt x="7569" y="6152"/>
                    <a:pt x="8744" y="7004"/>
                    <a:pt x="9781" y="7754"/>
                  </a:cubicBezTo>
                  <a:cubicBezTo>
                    <a:pt x="10613" y="8356"/>
                    <a:pt x="11399" y="8926"/>
                    <a:pt x="11495" y="9504"/>
                  </a:cubicBezTo>
                  <a:cubicBezTo>
                    <a:pt x="11527" y="9698"/>
                    <a:pt x="11467" y="9838"/>
                    <a:pt x="11300" y="9956"/>
                  </a:cubicBezTo>
                  <a:cubicBezTo>
                    <a:pt x="11019" y="10157"/>
                    <a:pt x="10528" y="10251"/>
                    <a:pt x="9947" y="10251"/>
                  </a:cubicBezTo>
                  <a:cubicBezTo>
                    <a:pt x="8926" y="10251"/>
                    <a:pt x="7625" y="9962"/>
                    <a:pt x="6691" y="9456"/>
                  </a:cubicBezTo>
                  <a:cubicBezTo>
                    <a:pt x="4541" y="8292"/>
                    <a:pt x="831" y="5499"/>
                    <a:pt x="643" y="5024"/>
                  </a:cubicBezTo>
                  <a:cubicBezTo>
                    <a:pt x="627" y="4679"/>
                    <a:pt x="1551" y="2595"/>
                    <a:pt x="2496" y="679"/>
                  </a:cubicBezTo>
                  <a:close/>
                  <a:moveTo>
                    <a:pt x="2381" y="0"/>
                  </a:moveTo>
                  <a:cubicBezTo>
                    <a:pt x="2278" y="0"/>
                    <a:pt x="2178" y="56"/>
                    <a:pt x="2129" y="155"/>
                  </a:cubicBezTo>
                  <a:cubicBezTo>
                    <a:pt x="1486" y="1445"/>
                    <a:pt x="1" y="4504"/>
                    <a:pt x="85" y="5096"/>
                  </a:cubicBezTo>
                  <a:cubicBezTo>
                    <a:pt x="198" y="5887"/>
                    <a:pt x="4757" y="9047"/>
                    <a:pt x="6422" y="9950"/>
                  </a:cubicBezTo>
                  <a:cubicBezTo>
                    <a:pt x="7372" y="10464"/>
                    <a:pt x="8776" y="10808"/>
                    <a:pt x="9945" y="10808"/>
                  </a:cubicBezTo>
                  <a:cubicBezTo>
                    <a:pt x="10634" y="10808"/>
                    <a:pt x="11241" y="10688"/>
                    <a:pt x="11626" y="10415"/>
                  </a:cubicBezTo>
                  <a:cubicBezTo>
                    <a:pt x="11966" y="10172"/>
                    <a:pt x="12116" y="9816"/>
                    <a:pt x="12049" y="9412"/>
                  </a:cubicBezTo>
                  <a:cubicBezTo>
                    <a:pt x="11915" y="8606"/>
                    <a:pt x="11078" y="8000"/>
                    <a:pt x="10111" y="7300"/>
                  </a:cubicBezTo>
                  <a:cubicBezTo>
                    <a:pt x="9138" y="6596"/>
                    <a:pt x="8035" y="5797"/>
                    <a:pt x="7634" y="4716"/>
                  </a:cubicBezTo>
                  <a:cubicBezTo>
                    <a:pt x="6837" y="2559"/>
                    <a:pt x="6516" y="1278"/>
                    <a:pt x="6513" y="1267"/>
                  </a:cubicBezTo>
                  <a:cubicBezTo>
                    <a:pt x="6482" y="1140"/>
                    <a:pt x="6369" y="1053"/>
                    <a:pt x="6241" y="1053"/>
                  </a:cubicBezTo>
                  <a:cubicBezTo>
                    <a:pt x="6235" y="1053"/>
                    <a:pt x="6229" y="1053"/>
                    <a:pt x="6223" y="1054"/>
                  </a:cubicBezTo>
                  <a:cubicBezTo>
                    <a:pt x="6220" y="1054"/>
                    <a:pt x="6175" y="1056"/>
                    <a:pt x="6095" y="1056"/>
                  </a:cubicBezTo>
                  <a:cubicBezTo>
                    <a:pt x="5636" y="1056"/>
                    <a:pt x="4021" y="986"/>
                    <a:pt x="2530" y="43"/>
                  </a:cubicBezTo>
                  <a:cubicBezTo>
                    <a:pt x="2483" y="14"/>
                    <a:pt x="2432" y="0"/>
                    <a:pt x="23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4">
              <a:extLst>
                <a:ext uri="{FF2B5EF4-FFF2-40B4-BE49-F238E27FC236}">
                  <a16:creationId xmlns:a16="http://schemas.microsoft.com/office/drawing/2014/main" id="{1598C555-B448-1B52-12C3-0F400FF3474B}"/>
                </a:ext>
              </a:extLst>
            </p:cNvPr>
            <p:cNvSpPr/>
            <p:nvPr/>
          </p:nvSpPr>
          <p:spPr>
            <a:xfrm>
              <a:off x="3780186" y="4284687"/>
              <a:ext cx="219742" cy="122466"/>
            </a:xfrm>
            <a:custGeom>
              <a:avLst/>
              <a:gdLst/>
              <a:ahLst/>
              <a:cxnLst/>
              <a:rect l="l" t="t" r="r" b="b"/>
              <a:pathLst>
                <a:path w="11532" h="6427" extrusionOk="0">
                  <a:moveTo>
                    <a:pt x="291" y="1"/>
                  </a:moveTo>
                  <a:cubicBezTo>
                    <a:pt x="113" y="460"/>
                    <a:pt x="1" y="818"/>
                    <a:pt x="21" y="958"/>
                  </a:cubicBezTo>
                  <a:cubicBezTo>
                    <a:pt x="103" y="1528"/>
                    <a:pt x="4258" y="4542"/>
                    <a:pt x="6214" y="5603"/>
                  </a:cubicBezTo>
                  <a:cubicBezTo>
                    <a:pt x="7175" y="6123"/>
                    <a:pt x="8509" y="6427"/>
                    <a:pt x="9589" y="6427"/>
                  </a:cubicBezTo>
                  <a:cubicBezTo>
                    <a:pt x="10694" y="6427"/>
                    <a:pt x="11532" y="6109"/>
                    <a:pt x="11429" y="5380"/>
                  </a:cubicBezTo>
                  <a:lnTo>
                    <a:pt x="11429" y="5380"/>
                  </a:lnTo>
                  <a:cubicBezTo>
                    <a:pt x="11107" y="5424"/>
                    <a:pt x="10751" y="5453"/>
                    <a:pt x="10364" y="5453"/>
                  </a:cubicBezTo>
                  <a:cubicBezTo>
                    <a:pt x="9408" y="5453"/>
                    <a:pt x="8269" y="5279"/>
                    <a:pt x="7027" y="4741"/>
                  </a:cubicBezTo>
                  <a:cubicBezTo>
                    <a:pt x="4010" y="3433"/>
                    <a:pt x="1084" y="758"/>
                    <a:pt x="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4">
              <a:extLst>
                <a:ext uri="{FF2B5EF4-FFF2-40B4-BE49-F238E27FC236}">
                  <a16:creationId xmlns:a16="http://schemas.microsoft.com/office/drawing/2014/main" id="{DA9D77EA-E772-C7DD-2BEB-440F5830BD58}"/>
                </a:ext>
              </a:extLst>
            </p:cNvPr>
            <p:cNvSpPr/>
            <p:nvPr/>
          </p:nvSpPr>
          <p:spPr>
            <a:xfrm>
              <a:off x="3774908" y="4279313"/>
              <a:ext cx="229441" cy="133156"/>
            </a:xfrm>
            <a:custGeom>
              <a:avLst/>
              <a:gdLst/>
              <a:ahLst/>
              <a:cxnLst/>
              <a:rect l="l" t="t" r="r" b="b"/>
              <a:pathLst>
                <a:path w="12041" h="6988" extrusionOk="0">
                  <a:moveTo>
                    <a:pt x="686" y="777"/>
                  </a:moveTo>
                  <a:cubicBezTo>
                    <a:pt x="1796" y="1801"/>
                    <a:pt x="4455" y="4094"/>
                    <a:pt x="7192" y="5281"/>
                  </a:cubicBezTo>
                  <a:cubicBezTo>
                    <a:pt x="8325" y="5772"/>
                    <a:pt x="9478" y="6017"/>
                    <a:pt x="10633" y="6017"/>
                  </a:cubicBezTo>
                  <a:cubicBezTo>
                    <a:pt x="10883" y="6017"/>
                    <a:pt x="11132" y="6005"/>
                    <a:pt x="11381" y="5982"/>
                  </a:cubicBezTo>
                  <a:lnTo>
                    <a:pt x="11381" y="5982"/>
                  </a:lnTo>
                  <a:cubicBezTo>
                    <a:pt x="11340" y="6047"/>
                    <a:pt x="11286" y="6101"/>
                    <a:pt x="11222" y="6143"/>
                  </a:cubicBezTo>
                  <a:cubicBezTo>
                    <a:pt x="10941" y="6338"/>
                    <a:pt x="10455" y="6429"/>
                    <a:pt x="9880" y="6429"/>
                  </a:cubicBezTo>
                  <a:cubicBezTo>
                    <a:pt x="8858" y="6429"/>
                    <a:pt x="7555" y="6141"/>
                    <a:pt x="6625" y="5637"/>
                  </a:cubicBezTo>
                  <a:cubicBezTo>
                    <a:pt x="4475" y="4473"/>
                    <a:pt x="765" y="1680"/>
                    <a:pt x="577" y="1205"/>
                  </a:cubicBezTo>
                  <a:cubicBezTo>
                    <a:pt x="577" y="1193"/>
                    <a:pt x="577" y="1101"/>
                    <a:pt x="686" y="777"/>
                  </a:cubicBezTo>
                  <a:close/>
                  <a:moveTo>
                    <a:pt x="568" y="1"/>
                  </a:moveTo>
                  <a:cubicBezTo>
                    <a:pt x="457" y="1"/>
                    <a:pt x="349" y="65"/>
                    <a:pt x="305" y="181"/>
                  </a:cubicBezTo>
                  <a:cubicBezTo>
                    <a:pt x="21" y="914"/>
                    <a:pt x="0" y="1142"/>
                    <a:pt x="19" y="1279"/>
                  </a:cubicBezTo>
                  <a:cubicBezTo>
                    <a:pt x="132" y="2069"/>
                    <a:pt x="4691" y="5228"/>
                    <a:pt x="6356" y="6131"/>
                  </a:cubicBezTo>
                  <a:cubicBezTo>
                    <a:pt x="7302" y="6643"/>
                    <a:pt x="8709" y="6987"/>
                    <a:pt x="9879" y="6987"/>
                  </a:cubicBezTo>
                  <a:cubicBezTo>
                    <a:pt x="10558" y="6987"/>
                    <a:pt x="11159" y="6871"/>
                    <a:pt x="11543" y="6604"/>
                  </a:cubicBezTo>
                  <a:cubicBezTo>
                    <a:pt x="11884" y="6367"/>
                    <a:pt x="12040" y="6019"/>
                    <a:pt x="11985" y="5624"/>
                  </a:cubicBezTo>
                  <a:cubicBezTo>
                    <a:pt x="11965" y="5482"/>
                    <a:pt x="11844" y="5381"/>
                    <a:pt x="11706" y="5381"/>
                  </a:cubicBezTo>
                  <a:cubicBezTo>
                    <a:pt x="11693" y="5381"/>
                    <a:pt x="11681" y="5381"/>
                    <a:pt x="11668" y="5383"/>
                  </a:cubicBezTo>
                  <a:cubicBezTo>
                    <a:pt x="11323" y="5431"/>
                    <a:pt x="10976" y="5455"/>
                    <a:pt x="10630" y="5455"/>
                  </a:cubicBezTo>
                  <a:cubicBezTo>
                    <a:pt x="9553" y="5455"/>
                    <a:pt x="8476" y="5223"/>
                    <a:pt x="7417" y="4763"/>
                  </a:cubicBezTo>
                  <a:cubicBezTo>
                    <a:pt x="4458" y="3483"/>
                    <a:pt x="1574" y="855"/>
                    <a:pt x="760" y="79"/>
                  </a:cubicBezTo>
                  <a:cubicBezTo>
                    <a:pt x="705" y="26"/>
                    <a:pt x="636" y="1"/>
                    <a:pt x="5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Picture 5" descr="A screenshot of a computer&#10;&#10;AI-generated content may be incorrect.">
            <a:extLst>
              <a:ext uri="{FF2B5EF4-FFF2-40B4-BE49-F238E27FC236}">
                <a16:creationId xmlns:a16="http://schemas.microsoft.com/office/drawing/2014/main" id="{AE7027A2-061C-D184-B2C9-CADCBA3A4EE2}"/>
              </a:ext>
            </a:extLst>
          </p:cNvPr>
          <p:cNvPicPr/>
          <p:nvPr/>
        </p:nvPicPr>
        <p:blipFill>
          <a:blip r:embed="rId3"/>
          <a:stretch>
            <a:fillRect/>
          </a:stretch>
        </p:blipFill>
        <p:spPr>
          <a:xfrm>
            <a:off x="89457" y="483164"/>
            <a:ext cx="6046993" cy="3910416"/>
          </a:xfrm>
          <a:prstGeom prst="rect">
            <a:avLst/>
          </a:prstGeom>
        </p:spPr>
      </p:pic>
      <p:sp>
        <p:nvSpPr>
          <p:cNvPr id="8" name="TextBox 7">
            <a:extLst>
              <a:ext uri="{FF2B5EF4-FFF2-40B4-BE49-F238E27FC236}">
                <a16:creationId xmlns:a16="http://schemas.microsoft.com/office/drawing/2014/main" id="{FB4CFA07-71BE-F575-5B2C-FD20EF0D742E}"/>
              </a:ext>
            </a:extLst>
          </p:cNvPr>
          <p:cNvSpPr txBox="1"/>
          <p:nvPr/>
        </p:nvSpPr>
        <p:spPr>
          <a:xfrm>
            <a:off x="208156" y="4500933"/>
            <a:ext cx="5835805" cy="358816"/>
          </a:xfrm>
          <a:prstGeom prst="rect">
            <a:avLst/>
          </a:prstGeom>
          <a:noFill/>
        </p:spPr>
        <p:txBody>
          <a:bodyPr wrap="square">
            <a:spAutoFit/>
          </a:bodyPr>
          <a:lstStyle/>
          <a:p>
            <a:pPr marL="457200" marR="61595" indent="457200">
              <a:lnSpc>
                <a:spcPct val="115000"/>
              </a:lnSpc>
              <a:spcBef>
                <a:spcPts val="1800"/>
              </a:spcBef>
              <a:spcAft>
                <a:spcPts val="400"/>
              </a:spcAft>
              <a:buNone/>
            </a:pP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Hình</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4.6. Download PEM file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của</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RootCA</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endParaRPr lang="en-US" sz="2800" b="1" kern="100" dirty="0">
              <a:solidFill>
                <a:srgbClr val="002060"/>
              </a:solidFill>
              <a:effectLst/>
              <a:latin typeface="Segeo UI Light"/>
              <a:ea typeface="Segoe UI Black" panose="020B0A02040204020203" pitchFamily="34" charset="0"/>
              <a:cs typeface="Times New Roman" panose="02020603050405020304" pitchFamily="18" charset="0"/>
            </a:endParaRPr>
          </a:p>
        </p:txBody>
      </p:sp>
    </p:spTree>
    <p:extLst>
      <p:ext uri="{BB962C8B-B14F-4D97-AF65-F5344CB8AC3E}">
        <p14:creationId xmlns:p14="http://schemas.microsoft.com/office/powerpoint/2010/main" val="16050049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D3952DB0-A558-B495-0FA0-70A0DC7F0D71}"/>
            </a:ext>
          </a:extLst>
        </p:cNvPr>
        <p:cNvGrpSpPr/>
        <p:nvPr/>
      </p:nvGrpSpPr>
      <p:grpSpPr>
        <a:xfrm>
          <a:off x="0" y="0"/>
          <a:ext cx="0" cy="0"/>
          <a:chOff x="0" y="0"/>
          <a:chExt cx="0" cy="0"/>
        </a:xfrm>
      </p:grpSpPr>
      <p:sp>
        <p:nvSpPr>
          <p:cNvPr id="529" name="Google Shape;529;p34">
            <a:extLst>
              <a:ext uri="{FF2B5EF4-FFF2-40B4-BE49-F238E27FC236}">
                <a16:creationId xmlns:a16="http://schemas.microsoft.com/office/drawing/2014/main" id="{AC9D18D6-9E46-9BBA-2EF1-7EEC209BF805}"/>
              </a:ext>
            </a:extLst>
          </p:cNvPr>
          <p:cNvSpPr txBox="1">
            <a:spLocks noGrp="1"/>
          </p:cNvSpPr>
          <p:nvPr>
            <p:ph type="title"/>
          </p:nvPr>
        </p:nvSpPr>
        <p:spPr>
          <a:xfrm>
            <a:off x="156117" y="612853"/>
            <a:ext cx="3330498" cy="3798848"/>
          </a:xfrm>
          <a:prstGeom prst="rect">
            <a:avLst/>
          </a:prstGeom>
        </p:spPr>
        <p:txBody>
          <a:bodyPr spcFirstLastPara="1" wrap="square" lIns="91425" tIns="91425" rIns="91425" bIns="91425" anchor="ctr" anchorCtr="0">
            <a:noAutofit/>
          </a:bodyPr>
          <a:lstStyle/>
          <a:p>
            <a:r>
              <a:rPr lang="en-US" sz="1600" dirty="0">
                <a:latin typeface="Segoe UI Light" panose="020B0502040204020203" pitchFamily="34" charset="0"/>
                <a:cs typeface="Segoe UI Light" panose="020B0502040204020203" pitchFamily="34" charset="0"/>
              </a:rPr>
              <a:t>- Download PEM file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RootCA1 (</a:t>
            </a:r>
            <a:r>
              <a:rPr lang="en-US" sz="1600" dirty="0" err="1">
                <a:latin typeface="Segoe UI Light" panose="020B0502040204020203" pitchFamily="34" charset="0"/>
                <a:cs typeface="Segoe UI Light" panose="020B0502040204020203" pitchFamily="34" charset="0"/>
              </a:rPr>
              <a:t>tương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tự</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đối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với</a:t>
            </a:r>
            <a:r>
              <a:rPr lang="en-US" sz="1600" dirty="0">
                <a:latin typeface="Segoe UI Light" panose="020B0502040204020203" pitchFamily="34" charset="0"/>
                <a:cs typeface="Segoe UI Light" panose="020B0502040204020203" pitchFamily="34" charset="0"/>
              </a:rPr>
              <a:t> RootCA2), </a:t>
            </a:r>
            <a:r>
              <a:rPr lang="en-US" sz="1600" dirty="0" err="1">
                <a:latin typeface="Segoe UI Light" panose="020B0502040204020203" pitchFamily="34" charset="0"/>
                <a:cs typeface="Segoe UI Light" panose="020B0502040204020203" pitchFamily="34" charset="0"/>
              </a:rPr>
              <a:t>sau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đó</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nhập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chỉ</a:t>
            </a:r>
            <a:r>
              <a:rPr lang="en-US" sz="1600" dirty="0">
                <a:latin typeface="Segoe UI Light" panose="020B0502040204020203" pitchFamily="34" charset="0"/>
                <a:cs typeface="Segoe UI Light" panose="020B0502040204020203" pitchFamily="34" charset="0"/>
              </a:rPr>
              <a:t> RootCA1.cacert.pem (RootCA2. </a:t>
            </a:r>
            <a:r>
              <a:rPr lang="en-US" sz="1600" dirty="0" err="1">
                <a:latin typeface="Segoe UI Light" panose="020B0502040204020203" pitchFamily="34" charset="0"/>
                <a:cs typeface="Segoe UI Light" panose="020B0502040204020203" pitchFamily="34" charset="0"/>
              </a:rPr>
              <a:t>cacert.pem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vào</a:t>
            </a:r>
            <a:r>
              <a:rPr lang="en-US" sz="1600" dirty="0">
                <a:latin typeface="Segoe UI Light" panose="020B0502040204020203" pitchFamily="34" charset="0"/>
                <a:cs typeface="Segoe UI Light" panose="020B0502040204020203" pitchFamily="34" charset="0"/>
              </a:rPr>
              <a:t> Trusted Root Certification Authorities </a:t>
            </a:r>
            <a:r>
              <a:rPr lang="en-US" sz="1600" dirty="0" err="1">
                <a:latin typeface="Segoe UI Light" panose="020B0502040204020203" pitchFamily="34" charset="0"/>
                <a:cs typeface="Segoe UI Light" panose="020B0502040204020203" pitchFamily="34" charset="0"/>
              </a:rPr>
              <a:t>trong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hệ</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quản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lý</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chỉ</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windows </a:t>
            </a:r>
            <a:r>
              <a:rPr lang="en-US" sz="1600" dirty="0" err="1">
                <a:latin typeface="Segoe UI Light" panose="020B0502040204020203" pitchFamily="34" charset="0"/>
                <a:cs typeface="Segoe UI Light" panose="020B0502040204020203" pitchFamily="34" charset="0"/>
              </a:rPr>
              <a:t>bằng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chạy</a:t>
            </a:r>
            <a:r>
              <a:rPr lang="en-US" sz="1600" dirty="0">
                <a:latin typeface="Segoe UI Light" panose="020B0502040204020203" pitchFamily="34" charset="0"/>
                <a:cs typeface="Segoe UI Light" panose="020B0502040204020203" pitchFamily="34" charset="0"/>
              </a:rPr>
              <a:t> Run -&gt; </a:t>
            </a:r>
            <a:r>
              <a:rPr lang="en-US" sz="1600" dirty="0" err="1">
                <a:latin typeface="Segoe UI Light" panose="020B0502040204020203" pitchFamily="34" charset="0"/>
                <a:cs typeface="Segoe UI Light" panose="020B0502040204020203" pitchFamily="34" charset="0"/>
              </a:rPr>
              <a:t>certmgr.msc</a:t>
            </a:r>
            <a:r>
              <a:rPr lang="en-US" sz="1600" dirty="0">
                <a:latin typeface="Segoe UI Light" panose="020B0502040204020203" pitchFamily="34" charset="0"/>
                <a:cs typeface="Segoe UI Light" panose="020B0502040204020203" pitchFamily="34" charset="0"/>
              </a:rPr>
              <a:t> -&gt; </a:t>
            </a:r>
            <a:r>
              <a:rPr lang="en-US" sz="1600" dirty="0" err="1">
                <a:latin typeface="Segoe UI Light" panose="020B0502040204020203" pitchFamily="34" charset="0"/>
                <a:cs typeface="Segoe UI Light" panose="020B0502040204020203" pitchFamily="34" charset="0"/>
              </a:rPr>
              <a:t>chọn</a:t>
            </a:r>
            <a:r>
              <a:rPr lang="en-US" sz="1600" dirty="0">
                <a:latin typeface="Segoe UI Light" panose="020B0502040204020203" pitchFamily="34" charset="0"/>
                <a:cs typeface="Segoe UI Light" panose="020B0502040204020203" pitchFamily="34" charset="0"/>
              </a:rPr>
              <a:t> Action -&gt; All Tasks -&gt; Import -&gt; </a:t>
            </a:r>
            <a:r>
              <a:rPr lang="en-US" sz="1600" dirty="0" err="1">
                <a:latin typeface="Segoe UI Light" panose="020B0502040204020203" pitchFamily="34" charset="0"/>
                <a:cs typeface="Segoe UI Light" panose="020B0502040204020203" pitchFamily="34" charset="0"/>
              </a:rPr>
              <a:t>thực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hiện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bước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Import file “.</a:t>
            </a:r>
            <a:r>
              <a:rPr lang="en-US" sz="1600" dirty="0" err="1">
                <a:latin typeface="Segoe UI Light" panose="020B0502040204020203" pitchFamily="34" charset="0"/>
                <a:cs typeface="Segoe UI Light" panose="020B0502040204020203" pitchFamily="34" charset="0"/>
              </a:rPr>
              <a:t>pem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tao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chỉ</a:t>
            </a:r>
            <a:r>
              <a:rPr lang="en-US" sz="1600" dirty="0">
                <a:latin typeface="Segoe UI Light" panose="020B0502040204020203" pitchFamily="34" charset="0"/>
                <a:cs typeface="Segoe UI Light" panose="020B0502040204020203" pitchFamily="34" charset="0"/>
              </a:rPr>
              <a:t> RootCA1 (RootCA2). (Các </a:t>
            </a:r>
            <a:r>
              <a:rPr lang="en-US" sz="1600" dirty="0" err="1">
                <a:latin typeface="Segoe UI Light" panose="020B0502040204020203" pitchFamily="34" charset="0"/>
                <a:cs typeface="Segoe UI Light" panose="020B0502040204020203" pitchFamily="34" charset="0"/>
              </a:rPr>
              <a:t>RootCA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tự</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ký</a:t>
            </a:r>
            <a:r>
              <a:rPr lang="en-US" sz="1600" dirty="0">
                <a:latin typeface="Segoe UI Light" panose="020B0502040204020203" pitchFamily="34" charset="0"/>
                <a:cs typeface="Segoe UI Light" panose="020B0502040204020203" pitchFamily="34" charset="0"/>
              </a:rPr>
              <a:t>). </a:t>
            </a:r>
          </a:p>
        </p:txBody>
      </p:sp>
      <p:pic>
        <p:nvPicPr>
          <p:cNvPr id="5" name="Picture 4" descr="A screenshot of a computer&#10;&#10;AI-generated content may be incorrect.">
            <a:extLst>
              <a:ext uri="{FF2B5EF4-FFF2-40B4-BE49-F238E27FC236}">
                <a16:creationId xmlns:a16="http://schemas.microsoft.com/office/drawing/2014/main" id="{1401AE19-6AFE-2E20-7E76-8F63E0A47A7E}"/>
              </a:ext>
            </a:extLst>
          </p:cNvPr>
          <p:cNvPicPr/>
          <p:nvPr/>
        </p:nvPicPr>
        <p:blipFill>
          <a:blip r:embed="rId3"/>
          <a:stretch>
            <a:fillRect/>
          </a:stretch>
        </p:blipFill>
        <p:spPr>
          <a:xfrm>
            <a:off x="3705440" y="66907"/>
            <a:ext cx="5215536" cy="4475356"/>
          </a:xfrm>
          <a:prstGeom prst="rect">
            <a:avLst/>
          </a:prstGeom>
        </p:spPr>
      </p:pic>
      <p:sp>
        <p:nvSpPr>
          <p:cNvPr id="8" name="TextBox 7">
            <a:extLst>
              <a:ext uri="{FF2B5EF4-FFF2-40B4-BE49-F238E27FC236}">
                <a16:creationId xmlns:a16="http://schemas.microsoft.com/office/drawing/2014/main" id="{2831F1A3-865B-B55A-6F68-7990725413F5}"/>
              </a:ext>
            </a:extLst>
          </p:cNvPr>
          <p:cNvSpPr txBox="1"/>
          <p:nvPr/>
        </p:nvSpPr>
        <p:spPr>
          <a:xfrm>
            <a:off x="3330498" y="4658233"/>
            <a:ext cx="6244683" cy="338554"/>
          </a:xfrm>
          <a:prstGeom prst="rect">
            <a:avLst/>
          </a:prstGeom>
          <a:noFill/>
        </p:spPr>
        <p:txBody>
          <a:bodyPr wrap="square">
            <a:spAutoFit/>
          </a:bodyPr>
          <a:lstStyle/>
          <a:p>
            <a:pPr marL="459105" marR="1424305" lvl="2" algn="just">
              <a:spcAft>
                <a:spcPts val="800"/>
              </a:spcAft>
            </a:pP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Hình</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4.</a:t>
            </a:r>
            <a:r>
              <a:rPr lang="en-US" sz="1600" b="1" kern="100" dirty="0">
                <a:solidFill>
                  <a:srgbClr val="002060"/>
                </a:solidFill>
                <a:latin typeface="Segeo UI Light"/>
                <a:ea typeface="Segoe UI Black" panose="020B0A02040204020203" pitchFamily="34" charset="0"/>
                <a:cs typeface="Times New Roman" panose="02020603050405020304" pitchFamily="18" charset="0"/>
              </a:rPr>
              <a:t>7</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Chứng</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thư</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số</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của</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RootCA</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endParaRPr lang="en-US" kern="100" dirty="0">
              <a:solidFill>
                <a:srgbClr val="002060"/>
              </a:solidFill>
              <a:effectLst/>
              <a:latin typeface="Segeo UI Light"/>
              <a:ea typeface="Segoe UI Black" panose="020B0A02040204020203" pitchFamily="34" charset="0"/>
              <a:cs typeface="Times New Roman" panose="02020603050405020304" pitchFamily="18" charset="0"/>
            </a:endParaRPr>
          </a:p>
        </p:txBody>
      </p:sp>
    </p:spTree>
    <p:extLst>
      <p:ext uri="{BB962C8B-B14F-4D97-AF65-F5344CB8AC3E}">
        <p14:creationId xmlns:p14="http://schemas.microsoft.com/office/powerpoint/2010/main" val="3575417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F63FF0FA-BAB7-E136-10EC-8C7815E6953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C20082C-83A2-EBE4-2988-AE89BCB817C7}"/>
              </a:ext>
            </a:extLst>
          </p:cNvPr>
          <p:cNvSpPr txBox="1"/>
          <p:nvPr/>
        </p:nvSpPr>
        <p:spPr>
          <a:xfrm>
            <a:off x="1746094" y="4519962"/>
            <a:ext cx="5651809" cy="358816"/>
          </a:xfrm>
          <a:prstGeom prst="rect">
            <a:avLst/>
          </a:prstGeom>
          <a:noFill/>
        </p:spPr>
        <p:txBody>
          <a:bodyPr wrap="square">
            <a:spAutoFit/>
          </a:bodyPr>
          <a:lstStyle/>
          <a:p>
            <a:pPr marL="0" marR="61595">
              <a:lnSpc>
                <a:spcPct val="115000"/>
              </a:lnSpc>
              <a:spcBef>
                <a:spcPts val="1800"/>
              </a:spcBef>
              <a:spcAft>
                <a:spcPts val="400"/>
              </a:spcAft>
              <a:buNone/>
            </a:pPr>
            <a:r>
              <a:rPr lang="en-US" sz="1600" b="1" dirty="0" err="1">
                <a:solidFill>
                  <a:srgbClr val="002060"/>
                </a:solidFill>
                <a:latin typeface="Segeo UI Light"/>
                <a:ea typeface="Segoe UI Black" panose="020B0A02040204020203" pitchFamily="34" charset="0"/>
              </a:rPr>
              <a:t>Hình</a:t>
            </a:r>
            <a:r>
              <a:rPr lang="en-US" sz="1600" b="1" dirty="0">
                <a:solidFill>
                  <a:srgbClr val="002060"/>
                </a:solidFill>
                <a:latin typeface="Segeo UI Light"/>
                <a:ea typeface="Segoe UI Black" panose="020B0A02040204020203" pitchFamily="34" charset="0"/>
              </a:rPr>
              <a:t> 4.8. </a:t>
            </a:r>
            <a:r>
              <a:rPr lang="en-US" sz="1600" b="1" dirty="0" err="1">
                <a:solidFill>
                  <a:srgbClr val="002060"/>
                </a:solidFill>
                <a:latin typeface="Segeo UI Light"/>
                <a:ea typeface="Segoe UI Black" panose="020B0A02040204020203" pitchFamily="34" charset="0"/>
              </a:rPr>
              <a:t>Tạo</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người</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dùng</a:t>
            </a:r>
            <a:r>
              <a:rPr lang="en-US" sz="1600" b="1" dirty="0">
                <a:solidFill>
                  <a:srgbClr val="002060"/>
                </a:solidFill>
                <a:latin typeface="Segeo UI Light"/>
                <a:ea typeface="Segoe UI Black" panose="020B0A02040204020203" pitchFamily="34" charset="0"/>
              </a:rPr>
              <a:t> End Entity </a:t>
            </a:r>
            <a:endParaRPr lang="en-US" sz="2800" kern="100" dirty="0">
              <a:solidFill>
                <a:srgbClr val="002060"/>
              </a:solidFill>
              <a:effectLst/>
              <a:latin typeface="Segeo UI Light"/>
              <a:ea typeface="Segoe UI Black" panose="020B0A02040204020203"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EB711F71-E5B8-1E7D-3BBD-AFB3DE2D4D4A}"/>
              </a:ext>
            </a:extLst>
          </p:cNvPr>
          <p:cNvSpPr>
            <a:spLocks noGrp="1"/>
          </p:cNvSpPr>
          <p:nvPr>
            <p:ph type="title"/>
          </p:nvPr>
        </p:nvSpPr>
        <p:spPr>
          <a:xfrm>
            <a:off x="118946" y="99725"/>
            <a:ext cx="8906107" cy="829543"/>
          </a:xfrm>
        </p:spPr>
        <p:txBody>
          <a:bodyPr/>
          <a:lstStyle/>
          <a:p>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Tiếp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theo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tạo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thực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cuối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cho</a:t>
            </a:r>
            <a:r>
              <a:rPr lang="en-US" sz="1600" dirty="0">
                <a:latin typeface="Segoe UI Light" panose="020B0502040204020203" pitchFamily="34" charset="0"/>
                <a:cs typeface="Segoe UI Light" panose="020B0502040204020203" pitchFamily="34" charset="0"/>
              </a:rPr>
              <a:t> 2 </a:t>
            </a:r>
            <a:r>
              <a:rPr lang="en-US" sz="1600" dirty="0" err="1">
                <a:latin typeface="Segoe UI Light" panose="020B0502040204020203" pitchFamily="34" charset="0"/>
                <a:cs typeface="Segoe UI Light" panose="020B0502040204020203" pitchFamily="34" charset="0"/>
              </a:rPr>
              <a:t>RootCA</a:t>
            </a:r>
            <a:r>
              <a:rPr lang="en-US" sz="1600" dirty="0">
                <a:latin typeface="Segoe UI Light" panose="020B0502040204020203" pitchFamily="34" charset="0"/>
                <a:cs typeface="Segoe UI Light" panose="020B0502040204020203" pitchFamily="34" charset="0"/>
              </a:rPr>
              <a:t> </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Chọn</a:t>
            </a:r>
            <a:r>
              <a:rPr lang="en-US" sz="1600" dirty="0">
                <a:latin typeface="Segoe UI Light" panose="020B0502040204020203" pitchFamily="34" charset="0"/>
                <a:cs typeface="Segoe UI Light" panose="020B0502040204020203" pitchFamily="34" charset="0"/>
              </a:rPr>
              <a:t> End Entity Profiles </a:t>
            </a:r>
            <a:r>
              <a:rPr lang="en-US" sz="1600" dirty="0" err="1">
                <a:latin typeface="Segoe UI Light" panose="020B0502040204020203" pitchFamily="34" charset="0"/>
                <a:cs typeface="Segoe UI Light" panose="020B0502040204020203" pitchFamily="34" charset="0"/>
              </a:rPr>
              <a:t>sau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đó</a:t>
            </a:r>
            <a:r>
              <a:rPr lang="en-US" sz="1600" dirty="0">
                <a:latin typeface="Segoe UI Light" panose="020B0502040204020203" pitchFamily="34" charset="0"/>
                <a:cs typeface="Segoe UI Light" panose="020B0502040204020203" pitchFamily="34" charset="0"/>
              </a:rPr>
              <a:t> add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thực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thể</a:t>
            </a:r>
            <a:r>
              <a:rPr lang="en-US" sz="1600" dirty="0">
                <a:latin typeface="Segoe UI Light" panose="020B0502040204020203" pitchFamily="34" charset="0"/>
                <a:cs typeface="Segoe UI Light" panose="020B0502040204020203" pitchFamily="34" charset="0"/>
              </a:rPr>
              <a:t>. </a:t>
            </a:r>
            <a:endParaRPr lang="en-US" sz="3200" dirty="0"/>
          </a:p>
        </p:txBody>
      </p:sp>
      <p:pic>
        <p:nvPicPr>
          <p:cNvPr id="5" name="Picture 4" descr="A screenshot of a computer&#10;&#10;AI-generated content may be incorrect.">
            <a:extLst>
              <a:ext uri="{FF2B5EF4-FFF2-40B4-BE49-F238E27FC236}">
                <a16:creationId xmlns:a16="http://schemas.microsoft.com/office/drawing/2014/main" id="{AB25FD8E-10EB-2D4E-6F5A-7039C775D76A}"/>
              </a:ext>
            </a:extLst>
          </p:cNvPr>
          <p:cNvPicPr/>
          <p:nvPr/>
        </p:nvPicPr>
        <p:blipFill>
          <a:blip r:embed="rId3"/>
          <a:stretch>
            <a:fillRect/>
          </a:stretch>
        </p:blipFill>
        <p:spPr>
          <a:xfrm>
            <a:off x="1163497" y="969991"/>
            <a:ext cx="7006629" cy="3203517"/>
          </a:xfrm>
          <a:prstGeom prst="rect">
            <a:avLst/>
          </a:prstGeom>
        </p:spPr>
      </p:pic>
    </p:spTree>
    <p:extLst>
      <p:ext uri="{BB962C8B-B14F-4D97-AF65-F5344CB8AC3E}">
        <p14:creationId xmlns:p14="http://schemas.microsoft.com/office/powerpoint/2010/main" val="18275625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A6F20017-F6FF-EC8F-1827-140FBC1A472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9852194-AF3C-CCAD-8216-2767C4176DA8}"/>
              </a:ext>
            </a:extLst>
          </p:cNvPr>
          <p:cNvSpPr txBox="1"/>
          <p:nvPr/>
        </p:nvSpPr>
        <p:spPr>
          <a:xfrm>
            <a:off x="1746095" y="4755307"/>
            <a:ext cx="5651809" cy="338554"/>
          </a:xfrm>
          <a:prstGeom prst="rect">
            <a:avLst/>
          </a:prstGeom>
          <a:noFill/>
        </p:spPr>
        <p:txBody>
          <a:bodyPr wrap="square">
            <a:spAutoFit/>
          </a:bodyPr>
          <a:lstStyle/>
          <a:p>
            <a:r>
              <a:rPr lang="en-US" sz="1600" b="1" dirty="0" err="1">
                <a:solidFill>
                  <a:srgbClr val="002060"/>
                </a:solidFill>
                <a:latin typeface="Segeo UI Light"/>
                <a:ea typeface="Segoe UI Black" panose="020B0A02040204020203" pitchFamily="34" charset="0"/>
              </a:rPr>
              <a:t>Hình</a:t>
            </a:r>
            <a:r>
              <a:rPr lang="en-US" sz="1600" b="1" dirty="0">
                <a:solidFill>
                  <a:srgbClr val="002060"/>
                </a:solidFill>
                <a:latin typeface="Segeo UI Light"/>
                <a:ea typeface="Segoe UI Black" panose="020B0A02040204020203" pitchFamily="34" charset="0"/>
              </a:rPr>
              <a:t> 4.9. </a:t>
            </a:r>
            <a:r>
              <a:rPr lang="en-US" sz="1600" b="1" dirty="0" err="1">
                <a:solidFill>
                  <a:srgbClr val="002060"/>
                </a:solidFill>
                <a:latin typeface="Segeo UI Light"/>
                <a:ea typeface="Segoe UI Black" panose="020B0A02040204020203" pitchFamily="34" charset="0"/>
              </a:rPr>
              <a:t>Điền</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đầy</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đủ</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thông</a:t>
            </a:r>
            <a:r>
              <a:rPr lang="en-US" sz="1600" b="1" dirty="0">
                <a:solidFill>
                  <a:srgbClr val="002060"/>
                </a:solidFill>
                <a:latin typeface="Segeo UI Light"/>
                <a:ea typeface="Segoe UI Black" panose="020B0A02040204020203" pitchFamily="34" charset="0"/>
              </a:rPr>
              <a:t> tin </a:t>
            </a:r>
            <a:r>
              <a:rPr lang="en-US" sz="1600" b="1" dirty="0" err="1">
                <a:solidFill>
                  <a:srgbClr val="002060"/>
                </a:solidFill>
                <a:latin typeface="Segeo UI Light"/>
                <a:ea typeface="Segoe UI Black" panose="020B0A02040204020203" pitchFamily="34" charset="0"/>
              </a:rPr>
              <a:t>cho</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các</a:t>
            </a:r>
            <a:r>
              <a:rPr lang="en-US" sz="1600" b="1" dirty="0">
                <a:solidFill>
                  <a:srgbClr val="002060"/>
                </a:solidFill>
                <a:latin typeface="Segeo UI Light"/>
                <a:ea typeface="Segoe UI Black" panose="020B0A02040204020203" pitchFamily="34" charset="0"/>
              </a:rPr>
              <a:t> User </a:t>
            </a:r>
          </a:p>
        </p:txBody>
      </p:sp>
      <p:sp>
        <p:nvSpPr>
          <p:cNvPr id="4" name="Title 3">
            <a:extLst>
              <a:ext uri="{FF2B5EF4-FFF2-40B4-BE49-F238E27FC236}">
                <a16:creationId xmlns:a16="http://schemas.microsoft.com/office/drawing/2014/main" id="{6EE3672B-BB13-0028-83B0-9BA94642EE99}"/>
              </a:ext>
            </a:extLst>
          </p:cNvPr>
          <p:cNvSpPr>
            <a:spLocks noGrp="1"/>
          </p:cNvSpPr>
          <p:nvPr>
            <p:ph type="title"/>
          </p:nvPr>
        </p:nvSpPr>
        <p:spPr>
          <a:xfrm>
            <a:off x="59471" y="80416"/>
            <a:ext cx="9025055" cy="1353014"/>
          </a:xfrm>
        </p:spPr>
        <p:txBody>
          <a:bodyPr/>
          <a:lstStyle/>
          <a:p>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Đối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với</a:t>
            </a:r>
            <a:r>
              <a:rPr lang="en-US" sz="1600" dirty="0">
                <a:latin typeface="Segoe UI Light" panose="020B0502040204020203" pitchFamily="34" charset="0"/>
                <a:cs typeface="Segoe UI Light" panose="020B0502040204020203" pitchFamily="34" charset="0"/>
              </a:rPr>
              <a:t> RootCA1 ta Add Profile User1_Profile </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Đối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với</a:t>
            </a:r>
            <a:r>
              <a:rPr lang="en-US" sz="1600" dirty="0">
                <a:latin typeface="Segoe UI Light" panose="020B0502040204020203" pitchFamily="34" charset="0"/>
                <a:cs typeface="Segoe UI Light" panose="020B0502040204020203" pitchFamily="34" charset="0"/>
              </a:rPr>
              <a:t> RootCA2 ta Add Profile User2_Profile </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Sau </a:t>
            </a:r>
            <a:r>
              <a:rPr lang="en-US" sz="1600" dirty="0" err="1">
                <a:latin typeface="Segoe UI Light" panose="020B0502040204020203" pitchFamily="34" charset="0"/>
                <a:cs typeface="Segoe UI Light" panose="020B0502040204020203" pitchFamily="34" charset="0"/>
              </a:rPr>
              <a:t>đó</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chọn</a:t>
            </a:r>
            <a:r>
              <a:rPr lang="en-US" sz="1600" dirty="0">
                <a:latin typeface="Segoe UI Light" panose="020B0502040204020203" pitchFamily="34" charset="0"/>
                <a:cs typeface="Segoe UI Light" panose="020B0502040204020203" pitchFamily="34" charset="0"/>
              </a:rPr>
              <a:t> Edit End Entity Profile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cập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nhật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thông</a:t>
            </a:r>
            <a:r>
              <a:rPr lang="en-US" sz="1600" dirty="0">
                <a:latin typeface="Segoe UI Light" panose="020B0502040204020203" pitchFamily="34" charset="0"/>
                <a:cs typeface="Segoe UI Light" panose="020B0502040204020203" pitchFamily="34" charset="0"/>
              </a:rPr>
              <a:t> tin </a:t>
            </a:r>
            <a:r>
              <a:rPr lang="en-US" sz="1600" dirty="0" err="1">
                <a:latin typeface="Segoe UI Light" panose="020B0502040204020203" pitchFamily="34" charset="0"/>
                <a:cs typeface="Segoe UI Light" panose="020B0502040204020203" pitchFamily="34" charset="0"/>
              </a:rPr>
              <a:t>của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từng</a:t>
            </a:r>
            <a:r>
              <a:rPr lang="en-US" sz="1600" dirty="0">
                <a:latin typeface="Segoe UI Light" panose="020B0502040204020203" pitchFamily="34" charset="0"/>
                <a:cs typeface="Segoe UI Light" panose="020B0502040204020203" pitchFamily="34" charset="0"/>
              </a:rPr>
              <a:t> User1_Profile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User2_Profile (User name, Password, </a:t>
            </a:r>
            <a:r>
              <a:rPr lang="en-US" sz="1600" dirty="0" err="1">
                <a:latin typeface="Segoe UI Light" panose="020B0502040204020203" pitchFamily="34" charset="0"/>
                <a:cs typeface="Segoe UI Light" panose="020B0502040204020203" pitchFamily="34" charset="0"/>
              </a:rPr>
              <a:t>thêm</a:t>
            </a:r>
            <a:r>
              <a:rPr lang="en-US" sz="1600" dirty="0">
                <a:latin typeface="Segoe UI Light" panose="020B0502040204020203" pitchFamily="34" charset="0"/>
                <a:cs typeface="Segoe UI Light" panose="020B0502040204020203" pitchFamily="34" charset="0"/>
              </a:rPr>
              <a:t> Subject DN Attributes, </a:t>
            </a:r>
            <a:r>
              <a:rPr lang="en-US" sz="1600" dirty="0" err="1">
                <a:latin typeface="Segoe UI Light" panose="020B0502040204020203" pitchFamily="34" charset="0"/>
                <a:cs typeface="Segoe UI Light" panose="020B0502040204020203" pitchFamily="34" charset="0"/>
              </a:rPr>
              <a:t>được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thực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bởi</a:t>
            </a:r>
            <a:r>
              <a:rPr lang="en-US" sz="1600" dirty="0">
                <a:latin typeface="Segoe UI Light" panose="020B0502040204020203" pitchFamily="34" charset="0"/>
                <a:cs typeface="Segoe UI Light" panose="020B0502040204020203" pitchFamily="34" charset="0"/>
              </a:rPr>
              <a:t> RootCA1 </a:t>
            </a:r>
            <a:r>
              <a:rPr lang="en-US" sz="1600" dirty="0" err="1">
                <a:latin typeface="Segoe UI Light" panose="020B0502040204020203" pitchFamily="34" charset="0"/>
                <a:cs typeface="Segoe UI Light" panose="020B0502040204020203" pitchFamily="34" charset="0"/>
              </a:rPr>
              <a:t>đối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với</a:t>
            </a:r>
            <a:r>
              <a:rPr lang="en-US" sz="1600" dirty="0">
                <a:latin typeface="Segoe UI Light" panose="020B0502040204020203" pitchFamily="34" charset="0"/>
                <a:cs typeface="Segoe UI Light" panose="020B0502040204020203" pitchFamily="34" charset="0"/>
              </a:rPr>
              <a:t> User1_Profile, RootCA2 </a:t>
            </a:r>
            <a:r>
              <a:rPr lang="en-US" sz="1600" dirty="0" err="1">
                <a:latin typeface="Segoe UI Light" panose="020B0502040204020203" pitchFamily="34" charset="0"/>
                <a:cs typeface="Segoe UI Light" panose="020B0502040204020203" pitchFamily="34" charset="0"/>
              </a:rPr>
              <a:t>đối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với</a:t>
            </a:r>
            <a:r>
              <a:rPr lang="en-US" sz="1600" dirty="0">
                <a:latin typeface="Segoe UI Light" panose="020B0502040204020203" pitchFamily="34" charset="0"/>
                <a:cs typeface="Segoe UI Light" panose="020B0502040204020203" pitchFamily="34" charset="0"/>
              </a:rPr>
              <a:t> User2_Profile ….), </a:t>
            </a:r>
            <a:r>
              <a:rPr lang="en-US" sz="1600" dirty="0" err="1">
                <a:latin typeface="Segoe UI Light" panose="020B0502040204020203" pitchFamily="34" charset="0"/>
                <a:cs typeface="Segoe UI Light" panose="020B0502040204020203" pitchFamily="34" charset="0"/>
              </a:rPr>
              <a:t>chọn</a:t>
            </a:r>
            <a:r>
              <a:rPr lang="en-US" sz="1600" dirty="0">
                <a:latin typeface="Segoe UI Light" panose="020B0502040204020203" pitchFamily="34" charset="0"/>
                <a:cs typeface="Segoe UI Light" panose="020B0502040204020203" pitchFamily="34" charset="0"/>
              </a:rPr>
              <a:t> Save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lưu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thông</a:t>
            </a:r>
            <a:r>
              <a:rPr lang="en-US" sz="1600" dirty="0">
                <a:latin typeface="Segoe UI Light" panose="020B0502040204020203" pitchFamily="34" charset="0"/>
                <a:cs typeface="Segoe UI Light" panose="020B0502040204020203" pitchFamily="34" charset="0"/>
              </a:rPr>
              <a:t> tin. </a:t>
            </a:r>
          </a:p>
        </p:txBody>
      </p:sp>
      <p:pic>
        <p:nvPicPr>
          <p:cNvPr id="2" name="Picture 1" descr="A screenshot of a computer&#10;&#10;AI-generated content may be incorrect.">
            <a:extLst>
              <a:ext uri="{FF2B5EF4-FFF2-40B4-BE49-F238E27FC236}">
                <a16:creationId xmlns:a16="http://schemas.microsoft.com/office/drawing/2014/main" id="{80B8E589-D0B4-FBFF-A05A-734482CC4E12}"/>
              </a:ext>
            </a:extLst>
          </p:cNvPr>
          <p:cNvPicPr/>
          <p:nvPr/>
        </p:nvPicPr>
        <p:blipFill>
          <a:blip r:embed="rId3"/>
          <a:stretch>
            <a:fillRect/>
          </a:stretch>
        </p:blipFill>
        <p:spPr>
          <a:xfrm>
            <a:off x="772221" y="1433430"/>
            <a:ext cx="7376416" cy="3114629"/>
          </a:xfrm>
          <a:prstGeom prst="rect">
            <a:avLst/>
          </a:prstGeom>
        </p:spPr>
      </p:pic>
    </p:spTree>
    <p:extLst>
      <p:ext uri="{BB962C8B-B14F-4D97-AF65-F5344CB8AC3E}">
        <p14:creationId xmlns:p14="http://schemas.microsoft.com/office/powerpoint/2010/main" val="17671794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7E543A1B-0CAC-5AF6-1983-4E98DC787D1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08E5CD0-E9F2-031B-06B5-5DE2AFB40061}"/>
              </a:ext>
            </a:extLst>
          </p:cNvPr>
          <p:cNvSpPr txBox="1"/>
          <p:nvPr/>
        </p:nvSpPr>
        <p:spPr>
          <a:xfrm>
            <a:off x="3563826" y="4582040"/>
            <a:ext cx="5182528" cy="338554"/>
          </a:xfrm>
          <a:prstGeom prst="rect">
            <a:avLst/>
          </a:prstGeom>
          <a:noFill/>
        </p:spPr>
        <p:txBody>
          <a:bodyPr wrap="square">
            <a:spAutoFit/>
          </a:bodyPr>
          <a:lstStyle/>
          <a:p>
            <a:pPr lvl="0" indent="457200" eaLnBrk="0" fontAlgn="base" hangingPunct="0">
              <a:spcBef>
                <a:spcPct val="0"/>
              </a:spcBef>
              <a:spcAft>
                <a:spcPct val="0"/>
              </a:spcAft>
              <a:buClrTx/>
            </a:pPr>
            <a:r>
              <a:rPr lang="en-US" altLang="en-US" sz="1600" b="1" dirty="0" err="1">
                <a:solidFill>
                  <a:srgbClr val="002060"/>
                </a:solidFill>
                <a:latin typeface="Segeo UI Light"/>
                <a:ea typeface="Segoe UI Black" panose="020B0A02040204020203" pitchFamily="34" charset="0"/>
                <a:cs typeface="Times New Roman" panose="02020603050405020304" pitchFamily="18" charset="0"/>
              </a:rPr>
              <a:t>Hình</a:t>
            </a:r>
            <a:r>
              <a:rPr lang="en-US" altLang="en-US" sz="1600" b="1" dirty="0">
                <a:solidFill>
                  <a:srgbClr val="002060"/>
                </a:solidFill>
                <a:latin typeface="Segeo UI Light"/>
                <a:ea typeface="Segoe UI Black" panose="020B0A02040204020203" pitchFamily="34" charset="0"/>
                <a:cs typeface="Times New Roman" panose="02020603050405020304" pitchFamily="18" charset="0"/>
              </a:rPr>
              <a:t> 4.10. Add </a:t>
            </a:r>
            <a:r>
              <a:rPr lang="en-US" altLang="en-US" sz="1600" b="1" dirty="0" err="1">
                <a:solidFill>
                  <a:srgbClr val="002060"/>
                </a:solidFill>
                <a:latin typeface="Segeo UI Light"/>
                <a:ea typeface="Segoe UI Black" panose="020B0A02040204020203" pitchFamily="34" charset="0"/>
                <a:cs typeface="Times New Roman" panose="02020603050405020304" pitchFamily="18" charset="0"/>
              </a:rPr>
              <a:t>lại</a:t>
            </a:r>
            <a:r>
              <a:rPr lang="en-US" altLang="en-US" sz="1600" b="1" dirty="0">
                <a:solidFill>
                  <a:srgbClr val="002060"/>
                </a:solidFill>
                <a:latin typeface="Segeo UI Light"/>
                <a:ea typeface="Segoe UI Black" panose="020B0A02040204020203" pitchFamily="34" charset="0"/>
                <a:cs typeface="Times New Roman" panose="02020603050405020304" pitchFamily="18" charset="0"/>
              </a:rPr>
              <a:t> </a:t>
            </a:r>
            <a:r>
              <a:rPr lang="en-US" altLang="en-US" sz="1600" b="1" dirty="0" err="1">
                <a:solidFill>
                  <a:srgbClr val="002060"/>
                </a:solidFill>
                <a:latin typeface="Segeo UI Light"/>
                <a:ea typeface="Segoe UI Black" panose="020B0A02040204020203" pitchFamily="34" charset="0"/>
                <a:cs typeface="Times New Roman" panose="02020603050405020304" pitchFamily="18" charset="0"/>
              </a:rPr>
              <a:t>thông</a:t>
            </a:r>
            <a:r>
              <a:rPr lang="en-US" altLang="en-US" sz="1600" b="1" dirty="0">
                <a:solidFill>
                  <a:srgbClr val="002060"/>
                </a:solidFill>
                <a:latin typeface="Segeo UI Light"/>
                <a:ea typeface="Segoe UI Black" panose="020B0A02040204020203" pitchFamily="34" charset="0"/>
                <a:cs typeface="Times New Roman" panose="02020603050405020304" pitchFamily="18" charset="0"/>
              </a:rPr>
              <a:t> tin </a:t>
            </a:r>
            <a:r>
              <a:rPr lang="en-US" altLang="en-US" sz="1600" b="1" dirty="0" err="1">
                <a:solidFill>
                  <a:srgbClr val="002060"/>
                </a:solidFill>
                <a:latin typeface="Segeo UI Light"/>
                <a:ea typeface="Segoe UI Black" panose="020B0A02040204020203" pitchFamily="34" charset="0"/>
                <a:cs typeface="Times New Roman" panose="02020603050405020304" pitchFamily="18" charset="0"/>
              </a:rPr>
              <a:t>của</a:t>
            </a:r>
            <a:r>
              <a:rPr lang="en-US" altLang="en-US" sz="1600" b="1" dirty="0">
                <a:solidFill>
                  <a:srgbClr val="002060"/>
                </a:solidFill>
                <a:latin typeface="Segeo UI Light"/>
                <a:ea typeface="Segoe UI Black" panose="020B0A02040204020203" pitchFamily="34" charset="0"/>
                <a:cs typeface="Times New Roman" panose="02020603050405020304" pitchFamily="18" charset="0"/>
              </a:rPr>
              <a:t> </a:t>
            </a:r>
            <a:r>
              <a:rPr lang="en-US" altLang="en-US" sz="1600" b="1" dirty="0" err="1">
                <a:solidFill>
                  <a:srgbClr val="002060"/>
                </a:solidFill>
                <a:latin typeface="Segeo UI Light"/>
                <a:ea typeface="Segoe UI Black" panose="020B0A02040204020203" pitchFamily="34" charset="0"/>
                <a:cs typeface="Times New Roman" panose="02020603050405020304" pitchFamily="18" charset="0"/>
              </a:rPr>
              <a:t>các</a:t>
            </a:r>
            <a:r>
              <a:rPr lang="en-US" altLang="en-US" sz="1600" b="1" dirty="0">
                <a:solidFill>
                  <a:srgbClr val="002060"/>
                </a:solidFill>
                <a:latin typeface="Segeo UI Light"/>
                <a:ea typeface="Segoe UI Black" panose="020B0A02040204020203" pitchFamily="34" charset="0"/>
                <a:cs typeface="Times New Roman" panose="02020603050405020304" pitchFamily="18" charset="0"/>
              </a:rPr>
              <a:t> User </a:t>
            </a:r>
            <a:endParaRPr lang="en-US" altLang="en-US" sz="2800" dirty="0">
              <a:solidFill>
                <a:srgbClr val="002060"/>
              </a:solidFill>
              <a:latin typeface="Segeo UI Light"/>
              <a:ea typeface="Segoe UI Black" panose="020B0A02040204020203" pitchFamily="34" charset="0"/>
              <a:cs typeface="Times New Roman" panose="02020603050405020304" pitchFamily="18" charset="0"/>
            </a:endParaRPr>
          </a:p>
        </p:txBody>
      </p:sp>
      <p:sp>
        <p:nvSpPr>
          <p:cNvPr id="4" name="Title 3">
            <a:extLst>
              <a:ext uri="{FF2B5EF4-FFF2-40B4-BE49-F238E27FC236}">
                <a16:creationId xmlns:a16="http://schemas.microsoft.com/office/drawing/2014/main" id="{C23B911D-EE26-D270-D002-AE43C90BCB44}"/>
              </a:ext>
            </a:extLst>
          </p:cNvPr>
          <p:cNvSpPr>
            <a:spLocks noGrp="1"/>
          </p:cNvSpPr>
          <p:nvPr>
            <p:ph type="title"/>
          </p:nvPr>
        </p:nvSpPr>
        <p:spPr>
          <a:xfrm>
            <a:off x="118945" y="143731"/>
            <a:ext cx="8906107" cy="500762"/>
          </a:xfrm>
        </p:spPr>
        <p:txBody>
          <a:bodyPr/>
          <a:lstStyle/>
          <a:p>
            <a:r>
              <a:rPr lang="en-US" altLang="en-US" sz="1600" dirty="0">
                <a:solidFill>
                  <a:srgbClr val="002060"/>
                </a:solidFill>
                <a:latin typeface="Segoe UI Light" panose="020B0502040204020203" pitchFamily="34" charset="0"/>
                <a:ea typeface="Arial" panose="020B0604020202020204" pitchFamily="34" charset="0"/>
                <a:cs typeface="Segoe UI Light" panose="020B0502040204020203" pitchFamily="34" charset="0"/>
              </a:rPr>
              <a:t>- Sau </a:t>
            </a:r>
            <a:r>
              <a:rPr lang="en-US" altLang="en-US" sz="1600" dirty="0" err="1">
                <a:solidFill>
                  <a:srgbClr val="002060"/>
                </a:solidFill>
                <a:latin typeface="Segoe UI Light" panose="020B0502040204020203" pitchFamily="34" charset="0"/>
                <a:ea typeface="Arial" panose="020B0604020202020204" pitchFamily="34" charset="0"/>
                <a:cs typeface="Segoe UI Light" panose="020B0502040204020203" pitchFamily="34" charset="0"/>
              </a:rPr>
              <a:t>đó</a:t>
            </a:r>
            <a:r>
              <a:rPr lang="en-US" altLang="en-US" sz="1600" dirty="0">
                <a:solidFill>
                  <a:srgbClr val="002060"/>
                </a:solidFill>
                <a:latin typeface="Segoe UI Light" panose="020B0502040204020203" pitchFamily="34" charset="0"/>
                <a:ea typeface="Arial" panose="020B0604020202020204" pitchFamily="34" charset="0"/>
                <a:cs typeface="Segoe UI Light" panose="020B0502040204020203" pitchFamily="34" charset="0"/>
              </a:rPr>
              <a:t> Add </a:t>
            </a:r>
            <a:r>
              <a:rPr lang="en-US" altLang="en-US" sz="1600" dirty="0" err="1">
                <a:solidFill>
                  <a:srgbClr val="002060"/>
                </a:solidFill>
                <a:latin typeface="Segoe UI Light" panose="020B0502040204020203" pitchFamily="34" charset="0"/>
                <a:ea typeface="Arial" panose="020B0604020202020204" pitchFamily="34" charset="0"/>
                <a:cs typeface="Segoe UI Light" panose="020B0502040204020203" pitchFamily="34" charset="0"/>
              </a:rPr>
              <a:t>lại</a:t>
            </a:r>
            <a:r>
              <a:rPr lang="en-US" altLang="en-US" sz="1600" dirty="0">
                <a:solidFill>
                  <a:srgbClr val="002060"/>
                </a:solidFill>
                <a:latin typeface="Segoe UI Light" panose="020B0502040204020203" pitchFamily="34" charset="0"/>
                <a:ea typeface="Arial" panose="020B0604020202020204" pitchFamily="34" charset="0"/>
                <a:cs typeface="Segoe UI Light" panose="020B0502040204020203" pitchFamily="34" charset="0"/>
              </a:rPr>
              <a:t> </a:t>
            </a:r>
            <a:r>
              <a:rPr lang="en-US" altLang="en-US" sz="1600" dirty="0" err="1">
                <a:solidFill>
                  <a:srgbClr val="002060"/>
                </a:solidFill>
                <a:latin typeface="Segoe UI Light" panose="020B0502040204020203" pitchFamily="34" charset="0"/>
                <a:ea typeface="Arial" panose="020B0604020202020204" pitchFamily="34" charset="0"/>
                <a:cs typeface="Segoe UI Light" panose="020B0502040204020203" pitchFamily="34" charset="0"/>
              </a:rPr>
              <a:t>các</a:t>
            </a:r>
            <a:r>
              <a:rPr lang="en-US" altLang="en-US" sz="1600" dirty="0">
                <a:solidFill>
                  <a:srgbClr val="002060"/>
                </a:solidFill>
                <a:latin typeface="Segoe UI Light" panose="020B0502040204020203" pitchFamily="34" charset="0"/>
                <a:ea typeface="Arial" panose="020B0604020202020204" pitchFamily="34" charset="0"/>
                <a:cs typeface="Segoe UI Light" panose="020B0502040204020203" pitchFamily="34" charset="0"/>
              </a:rPr>
              <a:t> </a:t>
            </a:r>
            <a:r>
              <a:rPr lang="en-US" altLang="en-US" sz="1600" dirty="0" err="1">
                <a:solidFill>
                  <a:srgbClr val="002060"/>
                </a:solidFill>
                <a:latin typeface="Segoe UI Light" panose="020B0502040204020203" pitchFamily="34" charset="0"/>
                <a:ea typeface="Arial" panose="020B0604020202020204" pitchFamily="34" charset="0"/>
                <a:cs typeface="Segoe UI Light" panose="020B0502040204020203" pitchFamily="34" charset="0"/>
              </a:rPr>
              <a:t>thông</a:t>
            </a:r>
            <a:r>
              <a:rPr lang="en-US" altLang="en-US" sz="1600" dirty="0">
                <a:solidFill>
                  <a:srgbClr val="002060"/>
                </a:solidFill>
                <a:latin typeface="Segoe UI Light" panose="020B0502040204020203" pitchFamily="34" charset="0"/>
                <a:ea typeface="Arial" panose="020B0604020202020204" pitchFamily="34" charset="0"/>
                <a:cs typeface="Segoe UI Light" panose="020B0502040204020203" pitchFamily="34" charset="0"/>
              </a:rPr>
              <a:t> tin </a:t>
            </a:r>
            <a:r>
              <a:rPr lang="en-US" altLang="en-US" sz="1600" dirty="0" err="1">
                <a:solidFill>
                  <a:srgbClr val="002060"/>
                </a:solidFill>
                <a:latin typeface="Segoe UI Light" panose="020B0502040204020203" pitchFamily="34" charset="0"/>
                <a:ea typeface="Arial" panose="020B0604020202020204" pitchFamily="34" charset="0"/>
                <a:cs typeface="Segoe UI Light" panose="020B0502040204020203" pitchFamily="34" charset="0"/>
              </a:rPr>
              <a:t>của</a:t>
            </a:r>
            <a:r>
              <a:rPr lang="en-US" altLang="en-US" sz="1600" dirty="0">
                <a:solidFill>
                  <a:srgbClr val="002060"/>
                </a:solidFill>
                <a:latin typeface="Segoe UI Light" panose="020B0502040204020203" pitchFamily="34" charset="0"/>
                <a:ea typeface="Arial" panose="020B0604020202020204" pitchFamily="34" charset="0"/>
                <a:cs typeface="Segoe UI Light" panose="020B0502040204020203" pitchFamily="34" charset="0"/>
              </a:rPr>
              <a:t> End Entity </a:t>
            </a:r>
            <a:endParaRPr lang="en-US" sz="3200" dirty="0">
              <a:solidFill>
                <a:srgbClr val="002060"/>
              </a:solidFill>
            </a:endParaRPr>
          </a:p>
        </p:txBody>
      </p:sp>
      <p:pic>
        <p:nvPicPr>
          <p:cNvPr id="1025" name="Picture 31689" descr="A screenshot of a computer&#10;&#10;AI-generated content may be incorrect.">
            <a:extLst>
              <a:ext uri="{FF2B5EF4-FFF2-40B4-BE49-F238E27FC236}">
                <a16:creationId xmlns:a16="http://schemas.microsoft.com/office/drawing/2014/main" id="{E46E59EA-5642-0617-5059-7F1B85491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0064" y="778673"/>
            <a:ext cx="5767392" cy="3669187"/>
          </a:xfrm>
          <a:prstGeom prst="rect">
            <a:avLst/>
          </a:prstGeom>
          <a:noFill/>
          <a:extLst>
            <a:ext uri="{909E8E84-426E-40DD-AFC4-6F175D3DCCD1}">
              <a14:hiddenFill xmlns:a14="http://schemas.microsoft.com/office/drawing/2010/main">
                <a:solidFill>
                  <a:srgbClr val="FFFFFF"/>
                </a:solidFill>
              </a14:hiddenFill>
            </a:ext>
          </a:extLst>
        </p:spPr>
      </p:pic>
      <p:grpSp>
        <p:nvGrpSpPr>
          <p:cNvPr id="58" name="Google Shape;531;p34">
            <a:extLst>
              <a:ext uri="{FF2B5EF4-FFF2-40B4-BE49-F238E27FC236}">
                <a16:creationId xmlns:a16="http://schemas.microsoft.com/office/drawing/2014/main" id="{4490E90D-4B1D-F1B3-2F72-76FB5C191A63}"/>
              </a:ext>
            </a:extLst>
          </p:cNvPr>
          <p:cNvGrpSpPr/>
          <p:nvPr/>
        </p:nvGrpSpPr>
        <p:grpSpPr>
          <a:xfrm>
            <a:off x="1606682" y="1114131"/>
            <a:ext cx="1524512" cy="3199926"/>
            <a:chOff x="5431588" y="1307171"/>
            <a:chExt cx="1423580" cy="2988072"/>
          </a:xfrm>
        </p:grpSpPr>
        <p:sp>
          <p:nvSpPr>
            <p:cNvPr id="59" name="Google Shape;532;p34">
              <a:extLst>
                <a:ext uri="{FF2B5EF4-FFF2-40B4-BE49-F238E27FC236}">
                  <a16:creationId xmlns:a16="http://schemas.microsoft.com/office/drawing/2014/main" id="{E24B90D0-6F5A-F18D-B152-FF60F1E90130}"/>
                </a:ext>
              </a:extLst>
            </p:cNvPr>
            <p:cNvSpPr/>
            <p:nvPr/>
          </p:nvSpPr>
          <p:spPr>
            <a:xfrm>
              <a:off x="5536047" y="1312545"/>
              <a:ext cx="1313785" cy="2977344"/>
            </a:xfrm>
            <a:custGeom>
              <a:avLst/>
              <a:gdLst/>
              <a:ahLst/>
              <a:cxnLst/>
              <a:rect l="l" t="t" r="r" b="b"/>
              <a:pathLst>
                <a:path w="68947" h="156250" extrusionOk="0">
                  <a:moveTo>
                    <a:pt x="145" y="0"/>
                  </a:moveTo>
                  <a:cubicBezTo>
                    <a:pt x="65" y="0"/>
                    <a:pt x="0" y="64"/>
                    <a:pt x="0" y="145"/>
                  </a:cubicBezTo>
                  <a:lnTo>
                    <a:pt x="0" y="156105"/>
                  </a:lnTo>
                  <a:cubicBezTo>
                    <a:pt x="0" y="156185"/>
                    <a:pt x="65" y="156249"/>
                    <a:pt x="145" y="156249"/>
                  </a:cubicBezTo>
                  <a:lnTo>
                    <a:pt x="63378" y="156249"/>
                  </a:lnTo>
                  <a:cubicBezTo>
                    <a:pt x="66452" y="156249"/>
                    <a:pt x="68946" y="153757"/>
                    <a:pt x="68946" y="150682"/>
                  </a:cubicBezTo>
                  <a:lnTo>
                    <a:pt x="68946" y="5305"/>
                  </a:lnTo>
                  <a:cubicBezTo>
                    <a:pt x="68946" y="2375"/>
                    <a:pt x="66570" y="0"/>
                    <a:pt x="636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33;p34">
              <a:extLst>
                <a:ext uri="{FF2B5EF4-FFF2-40B4-BE49-F238E27FC236}">
                  <a16:creationId xmlns:a16="http://schemas.microsoft.com/office/drawing/2014/main" id="{83FFD4CD-F0B4-67B9-A42B-34E5BE5D452D}"/>
                </a:ext>
              </a:extLst>
            </p:cNvPr>
            <p:cNvSpPr/>
            <p:nvPr/>
          </p:nvSpPr>
          <p:spPr>
            <a:xfrm>
              <a:off x="5530674" y="1307171"/>
              <a:ext cx="1324494" cy="2988072"/>
            </a:xfrm>
            <a:custGeom>
              <a:avLst/>
              <a:gdLst/>
              <a:ahLst/>
              <a:cxnLst/>
              <a:rect l="l" t="t" r="r" b="b"/>
              <a:pathLst>
                <a:path w="69509" h="156813" extrusionOk="0">
                  <a:moveTo>
                    <a:pt x="64778" y="564"/>
                  </a:moveTo>
                  <a:cubicBezTo>
                    <a:pt x="67077" y="564"/>
                    <a:pt x="68947" y="2433"/>
                    <a:pt x="68947" y="4732"/>
                  </a:cubicBezTo>
                  <a:lnTo>
                    <a:pt x="68947" y="152083"/>
                  </a:lnTo>
                  <a:cubicBezTo>
                    <a:pt x="68947" y="154380"/>
                    <a:pt x="67077" y="156250"/>
                    <a:pt x="64778" y="156250"/>
                  </a:cubicBezTo>
                  <a:lnTo>
                    <a:pt x="4731" y="156250"/>
                  </a:lnTo>
                  <a:cubicBezTo>
                    <a:pt x="2432" y="156250"/>
                    <a:pt x="562" y="154380"/>
                    <a:pt x="562" y="152083"/>
                  </a:cubicBezTo>
                  <a:lnTo>
                    <a:pt x="562" y="4732"/>
                  </a:lnTo>
                  <a:cubicBezTo>
                    <a:pt x="562" y="2433"/>
                    <a:pt x="2432" y="564"/>
                    <a:pt x="4731" y="564"/>
                  </a:cubicBezTo>
                  <a:close/>
                  <a:moveTo>
                    <a:pt x="4731" y="1"/>
                  </a:moveTo>
                  <a:cubicBezTo>
                    <a:pt x="2123" y="1"/>
                    <a:pt x="1" y="2123"/>
                    <a:pt x="1" y="4732"/>
                  </a:cubicBezTo>
                  <a:lnTo>
                    <a:pt x="1" y="152083"/>
                  </a:lnTo>
                  <a:cubicBezTo>
                    <a:pt x="1" y="154691"/>
                    <a:pt x="2123" y="156813"/>
                    <a:pt x="4731" y="156813"/>
                  </a:cubicBezTo>
                  <a:lnTo>
                    <a:pt x="64778" y="156813"/>
                  </a:lnTo>
                  <a:cubicBezTo>
                    <a:pt x="67386" y="156813"/>
                    <a:pt x="69508" y="154691"/>
                    <a:pt x="69508" y="152083"/>
                  </a:cubicBezTo>
                  <a:lnTo>
                    <a:pt x="69508" y="4732"/>
                  </a:lnTo>
                  <a:cubicBezTo>
                    <a:pt x="69508" y="2123"/>
                    <a:pt x="67386"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34;p34">
              <a:extLst>
                <a:ext uri="{FF2B5EF4-FFF2-40B4-BE49-F238E27FC236}">
                  <a16:creationId xmlns:a16="http://schemas.microsoft.com/office/drawing/2014/main" id="{E1970207-93B2-C375-4C76-918A69B1DB2F}"/>
                </a:ext>
              </a:extLst>
            </p:cNvPr>
            <p:cNvSpPr/>
            <p:nvPr/>
          </p:nvSpPr>
          <p:spPr>
            <a:xfrm>
              <a:off x="6788418" y="1565043"/>
              <a:ext cx="35004" cy="268733"/>
            </a:xfrm>
            <a:custGeom>
              <a:avLst/>
              <a:gdLst/>
              <a:ahLst/>
              <a:cxnLst/>
              <a:rect l="l" t="t" r="r" b="b"/>
              <a:pathLst>
                <a:path w="1837" h="14103" extrusionOk="0">
                  <a:moveTo>
                    <a:pt x="919" y="1"/>
                  </a:moveTo>
                  <a:cubicBezTo>
                    <a:pt x="416" y="1"/>
                    <a:pt x="8" y="403"/>
                    <a:pt x="0" y="906"/>
                  </a:cubicBezTo>
                  <a:lnTo>
                    <a:pt x="0" y="13185"/>
                  </a:lnTo>
                  <a:cubicBezTo>
                    <a:pt x="0" y="13691"/>
                    <a:pt x="412" y="14103"/>
                    <a:pt x="919" y="14103"/>
                  </a:cubicBezTo>
                  <a:cubicBezTo>
                    <a:pt x="1425" y="14103"/>
                    <a:pt x="1837" y="13691"/>
                    <a:pt x="1837" y="13184"/>
                  </a:cubicBezTo>
                  <a:lnTo>
                    <a:pt x="1837" y="906"/>
                  </a:lnTo>
                  <a:cubicBezTo>
                    <a:pt x="1829" y="403"/>
                    <a:pt x="1421" y="1"/>
                    <a:pt x="9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35;p34">
              <a:extLst>
                <a:ext uri="{FF2B5EF4-FFF2-40B4-BE49-F238E27FC236}">
                  <a16:creationId xmlns:a16="http://schemas.microsoft.com/office/drawing/2014/main" id="{97050D55-029A-398F-0C8D-53D0256DC7F6}"/>
                </a:ext>
              </a:extLst>
            </p:cNvPr>
            <p:cNvSpPr/>
            <p:nvPr/>
          </p:nvSpPr>
          <p:spPr>
            <a:xfrm>
              <a:off x="6788418" y="1885033"/>
              <a:ext cx="35004" cy="165512"/>
            </a:xfrm>
            <a:custGeom>
              <a:avLst/>
              <a:gdLst/>
              <a:ahLst/>
              <a:cxnLst/>
              <a:rect l="l" t="t" r="r" b="b"/>
              <a:pathLst>
                <a:path w="1837" h="8686" extrusionOk="0">
                  <a:moveTo>
                    <a:pt x="919" y="0"/>
                  </a:moveTo>
                  <a:cubicBezTo>
                    <a:pt x="416" y="0"/>
                    <a:pt x="8" y="403"/>
                    <a:pt x="0" y="906"/>
                  </a:cubicBezTo>
                  <a:lnTo>
                    <a:pt x="0" y="7767"/>
                  </a:lnTo>
                  <a:cubicBezTo>
                    <a:pt x="0" y="8274"/>
                    <a:pt x="412" y="8686"/>
                    <a:pt x="919" y="8686"/>
                  </a:cubicBezTo>
                  <a:cubicBezTo>
                    <a:pt x="1425" y="8684"/>
                    <a:pt x="1837" y="8274"/>
                    <a:pt x="1837" y="7767"/>
                  </a:cubicBezTo>
                  <a:lnTo>
                    <a:pt x="1837" y="906"/>
                  </a:lnTo>
                  <a:cubicBezTo>
                    <a:pt x="1829" y="403"/>
                    <a:pt x="1421" y="0"/>
                    <a:pt x="9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536;p34">
              <a:extLst>
                <a:ext uri="{FF2B5EF4-FFF2-40B4-BE49-F238E27FC236}">
                  <a16:creationId xmlns:a16="http://schemas.microsoft.com/office/drawing/2014/main" id="{6FE8E21C-5DEB-1B64-BDDF-B9D886821F6A}"/>
                </a:ext>
              </a:extLst>
            </p:cNvPr>
            <p:cNvSpPr/>
            <p:nvPr/>
          </p:nvSpPr>
          <p:spPr>
            <a:xfrm>
              <a:off x="5436923" y="1312545"/>
              <a:ext cx="1313766" cy="2977344"/>
            </a:xfrm>
            <a:custGeom>
              <a:avLst/>
              <a:gdLst/>
              <a:ahLst/>
              <a:cxnLst/>
              <a:rect l="l" t="t" r="r" b="b"/>
              <a:pathLst>
                <a:path w="68946" h="156250" extrusionOk="0">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537;p34">
              <a:extLst>
                <a:ext uri="{FF2B5EF4-FFF2-40B4-BE49-F238E27FC236}">
                  <a16:creationId xmlns:a16="http://schemas.microsoft.com/office/drawing/2014/main" id="{58B1771C-60BE-3A63-7AA3-347EBFB395D2}"/>
                </a:ext>
              </a:extLst>
            </p:cNvPr>
            <p:cNvSpPr/>
            <p:nvPr/>
          </p:nvSpPr>
          <p:spPr>
            <a:xfrm>
              <a:off x="5431588" y="1307171"/>
              <a:ext cx="1324475" cy="2988072"/>
            </a:xfrm>
            <a:custGeom>
              <a:avLst/>
              <a:gdLst/>
              <a:ahLst/>
              <a:cxnLst/>
              <a:rect l="l" t="t" r="r" b="b"/>
              <a:pathLst>
                <a:path w="69508" h="156813" extrusionOk="0">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538;p34">
              <a:extLst>
                <a:ext uri="{FF2B5EF4-FFF2-40B4-BE49-F238E27FC236}">
                  <a16:creationId xmlns:a16="http://schemas.microsoft.com/office/drawing/2014/main" id="{EABB9D6B-3836-359A-C6E3-DB0A50E1F6D5}"/>
                </a:ext>
              </a:extLst>
            </p:cNvPr>
            <p:cNvSpPr/>
            <p:nvPr/>
          </p:nvSpPr>
          <p:spPr>
            <a:xfrm>
              <a:off x="5524405" y="1510774"/>
              <a:ext cx="1138841" cy="2553675"/>
            </a:xfrm>
            <a:custGeom>
              <a:avLst/>
              <a:gdLst/>
              <a:ahLst/>
              <a:cxnLst/>
              <a:rect l="l" t="t" r="r" b="b"/>
              <a:pathLst>
                <a:path w="59766" h="134016" extrusionOk="0">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539;p34">
              <a:extLst>
                <a:ext uri="{FF2B5EF4-FFF2-40B4-BE49-F238E27FC236}">
                  <a16:creationId xmlns:a16="http://schemas.microsoft.com/office/drawing/2014/main" id="{4E885DD9-9734-4161-04E4-5B126AE4C000}"/>
                </a:ext>
              </a:extLst>
            </p:cNvPr>
            <p:cNvSpPr/>
            <p:nvPr/>
          </p:nvSpPr>
          <p:spPr>
            <a:xfrm>
              <a:off x="5908897" y="1413079"/>
              <a:ext cx="334834" cy="32146"/>
            </a:xfrm>
            <a:custGeom>
              <a:avLst/>
              <a:gdLst/>
              <a:ahLst/>
              <a:cxnLst/>
              <a:rect l="l" t="t" r="r" b="b"/>
              <a:pathLst>
                <a:path w="17572" h="1687" extrusionOk="0">
                  <a:moveTo>
                    <a:pt x="831" y="1"/>
                  </a:moveTo>
                  <a:cubicBezTo>
                    <a:pt x="371" y="8"/>
                    <a:pt x="0" y="383"/>
                    <a:pt x="0" y="844"/>
                  </a:cubicBezTo>
                  <a:cubicBezTo>
                    <a:pt x="0" y="1305"/>
                    <a:pt x="371" y="1680"/>
                    <a:pt x="831" y="1687"/>
                  </a:cubicBezTo>
                  <a:lnTo>
                    <a:pt x="16742" y="1687"/>
                  </a:lnTo>
                  <a:cubicBezTo>
                    <a:pt x="17203" y="1680"/>
                    <a:pt x="17572" y="1305"/>
                    <a:pt x="17572" y="844"/>
                  </a:cubicBezTo>
                  <a:cubicBezTo>
                    <a:pt x="17572" y="383"/>
                    <a:pt x="17203" y="8"/>
                    <a:pt x="167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540;p34">
              <a:extLst>
                <a:ext uri="{FF2B5EF4-FFF2-40B4-BE49-F238E27FC236}">
                  <a16:creationId xmlns:a16="http://schemas.microsoft.com/office/drawing/2014/main" id="{DAF36FF3-5370-3EBB-71D9-795C3A14D3E3}"/>
                </a:ext>
              </a:extLst>
            </p:cNvPr>
            <p:cNvSpPr/>
            <p:nvPr/>
          </p:nvSpPr>
          <p:spPr>
            <a:xfrm>
              <a:off x="5994701" y="4116888"/>
              <a:ext cx="58308" cy="75839"/>
            </a:xfrm>
            <a:custGeom>
              <a:avLst/>
              <a:gdLst/>
              <a:ahLst/>
              <a:cxnLst/>
              <a:rect l="l" t="t" r="r" b="b"/>
              <a:pathLst>
                <a:path w="3060" h="3980" extrusionOk="0">
                  <a:moveTo>
                    <a:pt x="1531" y="1"/>
                  </a:moveTo>
                  <a:cubicBezTo>
                    <a:pt x="685" y="1"/>
                    <a:pt x="1" y="892"/>
                    <a:pt x="1" y="1990"/>
                  </a:cubicBezTo>
                  <a:cubicBezTo>
                    <a:pt x="1" y="3088"/>
                    <a:pt x="685" y="3979"/>
                    <a:pt x="1529" y="3979"/>
                  </a:cubicBezTo>
                  <a:cubicBezTo>
                    <a:pt x="2374" y="3979"/>
                    <a:pt x="3059" y="3088"/>
                    <a:pt x="3059" y="1990"/>
                  </a:cubicBezTo>
                  <a:cubicBezTo>
                    <a:pt x="3059" y="892"/>
                    <a:pt x="2375" y="1"/>
                    <a:pt x="1531"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541;p34">
              <a:extLst>
                <a:ext uri="{FF2B5EF4-FFF2-40B4-BE49-F238E27FC236}">
                  <a16:creationId xmlns:a16="http://schemas.microsoft.com/office/drawing/2014/main" id="{7D6CD224-426E-62B9-2733-6DDCDC44550C}"/>
                </a:ext>
              </a:extLst>
            </p:cNvPr>
            <p:cNvSpPr/>
            <p:nvPr/>
          </p:nvSpPr>
          <p:spPr>
            <a:xfrm>
              <a:off x="5896301" y="1685680"/>
              <a:ext cx="395010" cy="460597"/>
            </a:xfrm>
            <a:custGeom>
              <a:avLst/>
              <a:gdLst/>
              <a:ahLst/>
              <a:cxnLst/>
              <a:rect l="l" t="t" r="r" b="b"/>
              <a:pathLst>
                <a:path w="20730" h="24172" extrusionOk="0">
                  <a:moveTo>
                    <a:pt x="10366" y="1"/>
                  </a:moveTo>
                  <a:cubicBezTo>
                    <a:pt x="7617" y="1"/>
                    <a:pt x="4980" y="1274"/>
                    <a:pt x="3036" y="3541"/>
                  </a:cubicBezTo>
                  <a:cubicBezTo>
                    <a:pt x="1093" y="5807"/>
                    <a:pt x="0" y="8881"/>
                    <a:pt x="0" y="12086"/>
                  </a:cubicBezTo>
                  <a:cubicBezTo>
                    <a:pt x="0" y="15291"/>
                    <a:pt x="1093" y="18366"/>
                    <a:pt x="3036" y="20632"/>
                  </a:cubicBezTo>
                  <a:cubicBezTo>
                    <a:pt x="4980" y="22899"/>
                    <a:pt x="7617" y="24172"/>
                    <a:pt x="10366" y="24172"/>
                  </a:cubicBezTo>
                  <a:cubicBezTo>
                    <a:pt x="13113" y="24172"/>
                    <a:pt x="15750" y="22899"/>
                    <a:pt x="17694" y="20632"/>
                  </a:cubicBezTo>
                  <a:cubicBezTo>
                    <a:pt x="19639" y="18366"/>
                    <a:pt x="20730" y="15291"/>
                    <a:pt x="20730" y="12086"/>
                  </a:cubicBezTo>
                  <a:cubicBezTo>
                    <a:pt x="20730" y="8881"/>
                    <a:pt x="19639" y="5807"/>
                    <a:pt x="17694" y="3541"/>
                  </a:cubicBezTo>
                  <a:cubicBezTo>
                    <a:pt x="15750" y="1274"/>
                    <a:pt x="13113" y="1"/>
                    <a:pt x="103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542;p34">
              <a:extLst>
                <a:ext uri="{FF2B5EF4-FFF2-40B4-BE49-F238E27FC236}">
                  <a16:creationId xmlns:a16="http://schemas.microsoft.com/office/drawing/2014/main" id="{7EF5CEB3-CE06-04D3-C19D-DE2FD13EA8E5}"/>
                </a:ext>
              </a:extLst>
            </p:cNvPr>
            <p:cNvSpPr/>
            <p:nvPr/>
          </p:nvSpPr>
          <p:spPr>
            <a:xfrm>
              <a:off x="6018806" y="1738157"/>
              <a:ext cx="150001" cy="174906"/>
            </a:xfrm>
            <a:custGeom>
              <a:avLst/>
              <a:gdLst/>
              <a:ahLst/>
              <a:cxnLst/>
              <a:rect l="l" t="t" r="r" b="b"/>
              <a:pathLst>
                <a:path w="7872" h="9179" extrusionOk="0">
                  <a:moveTo>
                    <a:pt x="3937" y="1"/>
                  </a:moveTo>
                  <a:cubicBezTo>
                    <a:pt x="1762" y="1"/>
                    <a:pt x="0" y="2055"/>
                    <a:pt x="0" y="4590"/>
                  </a:cubicBezTo>
                  <a:cubicBezTo>
                    <a:pt x="0" y="7125"/>
                    <a:pt x="1762" y="9179"/>
                    <a:pt x="3937" y="9179"/>
                  </a:cubicBezTo>
                  <a:cubicBezTo>
                    <a:pt x="6110" y="9179"/>
                    <a:pt x="7872" y="7125"/>
                    <a:pt x="7872" y="4590"/>
                  </a:cubicBezTo>
                  <a:cubicBezTo>
                    <a:pt x="7872" y="2055"/>
                    <a:pt x="6110" y="1"/>
                    <a:pt x="393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543;p34">
              <a:extLst>
                <a:ext uri="{FF2B5EF4-FFF2-40B4-BE49-F238E27FC236}">
                  <a16:creationId xmlns:a16="http://schemas.microsoft.com/office/drawing/2014/main" id="{F641836E-2C49-7CBB-16C6-369EC5CFD2F6}"/>
                </a:ext>
              </a:extLst>
            </p:cNvPr>
            <p:cNvSpPr/>
            <p:nvPr/>
          </p:nvSpPr>
          <p:spPr>
            <a:xfrm>
              <a:off x="6013432" y="1732803"/>
              <a:ext cx="160748" cy="185634"/>
            </a:xfrm>
            <a:custGeom>
              <a:avLst/>
              <a:gdLst/>
              <a:ahLst/>
              <a:cxnLst/>
              <a:rect l="l" t="t" r="r" b="b"/>
              <a:pathLst>
                <a:path w="8436" h="9742" extrusionOk="0">
                  <a:moveTo>
                    <a:pt x="4219" y="562"/>
                  </a:moveTo>
                  <a:cubicBezTo>
                    <a:pt x="6234" y="562"/>
                    <a:pt x="7874" y="2494"/>
                    <a:pt x="7874" y="4871"/>
                  </a:cubicBezTo>
                  <a:cubicBezTo>
                    <a:pt x="7874" y="7247"/>
                    <a:pt x="6234" y="9180"/>
                    <a:pt x="4219" y="9180"/>
                  </a:cubicBezTo>
                  <a:cubicBezTo>
                    <a:pt x="2203" y="9180"/>
                    <a:pt x="562" y="7247"/>
                    <a:pt x="562" y="4871"/>
                  </a:cubicBezTo>
                  <a:cubicBezTo>
                    <a:pt x="562" y="2494"/>
                    <a:pt x="2203" y="562"/>
                    <a:pt x="4219" y="562"/>
                  </a:cubicBezTo>
                  <a:close/>
                  <a:moveTo>
                    <a:pt x="4219" y="0"/>
                  </a:moveTo>
                  <a:cubicBezTo>
                    <a:pt x="1892" y="0"/>
                    <a:pt x="1" y="2185"/>
                    <a:pt x="1" y="4871"/>
                  </a:cubicBezTo>
                  <a:cubicBezTo>
                    <a:pt x="1" y="7556"/>
                    <a:pt x="1892" y="9741"/>
                    <a:pt x="4219" y="9741"/>
                  </a:cubicBezTo>
                  <a:cubicBezTo>
                    <a:pt x="6544" y="9741"/>
                    <a:pt x="8435" y="7556"/>
                    <a:pt x="8435" y="4871"/>
                  </a:cubicBezTo>
                  <a:cubicBezTo>
                    <a:pt x="8435" y="2185"/>
                    <a:pt x="6544" y="0"/>
                    <a:pt x="4219"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544;p34">
              <a:extLst>
                <a:ext uri="{FF2B5EF4-FFF2-40B4-BE49-F238E27FC236}">
                  <a16:creationId xmlns:a16="http://schemas.microsoft.com/office/drawing/2014/main" id="{65752D89-A332-B44C-06C6-6B721BDA7068}"/>
                </a:ext>
              </a:extLst>
            </p:cNvPr>
            <p:cNvSpPr/>
            <p:nvPr/>
          </p:nvSpPr>
          <p:spPr>
            <a:xfrm>
              <a:off x="5957544" y="1936386"/>
              <a:ext cx="272525" cy="209891"/>
            </a:xfrm>
            <a:custGeom>
              <a:avLst/>
              <a:gdLst/>
              <a:ahLst/>
              <a:cxnLst/>
              <a:rect l="l" t="t" r="r" b="b"/>
              <a:pathLst>
                <a:path w="14302" h="11015" extrusionOk="0">
                  <a:moveTo>
                    <a:pt x="7152" y="1"/>
                  </a:moveTo>
                  <a:cubicBezTo>
                    <a:pt x="3202" y="1"/>
                    <a:pt x="1" y="3014"/>
                    <a:pt x="1" y="6731"/>
                  </a:cubicBezTo>
                  <a:cubicBezTo>
                    <a:pt x="4" y="7077"/>
                    <a:pt x="34" y="7421"/>
                    <a:pt x="93" y="7763"/>
                  </a:cubicBezTo>
                  <a:cubicBezTo>
                    <a:pt x="1945" y="9775"/>
                    <a:pt x="4421" y="11015"/>
                    <a:pt x="7152" y="11015"/>
                  </a:cubicBezTo>
                  <a:cubicBezTo>
                    <a:pt x="9882" y="11015"/>
                    <a:pt x="12358" y="9775"/>
                    <a:pt x="14209" y="7763"/>
                  </a:cubicBezTo>
                  <a:cubicBezTo>
                    <a:pt x="14268" y="7421"/>
                    <a:pt x="14298" y="7077"/>
                    <a:pt x="14301" y="6731"/>
                  </a:cubicBezTo>
                  <a:cubicBezTo>
                    <a:pt x="14301" y="3014"/>
                    <a:pt x="11100" y="1"/>
                    <a:pt x="71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545;p34">
              <a:extLst>
                <a:ext uri="{FF2B5EF4-FFF2-40B4-BE49-F238E27FC236}">
                  <a16:creationId xmlns:a16="http://schemas.microsoft.com/office/drawing/2014/main" id="{AAB23C88-2874-130D-E57E-B36E0561BA43}"/>
                </a:ext>
              </a:extLst>
            </p:cNvPr>
            <p:cNvSpPr/>
            <p:nvPr/>
          </p:nvSpPr>
          <p:spPr>
            <a:xfrm>
              <a:off x="5952190" y="1931032"/>
              <a:ext cx="283234" cy="220619"/>
            </a:xfrm>
            <a:custGeom>
              <a:avLst/>
              <a:gdLst/>
              <a:ahLst/>
              <a:cxnLst/>
              <a:rect l="l" t="t" r="r" b="b"/>
              <a:pathLst>
                <a:path w="14864" h="11578" extrusionOk="0">
                  <a:moveTo>
                    <a:pt x="7433" y="562"/>
                  </a:moveTo>
                  <a:cubicBezTo>
                    <a:pt x="11220" y="562"/>
                    <a:pt x="14302" y="3455"/>
                    <a:pt x="14302" y="7012"/>
                  </a:cubicBezTo>
                  <a:cubicBezTo>
                    <a:pt x="14299" y="7314"/>
                    <a:pt x="14274" y="7616"/>
                    <a:pt x="14226" y="7915"/>
                  </a:cubicBezTo>
                  <a:cubicBezTo>
                    <a:pt x="12358" y="9913"/>
                    <a:pt x="9949" y="11014"/>
                    <a:pt x="7433" y="11014"/>
                  </a:cubicBezTo>
                  <a:cubicBezTo>
                    <a:pt x="4917" y="11014"/>
                    <a:pt x="2506" y="9915"/>
                    <a:pt x="638" y="7915"/>
                  </a:cubicBezTo>
                  <a:cubicBezTo>
                    <a:pt x="590" y="7616"/>
                    <a:pt x="565" y="7314"/>
                    <a:pt x="563" y="7012"/>
                  </a:cubicBezTo>
                  <a:cubicBezTo>
                    <a:pt x="563" y="3455"/>
                    <a:pt x="3644" y="562"/>
                    <a:pt x="7433" y="562"/>
                  </a:cubicBezTo>
                  <a:close/>
                  <a:moveTo>
                    <a:pt x="7433" y="0"/>
                  </a:moveTo>
                  <a:cubicBezTo>
                    <a:pt x="3334" y="0"/>
                    <a:pt x="0" y="3146"/>
                    <a:pt x="0" y="7012"/>
                  </a:cubicBezTo>
                  <a:cubicBezTo>
                    <a:pt x="0" y="7345"/>
                    <a:pt x="31" y="7688"/>
                    <a:pt x="97" y="8089"/>
                  </a:cubicBezTo>
                  <a:cubicBezTo>
                    <a:pt x="105" y="8143"/>
                    <a:pt x="130" y="8194"/>
                    <a:pt x="167" y="8235"/>
                  </a:cubicBezTo>
                  <a:cubicBezTo>
                    <a:pt x="2152" y="10390"/>
                    <a:pt x="4732" y="11577"/>
                    <a:pt x="7433" y="11577"/>
                  </a:cubicBezTo>
                  <a:cubicBezTo>
                    <a:pt x="10134" y="11577"/>
                    <a:pt x="12714" y="10390"/>
                    <a:pt x="14697" y="8235"/>
                  </a:cubicBezTo>
                  <a:cubicBezTo>
                    <a:pt x="14734" y="8194"/>
                    <a:pt x="14759" y="8143"/>
                    <a:pt x="14767" y="8089"/>
                  </a:cubicBezTo>
                  <a:cubicBezTo>
                    <a:pt x="14833" y="7688"/>
                    <a:pt x="14864" y="7345"/>
                    <a:pt x="14864" y="7012"/>
                  </a:cubicBezTo>
                  <a:cubicBezTo>
                    <a:pt x="14864" y="3146"/>
                    <a:pt x="11530" y="0"/>
                    <a:pt x="743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546;p34">
              <a:extLst>
                <a:ext uri="{FF2B5EF4-FFF2-40B4-BE49-F238E27FC236}">
                  <a16:creationId xmlns:a16="http://schemas.microsoft.com/office/drawing/2014/main" id="{93D48D74-C0D7-4508-C840-1DDBB23109A9}"/>
                </a:ext>
              </a:extLst>
            </p:cNvPr>
            <p:cNvSpPr/>
            <p:nvPr/>
          </p:nvSpPr>
          <p:spPr>
            <a:xfrm>
              <a:off x="5807695" y="2262875"/>
              <a:ext cx="572222" cy="655835"/>
            </a:xfrm>
            <a:custGeom>
              <a:avLst/>
              <a:gdLst/>
              <a:ahLst/>
              <a:cxnLst/>
              <a:rect l="l" t="t" r="r" b="b"/>
              <a:pathLst>
                <a:path w="30030" h="34418" extrusionOk="0">
                  <a:moveTo>
                    <a:pt x="15016" y="5228"/>
                  </a:moveTo>
                  <a:cubicBezTo>
                    <a:pt x="20632" y="5228"/>
                    <a:pt x="25203" y="10176"/>
                    <a:pt x="25203" y="16261"/>
                  </a:cubicBezTo>
                  <a:lnTo>
                    <a:pt x="25203" y="29190"/>
                  </a:lnTo>
                  <a:lnTo>
                    <a:pt x="4827" y="29190"/>
                  </a:lnTo>
                  <a:lnTo>
                    <a:pt x="4827" y="16261"/>
                  </a:lnTo>
                  <a:cubicBezTo>
                    <a:pt x="4827" y="10176"/>
                    <a:pt x="9398" y="5228"/>
                    <a:pt x="15016" y="5228"/>
                  </a:cubicBezTo>
                  <a:close/>
                  <a:moveTo>
                    <a:pt x="15016" y="1"/>
                  </a:moveTo>
                  <a:cubicBezTo>
                    <a:pt x="6736" y="1"/>
                    <a:pt x="1" y="7294"/>
                    <a:pt x="1" y="16261"/>
                  </a:cubicBezTo>
                  <a:lnTo>
                    <a:pt x="1" y="31804"/>
                  </a:lnTo>
                  <a:cubicBezTo>
                    <a:pt x="1" y="33248"/>
                    <a:pt x="1082" y="34417"/>
                    <a:pt x="2415" y="34417"/>
                  </a:cubicBezTo>
                  <a:lnTo>
                    <a:pt x="27617" y="34417"/>
                  </a:lnTo>
                  <a:cubicBezTo>
                    <a:pt x="28950" y="34417"/>
                    <a:pt x="30029" y="33248"/>
                    <a:pt x="30029" y="31804"/>
                  </a:cubicBezTo>
                  <a:lnTo>
                    <a:pt x="30029" y="16261"/>
                  </a:lnTo>
                  <a:cubicBezTo>
                    <a:pt x="30029" y="7294"/>
                    <a:pt x="23294" y="1"/>
                    <a:pt x="1501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547;p34">
              <a:extLst>
                <a:ext uri="{FF2B5EF4-FFF2-40B4-BE49-F238E27FC236}">
                  <a16:creationId xmlns:a16="http://schemas.microsoft.com/office/drawing/2014/main" id="{FA2B5BFC-88C4-08E3-4E2A-FFB9C4DB7180}"/>
                </a:ext>
              </a:extLst>
            </p:cNvPr>
            <p:cNvSpPr/>
            <p:nvPr/>
          </p:nvSpPr>
          <p:spPr>
            <a:xfrm>
              <a:off x="5760458" y="2716555"/>
              <a:ext cx="666715" cy="630778"/>
            </a:xfrm>
            <a:custGeom>
              <a:avLst/>
              <a:gdLst/>
              <a:ahLst/>
              <a:cxnLst/>
              <a:rect l="l" t="t" r="r" b="b"/>
              <a:pathLst>
                <a:path w="34989" h="33103" extrusionOk="0">
                  <a:moveTo>
                    <a:pt x="1" y="1"/>
                  </a:moveTo>
                  <a:lnTo>
                    <a:pt x="1" y="33102"/>
                  </a:lnTo>
                  <a:lnTo>
                    <a:pt x="34989" y="33102"/>
                  </a:lnTo>
                  <a:lnTo>
                    <a:pt x="3498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548;p34">
              <a:extLst>
                <a:ext uri="{FF2B5EF4-FFF2-40B4-BE49-F238E27FC236}">
                  <a16:creationId xmlns:a16="http://schemas.microsoft.com/office/drawing/2014/main" id="{EAC0FBF4-2153-40DD-B2A2-C103C9834953}"/>
                </a:ext>
              </a:extLst>
            </p:cNvPr>
            <p:cNvSpPr/>
            <p:nvPr/>
          </p:nvSpPr>
          <p:spPr>
            <a:xfrm>
              <a:off x="6003181" y="2875188"/>
              <a:ext cx="187806" cy="275745"/>
            </a:xfrm>
            <a:custGeom>
              <a:avLst/>
              <a:gdLst/>
              <a:ahLst/>
              <a:cxnLst/>
              <a:rect l="l" t="t" r="r" b="b"/>
              <a:pathLst>
                <a:path w="9856" h="14471" extrusionOk="0">
                  <a:moveTo>
                    <a:pt x="4927" y="1"/>
                  </a:moveTo>
                  <a:cubicBezTo>
                    <a:pt x="2633" y="1"/>
                    <a:pt x="772" y="2016"/>
                    <a:pt x="772" y="4502"/>
                  </a:cubicBezTo>
                  <a:cubicBezTo>
                    <a:pt x="772" y="6052"/>
                    <a:pt x="1496" y="7417"/>
                    <a:pt x="2595" y="8227"/>
                  </a:cubicBezTo>
                  <a:lnTo>
                    <a:pt x="1" y="14470"/>
                  </a:lnTo>
                  <a:lnTo>
                    <a:pt x="9856" y="14470"/>
                  </a:lnTo>
                  <a:lnTo>
                    <a:pt x="7261" y="8227"/>
                  </a:lnTo>
                  <a:cubicBezTo>
                    <a:pt x="8361" y="7417"/>
                    <a:pt x="9084" y="6050"/>
                    <a:pt x="9084" y="4502"/>
                  </a:cubicBezTo>
                  <a:cubicBezTo>
                    <a:pt x="9084" y="2016"/>
                    <a:pt x="7223" y="1"/>
                    <a:pt x="4927"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549;p34">
              <a:extLst>
                <a:ext uri="{FF2B5EF4-FFF2-40B4-BE49-F238E27FC236}">
                  <a16:creationId xmlns:a16="http://schemas.microsoft.com/office/drawing/2014/main" id="{65EDFC86-4D10-D7D9-1CB0-FAF1D8819368}"/>
                </a:ext>
              </a:extLst>
            </p:cNvPr>
            <p:cNvSpPr/>
            <p:nvPr/>
          </p:nvSpPr>
          <p:spPr>
            <a:xfrm>
              <a:off x="5996759" y="2869853"/>
              <a:ext cx="200611" cy="286435"/>
            </a:xfrm>
            <a:custGeom>
              <a:avLst/>
              <a:gdLst/>
              <a:ahLst/>
              <a:cxnLst/>
              <a:rect l="l" t="t" r="r" b="b"/>
              <a:pathLst>
                <a:path w="10528" h="15032" extrusionOk="0">
                  <a:moveTo>
                    <a:pt x="5264" y="562"/>
                  </a:moveTo>
                  <a:cubicBezTo>
                    <a:pt x="7401" y="562"/>
                    <a:pt x="9139" y="2455"/>
                    <a:pt x="9139" y="4782"/>
                  </a:cubicBezTo>
                  <a:cubicBezTo>
                    <a:pt x="9139" y="6185"/>
                    <a:pt x="8501" y="7493"/>
                    <a:pt x="7430" y="8280"/>
                  </a:cubicBezTo>
                  <a:cubicBezTo>
                    <a:pt x="7327" y="8356"/>
                    <a:pt x="7287" y="8495"/>
                    <a:pt x="7337" y="8614"/>
                  </a:cubicBezTo>
                  <a:lnTo>
                    <a:pt x="9771" y="14469"/>
                  </a:lnTo>
                  <a:lnTo>
                    <a:pt x="759" y="14469"/>
                  </a:lnTo>
                  <a:lnTo>
                    <a:pt x="3192" y="8614"/>
                  </a:lnTo>
                  <a:cubicBezTo>
                    <a:pt x="3241" y="8495"/>
                    <a:pt x="3204" y="8356"/>
                    <a:pt x="3099" y="8280"/>
                  </a:cubicBezTo>
                  <a:cubicBezTo>
                    <a:pt x="2028" y="7493"/>
                    <a:pt x="1391" y="6185"/>
                    <a:pt x="1391" y="4782"/>
                  </a:cubicBezTo>
                  <a:cubicBezTo>
                    <a:pt x="1391" y="2455"/>
                    <a:pt x="3129" y="562"/>
                    <a:pt x="5264" y="562"/>
                  </a:cubicBezTo>
                  <a:close/>
                  <a:moveTo>
                    <a:pt x="5264" y="1"/>
                  </a:moveTo>
                  <a:cubicBezTo>
                    <a:pt x="2819" y="1"/>
                    <a:pt x="828" y="2146"/>
                    <a:pt x="828" y="4782"/>
                  </a:cubicBezTo>
                  <a:cubicBezTo>
                    <a:pt x="828" y="6285"/>
                    <a:pt x="1483" y="7696"/>
                    <a:pt x="2591" y="8598"/>
                  </a:cubicBezTo>
                  <a:lnTo>
                    <a:pt x="78" y="14642"/>
                  </a:lnTo>
                  <a:cubicBezTo>
                    <a:pt x="1" y="14827"/>
                    <a:pt x="136" y="15030"/>
                    <a:pt x="338" y="15032"/>
                  </a:cubicBezTo>
                  <a:lnTo>
                    <a:pt x="10193" y="15032"/>
                  </a:lnTo>
                  <a:cubicBezTo>
                    <a:pt x="10392" y="15032"/>
                    <a:pt x="10528" y="14827"/>
                    <a:pt x="10452" y="14642"/>
                  </a:cubicBezTo>
                  <a:lnTo>
                    <a:pt x="7939" y="8598"/>
                  </a:lnTo>
                  <a:cubicBezTo>
                    <a:pt x="9046" y="7696"/>
                    <a:pt x="9701" y="6285"/>
                    <a:pt x="9701" y="4782"/>
                  </a:cubicBezTo>
                  <a:cubicBezTo>
                    <a:pt x="9701" y="2146"/>
                    <a:pt x="7712" y="1"/>
                    <a:pt x="526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550;p34">
              <a:extLst>
                <a:ext uri="{FF2B5EF4-FFF2-40B4-BE49-F238E27FC236}">
                  <a16:creationId xmlns:a16="http://schemas.microsoft.com/office/drawing/2014/main" id="{6BB4B954-3886-2108-85C9-2B2E7FDBF585}"/>
                </a:ext>
              </a:extLst>
            </p:cNvPr>
            <p:cNvSpPr/>
            <p:nvPr/>
          </p:nvSpPr>
          <p:spPr>
            <a:xfrm>
              <a:off x="5887574" y="2853485"/>
              <a:ext cx="775672" cy="1061878"/>
            </a:xfrm>
            <a:custGeom>
              <a:avLst/>
              <a:gdLst/>
              <a:ahLst/>
              <a:cxnLst/>
              <a:rect l="l" t="t" r="r" b="b"/>
              <a:pathLst>
                <a:path w="40707" h="55727" extrusionOk="0">
                  <a:moveTo>
                    <a:pt x="40706" y="1"/>
                  </a:moveTo>
                  <a:lnTo>
                    <a:pt x="100" y="55240"/>
                  </a:lnTo>
                  <a:cubicBezTo>
                    <a:pt x="1" y="55375"/>
                    <a:pt x="30" y="55568"/>
                    <a:pt x="165" y="55667"/>
                  </a:cubicBezTo>
                  <a:cubicBezTo>
                    <a:pt x="220" y="55707"/>
                    <a:pt x="283" y="55727"/>
                    <a:pt x="346" y="55727"/>
                  </a:cubicBezTo>
                  <a:cubicBezTo>
                    <a:pt x="441" y="55727"/>
                    <a:pt x="534" y="55683"/>
                    <a:pt x="594" y="55601"/>
                  </a:cubicBezTo>
                  <a:lnTo>
                    <a:pt x="40706" y="1035"/>
                  </a:lnTo>
                  <a:lnTo>
                    <a:pt x="407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551;p34">
              <a:extLst>
                <a:ext uri="{FF2B5EF4-FFF2-40B4-BE49-F238E27FC236}">
                  <a16:creationId xmlns:a16="http://schemas.microsoft.com/office/drawing/2014/main" id="{23ED9DE5-CECC-9C6C-37DB-A08997F5558F}"/>
                </a:ext>
              </a:extLst>
            </p:cNvPr>
            <p:cNvSpPr/>
            <p:nvPr/>
          </p:nvSpPr>
          <p:spPr>
            <a:xfrm>
              <a:off x="6507643" y="1676190"/>
              <a:ext cx="155603" cy="218351"/>
            </a:xfrm>
            <a:custGeom>
              <a:avLst/>
              <a:gdLst/>
              <a:ahLst/>
              <a:cxnLst/>
              <a:rect l="l" t="t" r="r" b="b"/>
              <a:pathLst>
                <a:path w="8166" h="11459" extrusionOk="0">
                  <a:moveTo>
                    <a:pt x="8165" y="0"/>
                  </a:moveTo>
                  <a:lnTo>
                    <a:pt x="95" y="10977"/>
                  </a:lnTo>
                  <a:cubicBezTo>
                    <a:pt x="1" y="11112"/>
                    <a:pt x="31" y="11300"/>
                    <a:pt x="165" y="11398"/>
                  </a:cubicBezTo>
                  <a:cubicBezTo>
                    <a:pt x="220" y="11438"/>
                    <a:pt x="284" y="11458"/>
                    <a:pt x="347" y="11458"/>
                  </a:cubicBezTo>
                  <a:cubicBezTo>
                    <a:pt x="439" y="11458"/>
                    <a:pt x="529" y="11417"/>
                    <a:pt x="590" y="11338"/>
                  </a:cubicBezTo>
                  <a:lnTo>
                    <a:pt x="8165" y="1034"/>
                  </a:lnTo>
                  <a:lnTo>
                    <a:pt x="816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552;p34">
              <a:extLst>
                <a:ext uri="{FF2B5EF4-FFF2-40B4-BE49-F238E27FC236}">
                  <a16:creationId xmlns:a16="http://schemas.microsoft.com/office/drawing/2014/main" id="{87D6F231-2353-F8CD-B164-6CC38ED73D27}"/>
                </a:ext>
              </a:extLst>
            </p:cNvPr>
            <p:cNvSpPr/>
            <p:nvPr/>
          </p:nvSpPr>
          <p:spPr>
            <a:xfrm>
              <a:off x="5524405" y="1952545"/>
              <a:ext cx="945204" cy="1292558"/>
            </a:xfrm>
            <a:custGeom>
              <a:avLst/>
              <a:gdLst/>
              <a:ahLst/>
              <a:cxnLst/>
              <a:rect l="l" t="t" r="r" b="b"/>
              <a:pathLst>
                <a:path w="49604" h="67833" extrusionOk="0">
                  <a:moveTo>
                    <a:pt x="49258" y="0"/>
                  </a:moveTo>
                  <a:cubicBezTo>
                    <a:pt x="49164" y="0"/>
                    <a:pt x="49071" y="44"/>
                    <a:pt x="49010" y="125"/>
                  </a:cubicBezTo>
                  <a:lnTo>
                    <a:pt x="0" y="66799"/>
                  </a:lnTo>
                  <a:lnTo>
                    <a:pt x="0" y="67833"/>
                  </a:lnTo>
                  <a:lnTo>
                    <a:pt x="49505" y="489"/>
                  </a:lnTo>
                  <a:cubicBezTo>
                    <a:pt x="49604" y="352"/>
                    <a:pt x="49575" y="160"/>
                    <a:pt x="49439" y="60"/>
                  </a:cubicBezTo>
                  <a:cubicBezTo>
                    <a:pt x="49384" y="20"/>
                    <a:pt x="49321" y="0"/>
                    <a:pt x="492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553;p34">
              <a:extLst>
                <a:ext uri="{FF2B5EF4-FFF2-40B4-BE49-F238E27FC236}">
                  <a16:creationId xmlns:a16="http://schemas.microsoft.com/office/drawing/2014/main" id="{D3C8E2FE-47AF-AF6B-F952-25E4583D0AF7}"/>
                </a:ext>
              </a:extLst>
            </p:cNvPr>
            <p:cNvSpPr/>
            <p:nvPr/>
          </p:nvSpPr>
          <p:spPr>
            <a:xfrm>
              <a:off x="5795367" y="3956807"/>
              <a:ext cx="66388" cy="83975"/>
            </a:xfrm>
            <a:custGeom>
              <a:avLst/>
              <a:gdLst/>
              <a:ahLst/>
              <a:cxnLst/>
              <a:rect l="l" t="t" r="r" b="b"/>
              <a:pathLst>
                <a:path w="3484" h="4407" extrusionOk="0">
                  <a:moveTo>
                    <a:pt x="3136" y="0"/>
                  </a:moveTo>
                  <a:cubicBezTo>
                    <a:pt x="3042" y="0"/>
                    <a:pt x="2949" y="44"/>
                    <a:pt x="2890" y="125"/>
                  </a:cubicBezTo>
                  <a:lnTo>
                    <a:pt x="100" y="3920"/>
                  </a:lnTo>
                  <a:cubicBezTo>
                    <a:pt x="0" y="4057"/>
                    <a:pt x="30" y="4248"/>
                    <a:pt x="165" y="4349"/>
                  </a:cubicBezTo>
                  <a:cubicBezTo>
                    <a:pt x="218" y="4387"/>
                    <a:pt x="282" y="4407"/>
                    <a:pt x="347" y="4407"/>
                  </a:cubicBezTo>
                  <a:cubicBezTo>
                    <a:pt x="444" y="4407"/>
                    <a:pt x="536" y="4360"/>
                    <a:pt x="594" y="4283"/>
                  </a:cubicBezTo>
                  <a:lnTo>
                    <a:pt x="3383" y="488"/>
                  </a:lnTo>
                  <a:cubicBezTo>
                    <a:pt x="3483" y="351"/>
                    <a:pt x="3454" y="160"/>
                    <a:pt x="3317" y="59"/>
                  </a:cubicBezTo>
                  <a:cubicBezTo>
                    <a:pt x="3263" y="20"/>
                    <a:pt x="3199" y="0"/>
                    <a:pt x="3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554;p34">
              <a:extLst>
                <a:ext uri="{FF2B5EF4-FFF2-40B4-BE49-F238E27FC236}">
                  <a16:creationId xmlns:a16="http://schemas.microsoft.com/office/drawing/2014/main" id="{89C8F758-72C7-B2AC-5C63-6B45D527A38B}"/>
                </a:ext>
              </a:extLst>
            </p:cNvPr>
            <p:cNvSpPr/>
            <p:nvPr/>
          </p:nvSpPr>
          <p:spPr>
            <a:xfrm>
              <a:off x="6033802" y="3081344"/>
              <a:ext cx="629444" cy="862906"/>
            </a:xfrm>
            <a:custGeom>
              <a:avLst/>
              <a:gdLst/>
              <a:ahLst/>
              <a:cxnLst/>
              <a:rect l="l" t="t" r="r" b="b"/>
              <a:pathLst>
                <a:path w="33033" h="45285" extrusionOk="0">
                  <a:moveTo>
                    <a:pt x="33032" y="1"/>
                  </a:moveTo>
                  <a:lnTo>
                    <a:pt x="102" y="44797"/>
                  </a:lnTo>
                  <a:cubicBezTo>
                    <a:pt x="1" y="44934"/>
                    <a:pt x="32" y="45125"/>
                    <a:pt x="167" y="45224"/>
                  </a:cubicBezTo>
                  <a:cubicBezTo>
                    <a:pt x="222" y="45265"/>
                    <a:pt x="286" y="45284"/>
                    <a:pt x="349" y="45284"/>
                  </a:cubicBezTo>
                  <a:cubicBezTo>
                    <a:pt x="443" y="45284"/>
                    <a:pt x="535" y="45241"/>
                    <a:pt x="595" y="45159"/>
                  </a:cubicBezTo>
                  <a:lnTo>
                    <a:pt x="33032" y="1036"/>
                  </a:lnTo>
                  <a:lnTo>
                    <a:pt x="330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 name="Google Shape;555;p34">
            <a:extLst>
              <a:ext uri="{FF2B5EF4-FFF2-40B4-BE49-F238E27FC236}">
                <a16:creationId xmlns:a16="http://schemas.microsoft.com/office/drawing/2014/main" id="{7345CA66-19D9-5162-69D7-AD123DB88D83}"/>
              </a:ext>
            </a:extLst>
          </p:cNvPr>
          <p:cNvGrpSpPr/>
          <p:nvPr/>
        </p:nvGrpSpPr>
        <p:grpSpPr>
          <a:xfrm>
            <a:off x="53230" y="1378194"/>
            <a:ext cx="1891146" cy="2887347"/>
            <a:chOff x="3605604" y="1716301"/>
            <a:chExt cx="1765941" cy="2696187"/>
          </a:xfrm>
        </p:grpSpPr>
        <p:sp>
          <p:nvSpPr>
            <p:cNvPr id="1044" name="Google Shape;556;p34">
              <a:extLst>
                <a:ext uri="{FF2B5EF4-FFF2-40B4-BE49-F238E27FC236}">
                  <a16:creationId xmlns:a16="http://schemas.microsoft.com/office/drawing/2014/main" id="{09FC77A9-4B7C-B42F-8E81-77CAD9A25B1E}"/>
                </a:ext>
              </a:extLst>
            </p:cNvPr>
            <p:cNvSpPr/>
            <p:nvPr/>
          </p:nvSpPr>
          <p:spPr>
            <a:xfrm>
              <a:off x="3611854" y="1721637"/>
              <a:ext cx="862372" cy="1070872"/>
            </a:xfrm>
            <a:custGeom>
              <a:avLst/>
              <a:gdLst/>
              <a:ahLst/>
              <a:cxnLst/>
              <a:rect l="l" t="t" r="r" b="b"/>
              <a:pathLst>
                <a:path w="45257" h="56199" extrusionOk="0">
                  <a:moveTo>
                    <a:pt x="37476" y="1"/>
                  </a:moveTo>
                  <a:cubicBezTo>
                    <a:pt x="34727" y="1"/>
                    <a:pt x="33541" y="1233"/>
                    <a:pt x="34009" y="2053"/>
                  </a:cubicBezTo>
                  <a:cubicBezTo>
                    <a:pt x="34538" y="2979"/>
                    <a:pt x="35994" y="4038"/>
                    <a:pt x="35994" y="4038"/>
                  </a:cubicBezTo>
                  <a:cubicBezTo>
                    <a:pt x="35994" y="4038"/>
                    <a:pt x="34170" y="3024"/>
                    <a:pt x="32260" y="3024"/>
                  </a:cubicBezTo>
                  <a:cubicBezTo>
                    <a:pt x="31497" y="3024"/>
                    <a:pt x="30719" y="3186"/>
                    <a:pt x="30039" y="3640"/>
                  </a:cubicBezTo>
                  <a:cubicBezTo>
                    <a:pt x="27657" y="5228"/>
                    <a:pt x="31098" y="4566"/>
                    <a:pt x="30436" y="6154"/>
                  </a:cubicBezTo>
                  <a:cubicBezTo>
                    <a:pt x="29774" y="7743"/>
                    <a:pt x="26069" y="7081"/>
                    <a:pt x="25143" y="11316"/>
                  </a:cubicBezTo>
                  <a:cubicBezTo>
                    <a:pt x="24217" y="15550"/>
                    <a:pt x="26864" y="19785"/>
                    <a:pt x="24481" y="21637"/>
                  </a:cubicBezTo>
                  <a:cubicBezTo>
                    <a:pt x="22099" y="23490"/>
                    <a:pt x="14954" y="20975"/>
                    <a:pt x="12837" y="25607"/>
                  </a:cubicBezTo>
                  <a:cubicBezTo>
                    <a:pt x="10719" y="30239"/>
                    <a:pt x="13712" y="32291"/>
                    <a:pt x="8684" y="35202"/>
                  </a:cubicBezTo>
                  <a:cubicBezTo>
                    <a:pt x="3657" y="38112"/>
                    <a:pt x="1" y="40958"/>
                    <a:pt x="1456" y="48103"/>
                  </a:cubicBezTo>
                  <a:cubicBezTo>
                    <a:pt x="2544" y="53444"/>
                    <a:pt x="5480" y="56198"/>
                    <a:pt x="10818" y="56198"/>
                  </a:cubicBezTo>
                  <a:cubicBezTo>
                    <a:pt x="12621" y="56198"/>
                    <a:pt x="14698" y="55884"/>
                    <a:pt x="17070" y="55249"/>
                  </a:cubicBezTo>
                  <a:cubicBezTo>
                    <a:pt x="26466" y="52736"/>
                    <a:pt x="25805" y="47045"/>
                    <a:pt x="28848" y="41223"/>
                  </a:cubicBezTo>
                  <a:cubicBezTo>
                    <a:pt x="31891" y="35399"/>
                    <a:pt x="36655" y="36591"/>
                    <a:pt x="38112" y="33283"/>
                  </a:cubicBezTo>
                  <a:cubicBezTo>
                    <a:pt x="39567" y="29974"/>
                    <a:pt x="37714" y="26004"/>
                    <a:pt x="37846" y="22962"/>
                  </a:cubicBezTo>
                  <a:cubicBezTo>
                    <a:pt x="37979" y="19918"/>
                    <a:pt x="41023" y="19256"/>
                    <a:pt x="42213" y="15683"/>
                  </a:cubicBezTo>
                  <a:cubicBezTo>
                    <a:pt x="43404" y="12111"/>
                    <a:pt x="44471" y="8399"/>
                    <a:pt x="44471" y="8399"/>
                  </a:cubicBezTo>
                  <a:cubicBezTo>
                    <a:pt x="44471" y="8399"/>
                    <a:pt x="45257" y="6949"/>
                    <a:pt x="45257" y="4435"/>
                  </a:cubicBezTo>
                  <a:cubicBezTo>
                    <a:pt x="45257" y="1921"/>
                    <a:pt x="42213" y="465"/>
                    <a:pt x="38640" y="68"/>
                  </a:cubicBezTo>
                  <a:cubicBezTo>
                    <a:pt x="38225" y="22"/>
                    <a:pt x="37837" y="1"/>
                    <a:pt x="3747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557;p34">
              <a:extLst>
                <a:ext uri="{FF2B5EF4-FFF2-40B4-BE49-F238E27FC236}">
                  <a16:creationId xmlns:a16="http://schemas.microsoft.com/office/drawing/2014/main" id="{F0060943-6D3C-C244-63B8-D4B88B6CA500}"/>
                </a:ext>
              </a:extLst>
            </p:cNvPr>
            <p:cNvSpPr/>
            <p:nvPr/>
          </p:nvSpPr>
          <p:spPr>
            <a:xfrm>
              <a:off x="3605604" y="1716301"/>
              <a:ext cx="873958" cy="1081600"/>
            </a:xfrm>
            <a:custGeom>
              <a:avLst/>
              <a:gdLst/>
              <a:ahLst/>
              <a:cxnLst/>
              <a:rect l="l" t="t" r="r" b="b"/>
              <a:pathLst>
                <a:path w="45865" h="56762" extrusionOk="0">
                  <a:moveTo>
                    <a:pt x="37811" y="562"/>
                  </a:moveTo>
                  <a:cubicBezTo>
                    <a:pt x="38161" y="562"/>
                    <a:pt x="38537" y="582"/>
                    <a:pt x="38937" y="627"/>
                  </a:cubicBezTo>
                  <a:cubicBezTo>
                    <a:pt x="42014" y="968"/>
                    <a:pt x="45303" y="2222"/>
                    <a:pt x="45303" y="4715"/>
                  </a:cubicBezTo>
                  <a:cubicBezTo>
                    <a:pt x="45303" y="7117"/>
                    <a:pt x="44558" y="8530"/>
                    <a:pt x="44551" y="8545"/>
                  </a:cubicBezTo>
                  <a:cubicBezTo>
                    <a:pt x="44540" y="8562"/>
                    <a:pt x="44533" y="8581"/>
                    <a:pt x="44527" y="8600"/>
                  </a:cubicBezTo>
                  <a:cubicBezTo>
                    <a:pt x="44516" y="8638"/>
                    <a:pt x="43449" y="12347"/>
                    <a:pt x="42274" y="15874"/>
                  </a:cubicBezTo>
                  <a:cubicBezTo>
                    <a:pt x="41733" y="17498"/>
                    <a:pt x="40810" y="18483"/>
                    <a:pt x="39917" y="19435"/>
                  </a:cubicBezTo>
                  <a:cubicBezTo>
                    <a:pt x="38914" y="20504"/>
                    <a:pt x="37967" y="21515"/>
                    <a:pt x="37893" y="23229"/>
                  </a:cubicBezTo>
                  <a:cubicBezTo>
                    <a:pt x="37845" y="24365"/>
                    <a:pt x="38059" y="25596"/>
                    <a:pt x="38285" y="26899"/>
                  </a:cubicBezTo>
                  <a:cubicBezTo>
                    <a:pt x="38673" y="29122"/>
                    <a:pt x="39074" y="31421"/>
                    <a:pt x="38182" y="33449"/>
                  </a:cubicBezTo>
                  <a:cubicBezTo>
                    <a:pt x="37589" y="34794"/>
                    <a:pt x="36424" y="35337"/>
                    <a:pt x="34948" y="36022"/>
                  </a:cubicBezTo>
                  <a:cubicBezTo>
                    <a:pt x="33049" y="36906"/>
                    <a:pt x="30688" y="38003"/>
                    <a:pt x="28926" y="41372"/>
                  </a:cubicBezTo>
                  <a:cubicBezTo>
                    <a:pt x="28171" y="42819"/>
                    <a:pt x="27644" y="44246"/>
                    <a:pt x="27135" y="45628"/>
                  </a:cubicBezTo>
                  <a:cubicBezTo>
                    <a:pt x="25599" y="49797"/>
                    <a:pt x="24272" y="53398"/>
                    <a:pt x="17326" y="55258"/>
                  </a:cubicBezTo>
                  <a:cubicBezTo>
                    <a:pt x="14977" y="55886"/>
                    <a:pt x="12922" y="56201"/>
                    <a:pt x="11140" y="56201"/>
                  </a:cubicBezTo>
                  <a:cubicBezTo>
                    <a:pt x="9077" y="56201"/>
                    <a:pt x="7379" y="55779"/>
                    <a:pt x="6015" y="54935"/>
                  </a:cubicBezTo>
                  <a:cubicBezTo>
                    <a:pt x="4005" y="53691"/>
                    <a:pt x="2712" y="51530"/>
                    <a:pt x="2058" y="48329"/>
                  </a:cubicBezTo>
                  <a:cubicBezTo>
                    <a:pt x="625" y="41289"/>
                    <a:pt x="4256" y="38561"/>
                    <a:pt x="9152" y="35726"/>
                  </a:cubicBezTo>
                  <a:cubicBezTo>
                    <a:pt x="12377" y="33859"/>
                    <a:pt x="12441" y="32288"/>
                    <a:pt x="12523" y="30301"/>
                  </a:cubicBezTo>
                  <a:cubicBezTo>
                    <a:pt x="12571" y="29100"/>
                    <a:pt x="12626" y="27740"/>
                    <a:pt x="13420" y="26005"/>
                  </a:cubicBezTo>
                  <a:cubicBezTo>
                    <a:pt x="14654" y="23303"/>
                    <a:pt x="17779" y="23170"/>
                    <a:pt x="20537" y="23052"/>
                  </a:cubicBezTo>
                  <a:cubicBezTo>
                    <a:pt x="22318" y="22976"/>
                    <a:pt x="23998" y="22903"/>
                    <a:pt x="24982" y="22139"/>
                  </a:cubicBezTo>
                  <a:cubicBezTo>
                    <a:pt x="26461" y="20988"/>
                    <a:pt x="26181" y="19076"/>
                    <a:pt x="25858" y="16862"/>
                  </a:cubicBezTo>
                  <a:cubicBezTo>
                    <a:pt x="25621" y="15258"/>
                    <a:pt x="25354" y="13439"/>
                    <a:pt x="25745" y="11656"/>
                  </a:cubicBezTo>
                  <a:cubicBezTo>
                    <a:pt x="26299" y="9122"/>
                    <a:pt x="27905" y="8438"/>
                    <a:pt x="29195" y="7890"/>
                  </a:cubicBezTo>
                  <a:cubicBezTo>
                    <a:pt x="30021" y="7537"/>
                    <a:pt x="30736" y="7234"/>
                    <a:pt x="31023" y="6542"/>
                  </a:cubicBezTo>
                  <a:cubicBezTo>
                    <a:pt x="31429" y="5570"/>
                    <a:pt x="30609" y="5189"/>
                    <a:pt x="30169" y="4985"/>
                  </a:cubicBezTo>
                  <a:cubicBezTo>
                    <a:pt x="30032" y="4921"/>
                    <a:pt x="29825" y="4824"/>
                    <a:pt x="29797" y="4794"/>
                  </a:cubicBezTo>
                  <a:cubicBezTo>
                    <a:pt x="29800" y="4776"/>
                    <a:pt x="29846" y="4606"/>
                    <a:pt x="30523" y="4155"/>
                  </a:cubicBezTo>
                  <a:cubicBezTo>
                    <a:pt x="31147" y="3738"/>
                    <a:pt x="31871" y="3588"/>
                    <a:pt x="32585" y="3588"/>
                  </a:cubicBezTo>
                  <a:cubicBezTo>
                    <a:pt x="34395" y="3588"/>
                    <a:pt x="36160" y="4550"/>
                    <a:pt x="36185" y="4562"/>
                  </a:cubicBezTo>
                  <a:cubicBezTo>
                    <a:pt x="36228" y="4586"/>
                    <a:pt x="36276" y="4598"/>
                    <a:pt x="36322" y="4598"/>
                  </a:cubicBezTo>
                  <a:cubicBezTo>
                    <a:pt x="36415" y="4598"/>
                    <a:pt x="36505" y="4552"/>
                    <a:pt x="36558" y="4468"/>
                  </a:cubicBezTo>
                  <a:cubicBezTo>
                    <a:pt x="36638" y="4343"/>
                    <a:pt x="36606" y="4177"/>
                    <a:pt x="36487" y="4089"/>
                  </a:cubicBezTo>
                  <a:cubicBezTo>
                    <a:pt x="36472" y="4080"/>
                    <a:pt x="35074" y="3057"/>
                    <a:pt x="34581" y="2193"/>
                  </a:cubicBezTo>
                  <a:cubicBezTo>
                    <a:pt x="34455" y="1974"/>
                    <a:pt x="34543" y="1756"/>
                    <a:pt x="34637" y="1611"/>
                  </a:cubicBezTo>
                  <a:cubicBezTo>
                    <a:pt x="35008" y="1048"/>
                    <a:pt x="36104" y="562"/>
                    <a:pt x="37811" y="562"/>
                  </a:cubicBezTo>
                  <a:close/>
                  <a:moveTo>
                    <a:pt x="37814" y="0"/>
                  </a:moveTo>
                  <a:cubicBezTo>
                    <a:pt x="35780" y="0"/>
                    <a:pt x="34592" y="659"/>
                    <a:pt x="34168" y="1304"/>
                  </a:cubicBezTo>
                  <a:cubicBezTo>
                    <a:pt x="33916" y="1689"/>
                    <a:pt x="33888" y="2114"/>
                    <a:pt x="34092" y="2473"/>
                  </a:cubicBezTo>
                  <a:cubicBezTo>
                    <a:pt x="34268" y="2782"/>
                    <a:pt x="34537" y="3100"/>
                    <a:pt x="34823" y="3392"/>
                  </a:cubicBezTo>
                  <a:cubicBezTo>
                    <a:pt x="34176" y="3190"/>
                    <a:pt x="33397" y="3021"/>
                    <a:pt x="32598" y="3021"/>
                  </a:cubicBezTo>
                  <a:cubicBezTo>
                    <a:pt x="31784" y="3021"/>
                    <a:pt x="30949" y="3196"/>
                    <a:pt x="30211" y="3688"/>
                  </a:cubicBezTo>
                  <a:cubicBezTo>
                    <a:pt x="29492" y="4167"/>
                    <a:pt x="29209" y="4498"/>
                    <a:pt x="29235" y="4830"/>
                  </a:cubicBezTo>
                  <a:cubicBezTo>
                    <a:pt x="29262" y="5183"/>
                    <a:pt x="29603" y="5342"/>
                    <a:pt x="29931" y="5495"/>
                  </a:cubicBezTo>
                  <a:cubicBezTo>
                    <a:pt x="30491" y="5753"/>
                    <a:pt x="30685" y="5893"/>
                    <a:pt x="30504" y="6326"/>
                  </a:cubicBezTo>
                  <a:cubicBezTo>
                    <a:pt x="30304" y="6806"/>
                    <a:pt x="29717" y="7056"/>
                    <a:pt x="28974" y="7374"/>
                  </a:cubicBezTo>
                  <a:cubicBezTo>
                    <a:pt x="27638" y="7941"/>
                    <a:pt x="25811" y="8720"/>
                    <a:pt x="25195" y="11536"/>
                  </a:cubicBezTo>
                  <a:cubicBezTo>
                    <a:pt x="24784" y="13419"/>
                    <a:pt x="25058" y="15292"/>
                    <a:pt x="25300" y="16944"/>
                  </a:cubicBezTo>
                  <a:cubicBezTo>
                    <a:pt x="25611" y="19069"/>
                    <a:pt x="25858" y="20746"/>
                    <a:pt x="24635" y="21696"/>
                  </a:cubicBezTo>
                  <a:cubicBezTo>
                    <a:pt x="23794" y="22351"/>
                    <a:pt x="22200" y="22418"/>
                    <a:pt x="20512" y="22491"/>
                  </a:cubicBezTo>
                  <a:cubicBezTo>
                    <a:pt x="17594" y="22616"/>
                    <a:pt x="14286" y="22757"/>
                    <a:pt x="12908" y="25771"/>
                  </a:cubicBezTo>
                  <a:cubicBezTo>
                    <a:pt x="12069" y="27605"/>
                    <a:pt x="12011" y="29026"/>
                    <a:pt x="11960" y="30279"/>
                  </a:cubicBezTo>
                  <a:cubicBezTo>
                    <a:pt x="11883" y="32165"/>
                    <a:pt x="11827" y="33527"/>
                    <a:pt x="8871" y="35240"/>
                  </a:cubicBezTo>
                  <a:cubicBezTo>
                    <a:pt x="3950" y="38087"/>
                    <a:pt x="1" y="41047"/>
                    <a:pt x="1507" y="48439"/>
                  </a:cubicBezTo>
                  <a:cubicBezTo>
                    <a:pt x="2193" y="51803"/>
                    <a:pt x="3569" y="54082"/>
                    <a:pt x="5719" y="55412"/>
                  </a:cubicBezTo>
                  <a:cubicBezTo>
                    <a:pt x="7173" y="56312"/>
                    <a:pt x="8969" y="56761"/>
                    <a:pt x="11142" y="56761"/>
                  </a:cubicBezTo>
                  <a:cubicBezTo>
                    <a:pt x="12975" y="56761"/>
                    <a:pt x="15078" y="56441"/>
                    <a:pt x="17471" y="55800"/>
                  </a:cubicBezTo>
                  <a:cubicBezTo>
                    <a:pt x="24698" y="53866"/>
                    <a:pt x="26138" y="49959"/>
                    <a:pt x="27662" y="45821"/>
                  </a:cubicBezTo>
                  <a:cubicBezTo>
                    <a:pt x="28165" y="44458"/>
                    <a:pt x="28684" y="43048"/>
                    <a:pt x="29423" y="41633"/>
                  </a:cubicBezTo>
                  <a:cubicBezTo>
                    <a:pt x="31098" y="38433"/>
                    <a:pt x="33269" y="37422"/>
                    <a:pt x="35184" y="36533"/>
                  </a:cubicBezTo>
                  <a:cubicBezTo>
                    <a:pt x="36706" y="35825"/>
                    <a:pt x="38020" y="35214"/>
                    <a:pt x="38696" y="33675"/>
                  </a:cubicBezTo>
                  <a:cubicBezTo>
                    <a:pt x="39657" y="31492"/>
                    <a:pt x="39240" y="29108"/>
                    <a:pt x="38839" y="26803"/>
                  </a:cubicBezTo>
                  <a:cubicBezTo>
                    <a:pt x="38618" y="25531"/>
                    <a:pt x="38409" y="24328"/>
                    <a:pt x="38454" y="23253"/>
                  </a:cubicBezTo>
                  <a:cubicBezTo>
                    <a:pt x="38520" y="21747"/>
                    <a:pt x="39359" y="20854"/>
                    <a:pt x="40327" y="19820"/>
                  </a:cubicBezTo>
                  <a:cubicBezTo>
                    <a:pt x="41217" y="18869"/>
                    <a:pt x="42227" y="17793"/>
                    <a:pt x="42806" y="16051"/>
                  </a:cubicBezTo>
                  <a:cubicBezTo>
                    <a:pt x="43932" y="12675"/>
                    <a:pt x="44960" y="9130"/>
                    <a:pt x="45060" y="8784"/>
                  </a:cubicBezTo>
                  <a:cubicBezTo>
                    <a:pt x="45175" y="8558"/>
                    <a:pt x="45865" y="7111"/>
                    <a:pt x="45865" y="4715"/>
                  </a:cubicBezTo>
                  <a:cubicBezTo>
                    <a:pt x="45865" y="2320"/>
                    <a:pt x="43234" y="539"/>
                    <a:pt x="38998" y="68"/>
                  </a:cubicBezTo>
                  <a:cubicBezTo>
                    <a:pt x="38576" y="21"/>
                    <a:pt x="38181" y="0"/>
                    <a:pt x="37814"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558;p34">
              <a:extLst>
                <a:ext uri="{FF2B5EF4-FFF2-40B4-BE49-F238E27FC236}">
                  <a16:creationId xmlns:a16="http://schemas.microsoft.com/office/drawing/2014/main" id="{F2BFE71B-B0A5-F5C3-630F-6088D0EFDF34}"/>
                </a:ext>
              </a:extLst>
            </p:cNvPr>
            <p:cNvSpPr/>
            <p:nvPr/>
          </p:nvSpPr>
          <p:spPr>
            <a:xfrm>
              <a:off x="3675879" y="1804945"/>
              <a:ext cx="751834" cy="809971"/>
            </a:xfrm>
            <a:custGeom>
              <a:avLst/>
              <a:gdLst/>
              <a:ahLst/>
              <a:cxnLst/>
              <a:rect l="l" t="t" r="r" b="b"/>
              <a:pathLst>
                <a:path w="39456" h="42507" extrusionOk="0">
                  <a:moveTo>
                    <a:pt x="36226" y="0"/>
                  </a:moveTo>
                  <a:cubicBezTo>
                    <a:pt x="35872" y="0"/>
                    <a:pt x="35644" y="89"/>
                    <a:pt x="35530" y="269"/>
                  </a:cubicBezTo>
                  <a:cubicBezTo>
                    <a:pt x="35258" y="700"/>
                    <a:pt x="35854" y="1411"/>
                    <a:pt x="35924" y="1491"/>
                  </a:cubicBezTo>
                  <a:cubicBezTo>
                    <a:pt x="35951" y="1522"/>
                    <a:pt x="35990" y="1539"/>
                    <a:pt x="36029" y="1539"/>
                  </a:cubicBezTo>
                  <a:cubicBezTo>
                    <a:pt x="36061" y="1539"/>
                    <a:pt x="36095" y="1527"/>
                    <a:pt x="36121" y="1504"/>
                  </a:cubicBezTo>
                  <a:cubicBezTo>
                    <a:pt x="36181" y="1454"/>
                    <a:pt x="36187" y="1365"/>
                    <a:pt x="36136" y="1307"/>
                  </a:cubicBezTo>
                  <a:cubicBezTo>
                    <a:pt x="35961" y="1104"/>
                    <a:pt x="35641" y="620"/>
                    <a:pt x="35768" y="419"/>
                  </a:cubicBezTo>
                  <a:cubicBezTo>
                    <a:pt x="35803" y="364"/>
                    <a:pt x="35909" y="281"/>
                    <a:pt x="36224" y="281"/>
                  </a:cubicBezTo>
                  <a:cubicBezTo>
                    <a:pt x="36486" y="281"/>
                    <a:pt x="36892" y="338"/>
                    <a:pt x="37521" y="514"/>
                  </a:cubicBezTo>
                  <a:cubicBezTo>
                    <a:pt x="38426" y="767"/>
                    <a:pt x="38917" y="1221"/>
                    <a:pt x="38983" y="1861"/>
                  </a:cubicBezTo>
                  <a:cubicBezTo>
                    <a:pt x="39161" y="3622"/>
                    <a:pt x="36257" y="6288"/>
                    <a:pt x="34984" y="6942"/>
                  </a:cubicBezTo>
                  <a:cubicBezTo>
                    <a:pt x="33616" y="7645"/>
                    <a:pt x="32046" y="8003"/>
                    <a:pt x="30529" y="8348"/>
                  </a:cubicBezTo>
                  <a:cubicBezTo>
                    <a:pt x="28040" y="8914"/>
                    <a:pt x="25464" y="9501"/>
                    <a:pt x="23691" y="11628"/>
                  </a:cubicBezTo>
                  <a:cubicBezTo>
                    <a:pt x="22232" y="13380"/>
                    <a:pt x="22683" y="15200"/>
                    <a:pt x="23080" y="16807"/>
                  </a:cubicBezTo>
                  <a:cubicBezTo>
                    <a:pt x="23395" y="18079"/>
                    <a:pt x="23692" y="19281"/>
                    <a:pt x="23043" y="20308"/>
                  </a:cubicBezTo>
                  <a:cubicBezTo>
                    <a:pt x="22346" y="21410"/>
                    <a:pt x="20602" y="21689"/>
                    <a:pt x="18755" y="21985"/>
                  </a:cubicBezTo>
                  <a:cubicBezTo>
                    <a:pt x="16645" y="22323"/>
                    <a:pt x="14463" y="22672"/>
                    <a:pt x="13363" y="24253"/>
                  </a:cubicBezTo>
                  <a:cubicBezTo>
                    <a:pt x="12532" y="25446"/>
                    <a:pt x="12932" y="27145"/>
                    <a:pt x="13355" y="28942"/>
                  </a:cubicBezTo>
                  <a:cubicBezTo>
                    <a:pt x="13998" y="31678"/>
                    <a:pt x="14727" y="34779"/>
                    <a:pt x="11241" y="36825"/>
                  </a:cubicBezTo>
                  <a:cubicBezTo>
                    <a:pt x="9299" y="37964"/>
                    <a:pt x="7241" y="38794"/>
                    <a:pt x="5426" y="39526"/>
                  </a:cubicBezTo>
                  <a:cubicBezTo>
                    <a:pt x="3227" y="40413"/>
                    <a:pt x="1327" y="41178"/>
                    <a:pt x="97" y="42262"/>
                  </a:cubicBezTo>
                  <a:cubicBezTo>
                    <a:pt x="1" y="42346"/>
                    <a:pt x="61" y="42507"/>
                    <a:pt x="191" y="42507"/>
                  </a:cubicBezTo>
                  <a:cubicBezTo>
                    <a:pt x="226" y="42507"/>
                    <a:pt x="258" y="42494"/>
                    <a:pt x="284" y="42472"/>
                  </a:cubicBezTo>
                  <a:cubicBezTo>
                    <a:pt x="1475" y="41420"/>
                    <a:pt x="3355" y="40662"/>
                    <a:pt x="5530" y="39785"/>
                  </a:cubicBezTo>
                  <a:cubicBezTo>
                    <a:pt x="7356" y="39050"/>
                    <a:pt x="9423" y="38218"/>
                    <a:pt x="11383" y="37067"/>
                  </a:cubicBezTo>
                  <a:cubicBezTo>
                    <a:pt x="15046" y="34916"/>
                    <a:pt x="14292" y="31708"/>
                    <a:pt x="13627" y="28878"/>
                  </a:cubicBezTo>
                  <a:cubicBezTo>
                    <a:pt x="13219" y="27142"/>
                    <a:pt x="12834" y="25503"/>
                    <a:pt x="13592" y="24412"/>
                  </a:cubicBezTo>
                  <a:cubicBezTo>
                    <a:pt x="14623" y="22930"/>
                    <a:pt x="16746" y="22590"/>
                    <a:pt x="18798" y="22262"/>
                  </a:cubicBezTo>
                  <a:cubicBezTo>
                    <a:pt x="20710" y="21956"/>
                    <a:pt x="22515" y="21667"/>
                    <a:pt x="23279" y="20456"/>
                  </a:cubicBezTo>
                  <a:cubicBezTo>
                    <a:pt x="23993" y="19328"/>
                    <a:pt x="23681" y="18070"/>
                    <a:pt x="23351" y="16739"/>
                  </a:cubicBezTo>
                  <a:cubicBezTo>
                    <a:pt x="22951" y="15121"/>
                    <a:pt x="22537" y="13450"/>
                    <a:pt x="23907" y="11808"/>
                  </a:cubicBezTo>
                  <a:cubicBezTo>
                    <a:pt x="25619" y="9751"/>
                    <a:pt x="28034" y="9203"/>
                    <a:pt x="30591" y="8621"/>
                  </a:cubicBezTo>
                  <a:cubicBezTo>
                    <a:pt x="32126" y="8273"/>
                    <a:pt x="33713" y="7912"/>
                    <a:pt x="35112" y="7192"/>
                  </a:cubicBezTo>
                  <a:cubicBezTo>
                    <a:pt x="36474" y="6492"/>
                    <a:pt x="39455" y="3741"/>
                    <a:pt x="39261" y="1832"/>
                  </a:cubicBezTo>
                  <a:cubicBezTo>
                    <a:pt x="39184" y="1065"/>
                    <a:pt x="38624" y="531"/>
                    <a:pt x="37597" y="244"/>
                  </a:cubicBezTo>
                  <a:cubicBezTo>
                    <a:pt x="37017" y="81"/>
                    <a:pt x="36564" y="0"/>
                    <a:pt x="362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559;p34">
              <a:extLst>
                <a:ext uri="{FF2B5EF4-FFF2-40B4-BE49-F238E27FC236}">
                  <a16:creationId xmlns:a16="http://schemas.microsoft.com/office/drawing/2014/main" id="{9A33660C-087B-E83B-DDA8-F16565343692}"/>
                </a:ext>
              </a:extLst>
            </p:cNvPr>
            <p:cNvSpPr/>
            <p:nvPr/>
          </p:nvSpPr>
          <p:spPr>
            <a:xfrm>
              <a:off x="3755434" y="2044505"/>
              <a:ext cx="476127" cy="739029"/>
            </a:xfrm>
            <a:custGeom>
              <a:avLst/>
              <a:gdLst/>
              <a:ahLst/>
              <a:cxnLst/>
              <a:rect l="l" t="t" r="r" b="b"/>
              <a:pathLst>
                <a:path w="24987" h="38784" extrusionOk="0">
                  <a:moveTo>
                    <a:pt x="22347" y="0"/>
                  </a:moveTo>
                  <a:cubicBezTo>
                    <a:pt x="22292" y="0"/>
                    <a:pt x="22239" y="33"/>
                    <a:pt x="22217" y="88"/>
                  </a:cubicBezTo>
                  <a:cubicBezTo>
                    <a:pt x="21838" y="1113"/>
                    <a:pt x="21734" y="2007"/>
                    <a:pt x="21908" y="2745"/>
                  </a:cubicBezTo>
                  <a:cubicBezTo>
                    <a:pt x="22037" y="3298"/>
                    <a:pt x="22322" y="3974"/>
                    <a:pt x="22624" y="4689"/>
                  </a:cubicBezTo>
                  <a:cubicBezTo>
                    <a:pt x="23525" y="6829"/>
                    <a:pt x="24647" y="9489"/>
                    <a:pt x="22717" y="11143"/>
                  </a:cubicBezTo>
                  <a:cubicBezTo>
                    <a:pt x="21595" y="12105"/>
                    <a:pt x="20143" y="12629"/>
                    <a:pt x="18740" y="13136"/>
                  </a:cubicBezTo>
                  <a:cubicBezTo>
                    <a:pt x="16872" y="13812"/>
                    <a:pt x="15105" y="14449"/>
                    <a:pt x="14647" y="16053"/>
                  </a:cubicBezTo>
                  <a:cubicBezTo>
                    <a:pt x="14369" y="17028"/>
                    <a:pt x="14388" y="18575"/>
                    <a:pt x="14410" y="20366"/>
                  </a:cubicBezTo>
                  <a:cubicBezTo>
                    <a:pt x="14449" y="23472"/>
                    <a:pt x="14496" y="27340"/>
                    <a:pt x="12886" y="29513"/>
                  </a:cubicBezTo>
                  <a:cubicBezTo>
                    <a:pt x="11443" y="31460"/>
                    <a:pt x="9206" y="32204"/>
                    <a:pt x="7042" y="32925"/>
                  </a:cubicBezTo>
                  <a:cubicBezTo>
                    <a:pt x="5410" y="33467"/>
                    <a:pt x="3869" y="33979"/>
                    <a:pt x="2714" y="34969"/>
                  </a:cubicBezTo>
                  <a:cubicBezTo>
                    <a:pt x="0" y="37296"/>
                    <a:pt x="360" y="38630"/>
                    <a:pt x="378" y="38684"/>
                  </a:cubicBezTo>
                  <a:cubicBezTo>
                    <a:pt x="395" y="38744"/>
                    <a:pt x="449" y="38783"/>
                    <a:pt x="512" y="38783"/>
                  </a:cubicBezTo>
                  <a:cubicBezTo>
                    <a:pt x="524" y="38783"/>
                    <a:pt x="537" y="38782"/>
                    <a:pt x="550" y="38778"/>
                  </a:cubicBezTo>
                  <a:cubicBezTo>
                    <a:pt x="624" y="38756"/>
                    <a:pt x="667" y="38678"/>
                    <a:pt x="646" y="38604"/>
                  </a:cubicBezTo>
                  <a:cubicBezTo>
                    <a:pt x="643" y="38592"/>
                    <a:pt x="347" y="37367"/>
                    <a:pt x="2897" y="35182"/>
                  </a:cubicBezTo>
                  <a:cubicBezTo>
                    <a:pt x="4009" y="34229"/>
                    <a:pt x="5525" y="33724"/>
                    <a:pt x="7129" y="33190"/>
                  </a:cubicBezTo>
                  <a:cubicBezTo>
                    <a:pt x="9336" y="32457"/>
                    <a:pt x="11615" y="31698"/>
                    <a:pt x="13110" y="29681"/>
                  </a:cubicBezTo>
                  <a:cubicBezTo>
                    <a:pt x="14777" y="27431"/>
                    <a:pt x="14729" y="23510"/>
                    <a:pt x="14690" y="20362"/>
                  </a:cubicBezTo>
                  <a:cubicBezTo>
                    <a:pt x="14668" y="18592"/>
                    <a:pt x="14649" y="17065"/>
                    <a:pt x="14917" y="16131"/>
                  </a:cubicBezTo>
                  <a:cubicBezTo>
                    <a:pt x="15336" y="14665"/>
                    <a:pt x="16958" y="14079"/>
                    <a:pt x="18835" y="13400"/>
                  </a:cubicBezTo>
                  <a:cubicBezTo>
                    <a:pt x="20262" y="12884"/>
                    <a:pt x="21740" y="12352"/>
                    <a:pt x="22901" y="11357"/>
                  </a:cubicBezTo>
                  <a:cubicBezTo>
                    <a:pt x="24986" y="9569"/>
                    <a:pt x="23820" y="6802"/>
                    <a:pt x="22883" y="4581"/>
                  </a:cubicBezTo>
                  <a:cubicBezTo>
                    <a:pt x="22586" y="3877"/>
                    <a:pt x="22306" y="3210"/>
                    <a:pt x="22180" y="2681"/>
                  </a:cubicBezTo>
                  <a:cubicBezTo>
                    <a:pt x="22020" y="1998"/>
                    <a:pt x="22121" y="1158"/>
                    <a:pt x="22481" y="185"/>
                  </a:cubicBezTo>
                  <a:cubicBezTo>
                    <a:pt x="22506" y="114"/>
                    <a:pt x="22468" y="35"/>
                    <a:pt x="22396" y="9"/>
                  </a:cubicBezTo>
                  <a:cubicBezTo>
                    <a:pt x="22380" y="3"/>
                    <a:pt x="22364" y="0"/>
                    <a:pt x="22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560;p34">
              <a:extLst>
                <a:ext uri="{FF2B5EF4-FFF2-40B4-BE49-F238E27FC236}">
                  <a16:creationId xmlns:a16="http://schemas.microsoft.com/office/drawing/2014/main" id="{5EBC31A8-ECFE-DA79-11EC-F2733A6D5571}"/>
                </a:ext>
              </a:extLst>
            </p:cNvPr>
            <p:cNvSpPr/>
            <p:nvPr/>
          </p:nvSpPr>
          <p:spPr>
            <a:xfrm>
              <a:off x="4191431" y="1996448"/>
              <a:ext cx="18617" cy="24695"/>
            </a:xfrm>
            <a:custGeom>
              <a:avLst/>
              <a:gdLst/>
              <a:ahLst/>
              <a:cxnLst/>
              <a:rect l="l" t="t" r="r" b="b"/>
              <a:pathLst>
                <a:path w="977" h="1296" extrusionOk="0">
                  <a:moveTo>
                    <a:pt x="818" y="1"/>
                  </a:moveTo>
                  <a:cubicBezTo>
                    <a:pt x="775" y="1"/>
                    <a:pt x="734" y="20"/>
                    <a:pt x="707" y="56"/>
                  </a:cubicBezTo>
                  <a:cubicBezTo>
                    <a:pt x="694" y="73"/>
                    <a:pt x="402" y="471"/>
                    <a:pt x="53" y="1086"/>
                  </a:cubicBezTo>
                  <a:cubicBezTo>
                    <a:pt x="1" y="1179"/>
                    <a:pt x="68" y="1296"/>
                    <a:pt x="176" y="1296"/>
                  </a:cubicBezTo>
                  <a:cubicBezTo>
                    <a:pt x="227" y="1296"/>
                    <a:pt x="274" y="1268"/>
                    <a:pt x="298" y="1224"/>
                  </a:cubicBezTo>
                  <a:cubicBezTo>
                    <a:pt x="491" y="878"/>
                    <a:pt x="702" y="544"/>
                    <a:pt x="933" y="224"/>
                  </a:cubicBezTo>
                  <a:cubicBezTo>
                    <a:pt x="977" y="161"/>
                    <a:pt x="963" y="73"/>
                    <a:pt x="902" y="28"/>
                  </a:cubicBezTo>
                  <a:cubicBezTo>
                    <a:pt x="877" y="10"/>
                    <a:pt x="847" y="1"/>
                    <a:pt x="8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561;p34">
              <a:extLst>
                <a:ext uri="{FF2B5EF4-FFF2-40B4-BE49-F238E27FC236}">
                  <a16:creationId xmlns:a16="http://schemas.microsoft.com/office/drawing/2014/main" id="{19E5706B-2D82-1B1B-3B70-69E749EBE80D}"/>
                </a:ext>
              </a:extLst>
            </p:cNvPr>
            <p:cNvSpPr/>
            <p:nvPr/>
          </p:nvSpPr>
          <p:spPr>
            <a:xfrm>
              <a:off x="4388670" y="2630732"/>
              <a:ext cx="395296" cy="343219"/>
            </a:xfrm>
            <a:custGeom>
              <a:avLst/>
              <a:gdLst/>
              <a:ahLst/>
              <a:cxnLst/>
              <a:rect l="l" t="t" r="r" b="b"/>
              <a:pathLst>
                <a:path w="20745" h="18012" extrusionOk="0">
                  <a:moveTo>
                    <a:pt x="5074" y="0"/>
                  </a:moveTo>
                  <a:cubicBezTo>
                    <a:pt x="3271" y="0"/>
                    <a:pt x="0" y="5987"/>
                    <a:pt x="609" y="6838"/>
                  </a:cubicBezTo>
                  <a:cubicBezTo>
                    <a:pt x="1258" y="7749"/>
                    <a:pt x="2817" y="10735"/>
                    <a:pt x="4895" y="11256"/>
                  </a:cubicBezTo>
                  <a:cubicBezTo>
                    <a:pt x="6975" y="11777"/>
                    <a:pt x="17496" y="18012"/>
                    <a:pt x="17496" y="18012"/>
                  </a:cubicBezTo>
                  <a:lnTo>
                    <a:pt x="20744" y="17102"/>
                  </a:lnTo>
                  <a:cubicBezTo>
                    <a:pt x="20744" y="17102"/>
                    <a:pt x="14378" y="12685"/>
                    <a:pt x="11910" y="10606"/>
                  </a:cubicBezTo>
                  <a:cubicBezTo>
                    <a:pt x="9443" y="8527"/>
                    <a:pt x="6065" y="5150"/>
                    <a:pt x="6065" y="5150"/>
                  </a:cubicBezTo>
                  <a:lnTo>
                    <a:pt x="5416" y="84"/>
                  </a:lnTo>
                  <a:cubicBezTo>
                    <a:pt x="5310" y="27"/>
                    <a:pt x="5195" y="0"/>
                    <a:pt x="50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562;p34">
              <a:extLst>
                <a:ext uri="{FF2B5EF4-FFF2-40B4-BE49-F238E27FC236}">
                  <a16:creationId xmlns:a16="http://schemas.microsoft.com/office/drawing/2014/main" id="{252616AA-BC7C-E855-637F-937B8DA89631}"/>
                </a:ext>
              </a:extLst>
            </p:cNvPr>
            <p:cNvSpPr/>
            <p:nvPr/>
          </p:nvSpPr>
          <p:spPr>
            <a:xfrm>
              <a:off x="4384249" y="2625301"/>
              <a:ext cx="406500" cy="353985"/>
            </a:xfrm>
            <a:custGeom>
              <a:avLst/>
              <a:gdLst/>
              <a:ahLst/>
              <a:cxnLst/>
              <a:rect l="l" t="t" r="r" b="b"/>
              <a:pathLst>
                <a:path w="21333" h="18577" extrusionOk="0">
                  <a:moveTo>
                    <a:pt x="5320" y="567"/>
                  </a:moveTo>
                  <a:cubicBezTo>
                    <a:pt x="5344" y="567"/>
                    <a:pt x="5367" y="570"/>
                    <a:pt x="5390" y="574"/>
                  </a:cubicBezTo>
                  <a:lnTo>
                    <a:pt x="6018" y="5471"/>
                  </a:lnTo>
                  <a:cubicBezTo>
                    <a:pt x="6026" y="5532"/>
                    <a:pt x="6053" y="5591"/>
                    <a:pt x="6098" y="5634"/>
                  </a:cubicBezTo>
                  <a:cubicBezTo>
                    <a:pt x="6132" y="5668"/>
                    <a:pt x="9513" y="9044"/>
                    <a:pt x="11961" y="11107"/>
                  </a:cubicBezTo>
                  <a:cubicBezTo>
                    <a:pt x="14012" y="12833"/>
                    <a:pt x="18786" y="16198"/>
                    <a:pt x="20327" y="17276"/>
                  </a:cubicBezTo>
                  <a:lnTo>
                    <a:pt x="17768" y="17993"/>
                  </a:lnTo>
                  <a:cubicBezTo>
                    <a:pt x="16608" y="17308"/>
                    <a:pt x="7203" y="11770"/>
                    <a:pt x="5196" y="11268"/>
                  </a:cubicBezTo>
                  <a:cubicBezTo>
                    <a:pt x="3571" y="10861"/>
                    <a:pt x="2207" y="8726"/>
                    <a:pt x="1475" y="7577"/>
                  </a:cubicBezTo>
                  <a:cubicBezTo>
                    <a:pt x="1315" y="7328"/>
                    <a:pt x="1179" y="7115"/>
                    <a:pt x="1070" y="6962"/>
                  </a:cubicBezTo>
                  <a:cubicBezTo>
                    <a:pt x="806" y="6558"/>
                    <a:pt x="2134" y="3419"/>
                    <a:pt x="3858" y="1542"/>
                  </a:cubicBezTo>
                  <a:cubicBezTo>
                    <a:pt x="4440" y="908"/>
                    <a:pt x="4952" y="568"/>
                    <a:pt x="5305" y="568"/>
                  </a:cubicBezTo>
                  <a:cubicBezTo>
                    <a:pt x="5310" y="567"/>
                    <a:pt x="5315" y="567"/>
                    <a:pt x="5320" y="567"/>
                  </a:cubicBezTo>
                  <a:close/>
                  <a:moveTo>
                    <a:pt x="5302" y="1"/>
                  </a:moveTo>
                  <a:cubicBezTo>
                    <a:pt x="4746" y="1"/>
                    <a:pt x="4084" y="433"/>
                    <a:pt x="3326" y="1293"/>
                  </a:cubicBezTo>
                  <a:cubicBezTo>
                    <a:pt x="1870" y="2945"/>
                    <a:pt x="1" y="6431"/>
                    <a:pt x="612" y="7288"/>
                  </a:cubicBezTo>
                  <a:cubicBezTo>
                    <a:pt x="718" y="7436"/>
                    <a:pt x="848" y="7640"/>
                    <a:pt x="1001" y="7880"/>
                  </a:cubicBezTo>
                  <a:cubicBezTo>
                    <a:pt x="1831" y="9178"/>
                    <a:pt x="3218" y="11353"/>
                    <a:pt x="5060" y="11814"/>
                  </a:cubicBezTo>
                  <a:cubicBezTo>
                    <a:pt x="7076" y="12317"/>
                    <a:pt x="17480" y="18476"/>
                    <a:pt x="17585" y="18537"/>
                  </a:cubicBezTo>
                  <a:cubicBezTo>
                    <a:pt x="17629" y="18564"/>
                    <a:pt x="17679" y="18577"/>
                    <a:pt x="17728" y="18577"/>
                  </a:cubicBezTo>
                  <a:cubicBezTo>
                    <a:pt x="17754" y="18577"/>
                    <a:pt x="17781" y="18574"/>
                    <a:pt x="17805" y="18567"/>
                  </a:cubicBezTo>
                  <a:lnTo>
                    <a:pt x="21052" y="17656"/>
                  </a:lnTo>
                  <a:cubicBezTo>
                    <a:pt x="21281" y="17592"/>
                    <a:pt x="21332" y="17292"/>
                    <a:pt x="21137" y="17156"/>
                  </a:cubicBezTo>
                  <a:cubicBezTo>
                    <a:pt x="21074" y="17112"/>
                    <a:pt x="14754" y="12722"/>
                    <a:pt x="12325" y="10676"/>
                  </a:cubicBezTo>
                  <a:cubicBezTo>
                    <a:pt x="10084" y="8790"/>
                    <a:pt x="7054" y="5792"/>
                    <a:pt x="6564" y="5305"/>
                  </a:cubicBezTo>
                  <a:lnTo>
                    <a:pt x="5926" y="333"/>
                  </a:lnTo>
                  <a:cubicBezTo>
                    <a:pt x="5915" y="244"/>
                    <a:pt x="5861" y="164"/>
                    <a:pt x="5781" y="121"/>
                  </a:cubicBezTo>
                  <a:cubicBezTo>
                    <a:pt x="5631" y="41"/>
                    <a:pt x="5471" y="1"/>
                    <a:pt x="530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563;p34">
              <a:extLst>
                <a:ext uri="{FF2B5EF4-FFF2-40B4-BE49-F238E27FC236}">
                  <a16:creationId xmlns:a16="http://schemas.microsoft.com/office/drawing/2014/main" id="{C9AF3FF2-7100-A6BF-AA3D-D14D263272DC}"/>
                </a:ext>
              </a:extLst>
            </p:cNvPr>
            <p:cNvSpPr/>
            <p:nvPr/>
          </p:nvSpPr>
          <p:spPr>
            <a:xfrm>
              <a:off x="4508811" y="4188573"/>
              <a:ext cx="245352" cy="128126"/>
            </a:xfrm>
            <a:custGeom>
              <a:avLst/>
              <a:gdLst/>
              <a:ahLst/>
              <a:cxnLst/>
              <a:rect l="l" t="t" r="r" b="b"/>
              <a:pathLst>
                <a:path w="12876" h="6724" extrusionOk="0">
                  <a:moveTo>
                    <a:pt x="1681" y="0"/>
                  </a:moveTo>
                  <a:cubicBezTo>
                    <a:pt x="1681" y="0"/>
                    <a:pt x="0" y="3882"/>
                    <a:pt x="1061" y="4534"/>
                  </a:cubicBezTo>
                  <a:cubicBezTo>
                    <a:pt x="1589" y="4860"/>
                    <a:pt x="2199" y="4921"/>
                    <a:pt x="2749" y="4921"/>
                  </a:cubicBezTo>
                  <a:cubicBezTo>
                    <a:pt x="3080" y="4921"/>
                    <a:pt x="3389" y="4899"/>
                    <a:pt x="3645" y="4899"/>
                  </a:cubicBezTo>
                  <a:cubicBezTo>
                    <a:pt x="3815" y="4899"/>
                    <a:pt x="3961" y="4909"/>
                    <a:pt x="4075" y="4941"/>
                  </a:cubicBezTo>
                  <a:cubicBezTo>
                    <a:pt x="4646" y="5105"/>
                    <a:pt x="5543" y="6163"/>
                    <a:pt x="8639" y="6572"/>
                  </a:cubicBezTo>
                  <a:cubicBezTo>
                    <a:pt x="9448" y="6678"/>
                    <a:pt x="10090" y="6723"/>
                    <a:pt x="10602" y="6723"/>
                  </a:cubicBezTo>
                  <a:cubicBezTo>
                    <a:pt x="12048" y="6723"/>
                    <a:pt x="12450" y="6362"/>
                    <a:pt x="12631" y="6002"/>
                  </a:cubicBezTo>
                  <a:cubicBezTo>
                    <a:pt x="12876" y="5512"/>
                    <a:pt x="11328" y="5105"/>
                    <a:pt x="10024" y="4208"/>
                  </a:cubicBezTo>
                  <a:cubicBezTo>
                    <a:pt x="8721" y="3312"/>
                    <a:pt x="5543" y="623"/>
                    <a:pt x="5543" y="623"/>
                  </a:cubicBezTo>
                  <a:cubicBezTo>
                    <a:pt x="4966" y="952"/>
                    <a:pt x="4433" y="1076"/>
                    <a:pt x="3960" y="1076"/>
                  </a:cubicBezTo>
                  <a:cubicBezTo>
                    <a:pt x="2562" y="1076"/>
                    <a:pt x="1681" y="0"/>
                    <a:pt x="16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564;p34">
              <a:extLst>
                <a:ext uri="{FF2B5EF4-FFF2-40B4-BE49-F238E27FC236}">
                  <a16:creationId xmlns:a16="http://schemas.microsoft.com/office/drawing/2014/main" id="{E8F283EB-7909-1875-0A72-8663FCFEE21D}"/>
                </a:ext>
              </a:extLst>
            </p:cNvPr>
            <p:cNvSpPr/>
            <p:nvPr/>
          </p:nvSpPr>
          <p:spPr>
            <a:xfrm>
              <a:off x="4503228" y="4183200"/>
              <a:ext cx="256366" cy="138854"/>
            </a:xfrm>
            <a:custGeom>
              <a:avLst/>
              <a:gdLst/>
              <a:ahLst/>
              <a:cxnLst/>
              <a:rect l="l" t="t" r="r" b="b"/>
              <a:pathLst>
                <a:path w="13454" h="7287" extrusionOk="0">
                  <a:moveTo>
                    <a:pt x="2076" y="772"/>
                  </a:moveTo>
                  <a:cubicBezTo>
                    <a:pt x="2481" y="1121"/>
                    <a:pt x="3252" y="1636"/>
                    <a:pt x="4264" y="1636"/>
                  </a:cubicBezTo>
                  <a:cubicBezTo>
                    <a:pt x="4729" y="1636"/>
                    <a:pt x="5245" y="1527"/>
                    <a:pt x="5801" y="1243"/>
                  </a:cubicBezTo>
                  <a:cubicBezTo>
                    <a:pt x="6448" y="1787"/>
                    <a:pt x="9002" y="3928"/>
                    <a:pt x="10158" y="4722"/>
                  </a:cubicBezTo>
                  <a:cubicBezTo>
                    <a:pt x="10672" y="5074"/>
                    <a:pt x="11206" y="5346"/>
                    <a:pt x="11677" y="5585"/>
                  </a:cubicBezTo>
                  <a:cubicBezTo>
                    <a:pt x="12075" y="5786"/>
                    <a:pt x="12617" y="6063"/>
                    <a:pt x="12673" y="6157"/>
                  </a:cubicBezTo>
                  <a:cubicBezTo>
                    <a:pt x="12586" y="6331"/>
                    <a:pt x="12390" y="6724"/>
                    <a:pt x="10903" y="6724"/>
                  </a:cubicBezTo>
                  <a:cubicBezTo>
                    <a:pt x="10413" y="6724"/>
                    <a:pt x="9782" y="6681"/>
                    <a:pt x="8968" y="6574"/>
                  </a:cubicBezTo>
                  <a:cubicBezTo>
                    <a:pt x="6737" y="6281"/>
                    <a:pt x="5687" y="5645"/>
                    <a:pt x="5060" y="5266"/>
                  </a:cubicBezTo>
                  <a:cubicBezTo>
                    <a:pt x="4821" y="5121"/>
                    <a:pt x="4631" y="5006"/>
                    <a:pt x="4446" y="4953"/>
                  </a:cubicBezTo>
                  <a:cubicBezTo>
                    <a:pt x="4301" y="4913"/>
                    <a:pt x="4129" y="4899"/>
                    <a:pt x="3937" y="4899"/>
                  </a:cubicBezTo>
                  <a:cubicBezTo>
                    <a:pt x="3813" y="4899"/>
                    <a:pt x="3679" y="4905"/>
                    <a:pt x="3537" y="4910"/>
                  </a:cubicBezTo>
                  <a:cubicBezTo>
                    <a:pt x="3379" y="4916"/>
                    <a:pt x="3212" y="4922"/>
                    <a:pt x="3040" y="4922"/>
                  </a:cubicBezTo>
                  <a:cubicBezTo>
                    <a:pt x="2526" y="4922"/>
                    <a:pt x="1969" y="4865"/>
                    <a:pt x="1501" y="4577"/>
                  </a:cubicBezTo>
                  <a:cubicBezTo>
                    <a:pt x="967" y="4249"/>
                    <a:pt x="1492" y="2241"/>
                    <a:pt x="2076" y="772"/>
                  </a:cubicBezTo>
                  <a:close/>
                  <a:moveTo>
                    <a:pt x="1977" y="0"/>
                  </a:moveTo>
                  <a:cubicBezTo>
                    <a:pt x="1963" y="0"/>
                    <a:pt x="1949" y="1"/>
                    <a:pt x="1936" y="3"/>
                  </a:cubicBezTo>
                  <a:cubicBezTo>
                    <a:pt x="1838" y="17"/>
                    <a:pt x="1756" y="81"/>
                    <a:pt x="1717" y="170"/>
                  </a:cubicBezTo>
                  <a:cubicBezTo>
                    <a:pt x="1419" y="855"/>
                    <a:pt x="0" y="4313"/>
                    <a:pt x="1206" y="5056"/>
                  </a:cubicBezTo>
                  <a:cubicBezTo>
                    <a:pt x="1796" y="5419"/>
                    <a:pt x="2469" y="5484"/>
                    <a:pt x="3052" y="5484"/>
                  </a:cubicBezTo>
                  <a:cubicBezTo>
                    <a:pt x="3231" y="5484"/>
                    <a:pt x="3401" y="5478"/>
                    <a:pt x="3557" y="5473"/>
                  </a:cubicBezTo>
                  <a:cubicBezTo>
                    <a:pt x="3690" y="5467"/>
                    <a:pt x="3820" y="5463"/>
                    <a:pt x="3937" y="5463"/>
                  </a:cubicBezTo>
                  <a:cubicBezTo>
                    <a:pt x="4082" y="5463"/>
                    <a:pt x="4207" y="5470"/>
                    <a:pt x="4291" y="5495"/>
                  </a:cubicBezTo>
                  <a:cubicBezTo>
                    <a:pt x="4405" y="5527"/>
                    <a:pt x="4565" y="5623"/>
                    <a:pt x="4769" y="5747"/>
                  </a:cubicBezTo>
                  <a:cubicBezTo>
                    <a:pt x="5435" y="6149"/>
                    <a:pt x="6547" y="6822"/>
                    <a:pt x="8895" y="7132"/>
                  </a:cubicBezTo>
                  <a:cubicBezTo>
                    <a:pt x="9712" y="7240"/>
                    <a:pt x="10370" y="7287"/>
                    <a:pt x="10902" y="7287"/>
                  </a:cubicBezTo>
                  <a:cubicBezTo>
                    <a:pt x="12472" y="7287"/>
                    <a:pt x="12941" y="6877"/>
                    <a:pt x="13177" y="6409"/>
                  </a:cubicBezTo>
                  <a:cubicBezTo>
                    <a:pt x="13453" y="5856"/>
                    <a:pt x="12782" y="5516"/>
                    <a:pt x="11932" y="5085"/>
                  </a:cubicBezTo>
                  <a:cubicBezTo>
                    <a:pt x="11477" y="4853"/>
                    <a:pt x="10959" y="4590"/>
                    <a:pt x="10476" y="4259"/>
                  </a:cubicBezTo>
                  <a:cubicBezTo>
                    <a:pt x="9200" y="3381"/>
                    <a:pt x="6049" y="717"/>
                    <a:pt x="6018" y="690"/>
                  </a:cubicBezTo>
                  <a:cubicBezTo>
                    <a:pt x="5966" y="647"/>
                    <a:pt x="5901" y="624"/>
                    <a:pt x="5836" y="624"/>
                  </a:cubicBezTo>
                  <a:cubicBezTo>
                    <a:pt x="5788" y="624"/>
                    <a:pt x="5740" y="636"/>
                    <a:pt x="5697" y="661"/>
                  </a:cubicBezTo>
                  <a:cubicBezTo>
                    <a:pt x="5168" y="964"/>
                    <a:pt x="4681" y="1077"/>
                    <a:pt x="4250" y="1077"/>
                  </a:cubicBezTo>
                  <a:cubicBezTo>
                    <a:pt x="3017" y="1077"/>
                    <a:pt x="2236" y="154"/>
                    <a:pt x="2192" y="103"/>
                  </a:cubicBezTo>
                  <a:cubicBezTo>
                    <a:pt x="2139" y="38"/>
                    <a:pt x="2059" y="0"/>
                    <a:pt x="1977"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565;p34">
              <a:extLst>
                <a:ext uri="{FF2B5EF4-FFF2-40B4-BE49-F238E27FC236}">
                  <a16:creationId xmlns:a16="http://schemas.microsoft.com/office/drawing/2014/main" id="{2A005D26-D194-8871-570B-CE8729BC4BE7}"/>
                </a:ext>
              </a:extLst>
            </p:cNvPr>
            <p:cNvSpPr/>
            <p:nvPr/>
          </p:nvSpPr>
          <p:spPr>
            <a:xfrm>
              <a:off x="4521483" y="4255837"/>
              <a:ext cx="228431" cy="60843"/>
            </a:xfrm>
            <a:custGeom>
              <a:avLst/>
              <a:gdLst/>
              <a:ahLst/>
              <a:cxnLst/>
              <a:rect l="l" t="t" r="r" b="b"/>
              <a:pathLst>
                <a:path w="11988" h="3193" extrusionOk="0">
                  <a:moveTo>
                    <a:pt x="1" y="1"/>
                  </a:moveTo>
                  <a:lnTo>
                    <a:pt x="1" y="1"/>
                  </a:lnTo>
                  <a:cubicBezTo>
                    <a:pt x="11" y="457"/>
                    <a:pt x="117" y="834"/>
                    <a:pt x="396" y="1003"/>
                  </a:cubicBezTo>
                  <a:cubicBezTo>
                    <a:pt x="926" y="1329"/>
                    <a:pt x="1538" y="1390"/>
                    <a:pt x="2089" y="1390"/>
                  </a:cubicBezTo>
                  <a:cubicBezTo>
                    <a:pt x="2417" y="1390"/>
                    <a:pt x="2723" y="1369"/>
                    <a:pt x="2977" y="1369"/>
                  </a:cubicBezTo>
                  <a:cubicBezTo>
                    <a:pt x="3148" y="1369"/>
                    <a:pt x="3296" y="1378"/>
                    <a:pt x="3410" y="1411"/>
                  </a:cubicBezTo>
                  <a:cubicBezTo>
                    <a:pt x="3981" y="1573"/>
                    <a:pt x="4878" y="2633"/>
                    <a:pt x="7974" y="3040"/>
                  </a:cubicBezTo>
                  <a:cubicBezTo>
                    <a:pt x="8784" y="3147"/>
                    <a:pt x="9427" y="3192"/>
                    <a:pt x="9940" y="3192"/>
                  </a:cubicBezTo>
                  <a:cubicBezTo>
                    <a:pt x="11384" y="3192"/>
                    <a:pt x="11786" y="2832"/>
                    <a:pt x="11967" y="2472"/>
                  </a:cubicBezTo>
                  <a:cubicBezTo>
                    <a:pt x="11977" y="2447"/>
                    <a:pt x="11985" y="2422"/>
                    <a:pt x="11988" y="2396"/>
                  </a:cubicBezTo>
                  <a:lnTo>
                    <a:pt x="11988" y="2396"/>
                  </a:lnTo>
                  <a:cubicBezTo>
                    <a:pt x="11557" y="2454"/>
                    <a:pt x="11130" y="2480"/>
                    <a:pt x="10710" y="2480"/>
                  </a:cubicBezTo>
                  <a:cubicBezTo>
                    <a:pt x="9291" y="2480"/>
                    <a:pt x="7936" y="2190"/>
                    <a:pt x="6676" y="1893"/>
                  </a:cubicBezTo>
                  <a:cubicBezTo>
                    <a:pt x="4670" y="1421"/>
                    <a:pt x="4081" y="360"/>
                    <a:pt x="2195" y="360"/>
                  </a:cubicBezTo>
                  <a:cubicBezTo>
                    <a:pt x="1242" y="360"/>
                    <a:pt x="501" y="179"/>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566;p34">
              <a:extLst>
                <a:ext uri="{FF2B5EF4-FFF2-40B4-BE49-F238E27FC236}">
                  <a16:creationId xmlns:a16="http://schemas.microsoft.com/office/drawing/2014/main" id="{8966580F-F3D8-BEDF-FF96-94BAA825F126}"/>
                </a:ext>
              </a:extLst>
            </p:cNvPr>
            <p:cNvSpPr/>
            <p:nvPr/>
          </p:nvSpPr>
          <p:spPr>
            <a:xfrm>
              <a:off x="4516052" y="4250483"/>
              <a:ext cx="239426" cy="71571"/>
            </a:xfrm>
            <a:custGeom>
              <a:avLst/>
              <a:gdLst/>
              <a:ahLst/>
              <a:cxnLst/>
              <a:rect l="l" t="t" r="r" b="b"/>
              <a:pathLst>
                <a:path w="12565" h="3756" extrusionOk="0">
                  <a:moveTo>
                    <a:pt x="612" y="679"/>
                  </a:moveTo>
                  <a:cubicBezTo>
                    <a:pt x="1196" y="841"/>
                    <a:pt x="1821" y="922"/>
                    <a:pt x="2480" y="922"/>
                  </a:cubicBezTo>
                  <a:cubicBezTo>
                    <a:pt x="3481" y="922"/>
                    <a:pt x="4092" y="1242"/>
                    <a:pt x="4801" y="1612"/>
                  </a:cubicBezTo>
                  <a:cubicBezTo>
                    <a:pt x="5359" y="1904"/>
                    <a:pt x="5994" y="2235"/>
                    <a:pt x="6895" y="2446"/>
                  </a:cubicBezTo>
                  <a:cubicBezTo>
                    <a:pt x="8194" y="2753"/>
                    <a:pt x="9561" y="3041"/>
                    <a:pt x="10990" y="3041"/>
                  </a:cubicBezTo>
                  <a:cubicBezTo>
                    <a:pt x="11164" y="3041"/>
                    <a:pt x="11338" y="3037"/>
                    <a:pt x="11514" y="3028"/>
                  </a:cubicBezTo>
                  <a:lnTo>
                    <a:pt x="11514" y="3028"/>
                  </a:lnTo>
                  <a:cubicBezTo>
                    <a:pt x="11258" y="3122"/>
                    <a:pt x="10860" y="3193"/>
                    <a:pt x="10231" y="3193"/>
                  </a:cubicBezTo>
                  <a:cubicBezTo>
                    <a:pt x="9740" y="3193"/>
                    <a:pt x="9109" y="3150"/>
                    <a:pt x="8295" y="3043"/>
                  </a:cubicBezTo>
                  <a:cubicBezTo>
                    <a:pt x="6064" y="2750"/>
                    <a:pt x="5014" y="2114"/>
                    <a:pt x="4387" y="1735"/>
                  </a:cubicBezTo>
                  <a:cubicBezTo>
                    <a:pt x="4148" y="1590"/>
                    <a:pt x="3958" y="1475"/>
                    <a:pt x="3773" y="1422"/>
                  </a:cubicBezTo>
                  <a:cubicBezTo>
                    <a:pt x="3628" y="1382"/>
                    <a:pt x="3456" y="1368"/>
                    <a:pt x="3264" y="1368"/>
                  </a:cubicBezTo>
                  <a:cubicBezTo>
                    <a:pt x="3140" y="1368"/>
                    <a:pt x="3006" y="1374"/>
                    <a:pt x="2864" y="1379"/>
                  </a:cubicBezTo>
                  <a:cubicBezTo>
                    <a:pt x="2706" y="1385"/>
                    <a:pt x="2538" y="1391"/>
                    <a:pt x="2366" y="1391"/>
                  </a:cubicBezTo>
                  <a:cubicBezTo>
                    <a:pt x="1852" y="1391"/>
                    <a:pt x="1296" y="1334"/>
                    <a:pt x="828" y="1046"/>
                  </a:cubicBezTo>
                  <a:cubicBezTo>
                    <a:pt x="716" y="976"/>
                    <a:pt x="650" y="838"/>
                    <a:pt x="612" y="679"/>
                  </a:cubicBezTo>
                  <a:close/>
                  <a:moveTo>
                    <a:pt x="286" y="0"/>
                  </a:moveTo>
                  <a:cubicBezTo>
                    <a:pt x="134" y="0"/>
                    <a:pt x="0" y="124"/>
                    <a:pt x="4" y="288"/>
                  </a:cubicBezTo>
                  <a:cubicBezTo>
                    <a:pt x="19" y="900"/>
                    <a:pt x="197" y="1316"/>
                    <a:pt x="533" y="1525"/>
                  </a:cubicBezTo>
                  <a:cubicBezTo>
                    <a:pt x="1123" y="1888"/>
                    <a:pt x="1796" y="1953"/>
                    <a:pt x="2379" y="1953"/>
                  </a:cubicBezTo>
                  <a:cubicBezTo>
                    <a:pt x="2558" y="1953"/>
                    <a:pt x="2728" y="1947"/>
                    <a:pt x="2884" y="1942"/>
                  </a:cubicBezTo>
                  <a:cubicBezTo>
                    <a:pt x="3017" y="1936"/>
                    <a:pt x="3147" y="1932"/>
                    <a:pt x="3264" y="1932"/>
                  </a:cubicBezTo>
                  <a:cubicBezTo>
                    <a:pt x="3409" y="1932"/>
                    <a:pt x="3534" y="1939"/>
                    <a:pt x="3618" y="1964"/>
                  </a:cubicBezTo>
                  <a:cubicBezTo>
                    <a:pt x="3732" y="1996"/>
                    <a:pt x="3892" y="2092"/>
                    <a:pt x="4096" y="2216"/>
                  </a:cubicBezTo>
                  <a:cubicBezTo>
                    <a:pt x="4762" y="2618"/>
                    <a:pt x="5874" y="3291"/>
                    <a:pt x="8222" y="3601"/>
                  </a:cubicBezTo>
                  <a:cubicBezTo>
                    <a:pt x="9039" y="3709"/>
                    <a:pt x="9697" y="3756"/>
                    <a:pt x="10229" y="3756"/>
                  </a:cubicBezTo>
                  <a:cubicBezTo>
                    <a:pt x="11799" y="3756"/>
                    <a:pt x="12268" y="3346"/>
                    <a:pt x="12504" y="2879"/>
                  </a:cubicBezTo>
                  <a:cubicBezTo>
                    <a:pt x="12529" y="2827"/>
                    <a:pt x="12545" y="2772"/>
                    <a:pt x="12553" y="2715"/>
                  </a:cubicBezTo>
                  <a:cubicBezTo>
                    <a:pt x="12564" y="2627"/>
                    <a:pt x="12535" y="2540"/>
                    <a:pt x="12472" y="2478"/>
                  </a:cubicBezTo>
                  <a:cubicBezTo>
                    <a:pt x="12418" y="2425"/>
                    <a:pt x="12346" y="2396"/>
                    <a:pt x="12270" y="2396"/>
                  </a:cubicBezTo>
                  <a:cubicBezTo>
                    <a:pt x="12259" y="2396"/>
                    <a:pt x="12248" y="2397"/>
                    <a:pt x="12236" y="2398"/>
                  </a:cubicBezTo>
                  <a:cubicBezTo>
                    <a:pt x="11822" y="2454"/>
                    <a:pt x="11410" y="2479"/>
                    <a:pt x="11003" y="2479"/>
                  </a:cubicBezTo>
                  <a:cubicBezTo>
                    <a:pt x="9627" y="2479"/>
                    <a:pt x="8293" y="2199"/>
                    <a:pt x="7025" y="1899"/>
                  </a:cubicBezTo>
                  <a:cubicBezTo>
                    <a:pt x="6192" y="1704"/>
                    <a:pt x="5618" y="1403"/>
                    <a:pt x="5062" y="1115"/>
                  </a:cubicBezTo>
                  <a:cubicBezTo>
                    <a:pt x="4321" y="727"/>
                    <a:pt x="3620" y="361"/>
                    <a:pt x="2482" y="361"/>
                  </a:cubicBezTo>
                  <a:cubicBezTo>
                    <a:pt x="1540" y="361"/>
                    <a:pt x="819" y="174"/>
                    <a:pt x="380" y="16"/>
                  </a:cubicBezTo>
                  <a:cubicBezTo>
                    <a:pt x="349" y="5"/>
                    <a:pt x="317" y="0"/>
                    <a:pt x="28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567;p34">
              <a:extLst>
                <a:ext uri="{FF2B5EF4-FFF2-40B4-BE49-F238E27FC236}">
                  <a16:creationId xmlns:a16="http://schemas.microsoft.com/office/drawing/2014/main" id="{1875884B-CC48-6AA5-2F53-B31701030971}"/>
                </a:ext>
              </a:extLst>
            </p:cNvPr>
            <p:cNvSpPr/>
            <p:nvPr/>
          </p:nvSpPr>
          <p:spPr>
            <a:xfrm>
              <a:off x="3818982" y="2130728"/>
              <a:ext cx="867593" cy="2102071"/>
            </a:xfrm>
            <a:custGeom>
              <a:avLst/>
              <a:gdLst/>
              <a:ahLst/>
              <a:cxnLst/>
              <a:rect l="l" t="t" r="r" b="b"/>
              <a:pathLst>
                <a:path w="45531" h="110316" extrusionOk="0">
                  <a:moveTo>
                    <a:pt x="25090" y="1"/>
                  </a:moveTo>
                  <a:cubicBezTo>
                    <a:pt x="25090" y="1"/>
                    <a:pt x="25704" y="4124"/>
                    <a:pt x="24915" y="5791"/>
                  </a:cubicBezTo>
                  <a:cubicBezTo>
                    <a:pt x="24125" y="7458"/>
                    <a:pt x="21670" y="7631"/>
                    <a:pt x="19564" y="7984"/>
                  </a:cubicBezTo>
                  <a:cubicBezTo>
                    <a:pt x="17458" y="8336"/>
                    <a:pt x="12634" y="10176"/>
                    <a:pt x="13160" y="14913"/>
                  </a:cubicBezTo>
                  <a:cubicBezTo>
                    <a:pt x="13687" y="19650"/>
                    <a:pt x="19739" y="29915"/>
                    <a:pt x="19739" y="32810"/>
                  </a:cubicBezTo>
                  <a:cubicBezTo>
                    <a:pt x="19739" y="35705"/>
                    <a:pt x="17897" y="37196"/>
                    <a:pt x="15879" y="42811"/>
                  </a:cubicBezTo>
                  <a:cubicBezTo>
                    <a:pt x="13862" y="48426"/>
                    <a:pt x="14124" y="58864"/>
                    <a:pt x="14738" y="65620"/>
                  </a:cubicBezTo>
                  <a:cubicBezTo>
                    <a:pt x="15352" y="72374"/>
                    <a:pt x="17371" y="78778"/>
                    <a:pt x="17371" y="78778"/>
                  </a:cubicBezTo>
                  <a:cubicBezTo>
                    <a:pt x="17371" y="78778"/>
                    <a:pt x="12282" y="86936"/>
                    <a:pt x="10090" y="90445"/>
                  </a:cubicBezTo>
                  <a:cubicBezTo>
                    <a:pt x="7897" y="93956"/>
                    <a:pt x="1" y="109219"/>
                    <a:pt x="1" y="109219"/>
                  </a:cubicBezTo>
                  <a:cubicBezTo>
                    <a:pt x="1" y="109219"/>
                    <a:pt x="1" y="109745"/>
                    <a:pt x="1229" y="110097"/>
                  </a:cubicBezTo>
                  <a:cubicBezTo>
                    <a:pt x="1841" y="110272"/>
                    <a:pt x="2498" y="110316"/>
                    <a:pt x="3002" y="110316"/>
                  </a:cubicBezTo>
                  <a:cubicBezTo>
                    <a:pt x="3509" y="110316"/>
                    <a:pt x="3861" y="110272"/>
                    <a:pt x="3861" y="110272"/>
                  </a:cubicBezTo>
                  <a:cubicBezTo>
                    <a:pt x="3861" y="110272"/>
                    <a:pt x="18950" y="92112"/>
                    <a:pt x="21756" y="89042"/>
                  </a:cubicBezTo>
                  <a:cubicBezTo>
                    <a:pt x="24564" y="85972"/>
                    <a:pt x="27196" y="80621"/>
                    <a:pt x="27546" y="78164"/>
                  </a:cubicBezTo>
                  <a:cubicBezTo>
                    <a:pt x="27898" y="75706"/>
                    <a:pt x="27459" y="60707"/>
                    <a:pt x="27459" y="60706"/>
                  </a:cubicBezTo>
                  <a:lnTo>
                    <a:pt x="27459" y="60706"/>
                  </a:lnTo>
                  <a:cubicBezTo>
                    <a:pt x="27459" y="60706"/>
                    <a:pt x="30618" y="68251"/>
                    <a:pt x="33074" y="72111"/>
                  </a:cubicBezTo>
                  <a:cubicBezTo>
                    <a:pt x="35532" y="75972"/>
                    <a:pt x="37191" y="79392"/>
                    <a:pt x="37191" y="79392"/>
                  </a:cubicBezTo>
                  <a:cubicBezTo>
                    <a:pt x="37191" y="79392"/>
                    <a:pt x="36583" y="84568"/>
                    <a:pt x="37197" y="88955"/>
                  </a:cubicBezTo>
                  <a:cubicBezTo>
                    <a:pt x="37811" y="93340"/>
                    <a:pt x="37293" y="107423"/>
                    <a:pt x="37907" y="108564"/>
                  </a:cubicBezTo>
                  <a:cubicBezTo>
                    <a:pt x="38185" y="109079"/>
                    <a:pt x="38821" y="109264"/>
                    <a:pt x="39484" y="109264"/>
                  </a:cubicBezTo>
                  <a:cubicBezTo>
                    <a:pt x="40288" y="109264"/>
                    <a:pt x="41132" y="108991"/>
                    <a:pt x="41421" y="108702"/>
                  </a:cubicBezTo>
                  <a:cubicBezTo>
                    <a:pt x="41947" y="108176"/>
                    <a:pt x="42198" y="104746"/>
                    <a:pt x="42198" y="104746"/>
                  </a:cubicBezTo>
                  <a:cubicBezTo>
                    <a:pt x="42198" y="104746"/>
                    <a:pt x="43250" y="94043"/>
                    <a:pt x="43864" y="89042"/>
                  </a:cubicBezTo>
                  <a:cubicBezTo>
                    <a:pt x="44479" y="84043"/>
                    <a:pt x="45531" y="79743"/>
                    <a:pt x="45181" y="78603"/>
                  </a:cubicBezTo>
                  <a:cubicBezTo>
                    <a:pt x="44829" y="77462"/>
                    <a:pt x="42636" y="65270"/>
                    <a:pt x="40969" y="59479"/>
                  </a:cubicBezTo>
                  <a:cubicBezTo>
                    <a:pt x="39302" y="53689"/>
                    <a:pt x="34215" y="42900"/>
                    <a:pt x="33074" y="40092"/>
                  </a:cubicBezTo>
                  <a:cubicBezTo>
                    <a:pt x="31934" y="37285"/>
                    <a:pt x="31320" y="34741"/>
                    <a:pt x="31495" y="33863"/>
                  </a:cubicBezTo>
                  <a:cubicBezTo>
                    <a:pt x="31670" y="32987"/>
                    <a:pt x="35091" y="27723"/>
                    <a:pt x="35969" y="26319"/>
                  </a:cubicBezTo>
                  <a:cubicBezTo>
                    <a:pt x="36846" y="24915"/>
                    <a:pt x="37197" y="22372"/>
                    <a:pt x="36144" y="20091"/>
                  </a:cubicBezTo>
                  <a:cubicBezTo>
                    <a:pt x="35091" y="17810"/>
                    <a:pt x="36144" y="14740"/>
                    <a:pt x="35969" y="12898"/>
                  </a:cubicBezTo>
                  <a:cubicBezTo>
                    <a:pt x="35793" y="11054"/>
                    <a:pt x="33074" y="10265"/>
                    <a:pt x="31670" y="9564"/>
                  </a:cubicBezTo>
                  <a:cubicBezTo>
                    <a:pt x="30267" y="8862"/>
                    <a:pt x="29740" y="7281"/>
                    <a:pt x="29740" y="5967"/>
                  </a:cubicBezTo>
                  <a:cubicBezTo>
                    <a:pt x="29740" y="4652"/>
                    <a:pt x="30529" y="2808"/>
                    <a:pt x="30529" y="2808"/>
                  </a:cubicBezTo>
                  <a:cubicBezTo>
                    <a:pt x="30529" y="2808"/>
                    <a:pt x="26231" y="1"/>
                    <a:pt x="250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568;p34">
              <a:extLst>
                <a:ext uri="{FF2B5EF4-FFF2-40B4-BE49-F238E27FC236}">
                  <a16:creationId xmlns:a16="http://schemas.microsoft.com/office/drawing/2014/main" id="{7F21D116-556A-14C7-ABEB-E303DF8603B8}"/>
                </a:ext>
              </a:extLst>
            </p:cNvPr>
            <p:cNvSpPr/>
            <p:nvPr/>
          </p:nvSpPr>
          <p:spPr>
            <a:xfrm>
              <a:off x="3813647" y="2125393"/>
              <a:ext cx="875825" cy="2112780"/>
            </a:xfrm>
            <a:custGeom>
              <a:avLst/>
              <a:gdLst/>
              <a:ahLst/>
              <a:cxnLst/>
              <a:rect l="l" t="t" r="r" b="b"/>
              <a:pathLst>
                <a:path w="45963" h="110878" extrusionOk="0">
                  <a:moveTo>
                    <a:pt x="25697" y="619"/>
                  </a:moveTo>
                  <a:lnTo>
                    <a:pt x="25697" y="619"/>
                  </a:lnTo>
                  <a:cubicBezTo>
                    <a:pt x="26709" y="908"/>
                    <a:pt x="28945" y="2219"/>
                    <a:pt x="30460" y="3196"/>
                  </a:cubicBezTo>
                  <a:cubicBezTo>
                    <a:pt x="30248" y="3736"/>
                    <a:pt x="29737" y="5146"/>
                    <a:pt x="29737" y="6246"/>
                  </a:cubicBezTo>
                  <a:cubicBezTo>
                    <a:pt x="29737" y="7602"/>
                    <a:pt x="30285" y="9325"/>
                    <a:pt x="31823" y="10093"/>
                  </a:cubicBezTo>
                  <a:cubicBezTo>
                    <a:pt x="32084" y="10224"/>
                    <a:pt x="32390" y="10359"/>
                    <a:pt x="32718" y="10502"/>
                  </a:cubicBezTo>
                  <a:cubicBezTo>
                    <a:pt x="34110" y="11108"/>
                    <a:pt x="35839" y="11864"/>
                    <a:pt x="35968" y="13203"/>
                  </a:cubicBezTo>
                  <a:cubicBezTo>
                    <a:pt x="36026" y="13820"/>
                    <a:pt x="35937" y="14611"/>
                    <a:pt x="35842" y="15450"/>
                  </a:cubicBezTo>
                  <a:cubicBezTo>
                    <a:pt x="35658" y="17084"/>
                    <a:pt x="35451" y="18936"/>
                    <a:pt x="36167" y="20488"/>
                  </a:cubicBezTo>
                  <a:cubicBezTo>
                    <a:pt x="37209" y="22742"/>
                    <a:pt x="36815" y="25159"/>
                    <a:pt x="36008" y="26448"/>
                  </a:cubicBezTo>
                  <a:cubicBezTo>
                    <a:pt x="35864" y="26680"/>
                    <a:pt x="35651" y="27016"/>
                    <a:pt x="35394" y="27418"/>
                  </a:cubicBezTo>
                  <a:cubicBezTo>
                    <a:pt x="33584" y="30265"/>
                    <a:pt x="31642" y="33363"/>
                    <a:pt x="31497" y="34086"/>
                  </a:cubicBezTo>
                  <a:cubicBezTo>
                    <a:pt x="31303" y="35059"/>
                    <a:pt x="31958" y="37687"/>
                    <a:pt x="33092" y="40476"/>
                  </a:cubicBezTo>
                  <a:cubicBezTo>
                    <a:pt x="33383" y="41192"/>
                    <a:pt x="33923" y="42408"/>
                    <a:pt x="34605" y="43947"/>
                  </a:cubicBezTo>
                  <a:cubicBezTo>
                    <a:pt x="36649" y="48560"/>
                    <a:pt x="39738" y="55531"/>
                    <a:pt x="40977" y="59835"/>
                  </a:cubicBezTo>
                  <a:cubicBezTo>
                    <a:pt x="42093" y="63707"/>
                    <a:pt x="43435" y="70406"/>
                    <a:pt x="44322" y="74838"/>
                  </a:cubicBezTo>
                  <a:cubicBezTo>
                    <a:pt x="44756" y="77007"/>
                    <a:pt x="45070" y="78576"/>
                    <a:pt x="45189" y="78964"/>
                  </a:cubicBezTo>
                  <a:cubicBezTo>
                    <a:pt x="45386" y="79602"/>
                    <a:pt x="45054" y="81609"/>
                    <a:pt x="44669" y="83932"/>
                  </a:cubicBezTo>
                  <a:cubicBezTo>
                    <a:pt x="44403" y="85533"/>
                    <a:pt x="44101" y="87349"/>
                    <a:pt x="43864" y="89287"/>
                  </a:cubicBezTo>
                  <a:cubicBezTo>
                    <a:pt x="43257" y="94233"/>
                    <a:pt x="42207" y="104890"/>
                    <a:pt x="42197" y="105004"/>
                  </a:cubicBezTo>
                  <a:cubicBezTo>
                    <a:pt x="42076" y="106639"/>
                    <a:pt x="41784" y="108498"/>
                    <a:pt x="41501" y="108783"/>
                  </a:cubicBezTo>
                  <a:cubicBezTo>
                    <a:pt x="41278" y="109004"/>
                    <a:pt x="40505" y="109262"/>
                    <a:pt x="39761" y="109262"/>
                  </a:cubicBezTo>
                  <a:cubicBezTo>
                    <a:pt x="39623" y="109262"/>
                    <a:pt x="39486" y="109253"/>
                    <a:pt x="39354" y="109233"/>
                  </a:cubicBezTo>
                  <a:cubicBezTo>
                    <a:pt x="39038" y="109187"/>
                    <a:pt x="38621" y="109058"/>
                    <a:pt x="38434" y="108710"/>
                  </a:cubicBezTo>
                  <a:cubicBezTo>
                    <a:pt x="38157" y="108196"/>
                    <a:pt x="38132" y="103924"/>
                    <a:pt x="38112" y="100156"/>
                  </a:cubicBezTo>
                  <a:cubicBezTo>
                    <a:pt x="38088" y="96047"/>
                    <a:pt x="38062" y="91389"/>
                    <a:pt x="37754" y="89195"/>
                  </a:cubicBezTo>
                  <a:cubicBezTo>
                    <a:pt x="37152" y="84896"/>
                    <a:pt x="37743" y="79755"/>
                    <a:pt x="37748" y="79704"/>
                  </a:cubicBezTo>
                  <a:cubicBezTo>
                    <a:pt x="37756" y="79651"/>
                    <a:pt x="37747" y="79597"/>
                    <a:pt x="37722" y="79548"/>
                  </a:cubicBezTo>
                  <a:cubicBezTo>
                    <a:pt x="37706" y="79514"/>
                    <a:pt x="36027" y="76068"/>
                    <a:pt x="33590" y="72239"/>
                  </a:cubicBezTo>
                  <a:cubicBezTo>
                    <a:pt x="31175" y="68445"/>
                    <a:pt x="28029" y="60952"/>
                    <a:pt x="27999" y="60878"/>
                  </a:cubicBezTo>
                  <a:cubicBezTo>
                    <a:pt x="27953" y="60772"/>
                    <a:pt x="27850" y="60705"/>
                    <a:pt x="27739" y="60705"/>
                  </a:cubicBezTo>
                  <a:cubicBezTo>
                    <a:pt x="27720" y="60705"/>
                    <a:pt x="27699" y="60707"/>
                    <a:pt x="27679" y="60712"/>
                  </a:cubicBezTo>
                  <a:cubicBezTo>
                    <a:pt x="27546" y="60741"/>
                    <a:pt x="27453" y="60859"/>
                    <a:pt x="27458" y="60995"/>
                  </a:cubicBezTo>
                  <a:cubicBezTo>
                    <a:pt x="27463" y="61145"/>
                    <a:pt x="27892" y="75999"/>
                    <a:pt x="27549" y="78404"/>
                  </a:cubicBezTo>
                  <a:cubicBezTo>
                    <a:pt x="27205" y="80805"/>
                    <a:pt x="24579" y="86127"/>
                    <a:pt x="21829" y="89133"/>
                  </a:cubicBezTo>
                  <a:cubicBezTo>
                    <a:pt x="19152" y="92063"/>
                    <a:pt x="5143" y="108907"/>
                    <a:pt x="3998" y="110283"/>
                  </a:cubicBezTo>
                  <a:cubicBezTo>
                    <a:pt x="3861" y="110296"/>
                    <a:pt x="3604" y="110314"/>
                    <a:pt x="3282" y="110314"/>
                  </a:cubicBezTo>
                  <a:cubicBezTo>
                    <a:pt x="2798" y="110314"/>
                    <a:pt x="2169" y="110272"/>
                    <a:pt x="1586" y="110107"/>
                  </a:cubicBezTo>
                  <a:cubicBezTo>
                    <a:pt x="835" y="109891"/>
                    <a:pt x="632" y="109628"/>
                    <a:pt x="580" y="109534"/>
                  </a:cubicBezTo>
                  <a:cubicBezTo>
                    <a:pt x="1249" y="108243"/>
                    <a:pt x="8535" y="94192"/>
                    <a:pt x="10606" y="90874"/>
                  </a:cubicBezTo>
                  <a:cubicBezTo>
                    <a:pt x="12799" y="87365"/>
                    <a:pt x="17887" y="79207"/>
                    <a:pt x="17887" y="79207"/>
                  </a:cubicBezTo>
                  <a:cubicBezTo>
                    <a:pt x="17931" y="79137"/>
                    <a:pt x="17943" y="79050"/>
                    <a:pt x="17918" y="78973"/>
                  </a:cubicBezTo>
                  <a:cubicBezTo>
                    <a:pt x="17897" y="78909"/>
                    <a:pt x="15902" y="72521"/>
                    <a:pt x="15297" y="65873"/>
                  </a:cubicBezTo>
                  <a:cubicBezTo>
                    <a:pt x="14611" y="58327"/>
                    <a:pt x="14546" y="48404"/>
                    <a:pt x="16423" y="43186"/>
                  </a:cubicBezTo>
                  <a:cubicBezTo>
                    <a:pt x="17279" y="40801"/>
                    <a:pt x="18106" y="39163"/>
                    <a:pt x="18769" y="37845"/>
                  </a:cubicBezTo>
                  <a:cubicBezTo>
                    <a:pt x="19658" y="36086"/>
                    <a:pt x="20299" y="34814"/>
                    <a:pt x="20299" y="33089"/>
                  </a:cubicBezTo>
                  <a:cubicBezTo>
                    <a:pt x="20299" y="31656"/>
                    <a:pt x="18968" y="28694"/>
                    <a:pt x="17428" y="25264"/>
                  </a:cubicBezTo>
                  <a:cubicBezTo>
                    <a:pt x="15816" y="21676"/>
                    <a:pt x="13990" y="17610"/>
                    <a:pt x="13717" y="15163"/>
                  </a:cubicBezTo>
                  <a:cubicBezTo>
                    <a:pt x="13235" y="10819"/>
                    <a:pt x="17543" y="8931"/>
                    <a:pt x="19888" y="8540"/>
                  </a:cubicBezTo>
                  <a:cubicBezTo>
                    <a:pt x="20132" y="8499"/>
                    <a:pt x="20380" y="8461"/>
                    <a:pt x="20629" y="8423"/>
                  </a:cubicBezTo>
                  <a:cubicBezTo>
                    <a:pt x="22624" y="8116"/>
                    <a:pt x="24686" y="7798"/>
                    <a:pt x="25448" y="6190"/>
                  </a:cubicBezTo>
                  <a:cubicBezTo>
                    <a:pt x="26129" y="4754"/>
                    <a:pt x="25830" y="1697"/>
                    <a:pt x="25697" y="619"/>
                  </a:cubicBezTo>
                  <a:close/>
                  <a:moveTo>
                    <a:pt x="25368" y="1"/>
                  </a:moveTo>
                  <a:cubicBezTo>
                    <a:pt x="25197" y="1"/>
                    <a:pt x="25067" y="153"/>
                    <a:pt x="25092" y="323"/>
                  </a:cubicBezTo>
                  <a:cubicBezTo>
                    <a:pt x="25099" y="362"/>
                    <a:pt x="25685" y="4379"/>
                    <a:pt x="24942" y="5951"/>
                  </a:cubicBezTo>
                  <a:cubicBezTo>
                    <a:pt x="24307" y="7289"/>
                    <a:pt x="22395" y="7585"/>
                    <a:pt x="20546" y="7869"/>
                  </a:cubicBezTo>
                  <a:cubicBezTo>
                    <a:pt x="20294" y="7907"/>
                    <a:pt x="20044" y="7946"/>
                    <a:pt x="19798" y="7987"/>
                  </a:cubicBezTo>
                  <a:cubicBezTo>
                    <a:pt x="17270" y="8409"/>
                    <a:pt x="12632" y="10464"/>
                    <a:pt x="13160" y="15225"/>
                  </a:cubicBezTo>
                  <a:cubicBezTo>
                    <a:pt x="13442" y="17762"/>
                    <a:pt x="15288" y="21870"/>
                    <a:pt x="16916" y="25496"/>
                  </a:cubicBezTo>
                  <a:cubicBezTo>
                    <a:pt x="18367" y="28726"/>
                    <a:pt x="19738" y="31778"/>
                    <a:pt x="19738" y="33090"/>
                  </a:cubicBezTo>
                  <a:cubicBezTo>
                    <a:pt x="19738" y="34681"/>
                    <a:pt x="19154" y="35839"/>
                    <a:pt x="18269" y="37594"/>
                  </a:cubicBezTo>
                  <a:cubicBezTo>
                    <a:pt x="17598" y="38924"/>
                    <a:pt x="16763" y="40581"/>
                    <a:pt x="15895" y="42996"/>
                  </a:cubicBezTo>
                  <a:cubicBezTo>
                    <a:pt x="13496" y="49673"/>
                    <a:pt x="14403" y="62234"/>
                    <a:pt x="14738" y="65926"/>
                  </a:cubicBezTo>
                  <a:cubicBezTo>
                    <a:pt x="15303" y="72120"/>
                    <a:pt x="17062" y="78089"/>
                    <a:pt x="17345" y="79018"/>
                  </a:cubicBezTo>
                  <a:cubicBezTo>
                    <a:pt x="16735" y="79996"/>
                    <a:pt x="12176" y="87305"/>
                    <a:pt x="10131" y="90577"/>
                  </a:cubicBezTo>
                  <a:cubicBezTo>
                    <a:pt x="7956" y="94055"/>
                    <a:pt x="110" y="109217"/>
                    <a:pt x="31" y="109370"/>
                  </a:cubicBezTo>
                  <a:cubicBezTo>
                    <a:pt x="11" y="109410"/>
                    <a:pt x="1" y="109455"/>
                    <a:pt x="1" y="109499"/>
                  </a:cubicBezTo>
                  <a:cubicBezTo>
                    <a:pt x="1" y="109623"/>
                    <a:pt x="69" y="110257"/>
                    <a:pt x="1431" y="110646"/>
                  </a:cubicBezTo>
                  <a:cubicBezTo>
                    <a:pt x="2079" y="110832"/>
                    <a:pt x="2763" y="110877"/>
                    <a:pt x="3286" y="110877"/>
                  </a:cubicBezTo>
                  <a:cubicBezTo>
                    <a:pt x="3311" y="110877"/>
                    <a:pt x="3336" y="110877"/>
                    <a:pt x="3361" y="110877"/>
                  </a:cubicBezTo>
                  <a:cubicBezTo>
                    <a:pt x="3633" y="110877"/>
                    <a:pt x="3905" y="110863"/>
                    <a:pt x="4176" y="110833"/>
                  </a:cubicBezTo>
                  <a:cubicBezTo>
                    <a:pt x="4248" y="110824"/>
                    <a:pt x="4312" y="110788"/>
                    <a:pt x="4358" y="110734"/>
                  </a:cubicBezTo>
                  <a:cubicBezTo>
                    <a:pt x="4509" y="110552"/>
                    <a:pt x="19474" y="92544"/>
                    <a:pt x="22245" y="89513"/>
                  </a:cubicBezTo>
                  <a:cubicBezTo>
                    <a:pt x="25105" y="86385"/>
                    <a:pt x="27745" y="81016"/>
                    <a:pt x="28107" y="78486"/>
                  </a:cubicBezTo>
                  <a:cubicBezTo>
                    <a:pt x="28395" y="76466"/>
                    <a:pt x="28162" y="66301"/>
                    <a:pt x="28061" y="62446"/>
                  </a:cubicBezTo>
                  <a:lnTo>
                    <a:pt x="28061" y="62446"/>
                  </a:lnTo>
                  <a:cubicBezTo>
                    <a:pt x="29092" y="64804"/>
                    <a:pt x="31305" y="69694"/>
                    <a:pt x="33118" y="72544"/>
                  </a:cubicBezTo>
                  <a:cubicBezTo>
                    <a:pt x="35342" y="76039"/>
                    <a:pt x="36929" y="79211"/>
                    <a:pt x="37183" y="79724"/>
                  </a:cubicBezTo>
                  <a:cubicBezTo>
                    <a:pt x="37110" y="80411"/>
                    <a:pt x="36630" y="85207"/>
                    <a:pt x="37199" y="89276"/>
                  </a:cubicBezTo>
                  <a:cubicBezTo>
                    <a:pt x="37500" y="91433"/>
                    <a:pt x="37527" y="96071"/>
                    <a:pt x="37550" y="100162"/>
                  </a:cubicBezTo>
                  <a:cubicBezTo>
                    <a:pt x="37579" y="105234"/>
                    <a:pt x="37614" y="108373"/>
                    <a:pt x="37939" y="108978"/>
                  </a:cubicBezTo>
                  <a:cubicBezTo>
                    <a:pt x="38176" y="109418"/>
                    <a:pt x="38638" y="109700"/>
                    <a:pt x="39274" y="109793"/>
                  </a:cubicBezTo>
                  <a:cubicBezTo>
                    <a:pt x="39434" y="109816"/>
                    <a:pt x="39599" y="109827"/>
                    <a:pt x="39765" y="109827"/>
                  </a:cubicBezTo>
                  <a:cubicBezTo>
                    <a:pt x="40643" y="109827"/>
                    <a:pt x="41554" y="109527"/>
                    <a:pt x="41899" y="109182"/>
                  </a:cubicBezTo>
                  <a:cubicBezTo>
                    <a:pt x="42469" y="108610"/>
                    <a:pt x="42713" y="105638"/>
                    <a:pt x="42755" y="105055"/>
                  </a:cubicBezTo>
                  <a:cubicBezTo>
                    <a:pt x="42765" y="104947"/>
                    <a:pt x="43816" y="94297"/>
                    <a:pt x="44422" y="89357"/>
                  </a:cubicBezTo>
                  <a:cubicBezTo>
                    <a:pt x="44659" y="87431"/>
                    <a:pt x="44958" y="85622"/>
                    <a:pt x="45223" y="84027"/>
                  </a:cubicBezTo>
                  <a:cubicBezTo>
                    <a:pt x="45652" y="81436"/>
                    <a:pt x="45962" y="79564"/>
                    <a:pt x="45728" y="78803"/>
                  </a:cubicBezTo>
                  <a:cubicBezTo>
                    <a:pt x="45615" y="78439"/>
                    <a:pt x="45289" y="76803"/>
                    <a:pt x="44873" y="74729"/>
                  </a:cubicBezTo>
                  <a:cubicBezTo>
                    <a:pt x="43983" y="70288"/>
                    <a:pt x="42640" y="63576"/>
                    <a:pt x="41519" y="59682"/>
                  </a:cubicBezTo>
                  <a:cubicBezTo>
                    <a:pt x="40270" y="55342"/>
                    <a:pt x="37169" y="48350"/>
                    <a:pt x="35119" y="43722"/>
                  </a:cubicBezTo>
                  <a:cubicBezTo>
                    <a:pt x="34439" y="42187"/>
                    <a:pt x="33901" y="40975"/>
                    <a:pt x="33614" y="40267"/>
                  </a:cubicBezTo>
                  <a:cubicBezTo>
                    <a:pt x="32405" y="37290"/>
                    <a:pt x="31906" y="34919"/>
                    <a:pt x="32050" y="34199"/>
                  </a:cubicBezTo>
                  <a:cubicBezTo>
                    <a:pt x="32186" y="33517"/>
                    <a:pt x="34767" y="29457"/>
                    <a:pt x="35870" y="27723"/>
                  </a:cubicBezTo>
                  <a:cubicBezTo>
                    <a:pt x="36128" y="27318"/>
                    <a:pt x="36342" y="26981"/>
                    <a:pt x="36487" y="26749"/>
                  </a:cubicBezTo>
                  <a:cubicBezTo>
                    <a:pt x="37371" y="25334"/>
                    <a:pt x="37808" y="22699"/>
                    <a:pt x="36679" y="20253"/>
                  </a:cubicBezTo>
                  <a:cubicBezTo>
                    <a:pt x="36029" y="18844"/>
                    <a:pt x="36227" y="17075"/>
                    <a:pt x="36402" y="15516"/>
                  </a:cubicBezTo>
                  <a:cubicBezTo>
                    <a:pt x="36500" y="14646"/>
                    <a:pt x="36592" y="13827"/>
                    <a:pt x="36528" y="13152"/>
                  </a:cubicBezTo>
                  <a:cubicBezTo>
                    <a:pt x="36370" y="11483"/>
                    <a:pt x="34390" y="10618"/>
                    <a:pt x="32944" y="9988"/>
                  </a:cubicBezTo>
                  <a:cubicBezTo>
                    <a:pt x="32626" y="9850"/>
                    <a:pt x="32329" y="9720"/>
                    <a:pt x="32075" y="9593"/>
                  </a:cubicBezTo>
                  <a:cubicBezTo>
                    <a:pt x="30767" y="8938"/>
                    <a:pt x="30301" y="7436"/>
                    <a:pt x="30301" y="6247"/>
                  </a:cubicBezTo>
                  <a:cubicBezTo>
                    <a:pt x="30301" y="5006"/>
                    <a:pt x="31060" y="3218"/>
                    <a:pt x="31067" y="3199"/>
                  </a:cubicBezTo>
                  <a:cubicBezTo>
                    <a:pt x="31121" y="3074"/>
                    <a:pt x="31077" y="2928"/>
                    <a:pt x="30964" y="2853"/>
                  </a:cubicBezTo>
                  <a:cubicBezTo>
                    <a:pt x="30516" y="2562"/>
                    <a:pt x="26561" y="1"/>
                    <a:pt x="25370" y="1"/>
                  </a:cubicBezTo>
                  <a:cubicBezTo>
                    <a:pt x="25370" y="1"/>
                    <a:pt x="25369" y="1"/>
                    <a:pt x="253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569;p34">
              <a:extLst>
                <a:ext uri="{FF2B5EF4-FFF2-40B4-BE49-F238E27FC236}">
                  <a16:creationId xmlns:a16="http://schemas.microsoft.com/office/drawing/2014/main" id="{ECFEE2EF-6F7E-C1A2-51F4-E726E585EF82}"/>
                </a:ext>
              </a:extLst>
            </p:cNvPr>
            <p:cNvSpPr/>
            <p:nvPr/>
          </p:nvSpPr>
          <p:spPr>
            <a:xfrm>
              <a:off x="4471959" y="2414229"/>
              <a:ext cx="34032" cy="79383"/>
            </a:xfrm>
            <a:custGeom>
              <a:avLst/>
              <a:gdLst/>
              <a:ahLst/>
              <a:cxnLst/>
              <a:rect l="l" t="t" r="r" b="b"/>
              <a:pathLst>
                <a:path w="1786" h="4166" extrusionOk="0">
                  <a:moveTo>
                    <a:pt x="303" y="0"/>
                  </a:moveTo>
                  <a:cubicBezTo>
                    <a:pt x="289" y="0"/>
                    <a:pt x="274" y="1"/>
                    <a:pt x="260" y="3"/>
                  </a:cubicBezTo>
                  <a:cubicBezTo>
                    <a:pt x="107" y="28"/>
                    <a:pt x="1" y="172"/>
                    <a:pt x="27" y="327"/>
                  </a:cubicBezTo>
                  <a:cubicBezTo>
                    <a:pt x="181" y="1341"/>
                    <a:pt x="1150" y="3878"/>
                    <a:pt x="1191" y="3985"/>
                  </a:cubicBezTo>
                  <a:cubicBezTo>
                    <a:pt x="1231" y="4094"/>
                    <a:pt x="1336" y="4166"/>
                    <a:pt x="1453" y="4166"/>
                  </a:cubicBezTo>
                  <a:cubicBezTo>
                    <a:pt x="1650" y="4166"/>
                    <a:pt x="1786" y="3969"/>
                    <a:pt x="1716" y="3785"/>
                  </a:cubicBezTo>
                  <a:cubicBezTo>
                    <a:pt x="1705" y="3759"/>
                    <a:pt x="728" y="1196"/>
                    <a:pt x="581" y="241"/>
                  </a:cubicBezTo>
                  <a:cubicBezTo>
                    <a:pt x="561" y="101"/>
                    <a:pt x="440" y="0"/>
                    <a:pt x="30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570;p34">
              <a:extLst>
                <a:ext uri="{FF2B5EF4-FFF2-40B4-BE49-F238E27FC236}">
                  <a16:creationId xmlns:a16="http://schemas.microsoft.com/office/drawing/2014/main" id="{0F505106-76FC-5BAA-FBCB-A988609D14DC}"/>
                </a:ext>
              </a:extLst>
            </p:cNvPr>
            <p:cNvSpPr/>
            <p:nvPr/>
          </p:nvSpPr>
          <p:spPr>
            <a:xfrm>
              <a:off x="4276817" y="2645537"/>
              <a:ext cx="102554" cy="34871"/>
            </a:xfrm>
            <a:custGeom>
              <a:avLst/>
              <a:gdLst/>
              <a:ahLst/>
              <a:cxnLst/>
              <a:rect l="l" t="t" r="r" b="b"/>
              <a:pathLst>
                <a:path w="5382" h="1830" extrusionOk="0">
                  <a:moveTo>
                    <a:pt x="5061" y="1"/>
                  </a:moveTo>
                  <a:cubicBezTo>
                    <a:pt x="5020" y="1"/>
                    <a:pt x="4979" y="9"/>
                    <a:pt x="4940" y="28"/>
                  </a:cubicBezTo>
                  <a:cubicBezTo>
                    <a:pt x="2779" y="1110"/>
                    <a:pt x="1374" y="1265"/>
                    <a:pt x="744" y="1265"/>
                  </a:cubicBezTo>
                  <a:cubicBezTo>
                    <a:pt x="497" y="1265"/>
                    <a:pt x="369" y="1241"/>
                    <a:pt x="362" y="1240"/>
                  </a:cubicBezTo>
                  <a:cubicBezTo>
                    <a:pt x="344" y="1236"/>
                    <a:pt x="326" y="1235"/>
                    <a:pt x="308" y="1235"/>
                  </a:cubicBezTo>
                  <a:cubicBezTo>
                    <a:pt x="178" y="1235"/>
                    <a:pt x="62" y="1325"/>
                    <a:pt x="32" y="1456"/>
                  </a:cubicBezTo>
                  <a:cubicBezTo>
                    <a:pt x="0" y="1604"/>
                    <a:pt x="94" y="1753"/>
                    <a:pt x="241" y="1790"/>
                  </a:cubicBezTo>
                  <a:cubicBezTo>
                    <a:pt x="263" y="1794"/>
                    <a:pt x="433" y="1829"/>
                    <a:pt x="753" y="1829"/>
                  </a:cubicBezTo>
                  <a:cubicBezTo>
                    <a:pt x="1475" y="1829"/>
                    <a:pt x="2955" y="1648"/>
                    <a:pt x="5192" y="531"/>
                  </a:cubicBezTo>
                  <a:cubicBezTo>
                    <a:pt x="5328" y="460"/>
                    <a:pt x="5382" y="293"/>
                    <a:pt x="5313" y="156"/>
                  </a:cubicBezTo>
                  <a:cubicBezTo>
                    <a:pt x="5264" y="58"/>
                    <a:pt x="5164" y="1"/>
                    <a:pt x="506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571;p34">
              <a:extLst>
                <a:ext uri="{FF2B5EF4-FFF2-40B4-BE49-F238E27FC236}">
                  <a16:creationId xmlns:a16="http://schemas.microsoft.com/office/drawing/2014/main" id="{1B17C381-81A7-DD16-9FF0-20E5FC0AD327}"/>
                </a:ext>
              </a:extLst>
            </p:cNvPr>
            <p:cNvSpPr/>
            <p:nvPr/>
          </p:nvSpPr>
          <p:spPr>
            <a:xfrm>
              <a:off x="3818982" y="2883248"/>
              <a:ext cx="867593" cy="1349551"/>
            </a:xfrm>
            <a:custGeom>
              <a:avLst/>
              <a:gdLst/>
              <a:ahLst/>
              <a:cxnLst/>
              <a:rect l="l" t="t" r="r" b="b"/>
              <a:pathLst>
                <a:path w="45531" h="70824" extrusionOk="0">
                  <a:moveTo>
                    <a:pt x="17240" y="1"/>
                  </a:moveTo>
                  <a:cubicBezTo>
                    <a:pt x="16809" y="931"/>
                    <a:pt x="16350" y="2009"/>
                    <a:pt x="15879" y="3319"/>
                  </a:cubicBezTo>
                  <a:cubicBezTo>
                    <a:pt x="13862" y="8934"/>
                    <a:pt x="14124" y="19372"/>
                    <a:pt x="14738" y="26128"/>
                  </a:cubicBezTo>
                  <a:cubicBezTo>
                    <a:pt x="15352" y="32882"/>
                    <a:pt x="17371" y="39286"/>
                    <a:pt x="17371" y="39286"/>
                  </a:cubicBezTo>
                  <a:cubicBezTo>
                    <a:pt x="17371" y="39286"/>
                    <a:pt x="12282" y="47444"/>
                    <a:pt x="10090" y="50953"/>
                  </a:cubicBezTo>
                  <a:cubicBezTo>
                    <a:pt x="7897" y="54462"/>
                    <a:pt x="1" y="69727"/>
                    <a:pt x="1" y="69727"/>
                  </a:cubicBezTo>
                  <a:cubicBezTo>
                    <a:pt x="1" y="69727"/>
                    <a:pt x="1" y="70253"/>
                    <a:pt x="1229" y="70605"/>
                  </a:cubicBezTo>
                  <a:cubicBezTo>
                    <a:pt x="1843" y="70780"/>
                    <a:pt x="2501" y="70823"/>
                    <a:pt x="3006" y="70823"/>
                  </a:cubicBezTo>
                  <a:cubicBezTo>
                    <a:pt x="3510" y="70823"/>
                    <a:pt x="3861" y="70780"/>
                    <a:pt x="3861" y="70780"/>
                  </a:cubicBezTo>
                  <a:cubicBezTo>
                    <a:pt x="3861" y="70780"/>
                    <a:pt x="18950" y="52620"/>
                    <a:pt x="21756" y="49550"/>
                  </a:cubicBezTo>
                  <a:cubicBezTo>
                    <a:pt x="24564" y="46479"/>
                    <a:pt x="27196" y="41129"/>
                    <a:pt x="27546" y="38672"/>
                  </a:cubicBezTo>
                  <a:cubicBezTo>
                    <a:pt x="27898" y="36214"/>
                    <a:pt x="27459" y="21215"/>
                    <a:pt x="27459" y="21214"/>
                  </a:cubicBezTo>
                  <a:lnTo>
                    <a:pt x="27459" y="21214"/>
                  </a:lnTo>
                  <a:cubicBezTo>
                    <a:pt x="27459" y="21214"/>
                    <a:pt x="30618" y="28759"/>
                    <a:pt x="33074" y="32619"/>
                  </a:cubicBezTo>
                  <a:cubicBezTo>
                    <a:pt x="35532" y="36478"/>
                    <a:pt x="37191" y="39900"/>
                    <a:pt x="37191" y="39900"/>
                  </a:cubicBezTo>
                  <a:cubicBezTo>
                    <a:pt x="37191" y="39900"/>
                    <a:pt x="36583" y="45076"/>
                    <a:pt x="37197" y="49463"/>
                  </a:cubicBezTo>
                  <a:cubicBezTo>
                    <a:pt x="37811" y="53848"/>
                    <a:pt x="37293" y="67931"/>
                    <a:pt x="37907" y="69072"/>
                  </a:cubicBezTo>
                  <a:cubicBezTo>
                    <a:pt x="38185" y="69587"/>
                    <a:pt x="38821" y="69772"/>
                    <a:pt x="39484" y="69772"/>
                  </a:cubicBezTo>
                  <a:cubicBezTo>
                    <a:pt x="40288" y="69772"/>
                    <a:pt x="41132" y="69499"/>
                    <a:pt x="41421" y="69210"/>
                  </a:cubicBezTo>
                  <a:cubicBezTo>
                    <a:pt x="41947" y="68684"/>
                    <a:pt x="42198" y="65254"/>
                    <a:pt x="42198" y="65254"/>
                  </a:cubicBezTo>
                  <a:cubicBezTo>
                    <a:pt x="42198" y="65254"/>
                    <a:pt x="43250" y="54551"/>
                    <a:pt x="43864" y="49550"/>
                  </a:cubicBezTo>
                  <a:cubicBezTo>
                    <a:pt x="44479" y="44551"/>
                    <a:pt x="45531" y="40251"/>
                    <a:pt x="45181" y="39111"/>
                  </a:cubicBezTo>
                  <a:cubicBezTo>
                    <a:pt x="44829" y="37970"/>
                    <a:pt x="42636" y="25776"/>
                    <a:pt x="40969" y="19986"/>
                  </a:cubicBezTo>
                  <a:cubicBezTo>
                    <a:pt x="39376" y="14453"/>
                    <a:pt x="34661" y="4357"/>
                    <a:pt x="33251" y="1023"/>
                  </a:cubicBezTo>
                  <a:cubicBezTo>
                    <a:pt x="30986" y="1871"/>
                    <a:pt x="28774" y="2193"/>
                    <a:pt x="26723" y="2193"/>
                  </a:cubicBezTo>
                  <a:cubicBezTo>
                    <a:pt x="22649" y="2193"/>
                    <a:pt x="19208" y="926"/>
                    <a:pt x="17240"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572;p34">
              <a:extLst>
                <a:ext uri="{FF2B5EF4-FFF2-40B4-BE49-F238E27FC236}">
                  <a16:creationId xmlns:a16="http://schemas.microsoft.com/office/drawing/2014/main" id="{FBDF4920-846B-C2A6-8D0B-11543BB546D3}"/>
                </a:ext>
              </a:extLst>
            </p:cNvPr>
            <p:cNvSpPr/>
            <p:nvPr/>
          </p:nvSpPr>
          <p:spPr>
            <a:xfrm>
              <a:off x="3813647" y="2877894"/>
              <a:ext cx="875844" cy="1360260"/>
            </a:xfrm>
            <a:custGeom>
              <a:avLst/>
              <a:gdLst/>
              <a:ahLst/>
              <a:cxnLst/>
              <a:rect l="l" t="t" r="r" b="b"/>
              <a:pathLst>
                <a:path w="45964" h="71386" extrusionOk="0">
                  <a:moveTo>
                    <a:pt x="17657" y="654"/>
                  </a:moveTo>
                  <a:cubicBezTo>
                    <a:pt x="19756" y="1609"/>
                    <a:pt x="23090" y="2759"/>
                    <a:pt x="26989" y="2759"/>
                  </a:cubicBezTo>
                  <a:cubicBezTo>
                    <a:pt x="28999" y="2759"/>
                    <a:pt x="31158" y="2453"/>
                    <a:pt x="33376" y="1659"/>
                  </a:cubicBezTo>
                  <a:cubicBezTo>
                    <a:pt x="33681" y="2372"/>
                    <a:pt x="34108" y="3334"/>
                    <a:pt x="34607" y="4460"/>
                  </a:cubicBezTo>
                  <a:cubicBezTo>
                    <a:pt x="36650" y="9072"/>
                    <a:pt x="39739" y="16040"/>
                    <a:pt x="40979" y="20344"/>
                  </a:cubicBezTo>
                  <a:cubicBezTo>
                    <a:pt x="42093" y="24216"/>
                    <a:pt x="43435" y="30915"/>
                    <a:pt x="44322" y="35347"/>
                  </a:cubicBezTo>
                  <a:cubicBezTo>
                    <a:pt x="44756" y="37516"/>
                    <a:pt x="45071" y="39085"/>
                    <a:pt x="45191" y="39473"/>
                  </a:cubicBezTo>
                  <a:cubicBezTo>
                    <a:pt x="45386" y="40111"/>
                    <a:pt x="45054" y="42118"/>
                    <a:pt x="44669" y="44441"/>
                  </a:cubicBezTo>
                  <a:cubicBezTo>
                    <a:pt x="44403" y="46042"/>
                    <a:pt x="44101" y="47858"/>
                    <a:pt x="43864" y="49796"/>
                  </a:cubicBezTo>
                  <a:cubicBezTo>
                    <a:pt x="43257" y="54742"/>
                    <a:pt x="42207" y="65399"/>
                    <a:pt x="42197" y="65513"/>
                  </a:cubicBezTo>
                  <a:cubicBezTo>
                    <a:pt x="42077" y="67148"/>
                    <a:pt x="41784" y="69007"/>
                    <a:pt x="41501" y="69292"/>
                  </a:cubicBezTo>
                  <a:cubicBezTo>
                    <a:pt x="41278" y="69513"/>
                    <a:pt x="40505" y="69771"/>
                    <a:pt x="39761" y="69771"/>
                  </a:cubicBezTo>
                  <a:cubicBezTo>
                    <a:pt x="39623" y="69771"/>
                    <a:pt x="39486" y="69762"/>
                    <a:pt x="39354" y="69742"/>
                  </a:cubicBezTo>
                  <a:cubicBezTo>
                    <a:pt x="39038" y="69696"/>
                    <a:pt x="38622" y="69567"/>
                    <a:pt x="38434" y="69219"/>
                  </a:cubicBezTo>
                  <a:cubicBezTo>
                    <a:pt x="38157" y="68705"/>
                    <a:pt x="38133" y="64433"/>
                    <a:pt x="38112" y="60665"/>
                  </a:cubicBezTo>
                  <a:cubicBezTo>
                    <a:pt x="38088" y="56556"/>
                    <a:pt x="38062" y="51898"/>
                    <a:pt x="37754" y="49704"/>
                  </a:cubicBezTo>
                  <a:cubicBezTo>
                    <a:pt x="37153" y="45405"/>
                    <a:pt x="37743" y="40264"/>
                    <a:pt x="37750" y="40213"/>
                  </a:cubicBezTo>
                  <a:cubicBezTo>
                    <a:pt x="37756" y="40160"/>
                    <a:pt x="37747" y="40106"/>
                    <a:pt x="37724" y="40057"/>
                  </a:cubicBezTo>
                  <a:cubicBezTo>
                    <a:pt x="37706" y="40023"/>
                    <a:pt x="36027" y="36577"/>
                    <a:pt x="33590" y="32748"/>
                  </a:cubicBezTo>
                  <a:cubicBezTo>
                    <a:pt x="31175" y="28954"/>
                    <a:pt x="28029" y="21461"/>
                    <a:pt x="27999" y="21387"/>
                  </a:cubicBezTo>
                  <a:cubicBezTo>
                    <a:pt x="27953" y="21281"/>
                    <a:pt x="27850" y="21214"/>
                    <a:pt x="27739" y="21214"/>
                  </a:cubicBezTo>
                  <a:cubicBezTo>
                    <a:pt x="27720" y="21214"/>
                    <a:pt x="27699" y="21216"/>
                    <a:pt x="27679" y="21221"/>
                  </a:cubicBezTo>
                  <a:cubicBezTo>
                    <a:pt x="27546" y="21250"/>
                    <a:pt x="27453" y="21368"/>
                    <a:pt x="27458" y="21504"/>
                  </a:cubicBezTo>
                  <a:cubicBezTo>
                    <a:pt x="27462" y="21654"/>
                    <a:pt x="27892" y="36508"/>
                    <a:pt x="27549" y="38913"/>
                  </a:cubicBezTo>
                  <a:cubicBezTo>
                    <a:pt x="27205" y="41314"/>
                    <a:pt x="24579" y="46636"/>
                    <a:pt x="21829" y="49642"/>
                  </a:cubicBezTo>
                  <a:cubicBezTo>
                    <a:pt x="19152" y="52572"/>
                    <a:pt x="5143" y="69416"/>
                    <a:pt x="3998" y="70792"/>
                  </a:cubicBezTo>
                  <a:cubicBezTo>
                    <a:pt x="3861" y="70805"/>
                    <a:pt x="3604" y="70823"/>
                    <a:pt x="3282" y="70823"/>
                  </a:cubicBezTo>
                  <a:cubicBezTo>
                    <a:pt x="2798" y="70823"/>
                    <a:pt x="2169" y="70781"/>
                    <a:pt x="1586" y="70616"/>
                  </a:cubicBezTo>
                  <a:cubicBezTo>
                    <a:pt x="835" y="70400"/>
                    <a:pt x="632" y="70137"/>
                    <a:pt x="580" y="70043"/>
                  </a:cubicBezTo>
                  <a:cubicBezTo>
                    <a:pt x="1249" y="68752"/>
                    <a:pt x="8535" y="54701"/>
                    <a:pt x="10606" y="51383"/>
                  </a:cubicBezTo>
                  <a:cubicBezTo>
                    <a:pt x="12800" y="47873"/>
                    <a:pt x="17889" y="39716"/>
                    <a:pt x="17889" y="39716"/>
                  </a:cubicBezTo>
                  <a:cubicBezTo>
                    <a:pt x="17932" y="39646"/>
                    <a:pt x="17943" y="39559"/>
                    <a:pt x="17918" y="39482"/>
                  </a:cubicBezTo>
                  <a:cubicBezTo>
                    <a:pt x="17897" y="39418"/>
                    <a:pt x="15902" y="33030"/>
                    <a:pt x="15298" y="26382"/>
                  </a:cubicBezTo>
                  <a:cubicBezTo>
                    <a:pt x="14613" y="18836"/>
                    <a:pt x="14547" y="8913"/>
                    <a:pt x="16423" y="3693"/>
                  </a:cubicBezTo>
                  <a:cubicBezTo>
                    <a:pt x="16796" y="2655"/>
                    <a:pt x="17202" y="1657"/>
                    <a:pt x="17657" y="654"/>
                  </a:cubicBezTo>
                  <a:close/>
                  <a:moveTo>
                    <a:pt x="17519" y="1"/>
                  </a:moveTo>
                  <a:cubicBezTo>
                    <a:pt x="17486" y="1"/>
                    <a:pt x="17454" y="6"/>
                    <a:pt x="17423" y="18"/>
                  </a:cubicBezTo>
                  <a:cubicBezTo>
                    <a:pt x="17353" y="44"/>
                    <a:pt x="17296" y="97"/>
                    <a:pt x="17264" y="164"/>
                  </a:cubicBezTo>
                  <a:cubicBezTo>
                    <a:pt x="16754" y="1269"/>
                    <a:pt x="16306" y="2363"/>
                    <a:pt x="15895" y="3505"/>
                  </a:cubicBezTo>
                  <a:cubicBezTo>
                    <a:pt x="13496" y="10182"/>
                    <a:pt x="14403" y="22743"/>
                    <a:pt x="14738" y="26435"/>
                  </a:cubicBezTo>
                  <a:cubicBezTo>
                    <a:pt x="15303" y="32629"/>
                    <a:pt x="17062" y="38598"/>
                    <a:pt x="17345" y="39527"/>
                  </a:cubicBezTo>
                  <a:cubicBezTo>
                    <a:pt x="16735" y="40505"/>
                    <a:pt x="12176" y="47814"/>
                    <a:pt x="10131" y="51086"/>
                  </a:cubicBezTo>
                  <a:cubicBezTo>
                    <a:pt x="7956" y="54564"/>
                    <a:pt x="110" y="69726"/>
                    <a:pt x="31" y="69879"/>
                  </a:cubicBezTo>
                  <a:cubicBezTo>
                    <a:pt x="11" y="69919"/>
                    <a:pt x="1" y="69964"/>
                    <a:pt x="1" y="70008"/>
                  </a:cubicBezTo>
                  <a:cubicBezTo>
                    <a:pt x="1" y="70132"/>
                    <a:pt x="69" y="70766"/>
                    <a:pt x="1433" y="71155"/>
                  </a:cubicBezTo>
                  <a:cubicBezTo>
                    <a:pt x="2079" y="71341"/>
                    <a:pt x="2763" y="71386"/>
                    <a:pt x="3286" y="71386"/>
                  </a:cubicBezTo>
                  <a:cubicBezTo>
                    <a:pt x="3300" y="71386"/>
                    <a:pt x="3313" y="71386"/>
                    <a:pt x="3327" y="71386"/>
                  </a:cubicBezTo>
                  <a:cubicBezTo>
                    <a:pt x="3611" y="71386"/>
                    <a:pt x="3895" y="71371"/>
                    <a:pt x="4178" y="71341"/>
                  </a:cubicBezTo>
                  <a:cubicBezTo>
                    <a:pt x="4249" y="71332"/>
                    <a:pt x="4315" y="71295"/>
                    <a:pt x="4360" y="71242"/>
                  </a:cubicBezTo>
                  <a:cubicBezTo>
                    <a:pt x="4510" y="71059"/>
                    <a:pt x="19477" y="53052"/>
                    <a:pt x="22248" y="50021"/>
                  </a:cubicBezTo>
                  <a:cubicBezTo>
                    <a:pt x="25108" y="46893"/>
                    <a:pt x="27746" y="41524"/>
                    <a:pt x="28108" y="38994"/>
                  </a:cubicBezTo>
                  <a:cubicBezTo>
                    <a:pt x="28397" y="36972"/>
                    <a:pt x="28163" y="26808"/>
                    <a:pt x="28063" y="22953"/>
                  </a:cubicBezTo>
                  <a:lnTo>
                    <a:pt x="28063" y="22953"/>
                  </a:lnTo>
                  <a:cubicBezTo>
                    <a:pt x="29094" y="25312"/>
                    <a:pt x="31306" y="30202"/>
                    <a:pt x="33119" y="33052"/>
                  </a:cubicBezTo>
                  <a:cubicBezTo>
                    <a:pt x="35343" y="36546"/>
                    <a:pt x="36932" y="39718"/>
                    <a:pt x="37185" y="40232"/>
                  </a:cubicBezTo>
                  <a:cubicBezTo>
                    <a:pt x="37111" y="40919"/>
                    <a:pt x="36631" y="45714"/>
                    <a:pt x="37201" y="49783"/>
                  </a:cubicBezTo>
                  <a:cubicBezTo>
                    <a:pt x="37503" y="51940"/>
                    <a:pt x="37530" y="56578"/>
                    <a:pt x="37553" y="60669"/>
                  </a:cubicBezTo>
                  <a:cubicBezTo>
                    <a:pt x="37581" y="65742"/>
                    <a:pt x="37616" y="68880"/>
                    <a:pt x="37941" y="69486"/>
                  </a:cubicBezTo>
                  <a:cubicBezTo>
                    <a:pt x="38179" y="69926"/>
                    <a:pt x="38640" y="70207"/>
                    <a:pt x="39275" y="70301"/>
                  </a:cubicBezTo>
                  <a:cubicBezTo>
                    <a:pt x="39435" y="70324"/>
                    <a:pt x="39600" y="70335"/>
                    <a:pt x="39767" y="70335"/>
                  </a:cubicBezTo>
                  <a:cubicBezTo>
                    <a:pt x="40646" y="70335"/>
                    <a:pt x="41556" y="70034"/>
                    <a:pt x="41901" y="69690"/>
                  </a:cubicBezTo>
                  <a:cubicBezTo>
                    <a:pt x="42471" y="69118"/>
                    <a:pt x="42714" y="66146"/>
                    <a:pt x="42757" y="65562"/>
                  </a:cubicBezTo>
                  <a:cubicBezTo>
                    <a:pt x="42768" y="65454"/>
                    <a:pt x="43817" y="54805"/>
                    <a:pt x="44424" y="49865"/>
                  </a:cubicBezTo>
                  <a:cubicBezTo>
                    <a:pt x="44660" y="47938"/>
                    <a:pt x="44960" y="46130"/>
                    <a:pt x="45224" y="44534"/>
                  </a:cubicBezTo>
                  <a:cubicBezTo>
                    <a:pt x="45653" y="41944"/>
                    <a:pt x="45964" y="40071"/>
                    <a:pt x="45729" y="39310"/>
                  </a:cubicBezTo>
                  <a:cubicBezTo>
                    <a:pt x="45618" y="38947"/>
                    <a:pt x="45290" y="37311"/>
                    <a:pt x="44874" y="35237"/>
                  </a:cubicBezTo>
                  <a:cubicBezTo>
                    <a:pt x="43985" y="30796"/>
                    <a:pt x="42642" y="24084"/>
                    <a:pt x="41520" y="20190"/>
                  </a:cubicBezTo>
                  <a:cubicBezTo>
                    <a:pt x="40270" y="15849"/>
                    <a:pt x="37171" y="8859"/>
                    <a:pt x="35120" y="4234"/>
                  </a:cubicBezTo>
                  <a:cubicBezTo>
                    <a:pt x="34563" y="2977"/>
                    <a:pt x="34096" y="1924"/>
                    <a:pt x="33789" y="1195"/>
                  </a:cubicBezTo>
                  <a:cubicBezTo>
                    <a:pt x="33744" y="1088"/>
                    <a:pt x="33640" y="1023"/>
                    <a:pt x="33531" y="1023"/>
                  </a:cubicBezTo>
                  <a:cubicBezTo>
                    <a:pt x="33498" y="1023"/>
                    <a:pt x="33464" y="1029"/>
                    <a:pt x="33431" y="1042"/>
                  </a:cubicBezTo>
                  <a:cubicBezTo>
                    <a:pt x="31195" y="1879"/>
                    <a:pt x="29014" y="2198"/>
                    <a:pt x="26988" y="2198"/>
                  </a:cubicBezTo>
                  <a:cubicBezTo>
                    <a:pt x="23030" y="2198"/>
                    <a:pt x="19665" y="980"/>
                    <a:pt x="17639" y="28"/>
                  </a:cubicBezTo>
                  <a:cubicBezTo>
                    <a:pt x="17601" y="10"/>
                    <a:pt x="17560" y="1"/>
                    <a:pt x="1751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573;p34">
              <a:extLst>
                <a:ext uri="{FF2B5EF4-FFF2-40B4-BE49-F238E27FC236}">
                  <a16:creationId xmlns:a16="http://schemas.microsoft.com/office/drawing/2014/main" id="{A736A505-3857-E8B1-1988-5ADB360DFBCF}"/>
                </a:ext>
              </a:extLst>
            </p:cNvPr>
            <p:cNvSpPr/>
            <p:nvPr/>
          </p:nvSpPr>
          <p:spPr>
            <a:xfrm>
              <a:off x="5055175" y="2964518"/>
              <a:ext cx="217551" cy="233233"/>
            </a:xfrm>
            <a:custGeom>
              <a:avLst/>
              <a:gdLst/>
              <a:ahLst/>
              <a:cxnLst/>
              <a:rect l="l" t="t" r="r" b="b"/>
              <a:pathLst>
                <a:path w="11417" h="12240" extrusionOk="0">
                  <a:moveTo>
                    <a:pt x="4" y="0"/>
                  </a:moveTo>
                  <a:lnTo>
                    <a:pt x="4" y="9002"/>
                  </a:lnTo>
                  <a:lnTo>
                    <a:pt x="968" y="9002"/>
                  </a:lnTo>
                  <a:lnTo>
                    <a:pt x="968" y="10150"/>
                  </a:lnTo>
                  <a:lnTo>
                    <a:pt x="1" y="10150"/>
                  </a:lnTo>
                  <a:lnTo>
                    <a:pt x="1" y="12240"/>
                  </a:lnTo>
                  <a:lnTo>
                    <a:pt x="3704" y="12240"/>
                  </a:lnTo>
                  <a:lnTo>
                    <a:pt x="3704" y="11538"/>
                  </a:lnTo>
                  <a:lnTo>
                    <a:pt x="7713" y="11538"/>
                  </a:lnTo>
                  <a:lnTo>
                    <a:pt x="7713" y="12240"/>
                  </a:lnTo>
                  <a:lnTo>
                    <a:pt x="11416" y="12240"/>
                  </a:lnTo>
                  <a:lnTo>
                    <a:pt x="11416" y="10150"/>
                  </a:lnTo>
                  <a:lnTo>
                    <a:pt x="10451" y="10150"/>
                  </a:lnTo>
                  <a:lnTo>
                    <a:pt x="10451" y="9002"/>
                  </a:lnTo>
                  <a:lnTo>
                    <a:pt x="11415" y="9002"/>
                  </a:lnTo>
                  <a:lnTo>
                    <a:pt x="11415" y="0"/>
                  </a:ln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574;p34">
              <a:extLst>
                <a:ext uri="{FF2B5EF4-FFF2-40B4-BE49-F238E27FC236}">
                  <a16:creationId xmlns:a16="http://schemas.microsoft.com/office/drawing/2014/main" id="{77D8B495-543B-02A1-D830-917934AA38FA}"/>
                </a:ext>
              </a:extLst>
            </p:cNvPr>
            <p:cNvSpPr/>
            <p:nvPr/>
          </p:nvSpPr>
          <p:spPr>
            <a:xfrm>
              <a:off x="5049840" y="2959183"/>
              <a:ext cx="228241" cy="243904"/>
            </a:xfrm>
            <a:custGeom>
              <a:avLst/>
              <a:gdLst/>
              <a:ahLst/>
              <a:cxnLst/>
              <a:rect l="l" t="t" r="r" b="b"/>
              <a:pathLst>
                <a:path w="11978" h="12800" extrusionOk="0">
                  <a:moveTo>
                    <a:pt x="11415" y="562"/>
                  </a:moveTo>
                  <a:lnTo>
                    <a:pt x="11415" y="9000"/>
                  </a:lnTo>
                  <a:lnTo>
                    <a:pt x="10732" y="9000"/>
                  </a:lnTo>
                  <a:cubicBezTo>
                    <a:pt x="10576" y="9000"/>
                    <a:pt x="10451" y="9126"/>
                    <a:pt x="10451" y="9282"/>
                  </a:cubicBezTo>
                  <a:lnTo>
                    <a:pt x="10451" y="10430"/>
                  </a:lnTo>
                  <a:cubicBezTo>
                    <a:pt x="10451" y="10584"/>
                    <a:pt x="10576" y="10711"/>
                    <a:pt x="10732" y="10711"/>
                  </a:cubicBezTo>
                  <a:lnTo>
                    <a:pt x="11416" y="10711"/>
                  </a:lnTo>
                  <a:lnTo>
                    <a:pt x="11416" y="12238"/>
                  </a:lnTo>
                  <a:lnTo>
                    <a:pt x="8276" y="12238"/>
                  </a:lnTo>
                  <a:lnTo>
                    <a:pt x="8275" y="11817"/>
                  </a:lnTo>
                  <a:cubicBezTo>
                    <a:pt x="8275" y="11662"/>
                    <a:pt x="8149" y="11537"/>
                    <a:pt x="7993" y="11537"/>
                  </a:cubicBezTo>
                  <a:lnTo>
                    <a:pt x="3984" y="11537"/>
                  </a:lnTo>
                  <a:cubicBezTo>
                    <a:pt x="3829" y="11537"/>
                    <a:pt x="3702" y="11662"/>
                    <a:pt x="3704" y="11817"/>
                  </a:cubicBezTo>
                  <a:lnTo>
                    <a:pt x="3704" y="12238"/>
                  </a:lnTo>
                  <a:lnTo>
                    <a:pt x="562" y="12238"/>
                  </a:lnTo>
                  <a:lnTo>
                    <a:pt x="562" y="10711"/>
                  </a:lnTo>
                  <a:lnTo>
                    <a:pt x="1248" y="10711"/>
                  </a:lnTo>
                  <a:cubicBezTo>
                    <a:pt x="1402" y="10711"/>
                    <a:pt x="1528" y="10584"/>
                    <a:pt x="1528" y="10430"/>
                  </a:cubicBezTo>
                  <a:lnTo>
                    <a:pt x="1528" y="9282"/>
                  </a:lnTo>
                  <a:cubicBezTo>
                    <a:pt x="1528" y="9126"/>
                    <a:pt x="1402" y="9000"/>
                    <a:pt x="1248" y="9000"/>
                  </a:cubicBezTo>
                  <a:lnTo>
                    <a:pt x="564" y="9000"/>
                  </a:lnTo>
                  <a:lnTo>
                    <a:pt x="564" y="562"/>
                  </a:lnTo>
                  <a:close/>
                  <a:moveTo>
                    <a:pt x="284" y="0"/>
                  </a:moveTo>
                  <a:cubicBezTo>
                    <a:pt x="128" y="0"/>
                    <a:pt x="2" y="126"/>
                    <a:pt x="2" y="280"/>
                  </a:cubicBezTo>
                  <a:lnTo>
                    <a:pt x="2" y="9282"/>
                  </a:lnTo>
                  <a:cubicBezTo>
                    <a:pt x="2" y="9436"/>
                    <a:pt x="128" y="9563"/>
                    <a:pt x="284" y="9563"/>
                  </a:cubicBezTo>
                  <a:lnTo>
                    <a:pt x="966" y="9563"/>
                  </a:lnTo>
                  <a:lnTo>
                    <a:pt x="966" y="10148"/>
                  </a:lnTo>
                  <a:lnTo>
                    <a:pt x="281" y="10148"/>
                  </a:lnTo>
                  <a:cubicBezTo>
                    <a:pt x="126" y="10148"/>
                    <a:pt x="1" y="10275"/>
                    <a:pt x="1" y="10430"/>
                  </a:cubicBezTo>
                  <a:lnTo>
                    <a:pt x="1" y="12520"/>
                  </a:lnTo>
                  <a:cubicBezTo>
                    <a:pt x="1" y="12674"/>
                    <a:pt x="126" y="12800"/>
                    <a:pt x="281" y="12800"/>
                  </a:cubicBezTo>
                  <a:lnTo>
                    <a:pt x="3984" y="12800"/>
                  </a:lnTo>
                  <a:cubicBezTo>
                    <a:pt x="4138" y="12800"/>
                    <a:pt x="4265" y="12674"/>
                    <a:pt x="4265" y="12520"/>
                  </a:cubicBezTo>
                  <a:lnTo>
                    <a:pt x="4265" y="12098"/>
                  </a:lnTo>
                  <a:lnTo>
                    <a:pt x="7713" y="12098"/>
                  </a:lnTo>
                  <a:lnTo>
                    <a:pt x="7713" y="12520"/>
                  </a:lnTo>
                  <a:cubicBezTo>
                    <a:pt x="7713" y="12674"/>
                    <a:pt x="7838" y="12800"/>
                    <a:pt x="7993" y="12800"/>
                  </a:cubicBezTo>
                  <a:lnTo>
                    <a:pt x="11696" y="12800"/>
                  </a:lnTo>
                  <a:cubicBezTo>
                    <a:pt x="11852" y="12800"/>
                    <a:pt x="11978" y="12674"/>
                    <a:pt x="11978" y="12520"/>
                  </a:cubicBezTo>
                  <a:lnTo>
                    <a:pt x="11978" y="10430"/>
                  </a:lnTo>
                  <a:cubicBezTo>
                    <a:pt x="11978" y="10275"/>
                    <a:pt x="11852" y="10148"/>
                    <a:pt x="11696" y="10148"/>
                  </a:cubicBezTo>
                  <a:lnTo>
                    <a:pt x="11012" y="10148"/>
                  </a:lnTo>
                  <a:lnTo>
                    <a:pt x="11012" y="9563"/>
                  </a:lnTo>
                  <a:lnTo>
                    <a:pt x="11696" y="9563"/>
                  </a:lnTo>
                  <a:cubicBezTo>
                    <a:pt x="11851" y="9563"/>
                    <a:pt x="11976" y="9436"/>
                    <a:pt x="11976" y="9282"/>
                  </a:cubicBezTo>
                  <a:lnTo>
                    <a:pt x="11976" y="280"/>
                  </a:lnTo>
                  <a:cubicBezTo>
                    <a:pt x="11976" y="126"/>
                    <a:pt x="11851" y="0"/>
                    <a:pt x="1169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575;p34">
              <a:extLst>
                <a:ext uri="{FF2B5EF4-FFF2-40B4-BE49-F238E27FC236}">
                  <a16:creationId xmlns:a16="http://schemas.microsoft.com/office/drawing/2014/main" id="{456DB6FC-4C74-D64E-7620-F862DB61FFB1}"/>
                </a:ext>
              </a:extLst>
            </p:cNvPr>
            <p:cNvSpPr/>
            <p:nvPr/>
          </p:nvSpPr>
          <p:spPr>
            <a:xfrm>
              <a:off x="4085943" y="2913203"/>
              <a:ext cx="1280229" cy="76601"/>
            </a:xfrm>
            <a:custGeom>
              <a:avLst/>
              <a:gdLst/>
              <a:ahLst/>
              <a:cxnLst/>
              <a:rect l="l" t="t" r="r" b="b"/>
              <a:pathLst>
                <a:path w="67186" h="4020" extrusionOk="0">
                  <a:moveTo>
                    <a:pt x="1" y="1"/>
                  </a:moveTo>
                  <a:lnTo>
                    <a:pt x="1" y="4019"/>
                  </a:lnTo>
                  <a:lnTo>
                    <a:pt x="67154" y="4019"/>
                  </a:lnTo>
                  <a:cubicBezTo>
                    <a:pt x="67171" y="4019"/>
                    <a:pt x="67186" y="4006"/>
                    <a:pt x="67186" y="3987"/>
                  </a:cubicBezTo>
                  <a:lnTo>
                    <a:pt x="67186" y="35"/>
                  </a:lnTo>
                  <a:cubicBezTo>
                    <a:pt x="67186" y="16"/>
                    <a:pt x="67171" y="1"/>
                    <a:pt x="67154"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576;p34">
              <a:extLst>
                <a:ext uri="{FF2B5EF4-FFF2-40B4-BE49-F238E27FC236}">
                  <a16:creationId xmlns:a16="http://schemas.microsoft.com/office/drawing/2014/main" id="{B45401D5-C09F-F3AC-DE2A-C73C5D3A891A}"/>
                </a:ext>
              </a:extLst>
            </p:cNvPr>
            <p:cNvSpPr/>
            <p:nvPr/>
          </p:nvSpPr>
          <p:spPr>
            <a:xfrm>
              <a:off x="4080588" y="2907868"/>
              <a:ext cx="1290957" cy="87291"/>
            </a:xfrm>
            <a:custGeom>
              <a:avLst/>
              <a:gdLst/>
              <a:ahLst/>
              <a:cxnLst/>
              <a:rect l="l" t="t" r="r" b="b"/>
              <a:pathLst>
                <a:path w="67749" h="4581" extrusionOk="0">
                  <a:moveTo>
                    <a:pt x="66465" y="562"/>
                  </a:moveTo>
                  <a:cubicBezTo>
                    <a:pt x="66863" y="562"/>
                    <a:pt x="67185" y="886"/>
                    <a:pt x="67185" y="1284"/>
                  </a:cubicBezTo>
                  <a:lnTo>
                    <a:pt x="67185" y="3297"/>
                  </a:lnTo>
                  <a:cubicBezTo>
                    <a:pt x="67185" y="3695"/>
                    <a:pt x="66863" y="4018"/>
                    <a:pt x="66465" y="4019"/>
                  </a:cubicBezTo>
                  <a:lnTo>
                    <a:pt x="563" y="4019"/>
                  </a:lnTo>
                  <a:lnTo>
                    <a:pt x="563" y="562"/>
                  </a:lnTo>
                  <a:close/>
                  <a:moveTo>
                    <a:pt x="282" y="1"/>
                  </a:moveTo>
                  <a:cubicBezTo>
                    <a:pt x="127" y="1"/>
                    <a:pt x="0" y="126"/>
                    <a:pt x="0" y="282"/>
                  </a:cubicBezTo>
                  <a:lnTo>
                    <a:pt x="0" y="4299"/>
                  </a:lnTo>
                  <a:cubicBezTo>
                    <a:pt x="0" y="4455"/>
                    <a:pt x="127" y="4581"/>
                    <a:pt x="282" y="4581"/>
                  </a:cubicBezTo>
                  <a:lnTo>
                    <a:pt x="66465" y="4581"/>
                  </a:lnTo>
                  <a:cubicBezTo>
                    <a:pt x="67174" y="4581"/>
                    <a:pt x="67747" y="4006"/>
                    <a:pt x="67748" y="3297"/>
                  </a:cubicBezTo>
                  <a:lnTo>
                    <a:pt x="67748" y="1284"/>
                  </a:lnTo>
                  <a:cubicBezTo>
                    <a:pt x="67747" y="576"/>
                    <a:pt x="67174" y="1"/>
                    <a:pt x="6646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577;p34">
              <a:extLst>
                <a:ext uri="{FF2B5EF4-FFF2-40B4-BE49-F238E27FC236}">
                  <a16:creationId xmlns:a16="http://schemas.microsoft.com/office/drawing/2014/main" id="{7AD9D7DA-3BCC-488A-DAD2-B041E3CF8477}"/>
                </a:ext>
              </a:extLst>
            </p:cNvPr>
            <p:cNvSpPr/>
            <p:nvPr/>
          </p:nvSpPr>
          <p:spPr>
            <a:xfrm>
              <a:off x="4903783" y="2901732"/>
              <a:ext cx="98000" cy="99562"/>
            </a:xfrm>
            <a:custGeom>
              <a:avLst/>
              <a:gdLst/>
              <a:ahLst/>
              <a:cxnLst/>
              <a:rect l="l" t="t" r="r" b="b"/>
              <a:pathLst>
                <a:path w="5143" h="5225" extrusionOk="0">
                  <a:moveTo>
                    <a:pt x="18" y="1"/>
                  </a:moveTo>
                  <a:cubicBezTo>
                    <a:pt x="7" y="1"/>
                    <a:pt x="0" y="9"/>
                    <a:pt x="0" y="18"/>
                  </a:cubicBezTo>
                  <a:lnTo>
                    <a:pt x="0" y="5206"/>
                  </a:lnTo>
                  <a:cubicBezTo>
                    <a:pt x="0" y="5216"/>
                    <a:pt x="7" y="5225"/>
                    <a:pt x="18" y="5225"/>
                  </a:cubicBezTo>
                  <a:lnTo>
                    <a:pt x="5125" y="5225"/>
                  </a:lnTo>
                  <a:cubicBezTo>
                    <a:pt x="5135" y="5225"/>
                    <a:pt x="5143" y="5216"/>
                    <a:pt x="5143" y="5206"/>
                  </a:cubicBezTo>
                  <a:lnTo>
                    <a:pt x="5143" y="18"/>
                  </a:lnTo>
                  <a:cubicBezTo>
                    <a:pt x="5143" y="9"/>
                    <a:pt x="5135" y="1"/>
                    <a:pt x="5125"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578;p34">
              <a:extLst>
                <a:ext uri="{FF2B5EF4-FFF2-40B4-BE49-F238E27FC236}">
                  <a16:creationId xmlns:a16="http://schemas.microsoft.com/office/drawing/2014/main" id="{756E6A70-8E80-D046-259C-5D8DA8654C24}"/>
                </a:ext>
              </a:extLst>
            </p:cNvPr>
            <p:cNvSpPr/>
            <p:nvPr/>
          </p:nvSpPr>
          <p:spPr>
            <a:xfrm>
              <a:off x="4898391" y="2896396"/>
              <a:ext cx="108766" cy="110271"/>
            </a:xfrm>
            <a:custGeom>
              <a:avLst/>
              <a:gdLst/>
              <a:ahLst/>
              <a:cxnLst/>
              <a:rect l="l" t="t" r="r" b="b"/>
              <a:pathLst>
                <a:path w="5708" h="5787" extrusionOk="0">
                  <a:moveTo>
                    <a:pt x="4871" y="562"/>
                  </a:moveTo>
                  <a:cubicBezTo>
                    <a:pt x="5022" y="562"/>
                    <a:pt x="5144" y="685"/>
                    <a:pt x="5144" y="836"/>
                  </a:cubicBezTo>
                  <a:lnTo>
                    <a:pt x="5144" y="4949"/>
                  </a:lnTo>
                  <a:cubicBezTo>
                    <a:pt x="5144" y="5101"/>
                    <a:pt x="5022" y="5223"/>
                    <a:pt x="4871" y="5223"/>
                  </a:cubicBezTo>
                  <a:lnTo>
                    <a:pt x="837" y="5223"/>
                  </a:lnTo>
                  <a:cubicBezTo>
                    <a:pt x="686" y="5223"/>
                    <a:pt x="563" y="5101"/>
                    <a:pt x="563" y="4949"/>
                  </a:cubicBezTo>
                  <a:lnTo>
                    <a:pt x="563" y="835"/>
                  </a:lnTo>
                  <a:cubicBezTo>
                    <a:pt x="563" y="685"/>
                    <a:pt x="686" y="562"/>
                    <a:pt x="837" y="562"/>
                  </a:cubicBezTo>
                  <a:close/>
                  <a:moveTo>
                    <a:pt x="837" y="1"/>
                  </a:moveTo>
                  <a:cubicBezTo>
                    <a:pt x="375" y="1"/>
                    <a:pt x="2" y="374"/>
                    <a:pt x="0" y="836"/>
                  </a:cubicBezTo>
                  <a:lnTo>
                    <a:pt x="0" y="4951"/>
                  </a:lnTo>
                  <a:cubicBezTo>
                    <a:pt x="2" y="5411"/>
                    <a:pt x="375" y="5785"/>
                    <a:pt x="837" y="5786"/>
                  </a:cubicBezTo>
                  <a:lnTo>
                    <a:pt x="4871" y="5786"/>
                  </a:lnTo>
                  <a:cubicBezTo>
                    <a:pt x="5332" y="5785"/>
                    <a:pt x="5707" y="5411"/>
                    <a:pt x="5707" y="4951"/>
                  </a:cubicBezTo>
                  <a:lnTo>
                    <a:pt x="5707" y="836"/>
                  </a:lnTo>
                  <a:cubicBezTo>
                    <a:pt x="5707" y="374"/>
                    <a:pt x="5332" y="1"/>
                    <a:pt x="487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579;p34">
              <a:extLst>
                <a:ext uri="{FF2B5EF4-FFF2-40B4-BE49-F238E27FC236}">
                  <a16:creationId xmlns:a16="http://schemas.microsoft.com/office/drawing/2014/main" id="{50DE05EA-B113-9C04-227A-3D0283671004}"/>
                </a:ext>
              </a:extLst>
            </p:cNvPr>
            <p:cNvSpPr/>
            <p:nvPr/>
          </p:nvSpPr>
          <p:spPr>
            <a:xfrm>
              <a:off x="3729919" y="2752436"/>
              <a:ext cx="398154" cy="398154"/>
            </a:xfrm>
            <a:custGeom>
              <a:avLst/>
              <a:gdLst/>
              <a:ahLst/>
              <a:cxnLst/>
              <a:rect l="l" t="t" r="r" b="b"/>
              <a:pathLst>
                <a:path w="20895" h="20895" extrusionOk="0">
                  <a:moveTo>
                    <a:pt x="10447" y="1"/>
                  </a:moveTo>
                  <a:cubicBezTo>
                    <a:pt x="7676" y="1"/>
                    <a:pt x="5019" y="1100"/>
                    <a:pt x="3060" y="3061"/>
                  </a:cubicBezTo>
                  <a:cubicBezTo>
                    <a:pt x="1100" y="5019"/>
                    <a:pt x="0" y="7677"/>
                    <a:pt x="0" y="10448"/>
                  </a:cubicBezTo>
                  <a:cubicBezTo>
                    <a:pt x="0" y="13219"/>
                    <a:pt x="1100" y="15876"/>
                    <a:pt x="3060" y="17835"/>
                  </a:cubicBezTo>
                  <a:cubicBezTo>
                    <a:pt x="5019" y="19795"/>
                    <a:pt x="7676" y="20895"/>
                    <a:pt x="10447" y="20895"/>
                  </a:cubicBezTo>
                  <a:cubicBezTo>
                    <a:pt x="13218" y="20895"/>
                    <a:pt x="15876" y="19795"/>
                    <a:pt x="17834" y="17835"/>
                  </a:cubicBezTo>
                  <a:cubicBezTo>
                    <a:pt x="19794" y="15876"/>
                    <a:pt x="20894" y="13219"/>
                    <a:pt x="20894" y="10448"/>
                  </a:cubicBezTo>
                  <a:cubicBezTo>
                    <a:pt x="20894" y="7677"/>
                    <a:pt x="19794" y="5019"/>
                    <a:pt x="17834" y="3061"/>
                  </a:cubicBezTo>
                  <a:cubicBezTo>
                    <a:pt x="15876" y="1100"/>
                    <a:pt x="13218" y="1"/>
                    <a:pt x="10447" y="1"/>
                  </a:cubicBezTo>
                  <a:close/>
                </a:path>
              </a:pathLst>
            </a:custGeom>
            <a:gradFill>
              <a:gsLst>
                <a:gs pos="0">
                  <a:srgbClr val="8BE3FF"/>
                </a:gs>
                <a:gs pos="100000">
                  <a:srgbClr val="ACFFD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580;p34">
              <a:extLst>
                <a:ext uri="{FF2B5EF4-FFF2-40B4-BE49-F238E27FC236}">
                  <a16:creationId xmlns:a16="http://schemas.microsoft.com/office/drawing/2014/main" id="{7599E877-4D69-2D5D-790D-4C988E1269BD}"/>
                </a:ext>
              </a:extLst>
            </p:cNvPr>
            <p:cNvSpPr/>
            <p:nvPr/>
          </p:nvSpPr>
          <p:spPr>
            <a:xfrm>
              <a:off x="3724546" y="2747101"/>
              <a:ext cx="408882" cy="408882"/>
            </a:xfrm>
            <a:custGeom>
              <a:avLst/>
              <a:gdLst/>
              <a:ahLst/>
              <a:cxnLst/>
              <a:rect l="l" t="t" r="r" b="b"/>
              <a:pathLst>
                <a:path w="21458" h="21458" extrusionOk="0">
                  <a:moveTo>
                    <a:pt x="10729" y="561"/>
                  </a:moveTo>
                  <a:cubicBezTo>
                    <a:pt x="16335" y="561"/>
                    <a:pt x="20896" y="5123"/>
                    <a:pt x="20896" y="10729"/>
                  </a:cubicBezTo>
                  <a:cubicBezTo>
                    <a:pt x="20896" y="16334"/>
                    <a:pt x="16335" y="20895"/>
                    <a:pt x="10729" y="20895"/>
                  </a:cubicBezTo>
                  <a:cubicBezTo>
                    <a:pt x="5123" y="20895"/>
                    <a:pt x="562" y="16334"/>
                    <a:pt x="562" y="10729"/>
                  </a:cubicBezTo>
                  <a:cubicBezTo>
                    <a:pt x="562" y="5123"/>
                    <a:pt x="5123" y="562"/>
                    <a:pt x="10729" y="562"/>
                  </a:cubicBezTo>
                  <a:lnTo>
                    <a:pt x="10729" y="561"/>
                  </a:lnTo>
                  <a:close/>
                  <a:moveTo>
                    <a:pt x="10729" y="1"/>
                  </a:moveTo>
                  <a:cubicBezTo>
                    <a:pt x="4814" y="1"/>
                    <a:pt x="1" y="4814"/>
                    <a:pt x="1" y="10729"/>
                  </a:cubicBezTo>
                  <a:cubicBezTo>
                    <a:pt x="1" y="16645"/>
                    <a:pt x="4814" y="21458"/>
                    <a:pt x="10729" y="21458"/>
                  </a:cubicBezTo>
                  <a:cubicBezTo>
                    <a:pt x="16645" y="21458"/>
                    <a:pt x="21458" y="16643"/>
                    <a:pt x="21458" y="10728"/>
                  </a:cubicBezTo>
                  <a:cubicBezTo>
                    <a:pt x="21458" y="4812"/>
                    <a:pt x="16645" y="1"/>
                    <a:pt x="10729"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581;p34">
              <a:extLst>
                <a:ext uri="{FF2B5EF4-FFF2-40B4-BE49-F238E27FC236}">
                  <a16:creationId xmlns:a16="http://schemas.microsoft.com/office/drawing/2014/main" id="{37A2CD15-B5F9-14DD-5905-29BBAB1F52AE}"/>
                </a:ext>
              </a:extLst>
            </p:cNvPr>
            <p:cNvSpPr/>
            <p:nvPr/>
          </p:nvSpPr>
          <p:spPr>
            <a:xfrm>
              <a:off x="3848575" y="2819814"/>
              <a:ext cx="160824" cy="263416"/>
            </a:xfrm>
            <a:custGeom>
              <a:avLst/>
              <a:gdLst/>
              <a:ahLst/>
              <a:cxnLst/>
              <a:rect l="l" t="t" r="r" b="b"/>
              <a:pathLst>
                <a:path w="8440" h="13824" extrusionOk="0">
                  <a:moveTo>
                    <a:pt x="4220" y="0"/>
                  </a:moveTo>
                  <a:cubicBezTo>
                    <a:pt x="1890" y="0"/>
                    <a:pt x="1" y="1664"/>
                    <a:pt x="1" y="3716"/>
                  </a:cubicBezTo>
                  <a:cubicBezTo>
                    <a:pt x="1" y="5077"/>
                    <a:pt x="834" y="6264"/>
                    <a:pt x="2072" y="6912"/>
                  </a:cubicBezTo>
                  <a:cubicBezTo>
                    <a:pt x="834" y="7559"/>
                    <a:pt x="1" y="8745"/>
                    <a:pt x="1" y="10106"/>
                  </a:cubicBezTo>
                  <a:cubicBezTo>
                    <a:pt x="1" y="12159"/>
                    <a:pt x="1890" y="13823"/>
                    <a:pt x="4220" y="13823"/>
                  </a:cubicBezTo>
                  <a:cubicBezTo>
                    <a:pt x="6551" y="13823"/>
                    <a:pt x="8439" y="12159"/>
                    <a:pt x="8439" y="10107"/>
                  </a:cubicBezTo>
                  <a:cubicBezTo>
                    <a:pt x="8439" y="8746"/>
                    <a:pt x="7607" y="7559"/>
                    <a:pt x="6368" y="6912"/>
                  </a:cubicBezTo>
                  <a:cubicBezTo>
                    <a:pt x="7607" y="6266"/>
                    <a:pt x="8439" y="5077"/>
                    <a:pt x="8439" y="3716"/>
                  </a:cubicBezTo>
                  <a:cubicBezTo>
                    <a:pt x="8439" y="1664"/>
                    <a:pt x="6551" y="0"/>
                    <a:pt x="42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582;p34">
              <a:extLst>
                <a:ext uri="{FF2B5EF4-FFF2-40B4-BE49-F238E27FC236}">
                  <a16:creationId xmlns:a16="http://schemas.microsoft.com/office/drawing/2014/main" id="{0B0575BB-12F6-6978-25FF-B0D37241FFF5}"/>
                </a:ext>
              </a:extLst>
            </p:cNvPr>
            <p:cNvSpPr/>
            <p:nvPr/>
          </p:nvSpPr>
          <p:spPr>
            <a:xfrm>
              <a:off x="3843220" y="2814441"/>
              <a:ext cx="171533" cy="274144"/>
            </a:xfrm>
            <a:custGeom>
              <a:avLst/>
              <a:gdLst/>
              <a:ahLst/>
              <a:cxnLst/>
              <a:rect l="l" t="t" r="r" b="b"/>
              <a:pathLst>
                <a:path w="9002" h="14387" extrusionOk="0">
                  <a:moveTo>
                    <a:pt x="4501" y="564"/>
                  </a:moveTo>
                  <a:cubicBezTo>
                    <a:pt x="6673" y="564"/>
                    <a:pt x="8439" y="2104"/>
                    <a:pt x="8439" y="3998"/>
                  </a:cubicBezTo>
                  <a:cubicBezTo>
                    <a:pt x="8439" y="5215"/>
                    <a:pt x="7721" y="6316"/>
                    <a:pt x="6518" y="6944"/>
                  </a:cubicBezTo>
                  <a:cubicBezTo>
                    <a:pt x="6317" y="7049"/>
                    <a:pt x="6317" y="7338"/>
                    <a:pt x="6518" y="7443"/>
                  </a:cubicBezTo>
                  <a:cubicBezTo>
                    <a:pt x="7721" y="8072"/>
                    <a:pt x="8439" y="9173"/>
                    <a:pt x="8439" y="10389"/>
                  </a:cubicBezTo>
                  <a:cubicBezTo>
                    <a:pt x="8439" y="12282"/>
                    <a:pt x="6673" y="13824"/>
                    <a:pt x="4501" y="13824"/>
                  </a:cubicBezTo>
                  <a:cubicBezTo>
                    <a:pt x="2330" y="13824"/>
                    <a:pt x="563" y="12282"/>
                    <a:pt x="563" y="10389"/>
                  </a:cubicBezTo>
                  <a:cubicBezTo>
                    <a:pt x="563" y="9173"/>
                    <a:pt x="1281" y="8072"/>
                    <a:pt x="2484" y="7443"/>
                  </a:cubicBezTo>
                  <a:cubicBezTo>
                    <a:pt x="2685" y="7338"/>
                    <a:pt x="2685" y="7049"/>
                    <a:pt x="2484" y="6944"/>
                  </a:cubicBezTo>
                  <a:cubicBezTo>
                    <a:pt x="1281" y="6316"/>
                    <a:pt x="563" y="5215"/>
                    <a:pt x="563" y="3998"/>
                  </a:cubicBezTo>
                  <a:cubicBezTo>
                    <a:pt x="563" y="2104"/>
                    <a:pt x="2330" y="564"/>
                    <a:pt x="4501" y="564"/>
                  </a:cubicBezTo>
                  <a:close/>
                  <a:moveTo>
                    <a:pt x="4501" y="1"/>
                  </a:moveTo>
                  <a:cubicBezTo>
                    <a:pt x="2020" y="1"/>
                    <a:pt x="0" y="1795"/>
                    <a:pt x="0" y="3998"/>
                  </a:cubicBezTo>
                  <a:cubicBezTo>
                    <a:pt x="0" y="5257"/>
                    <a:pt x="681" y="6444"/>
                    <a:pt x="1803" y="7194"/>
                  </a:cubicBezTo>
                  <a:cubicBezTo>
                    <a:pt x="681" y="7943"/>
                    <a:pt x="0" y="9131"/>
                    <a:pt x="0" y="10389"/>
                  </a:cubicBezTo>
                  <a:cubicBezTo>
                    <a:pt x="0" y="12593"/>
                    <a:pt x="2020" y="14387"/>
                    <a:pt x="4501" y="14387"/>
                  </a:cubicBezTo>
                  <a:cubicBezTo>
                    <a:pt x="6982" y="14387"/>
                    <a:pt x="9002" y="12593"/>
                    <a:pt x="9002" y="10389"/>
                  </a:cubicBezTo>
                  <a:cubicBezTo>
                    <a:pt x="9002" y="9131"/>
                    <a:pt x="8322" y="7943"/>
                    <a:pt x="7199" y="7194"/>
                  </a:cubicBezTo>
                  <a:cubicBezTo>
                    <a:pt x="8322" y="6444"/>
                    <a:pt x="9002" y="5257"/>
                    <a:pt x="9002" y="3998"/>
                  </a:cubicBezTo>
                  <a:cubicBezTo>
                    <a:pt x="9002" y="1795"/>
                    <a:pt x="6982" y="1"/>
                    <a:pt x="4501"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583;p34">
              <a:extLst>
                <a:ext uri="{FF2B5EF4-FFF2-40B4-BE49-F238E27FC236}">
                  <a16:creationId xmlns:a16="http://schemas.microsoft.com/office/drawing/2014/main" id="{03AFF5D5-EA4C-29E3-84BA-1BC88DD62095}"/>
                </a:ext>
              </a:extLst>
            </p:cNvPr>
            <p:cNvSpPr/>
            <p:nvPr/>
          </p:nvSpPr>
          <p:spPr>
            <a:xfrm>
              <a:off x="4744636" y="2935878"/>
              <a:ext cx="144913" cy="81841"/>
            </a:xfrm>
            <a:custGeom>
              <a:avLst/>
              <a:gdLst/>
              <a:ahLst/>
              <a:cxnLst/>
              <a:rect l="l" t="t" r="r" b="b"/>
              <a:pathLst>
                <a:path w="7605" h="4295" extrusionOk="0">
                  <a:moveTo>
                    <a:pt x="6557" y="1"/>
                  </a:moveTo>
                  <a:cubicBezTo>
                    <a:pt x="6528" y="1"/>
                    <a:pt x="6495" y="5"/>
                    <a:pt x="6459" y="13"/>
                  </a:cubicBezTo>
                  <a:cubicBezTo>
                    <a:pt x="5806" y="157"/>
                    <a:pt x="5444" y="883"/>
                    <a:pt x="5444" y="883"/>
                  </a:cubicBezTo>
                  <a:cubicBezTo>
                    <a:pt x="5444" y="883"/>
                    <a:pt x="5396" y="168"/>
                    <a:pt x="5069" y="168"/>
                  </a:cubicBezTo>
                  <a:cubicBezTo>
                    <a:pt x="4992" y="168"/>
                    <a:pt x="4900" y="207"/>
                    <a:pt x="4791" y="303"/>
                  </a:cubicBezTo>
                  <a:cubicBezTo>
                    <a:pt x="4210" y="811"/>
                    <a:pt x="3774" y="1464"/>
                    <a:pt x="3774" y="1464"/>
                  </a:cubicBezTo>
                  <a:cubicBezTo>
                    <a:pt x="3774" y="1464"/>
                    <a:pt x="3717" y="387"/>
                    <a:pt x="3454" y="387"/>
                  </a:cubicBezTo>
                  <a:cubicBezTo>
                    <a:pt x="3419" y="387"/>
                    <a:pt x="3381" y="405"/>
                    <a:pt x="3339" y="447"/>
                  </a:cubicBezTo>
                  <a:cubicBezTo>
                    <a:pt x="2976" y="811"/>
                    <a:pt x="1598" y="2771"/>
                    <a:pt x="1598" y="2771"/>
                  </a:cubicBezTo>
                  <a:lnTo>
                    <a:pt x="1" y="2917"/>
                  </a:lnTo>
                  <a:cubicBezTo>
                    <a:pt x="1" y="2917"/>
                    <a:pt x="3266" y="4295"/>
                    <a:pt x="4283" y="4295"/>
                  </a:cubicBezTo>
                  <a:cubicBezTo>
                    <a:pt x="5300" y="4295"/>
                    <a:pt x="6460" y="3278"/>
                    <a:pt x="7041" y="2044"/>
                  </a:cubicBezTo>
                  <a:cubicBezTo>
                    <a:pt x="7523" y="1021"/>
                    <a:pt x="7605" y="447"/>
                    <a:pt x="7411" y="447"/>
                  </a:cubicBezTo>
                  <a:cubicBezTo>
                    <a:pt x="7371" y="447"/>
                    <a:pt x="7320" y="471"/>
                    <a:pt x="7258" y="520"/>
                  </a:cubicBezTo>
                  <a:lnTo>
                    <a:pt x="6532" y="1101"/>
                  </a:lnTo>
                  <a:cubicBezTo>
                    <a:pt x="6532" y="1101"/>
                    <a:pt x="7049" y="1"/>
                    <a:pt x="65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584;p34">
              <a:extLst>
                <a:ext uri="{FF2B5EF4-FFF2-40B4-BE49-F238E27FC236}">
                  <a16:creationId xmlns:a16="http://schemas.microsoft.com/office/drawing/2014/main" id="{06E5B1C1-9F05-F352-5FBF-42CF015705BE}"/>
                </a:ext>
              </a:extLst>
            </p:cNvPr>
            <p:cNvSpPr/>
            <p:nvPr/>
          </p:nvSpPr>
          <p:spPr>
            <a:xfrm>
              <a:off x="4738977" y="2930543"/>
              <a:ext cx="158976" cy="92550"/>
            </a:xfrm>
            <a:custGeom>
              <a:avLst/>
              <a:gdLst/>
              <a:ahLst/>
              <a:cxnLst/>
              <a:rect l="l" t="t" r="r" b="b"/>
              <a:pathLst>
                <a:path w="8343" h="4857" extrusionOk="0">
                  <a:moveTo>
                    <a:pt x="6787" y="580"/>
                  </a:moveTo>
                  <a:cubicBezTo>
                    <a:pt x="6776" y="730"/>
                    <a:pt x="6689" y="1021"/>
                    <a:pt x="6575" y="1261"/>
                  </a:cubicBezTo>
                  <a:cubicBezTo>
                    <a:pt x="6520" y="1381"/>
                    <a:pt x="6553" y="1521"/>
                    <a:pt x="6655" y="1602"/>
                  </a:cubicBezTo>
                  <a:cubicBezTo>
                    <a:pt x="6707" y="1642"/>
                    <a:pt x="6769" y="1662"/>
                    <a:pt x="6830" y="1662"/>
                  </a:cubicBezTo>
                  <a:cubicBezTo>
                    <a:pt x="6892" y="1662"/>
                    <a:pt x="6954" y="1642"/>
                    <a:pt x="7005" y="1601"/>
                  </a:cubicBezTo>
                  <a:lnTo>
                    <a:pt x="7465" y="1235"/>
                  </a:lnTo>
                  <a:lnTo>
                    <a:pt x="7465" y="1235"/>
                  </a:lnTo>
                  <a:cubicBezTo>
                    <a:pt x="7404" y="1451"/>
                    <a:pt x="7290" y="1766"/>
                    <a:pt x="7083" y="2205"/>
                  </a:cubicBezTo>
                  <a:cubicBezTo>
                    <a:pt x="6523" y="3396"/>
                    <a:pt x="5446" y="4293"/>
                    <a:pt x="4580" y="4293"/>
                  </a:cubicBezTo>
                  <a:cubicBezTo>
                    <a:pt x="4017" y="4293"/>
                    <a:pt x="2583" y="3793"/>
                    <a:pt x="1485" y="3370"/>
                  </a:cubicBezTo>
                  <a:lnTo>
                    <a:pt x="1920" y="3331"/>
                  </a:lnTo>
                  <a:cubicBezTo>
                    <a:pt x="2001" y="3323"/>
                    <a:pt x="2077" y="3280"/>
                    <a:pt x="2124" y="3213"/>
                  </a:cubicBezTo>
                  <a:cubicBezTo>
                    <a:pt x="2456" y="2740"/>
                    <a:pt x="3299" y="1562"/>
                    <a:pt x="3698" y="1082"/>
                  </a:cubicBezTo>
                  <a:cubicBezTo>
                    <a:pt x="3749" y="1305"/>
                    <a:pt x="3779" y="1531"/>
                    <a:pt x="3791" y="1758"/>
                  </a:cubicBezTo>
                  <a:cubicBezTo>
                    <a:pt x="3800" y="1925"/>
                    <a:pt x="3936" y="2026"/>
                    <a:pt x="4074" y="2026"/>
                  </a:cubicBezTo>
                  <a:cubicBezTo>
                    <a:pt x="4161" y="2026"/>
                    <a:pt x="4248" y="1986"/>
                    <a:pt x="4306" y="1900"/>
                  </a:cubicBezTo>
                  <a:cubicBezTo>
                    <a:pt x="4310" y="1894"/>
                    <a:pt x="4726" y="1273"/>
                    <a:pt x="5273" y="794"/>
                  </a:cubicBezTo>
                  <a:cubicBezTo>
                    <a:pt x="5309" y="764"/>
                    <a:pt x="5335" y="746"/>
                    <a:pt x="5344" y="736"/>
                  </a:cubicBezTo>
                  <a:cubicBezTo>
                    <a:pt x="5394" y="808"/>
                    <a:pt x="5449" y="1010"/>
                    <a:pt x="5461" y="1182"/>
                  </a:cubicBezTo>
                  <a:cubicBezTo>
                    <a:pt x="5470" y="1309"/>
                    <a:pt x="5562" y="1414"/>
                    <a:pt x="5685" y="1439"/>
                  </a:cubicBezTo>
                  <a:cubicBezTo>
                    <a:pt x="5704" y="1443"/>
                    <a:pt x="5722" y="1445"/>
                    <a:pt x="5741" y="1445"/>
                  </a:cubicBezTo>
                  <a:cubicBezTo>
                    <a:pt x="5845" y="1445"/>
                    <a:pt x="5943" y="1386"/>
                    <a:pt x="5992" y="1289"/>
                  </a:cubicBezTo>
                  <a:cubicBezTo>
                    <a:pt x="5995" y="1283"/>
                    <a:pt x="6283" y="732"/>
                    <a:pt x="6787" y="580"/>
                  </a:cubicBezTo>
                  <a:close/>
                  <a:moveTo>
                    <a:pt x="6854" y="1"/>
                  </a:moveTo>
                  <a:cubicBezTo>
                    <a:pt x="6807" y="1"/>
                    <a:pt x="6755" y="6"/>
                    <a:pt x="6698" y="19"/>
                  </a:cubicBezTo>
                  <a:cubicBezTo>
                    <a:pt x="6345" y="97"/>
                    <a:pt x="6066" y="309"/>
                    <a:pt x="5866" y="519"/>
                  </a:cubicBezTo>
                  <a:cubicBezTo>
                    <a:pt x="5796" y="383"/>
                    <a:pt x="5697" y="265"/>
                    <a:pt x="5556" y="205"/>
                  </a:cubicBezTo>
                  <a:cubicBezTo>
                    <a:pt x="5504" y="183"/>
                    <a:pt x="5440" y="166"/>
                    <a:pt x="5367" y="166"/>
                  </a:cubicBezTo>
                  <a:cubicBezTo>
                    <a:pt x="5240" y="166"/>
                    <a:pt x="5083" y="216"/>
                    <a:pt x="4904" y="373"/>
                  </a:cubicBezTo>
                  <a:cubicBezTo>
                    <a:pt x="4675" y="574"/>
                    <a:pt x="4462" y="794"/>
                    <a:pt x="4266" y="1029"/>
                  </a:cubicBezTo>
                  <a:cubicBezTo>
                    <a:pt x="4150" y="512"/>
                    <a:pt x="3959" y="440"/>
                    <a:pt x="3887" y="411"/>
                  </a:cubicBezTo>
                  <a:cubicBezTo>
                    <a:pt x="3858" y="400"/>
                    <a:pt x="3810" y="386"/>
                    <a:pt x="3751" y="386"/>
                  </a:cubicBezTo>
                  <a:cubicBezTo>
                    <a:pt x="3664" y="386"/>
                    <a:pt x="3551" y="416"/>
                    <a:pt x="3438" y="529"/>
                  </a:cubicBezTo>
                  <a:cubicBezTo>
                    <a:pt x="3105" y="862"/>
                    <a:pt x="2052" y="2340"/>
                    <a:pt x="1740" y="2782"/>
                  </a:cubicBezTo>
                  <a:lnTo>
                    <a:pt x="273" y="2917"/>
                  </a:lnTo>
                  <a:cubicBezTo>
                    <a:pt x="143" y="2927"/>
                    <a:pt x="40" y="3024"/>
                    <a:pt x="19" y="3153"/>
                  </a:cubicBezTo>
                  <a:cubicBezTo>
                    <a:pt x="0" y="3280"/>
                    <a:pt x="69" y="3405"/>
                    <a:pt x="189" y="3455"/>
                  </a:cubicBezTo>
                  <a:cubicBezTo>
                    <a:pt x="528" y="3598"/>
                    <a:pt x="3537" y="4856"/>
                    <a:pt x="4580" y="4856"/>
                  </a:cubicBezTo>
                  <a:cubicBezTo>
                    <a:pt x="5668" y="4856"/>
                    <a:pt x="6934" y="3841"/>
                    <a:pt x="7592" y="2445"/>
                  </a:cubicBezTo>
                  <a:cubicBezTo>
                    <a:pt x="8343" y="848"/>
                    <a:pt x="8042" y="612"/>
                    <a:pt x="7930" y="523"/>
                  </a:cubicBezTo>
                  <a:cubicBezTo>
                    <a:pt x="7890" y="492"/>
                    <a:pt x="7814" y="446"/>
                    <a:pt x="7708" y="446"/>
                  </a:cubicBezTo>
                  <a:cubicBezTo>
                    <a:pt x="7618" y="446"/>
                    <a:pt x="7508" y="479"/>
                    <a:pt x="7380" y="582"/>
                  </a:cubicBezTo>
                  <a:lnTo>
                    <a:pt x="7348" y="608"/>
                  </a:lnTo>
                  <a:cubicBezTo>
                    <a:pt x="7355" y="442"/>
                    <a:pt x="7325" y="287"/>
                    <a:pt x="7234" y="173"/>
                  </a:cubicBezTo>
                  <a:cubicBezTo>
                    <a:pt x="7177" y="102"/>
                    <a:pt x="7061" y="1"/>
                    <a:pt x="6854"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585;p34">
              <a:extLst>
                <a:ext uri="{FF2B5EF4-FFF2-40B4-BE49-F238E27FC236}">
                  <a16:creationId xmlns:a16="http://schemas.microsoft.com/office/drawing/2014/main" id="{D7F37DA3-F161-04A7-038A-3E1EE2716CC4}"/>
                </a:ext>
              </a:extLst>
            </p:cNvPr>
            <p:cNvSpPr/>
            <p:nvPr/>
          </p:nvSpPr>
          <p:spPr>
            <a:xfrm>
              <a:off x="4791664" y="2963756"/>
              <a:ext cx="24924" cy="38758"/>
            </a:xfrm>
            <a:custGeom>
              <a:avLst/>
              <a:gdLst/>
              <a:ahLst/>
              <a:cxnLst/>
              <a:rect l="l" t="t" r="r" b="b"/>
              <a:pathLst>
                <a:path w="1308" h="2034" extrusionOk="0">
                  <a:moveTo>
                    <a:pt x="1307" y="1"/>
                  </a:moveTo>
                  <a:lnTo>
                    <a:pt x="1" y="2034"/>
                  </a:lnTo>
                  <a:cubicBezTo>
                    <a:pt x="1089" y="1744"/>
                    <a:pt x="1307" y="1"/>
                    <a:pt x="13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586;p34">
              <a:extLst>
                <a:ext uri="{FF2B5EF4-FFF2-40B4-BE49-F238E27FC236}">
                  <a16:creationId xmlns:a16="http://schemas.microsoft.com/office/drawing/2014/main" id="{ABF1F6D8-E3DD-59DC-DB35-701FFC35E926}"/>
                </a:ext>
              </a:extLst>
            </p:cNvPr>
            <p:cNvSpPr/>
            <p:nvPr/>
          </p:nvSpPr>
          <p:spPr>
            <a:xfrm>
              <a:off x="4785966" y="2958306"/>
              <a:ext cx="36338" cy="49562"/>
            </a:xfrm>
            <a:custGeom>
              <a:avLst/>
              <a:gdLst/>
              <a:ahLst/>
              <a:cxnLst/>
              <a:rect l="l" t="t" r="r" b="b"/>
              <a:pathLst>
                <a:path w="1907" h="2601" extrusionOk="0">
                  <a:moveTo>
                    <a:pt x="1606" y="0"/>
                  </a:moveTo>
                  <a:cubicBezTo>
                    <a:pt x="1464" y="0"/>
                    <a:pt x="1341" y="108"/>
                    <a:pt x="1326" y="253"/>
                  </a:cubicBezTo>
                  <a:cubicBezTo>
                    <a:pt x="1325" y="268"/>
                    <a:pt x="1108" y="1812"/>
                    <a:pt x="227" y="2047"/>
                  </a:cubicBezTo>
                  <a:cubicBezTo>
                    <a:pt x="90" y="2084"/>
                    <a:pt x="1" y="2216"/>
                    <a:pt x="20" y="2356"/>
                  </a:cubicBezTo>
                  <a:cubicBezTo>
                    <a:pt x="38" y="2496"/>
                    <a:pt x="157" y="2600"/>
                    <a:pt x="297" y="2600"/>
                  </a:cubicBezTo>
                  <a:cubicBezTo>
                    <a:pt x="298" y="2600"/>
                    <a:pt x="299" y="2600"/>
                    <a:pt x="300" y="2600"/>
                  </a:cubicBezTo>
                  <a:cubicBezTo>
                    <a:pt x="323" y="2600"/>
                    <a:pt x="348" y="2597"/>
                    <a:pt x="371" y="2591"/>
                  </a:cubicBezTo>
                  <a:cubicBezTo>
                    <a:pt x="1628" y="2256"/>
                    <a:pt x="1873" y="401"/>
                    <a:pt x="1884" y="322"/>
                  </a:cubicBezTo>
                  <a:cubicBezTo>
                    <a:pt x="1907" y="166"/>
                    <a:pt x="1796" y="23"/>
                    <a:pt x="1640" y="3"/>
                  </a:cubicBezTo>
                  <a:cubicBezTo>
                    <a:pt x="1628" y="1"/>
                    <a:pt x="1617" y="0"/>
                    <a:pt x="1606"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587;p34">
              <a:extLst>
                <a:ext uri="{FF2B5EF4-FFF2-40B4-BE49-F238E27FC236}">
                  <a16:creationId xmlns:a16="http://schemas.microsoft.com/office/drawing/2014/main" id="{9080E683-02CE-46AD-30E7-78C4DC9E49D5}"/>
                </a:ext>
              </a:extLst>
            </p:cNvPr>
            <p:cNvSpPr/>
            <p:nvPr/>
          </p:nvSpPr>
          <p:spPr>
            <a:xfrm>
              <a:off x="4820704" y="2952704"/>
              <a:ext cx="27668" cy="60881"/>
            </a:xfrm>
            <a:custGeom>
              <a:avLst/>
              <a:gdLst/>
              <a:ahLst/>
              <a:cxnLst/>
              <a:rect l="l" t="t" r="r" b="b"/>
              <a:pathLst>
                <a:path w="1452" h="3195" extrusionOk="0">
                  <a:moveTo>
                    <a:pt x="1452" y="0"/>
                  </a:moveTo>
                  <a:lnTo>
                    <a:pt x="1" y="3194"/>
                  </a:lnTo>
                  <a:cubicBezTo>
                    <a:pt x="871" y="2758"/>
                    <a:pt x="1452" y="1"/>
                    <a:pt x="14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588;p34">
              <a:extLst>
                <a:ext uri="{FF2B5EF4-FFF2-40B4-BE49-F238E27FC236}">
                  <a16:creationId xmlns:a16="http://schemas.microsoft.com/office/drawing/2014/main" id="{CD8000ED-CCD9-1979-E173-5EE412F83291}"/>
                </a:ext>
              </a:extLst>
            </p:cNvPr>
            <p:cNvSpPr/>
            <p:nvPr/>
          </p:nvSpPr>
          <p:spPr>
            <a:xfrm>
              <a:off x="4814930" y="2947464"/>
              <a:ext cx="39234" cy="71475"/>
            </a:xfrm>
            <a:custGeom>
              <a:avLst/>
              <a:gdLst/>
              <a:ahLst/>
              <a:cxnLst/>
              <a:rect l="l" t="t" r="r" b="b"/>
              <a:pathLst>
                <a:path w="2059" h="3751" extrusionOk="0">
                  <a:moveTo>
                    <a:pt x="1752" y="1"/>
                  </a:moveTo>
                  <a:cubicBezTo>
                    <a:pt x="1625" y="1"/>
                    <a:pt x="1511" y="88"/>
                    <a:pt x="1481" y="217"/>
                  </a:cubicBezTo>
                  <a:cubicBezTo>
                    <a:pt x="1266" y="1232"/>
                    <a:pt x="724" y="2944"/>
                    <a:pt x="178" y="3219"/>
                  </a:cubicBezTo>
                  <a:cubicBezTo>
                    <a:pt x="62" y="3275"/>
                    <a:pt x="0" y="3407"/>
                    <a:pt x="30" y="3534"/>
                  </a:cubicBezTo>
                  <a:cubicBezTo>
                    <a:pt x="60" y="3661"/>
                    <a:pt x="174" y="3751"/>
                    <a:pt x="304" y="3751"/>
                  </a:cubicBezTo>
                  <a:cubicBezTo>
                    <a:pt x="347" y="3751"/>
                    <a:pt x="390" y="3741"/>
                    <a:pt x="429" y="3720"/>
                  </a:cubicBezTo>
                  <a:cubicBezTo>
                    <a:pt x="1393" y="3238"/>
                    <a:pt x="1968" y="630"/>
                    <a:pt x="2031" y="334"/>
                  </a:cubicBezTo>
                  <a:cubicBezTo>
                    <a:pt x="2058" y="184"/>
                    <a:pt x="1961" y="38"/>
                    <a:pt x="1812" y="7"/>
                  </a:cubicBezTo>
                  <a:cubicBezTo>
                    <a:pt x="1792" y="3"/>
                    <a:pt x="1772" y="1"/>
                    <a:pt x="175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589;p34">
              <a:extLst>
                <a:ext uri="{FF2B5EF4-FFF2-40B4-BE49-F238E27FC236}">
                  <a16:creationId xmlns:a16="http://schemas.microsoft.com/office/drawing/2014/main" id="{7B58BC4C-663C-E090-EE08-6E636B5BB9DA}"/>
                </a:ext>
              </a:extLst>
            </p:cNvPr>
            <p:cNvSpPr/>
            <p:nvPr/>
          </p:nvSpPr>
          <p:spPr>
            <a:xfrm>
              <a:off x="4846961" y="2956877"/>
              <a:ext cx="22180" cy="55317"/>
            </a:xfrm>
            <a:custGeom>
              <a:avLst/>
              <a:gdLst/>
              <a:ahLst/>
              <a:cxnLst/>
              <a:rect l="l" t="t" r="r" b="b"/>
              <a:pathLst>
                <a:path w="1164" h="2903" extrusionOk="0">
                  <a:moveTo>
                    <a:pt x="1163" y="0"/>
                  </a:moveTo>
                  <a:lnTo>
                    <a:pt x="1" y="2903"/>
                  </a:lnTo>
                  <a:cubicBezTo>
                    <a:pt x="510" y="2176"/>
                    <a:pt x="1163" y="1"/>
                    <a:pt x="1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590;p34">
              <a:extLst>
                <a:ext uri="{FF2B5EF4-FFF2-40B4-BE49-F238E27FC236}">
                  <a16:creationId xmlns:a16="http://schemas.microsoft.com/office/drawing/2014/main" id="{5B9220EC-9A8E-EE0D-6F20-13EDEF31BBCD}"/>
                </a:ext>
              </a:extLst>
            </p:cNvPr>
            <p:cNvSpPr/>
            <p:nvPr/>
          </p:nvSpPr>
          <p:spPr>
            <a:xfrm>
              <a:off x="4840883" y="2951504"/>
              <a:ext cx="34223" cy="66026"/>
            </a:xfrm>
            <a:custGeom>
              <a:avLst/>
              <a:gdLst/>
              <a:ahLst/>
              <a:cxnLst/>
              <a:rect l="l" t="t" r="r" b="b"/>
              <a:pathLst>
                <a:path w="1796" h="3465" extrusionOk="0">
                  <a:moveTo>
                    <a:pt x="1481" y="0"/>
                  </a:moveTo>
                  <a:cubicBezTo>
                    <a:pt x="1360" y="0"/>
                    <a:pt x="1248" y="79"/>
                    <a:pt x="1213" y="201"/>
                  </a:cubicBezTo>
                  <a:cubicBezTo>
                    <a:pt x="1207" y="222"/>
                    <a:pt x="566" y="2343"/>
                    <a:pt x="90" y="3023"/>
                  </a:cubicBezTo>
                  <a:cubicBezTo>
                    <a:pt x="1" y="3150"/>
                    <a:pt x="31" y="3325"/>
                    <a:pt x="160" y="3414"/>
                  </a:cubicBezTo>
                  <a:cubicBezTo>
                    <a:pt x="206" y="3447"/>
                    <a:pt x="263" y="3465"/>
                    <a:pt x="320" y="3465"/>
                  </a:cubicBezTo>
                  <a:cubicBezTo>
                    <a:pt x="412" y="3465"/>
                    <a:pt x="498" y="3421"/>
                    <a:pt x="550" y="3345"/>
                  </a:cubicBezTo>
                  <a:cubicBezTo>
                    <a:pt x="1078" y="2591"/>
                    <a:pt x="1723" y="453"/>
                    <a:pt x="1751" y="362"/>
                  </a:cubicBezTo>
                  <a:cubicBezTo>
                    <a:pt x="1796" y="214"/>
                    <a:pt x="1711" y="56"/>
                    <a:pt x="1563" y="12"/>
                  </a:cubicBezTo>
                  <a:cubicBezTo>
                    <a:pt x="1535" y="4"/>
                    <a:pt x="1508" y="0"/>
                    <a:pt x="14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591;p34">
              <a:extLst>
                <a:ext uri="{FF2B5EF4-FFF2-40B4-BE49-F238E27FC236}">
                  <a16:creationId xmlns:a16="http://schemas.microsoft.com/office/drawing/2014/main" id="{DC9082F2-D157-E7CE-992B-91D632F27424}"/>
                </a:ext>
              </a:extLst>
            </p:cNvPr>
            <p:cNvSpPr/>
            <p:nvPr/>
          </p:nvSpPr>
          <p:spPr>
            <a:xfrm>
              <a:off x="4270967" y="2130728"/>
              <a:ext cx="148038" cy="292799"/>
            </a:xfrm>
            <a:custGeom>
              <a:avLst/>
              <a:gdLst/>
              <a:ahLst/>
              <a:cxnLst/>
              <a:rect l="l" t="t" r="r" b="b"/>
              <a:pathLst>
                <a:path w="7769" h="15366" extrusionOk="0">
                  <a:moveTo>
                    <a:pt x="1370" y="1"/>
                  </a:moveTo>
                  <a:cubicBezTo>
                    <a:pt x="1370" y="1"/>
                    <a:pt x="1984" y="4124"/>
                    <a:pt x="1195" y="5791"/>
                  </a:cubicBezTo>
                  <a:cubicBezTo>
                    <a:pt x="945" y="6320"/>
                    <a:pt x="523" y="6698"/>
                    <a:pt x="1" y="6979"/>
                  </a:cubicBezTo>
                  <a:cubicBezTo>
                    <a:pt x="576" y="8931"/>
                    <a:pt x="2912" y="13287"/>
                    <a:pt x="4185" y="14855"/>
                  </a:cubicBezTo>
                  <a:cubicBezTo>
                    <a:pt x="4473" y="15209"/>
                    <a:pt x="4733" y="15365"/>
                    <a:pt x="4975" y="15365"/>
                  </a:cubicBezTo>
                  <a:cubicBezTo>
                    <a:pt x="6081" y="15365"/>
                    <a:pt x="6780" y="12079"/>
                    <a:pt x="7769" y="9450"/>
                  </a:cubicBezTo>
                  <a:cubicBezTo>
                    <a:pt x="6509" y="8706"/>
                    <a:pt x="6020" y="7220"/>
                    <a:pt x="6020" y="5966"/>
                  </a:cubicBezTo>
                  <a:cubicBezTo>
                    <a:pt x="6020" y="4650"/>
                    <a:pt x="6809" y="2808"/>
                    <a:pt x="6809" y="2808"/>
                  </a:cubicBezTo>
                  <a:cubicBezTo>
                    <a:pt x="6809" y="2808"/>
                    <a:pt x="2511" y="1"/>
                    <a:pt x="13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592;p34">
              <a:extLst>
                <a:ext uri="{FF2B5EF4-FFF2-40B4-BE49-F238E27FC236}">
                  <a16:creationId xmlns:a16="http://schemas.microsoft.com/office/drawing/2014/main" id="{C47BDF5C-EE0C-4E85-79D7-A10EC25402B8}"/>
                </a:ext>
              </a:extLst>
            </p:cNvPr>
            <p:cNvSpPr/>
            <p:nvPr/>
          </p:nvSpPr>
          <p:spPr>
            <a:xfrm>
              <a:off x="4265117" y="2125393"/>
              <a:ext cx="159833" cy="303489"/>
            </a:xfrm>
            <a:custGeom>
              <a:avLst/>
              <a:gdLst/>
              <a:ahLst/>
              <a:cxnLst/>
              <a:rect l="l" t="t" r="r" b="b"/>
              <a:pathLst>
                <a:path w="8388" h="15927" extrusionOk="0">
                  <a:moveTo>
                    <a:pt x="2006" y="618"/>
                  </a:moveTo>
                  <a:lnTo>
                    <a:pt x="2006" y="618"/>
                  </a:lnTo>
                  <a:cubicBezTo>
                    <a:pt x="3018" y="908"/>
                    <a:pt x="5254" y="2218"/>
                    <a:pt x="6769" y="3196"/>
                  </a:cubicBezTo>
                  <a:cubicBezTo>
                    <a:pt x="6556" y="3734"/>
                    <a:pt x="6046" y="5146"/>
                    <a:pt x="6046" y="6244"/>
                  </a:cubicBezTo>
                  <a:cubicBezTo>
                    <a:pt x="6046" y="7445"/>
                    <a:pt x="6495" y="8988"/>
                    <a:pt x="7734" y="9844"/>
                  </a:cubicBezTo>
                  <a:cubicBezTo>
                    <a:pt x="7510" y="10455"/>
                    <a:pt x="7301" y="11092"/>
                    <a:pt x="7097" y="11712"/>
                  </a:cubicBezTo>
                  <a:cubicBezTo>
                    <a:pt x="6556" y="13369"/>
                    <a:pt x="5941" y="15246"/>
                    <a:pt x="5332" y="15358"/>
                  </a:cubicBezTo>
                  <a:cubicBezTo>
                    <a:pt x="5317" y="15361"/>
                    <a:pt x="5302" y="15362"/>
                    <a:pt x="5286" y="15362"/>
                  </a:cubicBezTo>
                  <a:cubicBezTo>
                    <a:pt x="5082" y="15362"/>
                    <a:pt x="4864" y="15148"/>
                    <a:pt x="4711" y="14957"/>
                  </a:cubicBezTo>
                  <a:cubicBezTo>
                    <a:pt x="3487" y="13453"/>
                    <a:pt x="1289" y="9346"/>
                    <a:pt x="643" y="7392"/>
                  </a:cubicBezTo>
                  <a:cubicBezTo>
                    <a:pt x="1160" y="7073"/>
                    <a:pt x="1526" y="6679"/>
                    <a:pt x="1756" y="6189"/>
                  </a:cubicBezTo>
                  <a:cubicBezTo>
                    <a:pt x="2437" y="4752"/>
                    <a:pt x="2140" y="1695"/>
                    <a:pt x="2006" y="618"/>
                  </a:cubicBezTo>
                  <a:close/>
                  <a:moveTo>
                    <a:pt x="1675" y="1"/>
                  </a:moveTo>
                  <a:cubicBezTo>
                    <a:pt x="1504" y="1"/>
                    <a:pt x="1374" y="153"/>
                    <a:pt x="1400" y="323"/>
                  </a:cubicBezTo>
                  <a:cubicBezTo>
                    <a:pt x="1406" y="362"/>
                    <a:pt x="1992" y="4380"/>
                    <a:pt x="1249" y="5951"/>
                  </a:cubicBezTo>
                  <a:cubicBezTo>
                    <a:pt x="1040" y="6389"/>
                    <a:pt x="690" y="6736"/>
                    <a:pt x="174" y="7014"/>
                  </a:cubicBezTo>
                  <a:cubicBezTo>
                    <a:pt x="57" y="7077"/>
                    <a:pt x="0" y="7213"/>
                    <a:pt x="38" y="7341"/>
                  </a:cubicBezTo>
                  <a:cubicBezTo>
                    <a:pt x="611" y="9282"/>
                    <a:pt x="2946" y="13680"/>
                    <a:pt x="4274" y="15313"/>
                  </a:cubicBezTo>
                  <a:cubicBezTo>
                    <a:pt x="4606" y="15721"/>
                    <a:pt x="4944" y="15927"/>
                    <a:pt x="5281" y="15927"/>
                  </a:cubicBezTo>
                  <a:cubicBezTo>
                    <a:pt x="5332" y="15927"/>
                    <a:pt x="5383" y="15923"/>
                    <a:pt x="5434" y="15914"/>
                  </a:cubicBezTo>
                  <a:cubicBezTo>
                    <a:pt x="6371" y="15740"/>
                    <a:pt x="6928" y="14041"/>
                    <a:pt x="7632" y="11890"/>
                  </a:cubicBezTo>
                  <a:cubicBezTo>
                    <a:pt x="7857" y="11205"/>
                    <a:pt x="8089" y="10494"/>
                    <a:pt x="8340" y="9831"/>
                  </a:cubicBezTo>
                  <a:cubicBezTo>
                    <a:pt x="8388" y="9702"/>
                    <a:pt x="8337" y="9559"/>
                    <a:pt x="8219" y="9489"/>
                  </a:cubicBezTo>
                  <a:cubicBezTo>
                    <a:pt x="7031" y="8788"/>
                    <a:pt x="6608" y="7354"/>
                    <a:pt x="6608" y="6247"/>
                  </a:cubicBezTo>
                  <a:cubicBezTo>
                    <a:pt x="6608" y="5006"/>
                    <a:pt x="7367" y="3218"/>
                    <a:pt x="7374" y="3199"/>
                  </a:cubicBezTo>
                  <a:cubicBezTo>
                    <a:pt x="7430" y="3074"/>
                    <a:pt x="7384" y="2928"/>
                    <a:pt x="7271" y="2853"/>
                  </a:cubicBezTo>
                  <a:cubicBezTo>
                    <a:pt x="6823" y="2560"/>
                    <a:pt x="2868" y="1"/>
                    <a:pt x="1677" y="1"/>
                  </a:cubicBezTo>
                  <a:cubicBezTo>
                    <a:pt x="1677" y="1"/>
                    <a:pt x="1676" y="1"/>
                    <a:pt x="1675"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593;p34">
              <a:extLst>
                <a:ext uri="{FF2B5EF4-FFF2-40B4-BE49-F238E27FC236}">
                  <a16:creationId xmlns:a16="http://schemas.microsoft.com/office/drawing/2014/main" id="{C3710E94-3A54-E365-2A4A-68C5FA686B99}"/>
                </a:ext>
              </a:extLst>
            </p:cNvPr>
            <p:cNvSpPr/>
            <p:nvPr/>
          </p:nvSpPr>
          <p:spPr>
            <a:xfrm>
              <a:off x="3892630" y="2293668"/>
              <a:ext cx="561932" cy="719231"/>
            </a:xfrm>
            <a:custGeom>
              <a:avLst/>
              <a:gdLst/>
              <a:ahLst/>
              <a:cxnLst/>
              <a:rect l="l" t="t" r="r" b="b"/>
              <a:pathLst>
                <a:path w="29490" h="37745" extrusionOk="0">
                  <a:moveTo>
                    <a:pt x="14359" y="1"/>
                  </a:moveTo>
                  <a:cubicBezTo>
                    <a:pt x="14359" y="1"/>
                    <a:pt x="11024" y="371"/>
                    <a:pt x="9291" y="3708"/>
                  </a:cubicBezTo>
                  <a:cubicBezTo>
                    <a:pt x="7560" y="7046"/>
                    <a:pt x="0" y="22197"/>
                    <a:pt x="645" y="23103"/>
                  </a:cubicBezTo>
                  <a:cubicBezTo>
                    <a:pt x="4320" y="28273"/>
                    <a:pt x="17690" y="31992"/>
                    <a:pt x="19051" y="33351"/>
                  </a:cubicBezTo>
                  <a:cubicBezTo>
                    <a:pt x="20410" y="34710"/>
                    <a:pt x="22146" y="36337"/>
                    <a:pt x="23505" y="37203"/>
                  </a:cubicBezTo>
                  <a:cubicBezTo>
                    <a:pt x="24148" y="37612"/>
                    <a:pt x="25097" y="37745"/>
                    <a:pt x="25970" y="37745"/>
                  </a:cubicBezTo>
                  <a:cubicBezTo>
                    <a:pt x="26941" y="37745"/>
                    <a:pt x="27819" y="37581"/>
                    <a:pt x="28079" y="37451"/>
                  </a:cubicBezTo>
                  <a:cubicBezTo>
                    <a:pt x="28572" y="37203"/>
                    <a:pt x="28944" y="36090"/>
                    <a:pt x="28079" y="36090"/>
                  </a:cubicBezTo>
                  <a:cubicBezTo>
                    <a:pt x="27214" y="36090"/>
                    <a:pt x="26771" y="35466"/>
                    <a:pt x="26647" y="34971"/>
                  </a:cubicBezTo>
                  <a:cubicBezTo>
                    <a:pt x="26621" y="34869"/>
                    <a:pt x="26665" y="34830"/>
                    <a:pt x="26757" y="34830"/>
                  </a:cubicBezTo>
                  <a:cubicBezTo>
                    <a:pt x="27035" y="34830"/>
                    <a:pt x="27753" y="35181"/>
                    <a:pt x="28332" y="35181"/>
                  </a:cubicBezTo>
                  <a:cubicBezTo>
                    <a:pt x="28484" y="35181"/>
                    <a:pt x="28626" y="35156"/>
                    <a:pt x="28748" y="35095"/>
                  </a:cubicBezTo>
                  <a:cubicBezTo>
                    <a:pt x="29489" y="34725"/>
                    <a:pt x="27088" y="33372"/>
                    <a:pt x="26348" y="32753"/>
                  </a:cubicBezTo>
                  <a:cubicBezTo>
                    <a:pt x="25607" y="32136"/>
                    <a:pt x="24988" y="31270"/>
                    <a:pt x="23999" y="31270"/>
                  </a:cubicBezTo>
                  <a:cubicBezTo>
                    <a:pt x="23011" y="31270"/>
                    <a:pt x="21154" y="31248"/>
                    <a:pt x="21154" y="31248"/>
                  </a:cubicBezTo>
                  <a:cubicBezTo>
                    <a:pt x="21154" y="31248"/>
                    <a:pt x="16599" y="27949"/>
                    <a:pt x="13849" y="25493"/>
                  </a:cubicBezTo>
                  <a:cubicBezTo>
                    <a:pt x="10143" y="22185"/>
                    <a:pt x="6876" y="20401"/>
                    <a:pt x="6876" y="20401"/>
                  </a:cubicBezTo>
                  <a:lnTo>
                    <a:pt x="15225" y="6675"/>
                  </a:lnTo>
                  <a:lnTo>
                    <a:pt x="143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594;p34">
              <a:extLst>
                <a:ext uri="{FF2B5EF4-FFF2-40B4-BE49-F238E27FC236}">
                  <a16:creationId xmlns:a16="http://schemas.microsoft.com/office/drawing/2014/main" id="{77374517-7932-938F-CDAA-6EBA0E25640F}"/>
                </a:ext>
              </a:extLst>
            </p:cNvPr>
            <p:cNvSpPr/>
            <p:nvPr/>
          </p:nvSpPr>
          <p:spPr>
            <a:xfrm>
              <a:off x="3890801" y="2288332"/>
              <a:ext cx="558273" cy="729845"/>
            </a:xfrm>
            <a:custGeom>
              <a:avLst/>
              <a:gdLst/>
              <a:ahLst/>
              <a:cxnLst/>
              <a:rect l="l" t="t" r="r" b="b"/>
              <a:pathLst>
                <a:path w="29298" h="38302" extrusionOk="0">
                  <a:moveTo>
                    <a:pt x="14455" y="0"/>
                  </a:moveTo>
                  <a:cubicBezTo>
                    <a:pt x="14444" y="0"/>
                    <a:pt x="14434" y="1"/>
                    <a:pt x="14423" y="2"/>
                  </a:cubicBezTo>
                  <a:cubicBezTo>
                    <a:pt x="14281" y="18"/>
                    <a:pt x="10917" y="428"/>
                    <a:pt x="9137" y="3860"/>
                  </a:cubicBezTo>
                  <a:cubicBezTo>
                    <a:pt x="8325" y="5426"/>
                    <a:pt x="5981" y="10083"/>
                    <a:pt x="3919" y="14477"/>
                  </a:cubicBezTo>
                  <a:cubicBezTo>
                    <a:pt x="0" y="22828"/>
                    <a:pt x="333" y="23295"/>
                    <a:pt x="511" y="23546"/>
                  </a:cubicBezTo>
                  <a:cubicBezTo>
                    <a:pt x="3062" y="27132"/>
                    <a:pt x="10112" y="30001"/>
                    <a:pt x="14776" y="31900"/>
                  </a:cubicBezTo>
                  <a:cubicBezTo>
                    <a:pt x="16803" y="32724"/>
                    <a:pt x="18553" y="33437"/>
                    <a:pt x="18947" y="33831"/>
                  </a:cubicBezTo>
                  <a:cubicBezTo>
                    <a:pt x="20817" y="35699"/>
                    <a:pt x="22331" y="37007"/>
                    <a:pt x="23451" y="37721"/>
                  </a:cubicBezTo>
                  <a:cubicBezTo>
                    <a:pt x="24142" y="38160"/>
                    <a:pt x="25135" y="38301"/>
                    <a:pt x="26050" y="38301"/>
                  </a:cubicBezTo>
                  <a:cubicBezTo>
                    <a:pt x="27090" y="38301"/>
                    <a:pt x="28026" y="38119"/>
                    <a:pt x="28299" y="37982"/>
                  </a:cubicBezTo>
                  <a:cubicBezTo>
                    <a:pt x="28745" y="37760"/>
                    <a:pt x="29061" y="37107"/>
                    <a:pt x="28951" y="36638"/>
                  </a:cubicBezTo>
                  <a:cubicBezTo>
                    <a:pt x="28870" y="36296"/>
                    <a:pt x="28580" y="36090"/>
                    <a:pt x="28173" y="36090"/>
                  </a:cubicBezTo>
                  <a:cubicBezTo>
                    <a:pt x="27631" y="36090"/>
                    <a:pt x="27288" y="35785"/>
                    <a:pt x="27116" y="35451"/>
                  </a:cubicBezTo>
                  <a:lnTo>
                    <a:pt x="27116" y="35451"/>
                  </a:lnTo>
                  <a:cubicBezTo>
                    <a:pt x="27176" y="35469"/>
                    <a:pt x="27237" y="35489"/>
                    <a:pt x="27292" y="35505"/>
                  </a:cubicBezTo>
                  <a:cubicBezTo>
                    <a:pt x="27625" y="35610"/>
                    <a:pt x="28041" y="35740"/>
                    <a:pt x="28429" y="35740"/>
                  </a:cubicBezTo>
                  <a:cubicBezTo>
                    <a:pt x="28620" y="35740"/>
                    <a:pt x="28805" y="35708"/>
                    <a:pt x="28970" y="35626"/>
                  </a:cubicBezTo>
                  <a:cubicBezTo>
                    <a:pt x="29209" y="35507"/>
                    <a:pt x="29257" y="35319"/>
                    <a:pt x="29263" y="35216"/>
                  </a:cubicBezTo>
                  <a:cubicBezTo>
                    <a:pt x="29298" y="34728"/>
                    <a:pt x="28590" y="34203"/>
                    <a:pt x="27422" y="33395"/>
                  </a:cubicBezTo>
                  <a:cubicBezTo>
                    <a:pt x="27104" y="33175"/>
                    <a:pt x="26804" y="32968"/>
                    <a:pt x="26623" y="32817"/>
                  </a:cubicBezTo>
                  <a:cubicBezTo>
                    <a:pt x="26457" y="32679"/>
                    <a:pt x="26298" y="32527"/>
                    <a:pt x="26137" y="32377"/>
                  </a:cubicBezTo>
                  <a:cubicBezTo>
                    <a:pt x="25564" y="31831"/>
                    <a:pt x="24969" y="31268"/>
                    <a:pt x="24095" y="31268"/>
                  </a:cubicBezTo>
                  <a:cubicBezTo>
                    <a:pt x="23239" y="31268"/>
                    <a:pt x="21725" y="31254"/>
                    <a:pt x="21343" y="31249"/>
                  </a:cubicBezTo>
                  <a:cubicBezTo>
                    <a:pt x="20750" y="30816"/>
                    <a:pt x="16653" y="27813"/>
                    <a:pt x="14133" y="25564"/>
                  </a:cubicBezTo>
                  <a:cubicBezTo>
                    <a:pt x="11035" y="22799"/>
                    <a:pt x="8208" y="21074"/>
                    <a:pt x="7363" y="20581"/>
                  </a:cubicBezTo>
                  <a:lnTo>
                    <a:pt x="15562" y="7100"/>
                  </a:lnTo>
                  <a:cubicBezTo>
                    <a:pt x="15641" y="6968"/>
                    <a:pt x="15597" y="6797"/>
                    <a:pt x="15466" y="6717"/>
                  </a:cubicBezTo>
                  <a:cubicBezTo>
                    <a:pt x="15420" y="6689"/>
                    <a:pt x="15370" y="6676"/>
                    <a:pt x="15320" y="6676"/>
                  </a:cubicBezTo>
                  <a:cubicBezTo>
                    <a:pt x="15226" y="6676"/>
                    <a:pt x="15134" y="6723"/>
                    <a:pt x="15081" y="6809"/>
                  </a:cubicBezTo>
                  <a:lnTo>
                    <a:pt x="6732" y="20537"/>
                  </a:lnTo>
                  <a:cubicBezTo>
                    <a:pt x="6649" y="20674"/>
                    <a:pt x="6697" y="20852"/>
                    <a:pt x="6837" y="20929"/>
                  </a:cubicBezTo>
                  <a:cubicBezTo>
                    <a:pt x="6871" y="20947"/>
                    <a:pt x="10122" y="22738"/>
                    <a:pt x="13758" y="25983"/>
                  </a:cubicBezTo>
                  <a:cubicBezTo>
                    <a:pt x="16488" y="28420"/>
                    <a:pt x="21040" y="31723"/>
                    <a:pt x="21085" y="31757"/>
                  </a:cubicBezTo>
                  <a:cubicBezTo>
                    <a:pt x="21132" y="31791"/>
                    <a:pt x="21189" y="31810"/>
                    <a:pt x="21247" y="31811"/>
                  </a:cubicBezTo>
                  <a:cubicBezTo>
                    <a:pt x="21247" y="31811"/>
                    <a:pt x="23107" y="31831"/>
                    <a:pt x="24097" y="31831"/>
                  </a:cubicBezTo>
                  <a:cubicBezTo>
                    <a:pt x="24746" y="31831"/>
                    <a:pt x="25234" y="32295"/>
                    <a:pt x="25752" y="32785"/>
                  </a:cubicBezTo>
                  <a:cubicBezTo>
                    <a:pt x="25921" y="32944"/>
                    <a:pt x="26089" y="33103"/>
                    <a:pt x="26264" y="33249"/>
                  </a:cubicBezTo>
                  <a:cubicBezTo>
                    <a:pt x="26465" y="33417"/>
                    <a:pt x="26775" y="33631"/>
                    <a:pt x="27103" y="33859"/>
                  </a:cubicBezTo>
                  <a:cubicBezTo>
                    <a:pt x="27577" y="34185"/>
                    <a:pt x="28534" y="34846"/>
                    <a:pt x="28685" y="35138"/>
                  </a:cubicBezTo>
                  <a:cubicBezTo>
                    <a:pt x="28611" y="35168"/>
                    <a:pt x="28523" y="35180"/>
                    <a:pt x="28426" y="35180"/>
                  </a:cubicBezTo>
                  <a:cubicBezTo>
                    <a:pt x="28130" y="35180"/>
                    <a:pt x="27756" y="35062"/>
                    <a:pt x="27460" y="34970"/>
                  </a:cubicBezTo>
                  <a:cubicBezTo>
                    <a:pt x="27210" y="34891"/>
                    <a:pt x="27010" y="34828"/>
                    <a:pt x="26848" y="34828"/>
                  </a:cubicBezTo>
                  <a:cubicBezTo>
                    <a:pt x="26737" y="34828"/>
                    <a:pt x="26644" y="34858"/>
                    <a:pt x="26566" y="34932"/>
                  </a:cubicBezTo>
                  <a:cubicBezTo>
                    <a:pt x="26508" y="34987"/>
                    <a:pt x="26417" y="35110"/>
                    <a:pt x="26470" y="35320"/>
                  </a:cubicBezTo>
                  <a:cubicBezTo>
                    <a:pt x="26624" y="35934"/>
                    <a:pt x="27163" y="36652"/>
                    <a:pt x="28175" y="36652"/>
                  </a:cubicBezTo>
                  <a:cubicBezTo>
                    <a:pt x="28377" y="36652"/>
                    <a:pt x="28395" y="36727"/>
                    <a:pt x="28405" y="36767"/>
                  </a:cubicBezTo>
                  <a:cubicBezTo>
                    <a:pt x="28455" y="36981"/>
                    <a:pt x="28259" y="37374"/>
                    <a:pt x="28048" y="37479"/>
                  </a:cubicBezTo>
                  <a:cubicBezTo>
                    <a:pt x="27823" y="37591"/>
                    <a:pt x="26986" y="37744"/>
                    <a:pt x="26061" y="37744"/>
                  </a:cubicBezTo>
                  <a:cubicBezTo>
                    <a:pt x="25238" y="37744"/>
                    <a:pt x="24345" y="37623"/>
                    <a:pt x="23753" y="37245"/>
                  </a:cubicBezTo>
                  <a:cubicBezTo>
                    <a:pt x="22668" y="36555"/>
                    <a:pt x="21184" y="35272"/>
                    <a:pt x="19345" y="33433"/>
                  </a:cubicBezTo>
                  <a:cubicBezTo>
                    <a:pt x="18871" y="32959"/>
                    <a:pt x="17242" y="32297"/>
                    <a:pt x="14989" y="31379"/>
                  </a:cubicBezTo>
                  <a:cubicBezTo>
                    <a:pt x="10383" y="29505"/>
                    <a:pt x="3425" y="26674"/>
                    <a:pt x="986" y="23253"/>
                  </a:cubicBezTo>
                  <a:cubicBezTo>
                    <a:pt x="713" y="22192"/>
                    <a:pt x="6557" y="10057"/>
                    <a:pt x="9636" y="4118"/>
                  </a:cubicBezTo>
                  <a:cubicBezTo>
                    <a:pt x="11274" y="962"/>
                    <a:pt x="14454" y="564"/>
                    <a:pt x="14486" y="561"/>
                  </a:cubicBezTo>
                  <a:cubicBezTo>
                    <a:pt x="14640" y="543"/>
                    <a:pt x="14751" y="403"/>
                    <a:pt x="14734" y="250"/>
                  </a:cubicBezTo>
                  <a:cubicBezTo>
                    <a:pt x="14719" y="106"/>
                    <a:pt x="14596" y="0"/>
                    <a:pt x="14455"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595;p34">
              <a:extLst>
                <a:ext uri="{FF2B5EF4-FFF2-40B4-BE49-F238E27FC236}">
                  <a16:creationId xmlns:a16="http://schemas.microsoft.com/office/drawing/2014/main" id="{B8932124-70DE-5D03-4E3B-358C71F3A3E1}"/>
                </a:ext>
              </a:extLst>
            </p:cNvPr>
            <p:cNvSpPr/>
            <p:nvPr/>
          </p:nvSpPr>
          <p:spPr>
            <a:xfrm>
              <a:off x="3898308" y="2547004"/>
              <a:ext cx="556254" cy="465895"/>
            </a:xfrm>
            <a:custGeom>
              <a:avLst/>
              <a:gdLst/>
              <a:ahLst/>
              <a:cxnLst/>
              <a:rect l="l" t="t" r="r" b="b"/>
              <a:pathLst>
                <a:path w="29192" h="24450" extrusionOk="0">
                  <a:moveTo>
                    <a:pt x="4262" y="1"/>
                  </a:moveTo>
                  <a:cubicBezTo>
                    <a:pt x="2037" y="4688"/>
                    <a:pt x="0" y="9319"/>
                    <a:pt x="347" y="9808"/>
                  </a:cubicBezTo>
                  <a:cubicBezTo>
                    <a:pt x="4022" y="14978"/>
                    <a:pt x="17392" y="18697"/>
                    <a:pt x="18753" y="20056"/>
                  </a:cubicBezTo>
                  <a:cubicBezTo>
                    <a:pt x="20112" y="21415"/>
                    <a:pt x="21848" y="23042"/>
                    <a:pt x="23207" y="23908"/>
                  </a:cubicBezTo>
                  <a:cubicBezTo>
                    <a:pt x="23850" y="24317"/>
                    <a:pt x="24799" y="24450"/>
                    <a:pt x="25672" y="24450"/>
                  </a:cubicBezTo>
                  <a:cubicBezTo>
                    <a:pt x="26643" y="24450"/>
                    <a:pt x="27521" y="24286"/>
                    <a:pt x="27781" y="24156"/>
                  </a:cubicBezTo>
                  <a:cubicBezTo>
                    <a:pt x="28274" y="23908"/>
                    <a:pt x="28646" y="22795"/>
                    <a:pt x="27781" y="22795"/>
                  </a:cubicBezTo>
                  <a:cubicBezTo>
                    <a:pt x="26916" y="22795"/>
                    <a:pt x="26473" y="22171"/>
                    <a:pt x="26349" y="21676"/>
                  </a:cubicBezTo>
                  <a:cubicBezTo>
                    <a:pt x="26323" y="21574"/>
                    <a:pt x="26367" y="21535"/>
                    <a:pt x="26459" y="21535"/>
                  </a:cubicBezTo>
                  <a:cubicBezTo>
                    <a:pt x="26737" y="21535"/>
                    <a:pt x="27455" y="21886"/>
                    <a:pt x="28034" y="21886"/>
                  </a:cubicBezTo>
                  <a:cubicBezTo>
                    <a:pt x="28186" y="21886"/>
                    <a:pt x="28328" y="21861"/>
                    <a:pt x="28450" y="21800"/>
                  </a:cubicBezTo>
                  <a:cubicBezTo>
                    <a:pt x="29191" y="21429"/>
                    <a:pt x="26792" y="20077"/>
                    <a:pt x="26050" y="19458"/>
                  </a:cubicBezTo>
                  <a:cubicBezTo>
                    <a:pt x="25309" y="18840"/>
                    <a:pt x="24690" y="17975"/>
                    <a:pt x="23701" y="17975"/>
                  </a:cubicBezTo>
                  <a:cubicBezTo>
                    <a:pt x="22713" y="17975"/>
                    <a:pt x="20856" y="17953"/>
                    <a:pt x="20856" y="17953"/>
                  </a:cubicBezTo>
                  <a:cubicBezTo>
                    <a:pt x="20856" y="17953"/>
                    <a:pt x="16301" y="14654"/>
                    <a:pt x="13551" y="12198"/>
                  </a:cubicBezTo>
                  <a:cubicBezTo>
                    <a:pt x="9845" y="8890"/>
                    <a:pt x="6578" y="7106"/>
                    <a:pt x="6578" y="7106"/>
                  </a:cubicBezTo>
                  <a:lnTo>
                    <a:pt x="9919" y="1614"/>
                  </a:lnTo>
                  <a:cubicBezTo>
                    <a:pt x="7727" y="240"/>
                    <a:pt x="5424" y="15"/>
                    <a:pt x="42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596;p34">
              <a:extLst>
                <a:ext uri="{FF2B5EF4-FFF2-40B4-BE49-F238E27FC236}">
                  <a16:creationId xmlns:a16="http://schemas.microsoft.com/office/drawing/2014/main" id="{88F8FFEC-4A87-749F-4AF8-365AE3FD72A0}"/>
                </a:ext>
              </a:extLst>
            </p:cNvPr>
            <p:cNvSpPr/>
            <p:nvPr/>
          </p:nvSpPr>
          <p:spPr>
            <a:xfrm>
              <a:off x="3890286" y="2541669"/>
              <a:ext cx="558788" cy="476508"/>
            </a:xfrm>
            <a:custGeom>
              <a:avLst/>
              <a:gdLst/>
              <a:ahLst/>
              <a:cxnLst/>
              <a:rect l="l" t="t" r="r" b="b"/>
              <a:pathLst>
                <a:path w="29325" h="25007" extrusionOk="0">
                  <a:moveTo>
                    <a:pt x="4859" y="567"/>
                  </a:moveTo>
                  <a:cubicBezTo>
                    <a:pt x="6001" y="600"/>
                    <a:pt x="8006" y="845"/>
                    <a:pt x="9955" y="1989"/>
                  </a:cubicBezTo>
                  <a:lnTo>
                    <a:pt x="6761" y="7242"/>
                  </a:lnTo>
                  <a:cubicBezTo>
                    <a:pt x="6676" y="7379"/>
                    <a:pt x="6724" y="7557"/>
                    <a:pt x="6866" y="7634"/>
                  </a:cubicBezTo>
                  <a:cubicBezTo>
                    <a:pt x="6898" y="7652"/>
                    <a:pt x="10146" y="9440"/>
                    <a:pt x="13786" y="12688"/>
                  </a:cubicBezTo>
                  <a:cubicBezTo>
                    <a:pt x="16517" y="15125"/>
                    <a:pt x="21067" y="18428"/>
                    <a:pt x="21112" y="18462"/>
                  </a:cubicBezTo>
                  <a:cubicBezTo>
                    <a:pt x="21160" y="18496"/>
                    <a:pt x="21217" y="18515"/>
                    <a:pt x="21276" y="18516"/>
                  </a:cubicBezTo>
                  <a:cubicBezTo>
                    <a:pt x="21276" y="18516"/>
                    <a:pt x="23134" y="18536"/>
                    <a:pt x="24124" y="18536"/>
                  </a:cubicBezTo>
                  <a:cubicBezTo>
                    <a:pt x="24773" y="18536"/>
                    <a:pt x="25261" y="18999"/>
                    <a:pt x="25781" y="19489"/>
                  </a:cubicBezTo>
                  <a:cubicBezTo>
                    <a:pt x="25948" y="19649"/>
                    <a:pt x="26118" y="19808"/>
                    <a:pt x="26293" y="19954"/>
                  </a:cubicBezTo>
                  <a:cubicBezTo>
                    <a:pt x="26492" y="20122"/>
                    <a:pt x="26803" y="20336"/>
                    <a:pt x="27131" y="20564"/>
                  </a:cubicBezTo>
                  <a:cubicBezTo>
                    <a:pt x="27605" y="20890"/>
                    <a:pt x="28561" y="21551"/>
                    <a:pt x="28712" y="21843"/>
                  </a:cubicBezTo>
                  <a:cubicBezTo>
                    <a:pt x="28638" y="21873"/>
                    <a:pt x="28550" y="21885"/>
                    <a:pt x="28453" y="21885"/>
                  </a:cubicBezTo>
                  <a:cubicBezTo>
                    <a:pt x="28158" y="21885"/>
                    <a:pt x="27783" y="21767"/>
                    <a:pt x="27489" y="21675"/>
                  </a:cubicBezTo>
                  <a:cubicBezTo>
                    <a:pt x="27238" y="21596"/>
                    <a:pt x="27037" y="21533"/>
                    <a:pt x="26876" y="21533"/>
                  </a:cubicBezTo>
                  <a:cubicBezTo>
                    <a:pt x="26765" y="21533"/>
                    <a:pt x="26672" y="21563"/>
                    <a:pt x="26593" y="21637"/>
                  </a:cubicBezTo>
                  <a:cubicBezTo>
                    <a:pt x="26536" y="21692"/>
                    <a:pt x="26446" y="21815"/>
                    <a:pt x="26498" y="22025"/>
                  </a:cubicBezTo>
                  <a:cubicBezTo>
                    <a:pt x="26653" y="22639"/>
                    <a:pt x="27191" y="23357"/>
                    <a:pt x="28202" y="23357"/>
                  </a:cubicBezTo>
                  <a:cubicBezTo>
                    <a:pt x="28406" y="23357"/>
                    <a:pt x="28423" y="23432"/>
                    <a:pt x="28432" y="23472"/>
                  </a:cubicBezTo>
                  <a:cubicBezTo>
                    <a:pt x="28483" y="23686"/>
                    <a:pt x="28286" y="24079"/>
                    <a:pt x="28076" y="24184"/>
                  </a:cubicBezTo>
                  <a:cubicBezTo>
                    <a:pt x="27851" y="24296"/>
                    <a:pt x="27014" y="24449"/>
                    <a:pt x="26089" y="24449"/>
                  </a:cubicBezTo>
                  <a:cubicBezTo>
                    <a:pt x="25266" y="24449"/>
                    <a:pt x="24373" y="24328"/>
                    <a:pt x="23780" y="23950"/>
                  </a:cubicBezTo>
                  <a:cubicBezTo>
                    <a:pt x="22696" y="23260"/>
                    <a:pt x="21213" y="21977"/>
                    <a:pt x="19374" y="20138"/>
                  </a:cubicBezTo>
                  <a:cubicBezTo>
                    <a:pt x="18900" y="19664"/>
                    <a:pt x="17271" y="19002"/>
                    <a:pt x="15016" y="18084"/>
                  </a:cubicBezTo>
                  <a:cubicBezTo>
                    <a:pt x="10411" y="16210"/>
                    <a:pt x="3452" y="13379"/>
                    <a:pt x="1013" y="9958"/>
                  </a:cubicBezTo>
                  <a:cubicBezTo>
                    <a:pt x="964" y="9762"/>
                    <a:pt x="1096" y="8511"/>
                    <a:pt x="4859" y="567"/>
                  </a:cubicBezTo>
                  <a:close/>
                  <a:moveTo>
                    <a:pt x="4686" y="1"/>
                  </a:moveTo>
                  <a:cubicBezTo>
                    <a:pt x="4562" y="13"/>
                    <a:pt x="4476" y="62"/>
                    <a:pt x="4429" y="161"/>
                  </a:cubicBezTo>
                  <a:cubicBezTo>
                    <a:pt x="1" y="9494"/>
                    <a:pt x="350" y="9987"/>
                    <a:pt x="538" y="10251"/>
                  </a:cubicBezTo>
                  <a:cubicBezTo>
                    <a:pt x="3089" y="13837"/>
                    <a:pt x="10139" y="16706"/>
                    <a:pt x="14803" y="18605"/>
                  </a:cubicBezTo>
                  <a:cubicBezTo>
                    <a:pt x="16830" y="19429"/>
                    <a:pt x="18580" y="20142"/>
                    <a:pt x="18974" y="20536"/>
                  </a:cubicBezTo>
                  <a:cubicBezTo>
                    <a:pt x="20844" y="22404"/>
                    <a:pt x="22358" y="23712"/>
                    <a:pt x="23478" y="24426"/>
                  </a:cubicBezTo>
                  <a:cubicBezTo>
                    <a:pt x="24169" y="24865"/>
                    <a:pt x="25162" y="25006"/>
                    <a:pt x="26077" y="25006"/>
                  </a:cubicBezTo>
                  <a:cubicBezTo>
                    <a:pt x="27117" y="25006"/>
                    <a:pt x="28053" y="24824"/>
                    <a:pt x="28326" y="24687"/>
                  </a:cubicBezTo>
                  <a:cubicBezTo>
                    <a:pt x="28772" y="24465"/>
                    <a:pt x="29088" y="23812"/>
                    <a:pt x="28978" y="23343"/>
                  </a:cubicBezTo>
                  <a:cubicBezTo>
                    <a:pt x="28897" y="23001"/>
                    <a:pt x="28606" y="22795"/>
                    <a:pt x="28200" y="22795"/>
                  </a:cubicBezTo>
                  <a:cubicBezTo>
                    <a:pt x="27658" y="22795"/>
                    <a:pt x="27315" y="22490"/>
                    <a:pt x="27143" y="22156"/>
                  </a:cubicBezTo>
                  <a:lnTo>
                    <a:pt x="27143" y="22156"/>
                  </a:lnTo>
                  <a:cubicBezTo>
                    <a:pt x="27203" y="22174"/>
                    <a:pt x="27264" y="22194"/>
                    <a:pt x="27318" y="22210"/>
                  </a:cubicBezTo>
                  <a:cubicBezTo>
                    <a:pt x="27652" y="22315"/>
                    <a:pt x="28068" y="22445"/>
                    <a:pt x="28455" y="22445"/>
                  </a:cubicBezTo>
                  <a:cubicBezTo>
                    <a:pt x="28647" y="22445"/>
                    <a:pt x="28831" y="22413"/>
                    <a:pt x="28995" y="22331"/>
                  </a:cubicBezTo>
                  <a:cubicBezTo>
                    <a:pt x="29236" y="22212"/>
                    <a:pt x="29282" y="22024"/>
                    <a:pt x="29290" y="21921"/>
                  </a:cubicBezTo>
                  <a:cubicBezTo>
                    <a:pt x="29325" y="21433"/>
                    <a:pt x="28617" y="20908"/>
                    <a:pt x="27449" y="20100"/>
                  </a:cubicBezTo>
                  <a:cubicBezTo>
                    <a:pt x="27131" y="19881"/>
                    <a:pt x="26831" y="19673"/>
                    <a:pt x="26650" y="19522"/>
                  </a:cubicBezTo>
                  <a:cubicBezTo>
                    <a:pt x="26484" y="19384"/>
                    <a:pt x="26323" y="19232"/>
                    <a:pt x="26164" y="19080"/>
                  </a:cubicBezTo>
                  <a:cubicBezTo>
                    <a:pt x="25590" y="18536"/>
                    <a:pt x="24995" y="17973"/>
                    <a:pt x="24122" y="17973"/>
                  </a:cubicBezTo>
                  <a:cubicBezTo>
                    <a:pt x="23266" y="17973"/>
                    <a:pt x="21752" y="17957"/>
                    <a:pt x="21369" y="17954"/>
                  </a:cubicBezTo>
                  <a:cubicBezTo>
                    <a:pt x="20777" y="17521"/>
                    <a:pt x="16680" y="14518"/>
                    <a:pt x="14160" y="12268"/>
                  </a:cubicBezTo>
                  <a:cubicBezTo>
                    <a:pt x="11062" y="9504"/>
                    <a:pt x="8235" y="7779"/>
                    <a:pt x="7390" y="7286"/>
                  </a:cubicBezTo>
                  <a:lnTo>
                    <a:pt x="10581" y="2040"/>
                  </a:lnTo>
                  <a:cubicBezTo>
                    <a:pt x="10659" y="1909"/>
                    <a:pt x="10619" y="1736"/>
                    <a:pt x="10489" y="1655"/>
                  </a:cubicBezTo>
                  <a:cubicBezTo>
                    <a:pt x="8246" y="250"/>
                    <a:pt x="5889" y="15"/>
                    <a:pt x="4686"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597;p34">
              <a:extLst>
                <a:ext uri="{FF2B5EF4-FFF2-40B4-BE49-F238E27FC236}">
                  <a16:creationId xmlns:a16="http://schemas.microsoft.com/office/drawing/2014/main" id="{02BFF551-CE73-8B78-5679-6EA6BC787A34}"/>
                </a:ext>
              </a:extLst>
            </p:cNvPr>
            <p:cNvSpPr/>
            <p:nvPr/>
          </p:nvSpPr>
          <p:spPr>
            <a:xfrm>
              <a:off x="4220147" y="1881641"/>
              <a:ext cx="299278" cy="334987"/>
            </a:xfrm>
            <a:custGeom>
              <a:avLst/>
              <a:gdLst/>
              <a:ahLst/>
              <a:cxnLst/>
              <a:rect l="l" t="t" r="r" b="b"/>
              <a:pathLst>
                <a:path w="15706" h="17580" extrusionOk="0">
                  <a:moveTo>
                    <a:pt x="12548" y="1"/>
                  </a:moveTo>
                  <a:lnTo>
                    <a:pt x="12532" y="12"/>
                  </a:lnTo>
                  <a:cubicBezTo>
                    <a:pt x="11458" y="1872"/>
                    <a:pt x="8354" y="2973"/>
                    <a:pt x="6979" y="3396"/>
                  </a:cubicBezTo>
                  <a:cubicBezTo>
                    <a:pt x="5468" y="3861"/>
                    <a:pt x="7676" y="4907"/>
                    <a:pt x="7444" y="6303"/>
                  </a:cubicBezTo>
                  <a:cubicBezTo>
                    <a:pt x="7211" y="7698"/>
                    <a:pt x="4189" y="8512"/>
                    <a:pt x="4189" y="8512"/>
                  </a:cubicBezTo>
                  <a:cubicBezTo>
                    <a:pt x="4189" y="8512"/>
                    <a:pt x="3324" y="6653"/>
                    <a:pt x="2096" y="6653"/>
                  </a:cubicBezTo>
                  <a:cubicBezTo>
                    <a:pt x="868" y="6653"/>
                    <a:pt x="0" y="9462"/>
                    <a:pt x="702" y="10955"/>
                  </a:cubicBezTo>
                  <a:cubicBezTo>
                    <a:pt x="1184" y="11981"/>
                    <a:pt x="2041" y="12142"/>
                    <a:pt x="2530" y="12142"/>
                  </a:cubicBezTo>
                  <a:cubicBezTo>
                    <a:pt x="2751" y="12142"/>
                    <a:pt x="2897" y="12109"/>
                    <a:pt x="2897" y="12109"/>
                  </a:cubicBezTo>
                  <a:lnTo>
                    <a:pt x="2897" y="12109"/>
                  </a:lnTo>
                  <a:cubicBezTo>
                    <a:pt x="2897" y="12109"/>
                    <a:pt x="2809" y="14740"/>
                    <a:pt x="4476" y="15529"/>
                  </a:cubicBezTo>
                  <a:cubicBezTo>
                    <a:pt x="6143" y="16319"/>
                    <a:pt x="8951" y="17372"/>
                    <a:pt x="10003" y="17547"/>
                  </a:cubicBezTo>
                  <a:cubicBezTo>
                    <a:pt x="10130" y="17568"/>
                    <a:pt x="10258" y="17579"/>
                    <a:pt x="10384" y="17579"/>
                  </a:cubicBezTo>
                  <a:cubicBezTo>
                    <a:pt x="11302" y="17579"/>
                    <a:pt x="12162" y="17005"/>
                    <a:pt x="12548" y="15618"/>
                  </a:cubicBezTo>
                  <a:cubicBezTo>
                    <a:pt x="12985" y="14038"/>
                    <a:pt x="13249" y="10792"/>
                    <a:pt x="13249" y="10792"/>
                  </a:cubicBezTo>
                  <a:cubicBezTo>
                    <a:pt x="13249" y="10792"/>
                    <a:pt x="14829" y="9740"/>
                    <a:pt x="15266" y="9126"/>
                  </a:cubicBezTo>
                  <a:cubicBezTo>
                    <a:pt x="15705" y="8512"/>
                    <a:pt x="14126" y="7897"/>
                    <a:pt x="13688" y="7020"/>
                  </a:cubicBezTo>
                  <a:cubicBezTo>
                    <a:pt x="13249" y="6142"/>
                    <a:pt x="13249" y="5441"/>
                    <a:pt x="13424" y="4211"/>
                  </a:cubicBezTo>
                  <a:cubicBezTo>
                    <a:pt x="13601" y="2983"/>
                    <a:pt x="12548" y="1"/>
                    <a:pt x="125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598;p34">
              <a:extLst>
                <a:ext uri="{FF2B5EF4-FFF2-40B4-BE49-F238E27FC236}">
                  <a16:creationId xmlns:a16="http://schemas.microsoft.com/office/drawing/2014/main" id="{00208031-A86E-9054-3D8E-A12B9F6F664E}"/>
                </a:ext>
              </a:extLst>
            </p:cNvPr>
            <p:cNvSpPr/>
            <p:nvPr/>
          </p:nvSpPr>
          <p:spPr>
            <a:xfrm>
              <a:off x="4218337" y="1876439"/>
              <a:ext cx="304842" cy="345581"/>
            </a:xfrm>
            <a:custGeom>
              <a:avLst/>
              <a:gdLst/>
              <a:ahLst/>
              <a:cxnLst/>
              <a:rect l="l" t="t" r="r" b="b"/>
              <a:pathLst>
                <a:path w="15998" h="18136" extrusionOk="0">
                  <a:moveTo>
                    <a:pt x="12552" y="892"/>
                  </a:moveTo>
                  <a:cubicBezTo>
                    <a:pt x="12880" y="1920"/>
                    <a:pt x="13354" y="3654"/>
                    <a:pt x="13242" y="4446"/>
                  </a:cubicBezTo>
                  <a:cubicBezTo>
                    <a:pt x="13061" y="5706"/>
                    <a:pt x="13058" y="6473"/>
                    <a:pt x="13532" y="7419"/>
                  </a:cubicBezTo>
                  <a:cubicBezTo>
                    <a:pt x="13741" y="7839"/>
                    <a:pt x="14156" y="8186"/>
                    <a:pt x="14523" y="8492"/>
                  </a:cubicBezTo>
                  <a:cubicBezTo>
                    <a:pt x="14927" y="8830"/>
                    <a:pt x="15228" y="9100"/>
                    <a:pt x="15134" y="9234"/>
                  </a:cubicBezTo>
                  <a:cubicBezTo>
                    <a:pt x="14798" y="9704"/>
                    <a:pt x="13615" y="10545"/>
                    <a:pt x="13188" y="10831"/>
                  </a:cubicBezTo>
                  <a:cubicBezTo>
                    <a:pt x="13117" y="10879"/>
                    <a:pt x="13071" y="10957"/>
                    <a:pt x="13064" y="11043"/>
                  </a:cubicBezTo>
                  <a:cubicBezTo>
                    <a:pt x="13061" y="11075"/>
                    <a:pt x="12797" y="14281"/>
                    <a:pt x="12371" y="15815"/>
                  </a:cubicBezTo>
                  <a:cubicBezTo>
                    <a:pt x="12056" y="16949"/>
                    <a:pt x="11379" y="17572"/>
                    <a:pt x="10487" y="17572"/>
                  </a:cubicBezTo>
                  <a:cubicBezTo>
                    <a:pt x="10376" y="17572"/>
                    <a:pt x="10262" y="17563"/>
                    <a:pt x="10144" y="17543"/>
                  </a:cubicBezTo>
                  <a:cubicBezTo>
                    <a:pt x="9112" y="17371"/>
                    <a:pt x="6284" y="16302"/>
                    <a:pt x="4691" y="15548"/>
                  </a:cubicBezTo>
                  <a:cubicBezTo>
                    <a:pt x="3214" y="14848"/>
                    <a:pt x="3273" y="12414"/>
                    <a:pt x="3273" y="12390"/>
                  </a:cubicBezTo>
                  <a:cubicBezTo>
                    <a:pt x="3278" y="12231"/>
                    <a:pt x="3149" y="12100"/>
                    <a:pt x="2990" y="12100"/>
                  </a:cubicBezTo>
                  <a:cubicBezTo>
                    <a:pt x="2972" y="12100"/>
                    <a:pt x="2951" y="12102"/>
                    <a:pt x="2931" y="12106"/>
                  </a:cubicBezTo>
                  <a:cubicBezTo>
                    <a:pt x="2915" y="12109"/>
                    <a:pt x="2796" y="12134"/>
                    <a:pt x="2621" y="12134"/>
                  </a:cubicBezTo>
                  <a:cubicBezTo>
                    <a:pt x="2205" y="12134"/>
                    <a:pt x="1469" y="11996"/>
                    <a:pt x="1051" y="11107"/>
                  </a:cubicBezTo>
                  <a:cubicBezTo>
                    <a:pt x="606" y="10162"/>
                    <a:pt x="871" y="8636"/>
                    <a:pt x="1399" y="7805"/>
                  </a:cubicBezTo>
                  <a:cubicBezTo>
                    <a:pt x="1541" y="7582"/>
                    <a:pt x="1832" y="7207"/>
                    <a:pt x="2191" y="7207"/>
                  </a:cubicBezTo>
                  <a:cubicBezTo>
                    <a:pt x="3049" y="7207"/>
                    <a:pt x="3809" y="8432"/>
                    <a:pt x="4029" y="8905"/>
                  </a:cubicBezTo>
                  <a:cubicBezTo>
                    <a:pt x="4076" y="9005"/>
                    <a:pt x="4176" y="9067"/>
                    <a:pt x="4283" y="9067"/>
                  </a:cubicBezTo>
                  <a:cubicBezTo>
                    <a:pt x="4307" y="9067"/>
                    <a:pt x="4332" y="9063"/>
                    <a:pt x="4357" y="9056"/>
                  </a:cubicBezTo>
                  <a:cubicBezTo>
                    <a:pt x="4685" y="8969"/>
                    <a:pt x="7561" y="8152"/>
                    <a:pt x="7817" y="6622"/>
                  </a:cubicBezTo>
                  <a:cubicBezTo>
                    <a:pt x="7939" y="5887"/>
                    <a:pt x="7512" y="5270"/>
                    <a:pt x="7169" y="4774"/>
                  </a:cubicBezTo>
                  <a:cubicBezTo>
                    <a:pt x="7009" y="4544"/>
                    <a:pt x="6790" y="4227"/>
                    <a:pt x="6826" y="4121"/>
                  </a:cubicBezTo>
                  <a:cubicBezTo>
                    <a:pt x="6829" y="4112"/>
                    <a:pt x="6866" y="4029"/>
                    <a:pt x="7157" y="3939"/>
                  </a:cubicBezTo>
                  <a:cubicBezTo>
                    <a:pt x="8687" y="3469"/>
                    <a:pt x="11296" y="2476"/>
                    <a:pt x="12552" y="892"/>
                  </a:cubicBezTo>
                  <a:close/>
                  <a:moveTo>
                    <a:pt x="12638" y="0"/>
                  </a:moveTo>
                  <a:cubicBezTo>
                    <a:pt x="12571" y="0"/>
                    <a:pt x="12505" y="22"/>
                    <a:pt x="12451" y="65"/>
                  </a:cubicBezTo>
                  <a:cubicBezTo>
                    <a:pt x="12424" y="87"/>
                    <a:pt x="12400" y="115"/>
                    <a:pt x="12383" y="145"/>
                  </a:cubicBezTo>
                  <a:cubicBezTo>
                    <a:pt x="11409" y="1834"/>
                    <a:pt x="8587" y="2910"/>
                    <a:pt x="6992" y="3400"/>
                  </a:cubicBezTo>
                  <a:cubicBezTo>
                    <a:pt x="6606" y="3519"/>
                    <a:pt x="6378" y="3694"/>
                    <a:pt x="6295" y="3937"/>
                  </a:cubicBezTo>
                  <a:cubicBezTo>
                    <a:pt x="6166" y="4312"/>
                    <a:pt x="6428" y="4693"/>
                    <a:pt x="6707" y="5094"/>
                  </a:cubicBezTo>
                  <a:cubicBezTo>
                    <a:pt x="7007" y="5527"/>
                    <a:pt x="7348" y="6018"/>
                    <a:pt x="7262" y="6529"/>
                  </a:cubicBezTo>
                  <a:cubicBezTo>
                    <a:pt x="7111" y="7445"/>
                    <a:pt x="5331" y="8173"/>
                    <a:pt x="4429" y="8450"/>
                  </a:cubicBezTo>
                  <a:cubicBezTo>
                    <a:pt x="4143" y="7926"/>
                    <a:pt x="3323" y="6643"/>
                    <a:pt x="2191" y="6643"/>
                  </a:cubicBezTo>
                  <a:cubicBezTo>
                    <a:pt x="1720" y="6643"/>
                    <a:pt x="1283" y="6940"/>
                    <a:pt x="925" y="7503"/>
                  </a:cubicBezTo>
                  <a:cubicBezTo>
                    <a:pt x="320" y="8455"/>
                    <a:pt x="1" y="10197"/>
                    <a:pt x="542" y="11346"/>
                  </a:cubicBezTo>
                  <a:cubicBezTo>
                    <a:pt x="1046" y="12417"/>
                    <a:pt x="1973" y="12699"/>
                    <a:pt x="2623" y="12699"/>
                  </a:cubicBezTo>
                  <a:cubicBezTo>
                    <a:pt x="2655" y="12699"/>
                    <a:pt x="2686" y="12698"/>
                    <a:pt x="2716" y="12697"/>
                  </a:cubicBezTo>
                  <a:cubicBezTo>
                    <a:pt x="2751" y="13465"/>
                    <a:pt x="2989" y="15363"/>
                    <a:pt x="4450" y="16055"/>
                  </a:cubicBezTo>
                  <a:cubicBezTo>
                    <a:pt x="6085" y="16830"/>
                    <a:pt x="8948" y="17912"/>
                    <a:pt x="10051" y="18097"/>
                  </a:cubicBezTo>
                  <a:cubicBezTo>
                    <a:pt x="10198" y="18122"/>
                    <a:pt x="10348" y="18134"/>
                    <a:pt x="10497" y="18135"/>
                  </a:cubicBezTo>
                  <a:cubicBezTo>
                    <a:pt x="11642" y="18135"/>
                    <a:pt x="12527" y="17351"/>
                    <a:pt x="12914" y="15964"/>
                  </a:cubicBezTo>
                  <a:cubicBezTo>
                    <a:pt x="13309" y="14542"/>
                    <a:pt x="13558" y="11860"/>
                    <a:pt x="13614" y="11221"/>
                  </a:cubicBezTo>
                  <a:cubicBezTo>
                    <a:pt x="13992" y="10963"/>
                    <a:pt x="15195" y="10115"/>
                    <a:pt x="15592" y="9560"/>
                  </a:cubicBezTo>
                  <a:cubicBezTo>
                    <a:pt x="15997" y="8991"/>
                    <a:pt x="15406" y="8496"/>
                    <a:pt x="14884" y="8059"/>
                  </a:cubicBezTo>
                  <a:cubicBezTo>
                    <a:pt x="14560" y="7787"/>
                    <a:pt x="14193" y="7481"/>
                    <a:pt x="14035" y="7166"/>
                  </a:cubicBezTo>
                  <a:cubicBezTo>
                    <a:pt x="13626" y="6349"/>
                    <a:pt x="13631" y="5690"/>
                    <a:pt x="13798" y="4523"/>
                  </a:cubicBezTo>
                  <a:cubicBezTo>
                    <a:pt x="13981" y="3243"/>
                    <a:pt x="12952" y="304"/>
                    <a:pt x="12908" y="180"/>
                  </a:cubicBezTo>
                  <a:cubicBezTo>
                    <a:pt x="12877" y="94"/>
                    <a:pt x="12800" y="34"/>
                    <a:pt x="12713" y="10"/>
                  </a:cubicBezTo>
                  <a:cubicBezTo>
                    <a:pt x="12688" y="3"/>
                    <a:pt x="12663" y="0"/>
                    <a:pt x="12638"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599;p34">
              <a:extLst>
                <a:ext uri="{FF2B5EF4-FFF2-40B4-BE49-F238E27FC236}">
                  <a16:creationId xmlns:a16="http://schemas.microsoft.com/office/drawing/2014/main" id="{6C1DEFA1-2CAC-477F-3522-E988030D173D}"/>
                </a:ext>
              </a:extLst>
            </p:cNvPr>
            <p:cNvSpPr/>
            <p:nvPr/>
          </p:nvSpPr>
          <p:spPr>
            <a:xfrm>
              <a:off x="4435088" y="1999535"/>
              <a:ext cx="13319" cy="33251"/>
            </a:xfrm>
            <a:custGeom>
              <a:avLst/>
              <a:gdLst/>
              <a:ahLst/>
              <a:cxnLst/>
              <a:rect l="l" t="t" r="r" b="b"/>
              <a:pathLst>
                <a:path w="699" h="1745" extrusionOk="0">
                  <a:moveTo>
                    <a:pt x="350" y="0"/>
                  </a:moveTo>
                  <a:cubicBezTo>
                    <a:pt x="158" y="0"/>
                    <a:pt x="0" y="391"/>
                    <a:pt x="0" y="872"/>
                  </a:cubicBezTo>
                  <a:cubicBezTo>
                    <a:pt x="0" y="1354"/>
                    <a:pt x="156" y="1745"/>
                    <a:pt x="350" y="1745"/>
                  </a:cubicBezTo>
                  <a:cubicBezTo>
                    <a:pt x="543" y="1745"/>
                    <a:pt x="699" y="1354"/>
                    <a:pt x="699" y="872"/>
                  </a:cubicBezTo>
                  <a:cubicBezTo>
                    <a:pt x="699" y="391"/>
                    <a:pt x="543" y="0"/>
                    <a:pt x="350"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600;p34">
              <a:extLst>
                <a:ext uri="{FF2B5EF4-FFF2-40B4-BE49-F238E27FC236}">
                  <a16:creationId xmlns:a16="http://schemas.microsoft.com/office/drawing/2014/main" id="{AB42E7AC-73AB-65BA-E9FF-198CD1E1645B}"/>
                </a:ext>
              </a:extLst>
            </p:cNvPr>
            <p:cNvSpPr/>
            <p:nvPr/>
          </p:nvSpPr>
          <p:spPr>
            <a:xfrm>
              <a:off x="4412507" y="1966951"/>
              <a:ext cx="43998" cy="26868"/>
            </a:xfrm>
            <a:custGeom>
              <a:avLst/>
              <a:gdLst/>
              <a:ahLst/>
              <a:cxnLst/>
              <a:rect l="l" t="t" r="r" b="b"/>
              <a:pathLst>
                <a:path w="2309" h="1410" extrusionOk="0">
                  <a:moveTo>
                    <a:pt x="1783" y="0"/>
                  </a:moveTo>
                  <a:cubicBezTo>
                    <a:pt x="1021" y="0"/>
                    <a:pt x="257" y="835"/>
                    <a:pt x="163" y="942"/>
                  </a:cubicBezTo>
                  <a:cubicBezTo>
                    <a:pt x="1" y="1124"/>
                    <a:pt x="129" y="1410"/>
                    <a:pt x="371" y="1410"/>
                  </a:cubicBezTo>
                  <a:cubicBezTo>
                    <a:pt x="452" y="1410"/>
                    <a:pt x="529" y="1376"/>
                    <a:pt x="581" y="1317"/>
                  </a:cubicBezTo>
                  <a:cubicBezTo>
                    <a:pt x="771" y="1103"/>
                    <a:pt x="1359" y="562"/>
                    <a:pt x="1781" y="562"/>
                  </a:cubicBezTo>
                  <a:cubicBezTo>
                    <a:pt x="1826" y="562"/>
                    <a:pt x="1869" y="568"/>
                    <a:pt x="1910" y="581"/>
                  </a:cubicBezTo>
                  <a:cubicBezTo>
                    <a:pt x="1938" y="590"/>
                    <a:pt x="1966" y="594"/>
                    <a:pt x="1994" y="594"/>
                  </a:cubicBezTo>
                  <a:cubicBezTo>
                    <a:pt x="2111" y="594"/>
                    <a:pt x="2221" y="520"/>
                    <a:pt x="2260" y="402"/>
                  </a:cubicBezTo>
                  <a:cubicBezTo>
                    <a:pt x="2308" y="258"/>
                    <a:pt x="2232" y="100"/>
                    <a:pt x="2088" y="49"/>
                  </a:cubicBezTo>
                  <a:cubicBezTo>
                    <a:pt x="1987" y="15"/>
                    <a:pt x="1885" y="0"/>
                    <a:pt x="1783"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601;p34">
              <a:extLst>
                <a:ext uri="{FF2B5EF4-FFF2-40B4-BE49-F238E27FC236}">
                  <a16:creationId xmlns:a16="http://schemas.microsoft.com/office/drawing/2014/main" id="{1CFF8940-38B3-9CA3-E9A6-9F6C9581AC73}"/>
                </a:ext>
              </a:extLst>
            </p:cNvPr>
            <p:cNvSpPr/>
            <p:nvPr/>
          </p:nvSpPr>
          <p:spPr>
            <a:xfrm>
              <a:off x="4398121" y="2109368"/>
              <a:ext cx="58537" cy="23800"/>
            </a:xfrm>
            <a:custGeom>
              <a:avLst/>
              <a:gdLst/>
              <a:ahLst/>
              <a:cxnLst/>
              <a:rect l="l" t="t" r="r" b="b"/>
              <a:pathLst>
                <a:path w="3072" h="1249" extrusionOk="0">
                  <a:moveTo>
                    <a:pt x="312" y="1"/>
                  </a:moveTo>
                  <a:cubicBezTo>
                    <a:pt x="236" y="1"/>
                    <a:pt x="159" y="32"/>
                    <a:pt x="104" y="93"/>
                  </a:cubicBezTo>
                  <a:cubicBezTo>
                    <a:pt x="0" y="209"/>
                    <a:pt x="11" y="387"/>
                    <a:pt x="126" y="490"/>
                  </a:cubicBezTo>
                  <a:cubicBezTo>
                    <a:pt x="805" y="1103"/>
                    <a:pt x="1519" y="1249"/>
                    <a:pt x="2045" y="1249"/>
                  </a:cubicBezTo>
                  <a:cubicBezTo>
                    <a:pt x="2506" y="1249"/>
                    <a:pt x="2823" y="1138"/>
                    <a:pt x="2850" y="1128"/>
                  </a:cubicBezTo>
                  <a:cubicBezTo>
                    <a:pt x="2996" y="1074"/>
                    <a:pt x="3072" y="913"/>
                    <a:pt x="3019" y="767"/>
                  </a:cubicBezTo>
                  <a:cubicBezTo>
                    <a:pt x="2978" y="653"/>
                    <a:pt x="2870" y="581"/>
                    <a:pt x="2754" y="581"/>
                  </a:cubicBezTo>
                  <a:cubicBezTo>
                    <a:pt x="2723" y="581"/>
                    <a:pt x="2691" y="587"/>
                    <a:pt x="2659" y="598"/>
                  </a:cubicBezTo>
                  <a:cubicBezTo>
                    <a:pt x="2639" y="605"/>
                    <a:pt x="2400" y="687"/>
                    <a:pt x="2049" y="687"/>
                  </a:cubicBezTo>
                  <a:cubicBezTo>
                    <a:pt x="1631" y="687"/>
                    <a:pt x="1054" y="571"/>
                    <a:pt x="501" y="73"/>
                  </a:cubicBezTo>
                  <a:cubicBezTo>
                    <a:pt x="447" y="25"/>
                    <a:pt x="379" y="1"/>
                    <a:pt x="312"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602;p34">
              <a:extLst>
                <a:ext uri="{FF2B5EF4-FFF2-40B4-BE49-F238E27FC236}">
                  <a16:creationId xmlns:a16="http://schemas.microsoft.com/office/drawing/2014/main" id="{085EE3EB-4DB8-A94E-E84F-0E0A0DD25E02}"/>
                </a:ext>
              </a:extLst>
            </p:cNvPr>
            <p:cNvSpPr/>
            <p:nvPr/>
          </p:nvSpPr>
          <p:spPr>
            <a:xfrm>
              <a:off x="3779024" y="4211877"/>
              <a:ext cx="221324" cy="195276"/>
            </a:xfrm>
            <a:custGeom>
              <a:avLst/>
              <a:gdLst/>
              <a:ahLst/>
              <a:cxnLst/>
              <a:rect l="l" t="t" r="r" b="b"/>
              <a:pathLst>
                <a:path w="11615" h="10248" extrusionOk="0">
                  <a:moveTo>
                    <a:pt x="2098" y="1"/>
                  </a:moveTo>
                  <a:cubicBezTo>
                    <a:pt x="2098" y="1"/>
                    <a:pt x="0" y="4207"/>
                    <a:pt x="82" y="4777"/>
                  </a:cubicBezTo>
                  <a:cubicBezTo>
                    <a:pt x="164" y="5347"/>
                    <a:pt x="4319" y="8363"/>
                    <a:pt x="6275" y="9422"/>
                  </a:cubicBezTo>
                  <a:cubicBezTo>
                    <a:pt x="7237" y="9943"/>
                    <a:pt x="8573" y="10247"/>
                    <a:pt x="9654" y="10247"/>
                  </a:cubicBezTo>
                  <a:cubicBezTo>
                    <a:pt x="10771" y="10247"/>
                    <a:pt x="11615" y="9923"/>
                    <a:pt x="11490" y="9177"/>
                  </a:cubicBezTo>
                  <a:cubicBezTo>
                    <a:pt x="11245" y="7712"/>
                    <a:pt x="7905" y="6733"/>
                    <a:pt x="7090" y="4534"/>
                  </a:cubicBezTo>
                  <a:cubicBezTo>
                    <a:pt x="6275" y="2333"/>
                    <a:pt x="5958" y="1054"/>
                    <a:pt x="5958" y="1054"/>
                  </a:cubicBezTo>
                  <a:cubicBezTo>
                    <a:pt x="5958" y="1054"/>
                    <a:pt x="5901" y="1057"/>
                    <a:pt x="5796" y="1057"/>
                  </a:cubicBezTo>
                  <a:cubicBezTo>
                    <a:pt x="5283" y="1057"/>
                    <a:pt x="3637" y="975"/>
                    <a:pt x="20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603;p34">
              <a:extLst>
                <a:ext uri="{FF2B5EF4-FFF2-40B4-BE49-F238E27FC236}">
                  <a16:creationId xmlns:a16="http://schemas.microsoft.com/office/drawing/2014/main" id="{F9AF379F-FFA1-37E6-3F11-73477B465D83}"/>
                </a:ext>
              </a:extLst>
            </p:cNvPr>
            <p:cNvSpPr/>
            <p:nvPr/>
          </p:nvSpPr>
          <p:spPr>
            <a:xfrm>
              <a:off x="3773650" y="4206542"/>
              <a:ext cx="230889" cy="205946"/>
            </a:xfrm>
            <a:custGeom>
              <a:avLst/>
              <a:gdLst/>
              <a:ahLst/>
              <a:cxnLst/>
              <a:rect l="l" t="t" r="r" b="b"/>
              <a:pathLst>
                <a:path w="12117" h="10808" extrusionOk="0">
                  <a:moveTo>
                    <a:pt x="2496" y="679"/>
                  </a:moveTo>
                  <a:cubicBezTo>
                    <a:pt x="3971" y="1516"/>
                    <a:pt x="5463" y="1614"/>
                    <a:pt x="6024" y="1618"/>
                  </a:cubicBezTo>
                  <a:cubicBezTo>
                    <a:pt x="6148" y="2072"/>
                    <a:pt x="6481" y="3214"/>
                    <a:pt x="7108" y="4910"/>
                  </a:cubicBezTo>
                  <a:cubicBezTo>
                    <a:pt x="7569" y="6152"/>
                    <a:pt x="8744" y="7004"/>
                    <a:pt x="9781" y="7754"/>
                  </a:cubicBezTo>
                  <a:cubicBezTo>
                    <a:pt x="10613" y="8356"/>
                    <a:pt x="11399" y="8926"/>
                    <a:pt x="11495" y="9504"/>
                  </a:cubicBezTo>
                  <a:cubicBezTo>
                    <a:pt x="11527" y="9698"/>
                    <a:pt x="11467" y="9838"/>
                    <a:pt x="11300" y="9956"/>
                  </a:cubicBezTo>
                  <a:cubicBezTo>
                    <a:pt x="11019" y="10157"/>
                    <a:pt x="10528" y="10251"/>
                    <a:pt x="9947" y="10251"/>
                  </a:cubicBezTo>
                  <a:cubicBezTo>
                    <a:pt x="8926" y="10251"/>
                    <a:pt x="7625" y="9962"/>
                    <a:pt x="6691" y="9456"/>
                  </a:cubicBezTo>
                  <a:cubicBezTo>
                    <a:pt x="4541" y="8292"/>
                    <a:pt x="831" y="5499"/>
                    <a:pt x="643" y="5024"/>
                  </a:cubicBezTo>
                  <a:cubicBezTo>
                    <a:pt x="627" y="4679"/>
                    <a:pt x="1551" y="2595"/>
                    <a:pt x="2496" y="679"/>
                  </a:cubicBezTo>
                  <a:close/>
                  <a:moveTo>
                    <a:pt x="2381" y="0"/>
                  </a:moveTo>
                  <a:cubicBezTo>
                    <a:pt x="2278" y="0"/>
                    <a:pt x="2178" y="56"/>
                    <a:pt x="2129" y="155"/>
                  </a:cubicBezTo>
                  <a:cubicBezTo>
                    <a:pt x="1486" y="1445"/>
                    <a:pt x="1" y="4504"/>
                    <a:pt x="85" y="5096"/>
                  </a:cubicBezTo>
                  <a:cubicBezTo>
                    <a:pt x="198" y="5887"/>
                    <a:pt x="4757" y="9047"/>
                    <a:pt x="6422" y="9950"/>
                  </a:cubicBezTo>
                  <a:cubicBezTo>
                    <a:pt x="7372" y="10464"/>
                    <a:pt x="8776" y="10808"/>
                    <a:pt x="9945" y="10808"/>
                  </a:cubicBezTo>
                  <a:cubicBezTo>
                    <a:pt x="10634" y="10808"/>
                    <a:pt x="11241" y="10688"/>
                    <a:pt x="11626" y="10415"/>
                  </a:cubicBezTo>
                  <a:cubicBezTo>
                    <a:pt x="11966" y="10172"/>
                    <a:pt x="12116" y="9816"/>
                    <a:pt x="12049" y="9412"/>
                  </a:cubicBezTo>
                  <a:cubicBezTo>
                    <a:pt x="11915" y="8606"/>
                    <a:pt x="11078" y="8000"/>
                    <a:pt x="10111" y="7300"/>
                  </a:cubicBezTo>
                  <a:cubicBezTo>
                    <a:pt x="9138" y="6596"/>
                    <a:pt x="8035" y="5797"/>
                    <a:pt x="7634" y="4716"/>
                  </a:cubicBezTo>
                  <a:cubicBezTo>
                    <a:pt x="6837" y="2559"/>
                    <a:pt x="6516" y="1278"/>
                    <a:pt x="6513" y="1267"/>
                  </a:cubicBezTo>
                  <a:cubicBezTo>
                    <a:pt x="6482" y="1140"/>
                    <a:pt x="6369" y="1053"/>
                    <a:pt x="6241" y="1053"/>
                  </a:cubicBezTo>
                  <a:cubicBezTo>
                    <a:pt x="6235" y="1053"/>
                    <a:pt x="6229" y="1053"/>
                    <a:pt x="6223" y="1054"/>
                  </a:cubicBezTo>
                  <a:cubicBezTo>
                    <a:pt x="6220" y="1054"/>
                    <a:pt x="6175" y="1056"/>
                    <a:pt x="6095" y="1056"/>
                  </a:cubicBezTo>
                  <a:cubicBezTo>
                    <a:pt x="5636" y="1056"/>
                    <a:pt x="4021" y="986"/>
                    <a:pt x="2530" y="43"/>
                  </a:cubicBezTo>
                  <a:cubicBezTo>
                    <a:pt x="2483" y="14"/>
                    <a:pt x="2432" y="0"/>
                    <a:pt x="2381" y="0"/>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604;p34">
              <a:extLst>
                <a:ext uri="{FF2B5EF4-FFF2-40B4-BE49-F238E27FC236}">
                  <a16:creationId xmlns:a16="http://schemas.microsoft.com/office/drawing/2014/main" id="{19A2AEDE-B573-3983-6CDD-D5253635233A}"/>
                </a:ext>
              </a:extLst>
            </p:cNvPr>
            <p:cNvSpPr/>
            <p:nvPr/>
          </p:nvSpPr>
          <p:spPr>
            <a:xfrm>
              <a:off x="3780186" y="4284687"/>
              <a:ext cx="219742" cy="122466"/>
            </a:xfrm>
            <a:custGeom>
              <a:avLst/>
              <a:gdLst/>
              <a:ahLst/>
              <a:cxnLst/>
              <a:rect l="l" t="t" r="r" b="b"/>
              <a:pathLst>
                <a:path w="11532" h="6427" extrusionOk="0">
                  <a:moveTo>
                    <a:pt x="291" y="1"/>
                  </a:moveTo>
                  <a:cubicBezTo>
                    <a:pt x="113" y="460"/>
                    <a:pt x="1" y="818"/>
                    <a:pt x="21" y="958"/>
                  </a:cubicBezTo>
                  <a:cubicBezTo>
                    <a:pt x="103" y="1528"/>
                    <a:pt x="4258" y="4542"/>
                    <a:pt x="6214" y="5603"/>
                  </a:cubicBezTo>
                  <a:cubicBezTo>
                    <a:pt x="7175" y="6123"/>
                    <a:pt x="8509" y="6427"/>
                    <a:pt x="9589" y="6427"/>
                  </a:cubicBezTo>
                  <a:cubicBezTo>
                    <a:pt x="10694" y="6427"/>
                    <a:pt x="11532" y="6109"/>
                    <a:pt x="11429" y="5380"/>
                  </a:cubicBezTo>
                  <a:lnTo>
                    <a:pt x="11429" y="5380"/>
                  </a:lnTo>
                  <a:cubicBezTo>
                    <a:pt x="11107" y="5424"/>
                    <a:pt x="10751" y="5453"/>
                    <a:pt x="10364" y="5453"/>
                  </a:cubicBezTo>
                  <a:cubicBezTo>
                    <a:pt x="9408" y="5453"/>
                    <a:pt x="8269" y="5279"/>
                    <a:pt x="7027" y="4741"/>
                  </a:cubicBezTo>
                  <a:cubicBezTo>
                    <a:pt x="4010" y="3433"/>
                    <a:pt x="1084" y="758"/>
                    <a:pt x="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605;p34">
              <a:extLst>
                <a:ext uri="{FF2B5EF4-FFF2-40B4-BE49-F238E27FC236}">
                  <a16:creationId xmlns:a16="http://schemas.microsoft.com/office/drawing/2014/main" id="{9BA3ED0B-7CB9-A198-5A92-C470F405E6FF}"/>
                </a:ext>
              </a:extLst>
            </p:cNvPr>
            <p:cNvSpPr/>
            <p:nvPr/>
          </p:nvSpPr>
          <p:spPr>
            <a:xfrm>
              <a:off x="3774908" y="4279313"/>
              <a:ext cx="229441" cy="133156"/>
            </a:xfrm>
            <a:custGeom>
              <a:avLst/>
              <a:gdLst/>
              <a:ahLst/>
              <a:cxnLst/>
              <a:rect l="l" t="t" r="r" b="b"/>
              <a:pathLst>
                <a:path w="12041" h="6988" extrusionOk="0">
                  <a:moveTo>
                    <a:pt x="686" y="777"/>
                  </a:moveTo>
                  <a:cubicBezTo>
                    <a:pt x="1796" y="1801"/>
                    <a:pt x="4455" y="4094"/>
                    <a:pt x="7192" y="5281"/>
                  </a:cubicBezTo>
                  <a:cubicBezTo>
                    <a:pt x="8325" y="5772"/>
                    <a:pt x="9478" y="6017"/>
                    <a:pt x="10633" y="6017"/>
                  </a:cubicBezTo>
                  <a:cubicBezTo>
                    <a:pt x="10883" y="6017"/>
                    <a:pt x="11132" y="6005"/>
                    <a:pt x="11381" y="5982"/>
                  </a:cubicBezTo>
                  <a:lnTo>
                    <a:pt x="11381" y="5982"/>
                  </a:lnTo>
                  <a:cubicBezTo>
                    <a:pt x="11340" y="6047"/>
                    <a:pt x="11286" y="6101"/>
                    <a:pt x="11222" y="6143"/>
                  </a:cubicBezTo>
                  <a:cubicBezTo>
                    <a:pt x="10941" y="6338"/>
                    <a:pt x="10455" y="6429"/>
                    <a:pt x="9880" y="6429"/>
                  </a:cubicBezTo>
                  <a:cubicBezTo>
                    <a:pt x="8858" y="6429"/>
                    <a:pt x="7555" y="6141"/>
                    <a:pt x="6625" y="5637"/>
                  </a:cubicBezTo>
                  <a:cubicBezTo>
                    <a:pt x="4475" y="4473"/>
                    <a:pt x="765" y="1680"/>
                    <a:pt x="577" y="1205"/>
                  </a:cubicBezTo>
                  <a:cubicBezTo>
                    <a:pt x="577" y="1193"/>
                    <a:pt x="577" y="1101"/>
                    <a:pt x="686" y="777"/>
                  </a:cubicBezTo>
                  <a:close/>
                  <a:moveTo>
                    <a:pt x="568" y="1"/>
                  </a:moveTo>
                  <a:cubicBezTo>
                    <a:pt x="457" y="1"/>
                    <a:pt x="349" y="65"/>
                    <a:pt x="305" y="181"/>
                  </a:cubicBezTo>
                  <a:cubicBezTo>
                    <a:pt x="21" y="914"/>
                    <a:pt x="0" y="1142"/>
                    <a:pt x="19" y="1279"/>
                  </a:cubicBezTo>
                  <a:cubicBezTo>
                    <a:pt x="132" y="2069"/>
                    <a:pt x="4691" y="5228"/>
                    <a:pt x="6356" y="6131"/>
                  </a:cubicBezTo>
                  <a:cubicBezTo>
                    <a:pt x="7302" y="6643"/>
                    <a:pt x="8709" y="6987"/>
                    <a:pt x="9879" y="6987"/>
                  </a:cubicBezTo>
                  <a:cubicBezTo>
                    <a:pt x="10558" y="6987"/>
                    <a:pt x="11159" y="6871"/>
                    <a:pt x="11543" y="6604"/>
                  </a:cubicBezTo>
                  <a:cubicBezTo>
                    <a:pt x="11884" y="6367"/>
                    <a:pt x="12040" y="6019"/>
                    <a:pt x="11985" y="5624"/>
                  </a:cubicBezTo>
                  <a:cubicBezTo>
                    <a:pt x="11965" y="5482"/>
                    <a:pt x="11844" y="5381"/>
                    <a:pt x="11706" y="5381"/>
                  </a:cubicBezTo>
                  <a:cubicBezTo>
                    <a:pt x="11693" y="5381"/>
                    <a:pt x="11681" y="5381"/>
                    <a:pt x="11668" y="5383"/>
                  </a:cubicBezTo>
                  <a:cubicBezTo>
                    <a:pt x="11323" y="5431"/>
                    <a:pt x="10976" y="5455"/>
                    <a:pt x="10630" y="5455"/>
                  </a:cubicBezTo>
                  <a:cubicBezTo>
                    <a:pt x="9553" y="5455"/>
                    <a:pt x="8476" y="5223"/>
                    <a:pt x="7417" y="4763"/>
                  </a:cubicBezTo>
                  <a:cubicBezTo>
                    <a:pt x="4458" y="3483"/>
                    <a:pt x="1574" y="855"/>
                    <a:pt x="760" y="79"/>
                  </a:cubicBezTo>
                  <a:cubicBezTo>
                    <a:pt x="705" y="26"/>
                    <a:pt x="636" y="1"/>
                    <a:pt x="568" y="1"/>
                  </a:cubicBezTo>
                  <a:close/>
                </a:path>
              </a:pathLst>
            </a:custGeom>
            <a:solidFill>
              <a:srgbClr val="1F1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13892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45D89F3C-DC6F-DC74-BEAA-0B8ED17886B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7539FCE-2108-17F6-8A37-6DBC18453214}"/>
              </a:ext>
            </a:extLst>
          </p:cNvPr>
          <p:cNvSpPr txBox="1"/>
          <p:nvPr/>
        </p:nvSpPr>
        <p:spPr>
          <a:xfrm>
            <a:off x="1286210" y="4483837"/>
            <a:ext cx="6647054" cy="338554"/>
          </a:xfrm>
          <a:prstGeom prst="rect">
            <a:avLst/>
          </a:prstGeom>
          <a:noFill/>
        </p:spPr>
        <p:txBody>
          <a:bodyPr wrap="square">
            <a:spAutoFit/>
          </a:bodyPr>
          <a:lstStyle/>
          <a:p>
            <a:r>
              <a:rPr lang="en-US" sz="1600" b="1" dirty="0" err="1">
                <a:solidFill>
                  <a:srgbClr val="002060"/>
                </a:solidFill>
                <a:latin typeface="Segeo UI Light"/>
                <a:ea typeface="Segoe UI Black" panose="020B0A02040204020203" pitchFamily="34" charset="0"/>
              </a:rPr>
              <a:t>Hình</a:t>
            </a:r>
            <a:r>
              <a:rPr lang="en-US" sz="1600" b="1" dirty="0">
                <a:solidFill>
                  <a:srgbClr val="002060"/>
                </a:solidFill>
                <a:latin typeface="Segeo UI Light"/>
                <a:ea typeface="Segoe UI Black" panose="020B0A02040204020203" pitchFamily="34" charset="0"/>
              </a:rPr>
              <a:t> 4.11. Các User </a:t>
            </a:r>
            <a:r>
              <a:rPr lang="en-US" sz="1600" b="1" dirty="0" err="1">
                <a:solidFill>
                  <a:srgbClr val="002060"/>
                </a:solidFill>
                <a:latin typeface="Segeo UI Light"/>
                <a:ea typeface="Segoe UI Black" panose="020B0A02040204020203" pitchFamily="34" charset="0"/>
              </a:rPr>
              <a:t>gửi</a:t>
            </a:r>
            <a:r>
              <a:rPr lang="en-US" sz="1600" b="1" dirty="0">
                <a:solidFill>
                  <a:srgbClr val="002060"/>
                </a:solidFill>
                <a:latin typeface="Segeo UI Light"/>
                <a:ea typeface="Segoe UI Black" panose="020B0A02040204020203" pitchFamily="34" charset="0"/>
              </a:rPr>
              <a:t> request </a:t>
            </a:r>
            <a:r>
              <a:rPr lang="en-US" sz="1600" b="1" dirty="0" err="1">
                <a:solidFill>
                  <a:srgbClr val="002060"/>
                </a:solidFill>
                <a:latin typeface="Segeo UI Light"/>
                <a:ea typeface="Segoe UI Black" panose="020B0A02040204020203" pitchFamily="34" charset="0"/>
              </a:rPr>
              <a:t>để</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thực</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hiện</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xác</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thực</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chéo</a:t>
            </a:r>
            <a:r>
              <a:rPr lang="en-US" sz="1600" b="1" dirty="0">
                <a:solidFill>
                  <a:srgbClr val="002060"/>
                </a:solidFill>
                <a:latin typeface="Segeo UI Light"/>
                <a:ea typeface="Segoe UI Black" panose="020B0A02040204020203" pitchFamily="34" charset="0"/>
              </a:rPr>
              <a:t> </a:t>
            </a:r>
          </a:p>
        </p:txBody>
      </p:sp>
      <p:sp>
        <p:nvSpPr>
          <p:cNvPr id="4" name="Title 3">
            <a:extLst>
              <a:ext uri="{FF2B5EF4-FFF2-40B4-BE49-F238E27FC236}">
                <a16:creationId xmlns:a16="http://schemas.microsoft.com/office/drawing/2014/main" id="{F286B6B2-2398-DC21-E1E2-51D0F70D0C02}"/>
              </a:ext>
            </a:extLst>
          </p:cNvPr>
          <p:cNvSpPr>
            <a:spLocks noGrp="1"/>
          </p:cNvSpPr>
          <p:nvPr>
            <p:ph type="title"/>
          </p:nvPr>
        </p:nvSpPr>
        <p:spPr>
          <a:xfrm>
            <a:off x="118945" y="121429"/>
            <a:ext cx="8668216" cy="785538"/>
          </a:xfrm>
        </p:spPr>
        <p:txBody>
          <a:bodyPr/>
          <a:lstStyle/>
          <a:p>
            <a:r>
              <a:rPr lang="en-US" sz="1600" dirty="0">
                <a:latin typeface="Segoe UI Light" panose="020B0502040204020203" pitchFamily="34" charset="0"/>
                <a:cs typeface="Segoe UI Light" panose="020B0502040204020203" pitchFamily="34" charset="0"/>
              </a:rPr>
              <a:t>- Tiến </a:t>
            </a:r>
            <a:r>
              <a:rPr lang="en-US" sz="1600" dirty="0" err="1">
                <a:latin typeface="Segoe UI Light" panose="020B0502040204020203" pitchFamily="34" charset="0"/>
                <a:cs typeface="Segoe UI Light" panose="020B0502040204020203" pitchFamily="34" charset="0"/>
              </a:rPr>
              <a:t>hành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thực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chéo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bằng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cách</a:t>
            </a:r>
            <a:r>
              <a:rPr lang="en-US" sz="1600" dirty="0">
                <a:latin typeface="Segoe UI Light" panose="020B0502040204020203" pitchFamily="34" charset="0"/>
                <a:cs typeface="Segoe UI Light" panose="020B0502040204020203" pitchFamily="34" charset="0"/>
              </a:rPr>
              <a:t>: User1 </a:t>
            </a:r>
            <a:r>
              <a:rPr lang="en-US" sz="1600" dirty="0" err="1">
                <a:latin typeface="Segoe UI Light" panose="020B0502040204020203" pitchFamily="34" charset="0"/>
                <a:cs typeface="Segoe UI Light" panose="020B0502040204020203" pitchFamily="34" charset="0"/>
              </a:rPr>
              <a:t>gửi</a:t>
            </a:r>
            <a:r>
              <a:rPr lang="en-US" sz="1600" dirty="0">
                <a:latin typeface="Segoe UI Light" panose="020B0502040204020203" pitchFamily="34" charset="0"/>
                <a:cs typeface="Segoe UI Light" panose="020B0502040204020203" pitchFamily="34" charset="0"/>
              </a:rPr>
              <a:t> request </a:t>
            </a:r>
            <a:r>
              <a:rPr lang="en-US" sz="1600" dirty="0" err="1">
                <a:latin typeface="Segoe UI Light" panose="020B0502040204020203" pitchFamily="34" charset="0"/>
                <a:cs typeface="Segoe UI Light" panose="020B0502040204020203" pitchFamily="34" charset="0"/>
              </a:rPr>
              <a:t>đến</a:t>
            </a:r>
            <a:r>
              <a:rPr lang="en-US" sz="1600" dirty="0">
                <a:latin typeface="Segoe UI Light" panose="020B0502040204020203" pitchFamily="34" charset="0"/>
                <a:cs typeface="Segoe UI Light" panose="020B0502040204020203" pitchFamily="34" charset="0"/>
              </a:rPr>
              <a:t> RootCA2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User2 </a:t>
            </a:r>
            <a:r>
              <a:rPr lang="en-US" sz="1600" dirty="0" err="1">
                <a:latin typeface="Segoe UI Light" panose="020B0502040204020203" pitchFamily="34" charset="0"/>
                <a:cs typeface="Segoe UI Light" panose="020B0502040204020203" pitchFamily="34" charset="0"/>
              </a:rPr>
              <a:t>gửi</a:t>
            </a:r>
            <a:r>
              <a:rPr lang="en-US" sz="1600" dirty="0">
                <a:latin typeface="Segoe UI Light" panose="020B0502040204020203" pitchFamily="34" charset="0"/>
                <a:cs typeface="Segoe UI Light" panose="020B0502040204020203" pitchFamily="34" charset="0"/>
              </a:rPr>
              <a:t> request </a:t>
            </a:r>
            <a:r>
              <a:rPr lang="en-US" sz="1600" dirty="0" err="1">
                <a:latin typeface="Segoe UI Light" panose="020B0502040204020203" pitchFamily="34" charset="0"/>
                <a:cs typeface="Segoe UI Light" panose="020B0502040204020203" pitchFamily="34" charset="0"/>
              </a:rPr>
              <a:t>đến</a:t>
            </a:r>
            <a:r>
              <a:rPr lang="en-US" sz="1600" dirty="0">
                <a:latin typeface="Segoe UI Light" panose="020B0502040204020203" pitchFamily="34" charset="0"/>
                <a:cs typeface="Segoe UI Light" panose="020B0502040204020203" pitchFamily="34" charset="0"/>
              </a:rPr>
              <a:t> RootCA1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xác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thực</a:t>
            </a:r>
            <a:r>
              <a:rPr lang="en-US" sz="1600" dirty="0">
                <a:latin typeface="Segoe UI Light" panose="020B0502040204020203" pitchFamily="34" charset="0"/>
                <a:cs typeface="Segoe UI Light" panose="020B0502040204020203" pitchFamily="34" charset="0"/>
              </a:rPr>
              <a:t>. </a:t>
            </a:r>
          </a:p>
        </p:txBody>
      </p:sp>
      <p:pic>
        <p:nvPicPr>
          <p:cNvPr id="3" name="Picture 2" descr="A close-up of a certificate&#10;&#10;AI-generated content may be incorrect.">
            <a:extLst>
              <a:ext uri="{FF2B5EF4-FFF2-40B4-BE49-F238E27FC236}">
                <a16:creationId xmlns:a16="http://schemas.microsoft.com/office/drawing/2014/main" id="{51BD8045-0FDF-BBFE-EF37-0E70E44487C7}"/>
              </a:ext>
            </a:extLst>
          </p:cNvPr>
          <p:cNvPicPr/>
          <p:nvPr/>
        </p:nvPicPr>
        <p:blipFill>
          <a:blip r:embed="rId3"/>
          <a:stretch>
            <a:fillRect/>
          </a:stretch>
        </p:blipFill>
        <p:spPr>
          <a:xfrm>
            <a:off x="1210735" y="906967"/>
            <a:ext cx="6722529" cy="3449421"/>
          </a:xfrm>
          <a:prstGeom prst="rect">
            <a:avLst/>
          </a:prstGeom>
        </p:spPr>
      </p:pic>
    </p:spTree>
    <p:extLst>
      <p:ext uri="{BB962C8B-B14F-4D97-AF65-F5344CB8AC3E}">
        <p14:creationId xmlns:p14="http://schemas.microsoft.com/office/powerpoint/2010/main" val="21095407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28">
          <a:extLst>
            <a:ext uri="{FF2B5EF4-FFF2-40B4-BE49-F238E27FC236}">
              <a16:creationId xmlns:a16="http://schemas.microsoft.com/office/drawing/2014/main" id="{DCB50991-59C3-0803-398F-06D2D472955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BFB66AC-B97C-40CC-4382-9F74304640C7}"/>
              </a:ext>
            </a:extLst>
          </p:cNvPr>
          <p:cNvSpPr txBox="1"/>
          <p:nvPr/>
        </p:nvSpPr>
        <p:spPr>
          <a:xfrm>
            <a:off x="25553" y="4230030"/>
            <a:ext cx="4282999" cy="338554"/>
          </a:xfrm>
          <a:prstGeom prst="rect">
            <a:avLst/>
          </a:prstGeom>
          <a:noFill/>
        </p:spPr>
        <p:txBody>
          <a:bodyPr wrap="square">
            <a:spAutoFit/>
          </a:bodyPr>
          <a:lstStyle/>
          <a:p>
            <a:r>
              <a:rPr lang="en-US" sz="1600" b="1" dirty="0" err="1">
                <a:solidFill>
                  <a:srgbClr val="002060"/>
                </a:solidFill>
                <a:latin typeface="Segeo UI Light"/>
                <a:ea typeface="Segoe UI Black" panose="020B0A02040204020203" pitchFamily="34" charset="0"/>
              </a:rPr>
              <a:t>Hình</a:t>
            </a:r>
            <a:r>
              <a:rPr lang="en-US" sz="1600" b="1" dirty="0">
                <a:solidFill>
                  <a:srgbClr val="002060"/>
                </a:solidFill>
                <a:latin typeface="Segeo UI Light"/>
                <a:ea typeface="Segoe UI Black" panose="020B0A02040204020203" pitchFamily="34" charset="0"/>
              </a:rPr>
              <a:t> 4.12. </a:t>
            </a:r>
            <a:r>
              <a:rPr lang="en-US" sz="1600" b="1" dirty="0" err="1">
                <a:solidFill>
                  <a:srgbClr val="002060"/>
                </a:solidFill>
                <a:latin typeface="Segeo UI Light"/>
                <a:ea typeface="Segoe UI Black" panose="020B0A02040204020203" pitchFamily="34" charset="0"/>
              </a:rPr>
              <a:t>Xác</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thực</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chéo</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thành</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công</a:t>
            </a:r>
            <a:r>
              <a:rPr lang="en-US" sz="1600" b="1" dirty="0">
                <a:solidFill>
                  <a:srgbClr val="002060"/>
                </a:solidFill>
                <a:latin typeface="Segeo UI Light"/>
                <a:ea typeface="Segoe UI Black" panose="020B0A02040204020203" pitchFamily="34" charset="0"/>
              </a:rPr>
              <a:t> </a:t>
            </a:r>
            <a:r>
              <a:rPr lang="en-US" sz="1600" b="1" dirty="0" err="1">
                <a:solidFill>
                  <a:srgbClr val="002060"/>
                </a:solidFill>
                <a:latin typeface="Segeo UI Light"/>
                <a:ea typeface="Segoe UI Black" panose="020B0A02040204020203" pitchFamily="34" charset="0"/>
              </a:rPr>
              <a:t>cho</a:t>
            </a:r>
            <a:r>
              <a:rPr lang="en-US" sz="1600" b="1" dirty="0">
                <a:solidFill>
                  <a:srgbClr val="002060"/>
                </a:solidFill>
                <a:latin typeface="Segeo UI Light"/>
                <a:ea typeface="Segoe UI Black" panose="020B0A02040204020203" pitchFamily="34" charset="0"/>
              </a:rPr>
              <a:t> User1 </a:t>
            </a:r>
          </a:p>
        </p:txBody>
      </p:sp>
      <p:sp>
        <p:nvSpPr>
          <p:cNvPr id="4" name="Title 3">
            <a:extLst>
              <a:ext uri="{FF2B5EF4-FFF2-40B4-BE49-F238E27FC236}">
                <a16:creationId xmlns:a16="http://schemas.microsoft.com/office/drawing/2014/main" id="{96AF129F-E716-7B32-0588-20F547A33C46}"/>
              </a:ext>
            </a:extLst>
          </p:cNvPr>
          <p:cNvSpPr>
            <a:spLocks noGrp="1"/>
          </p:cNvSpPr>
          <p:nvPr>
            <p:ph type="title"/>
          </p:nvPr>
        </p:nvSpPr>
        <p:spPr>
          <a:xfrm>
            <a:off x="1360447" y="131090"/>
            <a:ext cx="4646343" cy="369226"/>
          </a:xfrm>
        </p:spPr>
        <p:txBody>
          <a:bodyPr/>
          <a:lstStyle/>
          <a:p>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Xác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thực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chéo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thành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công</a:t>
            </a:r>
            <a:r>
              <a:rPr lang="en-US" sz="1600" dirty="0">
                <a:latin typeface="Segoe UI Light" panose="020B0502040204020203" pitchFamily="34" charset="0"/>
                <a:cs typeface="Segoe UI Light" panose="020B0502040204020203" pitchFamily="34" charset="0"/>
              </a:rPr>
              <a:t>:</a:t>
            </a:r>
            <a:endParaRPr lang="en-US" sz="1000" dirty="0">
              <a:latin typeface="Segoe UI Light" panose="020B0502040204020203" pitchFamily="34" charset="0"/>
              <a:cs typeface="Segoe UI Light" panose="020B0502040204020203" pitchFamily="34" charset="0"/>
            </a:endParaRPr>
          </a:p>
        </p:txBody>
      </p:sp>
      <p:pic>
        <p:nvPicPr>
          <p:cNvPr id="2" name="Picture 1" descr="A close-up of a certificate&#10;&#10;AI-generated content may be incorrect.">
            <a:extLst>
              <a:ext uri="{FF2B5EF4-FFF2-40B4-BE49-F238E27FC236}">
                <a16:creationId xmlns:a16="http://schemas.microsoft.com/office/drawing/2014/main" id="{2818BE5E-4279-24B2-6F06-DF735B521063}"/>
              </a:ext>
            </a:extLst>
          </p:cNvPr>
          <p:cNvPicPr/>
          <p:nvPr/>
        </p:nvPicPr>
        <p:blipFill>
          <a:blip r:embed="rId3"/>
          <a:stretch>
            <a:fillRect/>
          </a:stretch>
        </p:blipFill>
        <p:spPr>
          <a:xfrm>
            <a:off x="118944" y="654206"/>
            <a:ext cx="4189607" cy="3427141"/>
          </a:xfrm>
          <a:prstGeom prst="rect">
            <a:avLst/>
          </a:prstGeom>
        </p:spPr>
      </p:pic>
      <p:pic>
        <p:nvPicPr>
          <p:cNvPr id="5" name="Picture 4" descr="A close-up of a certificate&#10;&#10;AI-generated content may be incorrect.">
            <a:extLst>
              <a:ext uri="{FF2B5EF4-FFF2-40B4-BE49-F238E27FC236}">
                <a16:creationId xmlns:a16="http://schemas.microsoft.com/office/drawing/2014/main" id="{6062812A-D2F7-E533-77DC-E2E891878887}"/>
              </a:ext>
            </a:extLst>
          </p:cNvPr>
          <p:cNvPicPr/>
          <p:nvPr/>
        </p:nvPicPr>
        <p:blipFill>
          <a:blip r:embed="rId4"/>
          <a:stretch>
            <a:fillRect/>
          </a:stretch>
        </p:blipFill>
        <p:spPr>
          <a:xfrm>
            <a:off x="4453053" y="654206"/>
            <a:ext cx="4616603" cy="3427140"/>
          </a:xfrm>
          <a:prstGeom prst="rect">
            <a:avLst/>
          </a:prstGeom>
        </p:spPr>
      </p:pic>
      <p:sp>
        <p:nvSpPr>
          <p:cNvPr id="8" name="TextBox 7">
            <a:extLst>
              <a:ext uri="{FF2B5EF4-FFF2-40B4-BE49-F238E27FC236}">
                <a16:creationId xmlns:a16="http://schemas.microsoft.com/office/drawing/2014/main" id="{615A3BFF-F6C2-F960-D501-E031C1350065}"/>
              </a:ext>
            </a:extLst>
          </p:cNvPr>
          <p:cNvSpPr txBox="1"/>
          <p:nvPr/>
        </p:nvSpPr>
        <p:spPr>
          <a:xfrm>
            <a:off x="4572000" y="4224515"/>
            <a:ext cx="4809896" cy="358816"/>
          </a:xfrm>
          <a:prstGeom prst="rect">
            <a:avLst/>
          </a:prstGeom>
          <a:noFill/>
        </p:spPr>
        <p:txBody>
          <a:bodyPr wrap="square">
            <a:spAutoFit/>
          </a:bodyPr>
          <a:lstStyle/>
          <a:p>
            <a:pPr marL="0" marR="516890">
              <a:lnSpc>
                <a:spcPct val="115000"/>
              </a:lnSpc>
              <a:spcBef>
                <a:spcPts val="1800"/>
              </a:spcBef>
              <a:spcAft>
                <a:spcPts val="400"/>
              </a:spcAft>
              <a:buNone/>
            </a:pP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Hình</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4.13.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Xác</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thực</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chéo</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thành</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công</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a:t>
            </a:r>
            <a:r>
              <a:rPr lang="en-US" sz="1600" b="1" kern="100" dirty="0" err="1">
                <a:solidFill>
                  <a:srgbClr val="002060"/>
                </a:solidFill>
                <a:effectLst/>
                <a:latin typeface="Segeo UI Light"/>
                <a:ea typeface="Segoe UI Black" panose="020B0A02040204020203" pitchFamily="34" charset="0"/>
                <a:cs typeface="Times New Roman" panose="02020603050405020304" pitchFamily="18" charset="0"/>
              </a:rPr>
              <a:t>cho</a:t>
            </a:r>
            <a:r>
              <a:rPr lang="en-US" sz="1600" b="1" kern="100" dirty="0">
                <a:solidFill>
                  <a:srgbClr val="002060"/>
                </a:solidFill>
                <a:effectLst/>
                <a:latin typeface="Segeo UI Light"/>
                <a:ea typeface="Segoe UI Black" panose="020B0A02040204020203" pitchFamily="34" charset="0"/>
                <a:cs typeface="Times New Roman" panose="02020603050405020304" pitchFamily="18" charset="0"/>
              </a:rPr>
              <a:t> User2 </a:t>
            </a:r>
            <a:endParaRPr lang="en-US" sz="2800" b="1" kern="100" dirty="0">
              <a:solidFill>
                <a:srgbClr val="002060"/>
              </a:solidFill>
              <a:effectLst/>
              <a:latin typeface="Segeo UI Light"/>
              <a:ea typeface="Segoe UI Black" panose="020B0A02040204020203" pitchFamily="34"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F03341B4-D96D-DB9B-A382-E5B2AF559070}"/>
              </a:ext>
            </a:extLst>
          </p:cNvPr>
          <p:cNvCxnSpPr>
            <a:cxnSpLocks/>
          </p:cNvCxnSpPr>
          <p:nvPr/>
        </p:nvCxnSpPr>
        <p:spPr>
          <a:xfrm>
            <a:off x="4378712" y="500316"/>
            <a:ext cx="0" cy="388360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1328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CA83A-BFB9-D6E8-2EA6-149C3B64F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D34DE-BAD2-04CC-5493-6D92529C0EEB}"/>
              </a:ext>
            </a:extLst>
          </p:cNvPr>
          <p:cNvSpPr>
            <a:spLocks noGrp="1"/>
          </p:cNvSpPr>
          <p:nvPr>
            <p:ph type="title"/>
          </p:nvPr>
        </p:nvSpPr>
        <p:spPr>
          <a:xfrm>
            <a:off x="119032" y="1354854"/>
            <a:ext cx="8452537" cy="3455039"/>
          </a:xfrm>
        </p:spPr>
        <p:txBody>
          <a:bodyPr/>
          <a:lstStyle/>
          <a:p>
            <a:r>
              <a:rPr lang="en-US" sz="1600" dirty="0">
                <a:latin typeface="Segoe UI Light" panose="020B0502040204020203" pitchFamily="34" charset="0"/>
                <a:cs typeface="Segoe UI Light" panose="020B0502040204020203" pitchFamily="34" charset="0"/>
              </a:rPr>
              <a:t>- Qua </a:t>
            </a:r>
            <a:r>
              <a:rPr lang="en-US" sz="1600" dirty="0" err="1">
                <a:latin typeface="Segoe UI Light" panose="020B0502040204020203" pitchFamily="34" charset="0"/>
                <a:cs typeface="Segoe UI Light" panose="020B0502040204020203" pitchFamily="34" charset="0"/>
              </a:rPr>
              <a:t>quá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trình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triển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khai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trên</a:t>
            </a:r>
            <a:r>
              <a:rPr lang="en-US" sz="1600" dirty="0">
                <a:latin typeface="Segoe UI Light" panose="020B0502040204020203" pitchFamily="34" charset="0"/>
                <a:cs typeface="Segoe UI Light" panose="020B0502040204020203" pitchFamily="34" charset="0"/>
              </a:rPr>
              <a:t>, ta </a:t>
            </a:r>
            <a:r>
              <a:rPr lang="en-US" sz="1600" dirty="0" err="1">
                <a:latin typeface="Segoe UI Light" panose="020B0502040204020203" pitchFamily="34" charset="0"/>
                <a:cs typeface="Segoe UI Light" panose="020B0502040204020203" pitchFamily="34" charset="0"/>
              </a:rPr>
              <a:t>thấy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rằng</a:t>
            </a:r>
            <a:r>
              <a:rPr lang="en-US" sz="1600" dirty="0">
                <a:latin typeface="Segoe UI Light" panose="020B0502040204020203" pitchFamily="34" charset="0"/>
                <a:cs typeface="Segoe UI Light" panose="020B0502040204020203" pitchFamily="34" charset="0"/>
              </a:rPr>
              <a:t> EJBCA </a:t>
            </a:r>
            <a:r>
              <a:rPr lang="en-US" sz="1600" dirty="0" err="1">
                <a:latin typeface="Segoe UI Light" panose="020B0502040204020203" pitchFamily="34" charset="0"/>
                <a:cs typeface="Segoe UI Light" panose="020B0502040204020203" pitchFamily="34" charset="0"/>
              </a:rPr>
              <a:t>cung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cấp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đầy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đủ</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năng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cấp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phát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thư</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số</a:t>
            </a:r>
            <a:r>
              <a:rPr lang="en-US" sz="1600" dirty="0">
                <a:latin typeface="Segoe UI Light" panose="020B0502040204020203" pitchFamily="34" charset="0"/>
                <a:cs typeface="Segoe UI Light" panose="020B0502040204020203" pitchFamily="34" charset="0"/>
              </a:rPr>
              <a:t>, bao </a:t>
            </a:r>
            <a:r>
              <a:rPr lang="en-US" sz="1600" dirty="0" err="1">
                <a:latin typeface="Segoe UI Light" panose="020B0502040204020203" pitchFamily="34" charset="0"/>
                <a:cs typeface="Segoe UI Light" panose="020B0502040204020203" pitchFamily="34" charset="0"/>
              </a:rPr>
              <a:t>gồm</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Tạo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quản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lý</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RootCA</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Quản </a:t>
            </a:r>
            <a:r>
              <a:rPr lang="en-US" sz="1600" dirty="0" err="1">
                <a:latin typeface="Segoe UI Light" panose="020B0502040204020203" pitchFamily="34" charset="0"/>
                <a:cs typeface="Segoe UI Light" panose="020B0502040204020203" pitchFamily="34" charset="0"/>
              </a:rPr>
              <a:t>lý</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End Entity Profiles.</a:t>
            </a: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Cấp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phát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xuất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thư</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số</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quản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lý</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trạng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thái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thư</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hợp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lệ</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hồi</a:t>
            </a:r>
            <a:r>
              <a:rPr lang="en-US" sz="1600" dirty="0">
                <a:latin typeface="Segoe UI Light" panose="020B0502040204020203" pitchFamily="34" charset="0"/>
                <a:cs typeface="Segoe UI Light" panose="020B0502040204020203" pitchFamily="34" charset="0"/>
              </a:rPr>
              <a:t>).</a:t>
            </a:r>
            <a:br>
              <a:rPr lang="en-US" sz="1600" dirty="0">
                <a:latin typeface="Segoe UI Light" panose="020B0502040204020203" pitchFamily="34" charset="0"/>
                <a:cs typeface="Segoe UI Light" panose="020B0502040204020203" pitchFamily="34" charset="0"/>
              </a:rPr>
            </a:br>
            <a:br>
              <a:rPr lang="en-US" sz="1600" dirty="0">
                <a:latin typeface="Segoe UI Light" panose="020B0502040204020203" pitchFamily="34" charset="0"/>
                <a:cs typeface="Segoe UI Light" panose="020B0502040204020203" pitchFamily="34" charset="0"/>
              </a:rPr>
            </a:br>
            <a:r>
              <a:rPr lang="en-US" sz="1600" dirty="0">
                <a:latin typeface="Segoe UI Light" panose="020B0502040204020203" pitchFamily="34" charset="0"/>
                <a:cs typeface="Segoe UI Light" panose="020B0502040204020203" pitchFamily="34" charset="0"/>
              </a:rPr>
              <a:t>-&gt; </a:t>
            </a:r>
            <a:r>
              <a:rPr lang="en-US" sz="1600" dirty="0" err="1">
                <a:latin typeface="Segoe UI Light" panose="020B0502040204020203" pitchFamily="34" charset="0"/>
                <a:cs typeface="Segoe UI Light" panose="020B0502040204020203" pitchFamily="34" charset="0"/>
              </a:rPr>
              <a:t>Việc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cấp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phát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thư</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số</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bằng</a:t>
            </a:r>
            <a:r>
              <a:rPr lang="en-US" sz="1600" dirty="0">
                <a:latin typeface="Segoe UI Light" panose="020B0502040204020203" pitchFamily="34" charset="0"/>
                <a:cs typeface="Segoe UI Light" panose="020B0502040204020203" pitchFamily="34" charset="0"/>
              </a:rPr>
              <a:t> EJBCA </a:t>
            </a:r>
            <a:r>
              <a:rPr lang="en-US" sz="1600" dirty="0" err="1">
                <a:latin typeface="Segoe UI Light" panose="020B0502040204020203" pitchFamily="34" charset="0"/>
                <a:cs typeface="Segoe UI Light" panose="020B0502040204020203" pitchFamily="34" charset="0"/>
              </a:rPr>
              <a:t>không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chỉ</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đảm</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bảo</a:t>
            </a:r>
            <a:r>
              <a:rPr lang="en-US" sz="1600"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xác</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thực</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danh</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tính</a:t>
            </a:r>
            <a:r>
              <a:rPr lang="en-US" sz="1600"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tính</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toàn</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vẹn</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dữ</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liệu</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mà</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còn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tạo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nền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tảng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triển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khai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dụng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bảo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mật</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trong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giao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dịch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điện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tử</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Đây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cũng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là</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sở</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để</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mở</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rộng</a:t>
            </a:r>
            <a:r>
              <a:rPr lang="en-US" sz="1600" dirty="0">
                <a:latin typeface="Segoe UI Light" panose="020B0502040204020203" pitchFamily="34" charset="0"/>
                <a:cs typeface="Segoe UI Light" panose="020B0502040204020203" pitchFamily="34" charset="0"/>
              </a:rPr>
              <a:t> sang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giải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pháp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nâng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cao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như</a:t>
            </a:r>
            <a:r>
              <a:rPr lang="en-US" sz="1600"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chứng</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thực</a:t>
            </a:r>
            <a:r>
              <a:rPr lang="en-US" sz="1600" b="1" dirty="0">
                <a:latin typeface="Segoe UI Light" panose="020B0502040204020203" pitchFamily="34" charset="0"/>
                <a:cs typeface="Segoe UI Light" panose="020B0502040204020203" pitchFamily="34" charset="0"/>
              </a:rPr>
              <a:t> </a:t>
            </a:r>
            <a:r>
              <a:rPr lang="en-US" sz="1600" b="1" dirty="0" err="1">
                <a:latin typeface="Segoe UI Light" panose="020B0502040204020203" pitchFamily="34" charset="0"/>
                <a:cs typeface="Segoe UI Light" panose="020B0502040204020203" pitchFamily="34" charset="0"/>
              </a:rPr>
              <a:t>chéo</a:t>
            </a:r>
            <a:r>
              <a:rPr lang="en-US" sz="1600" b="1" dirty="0">
                <a:latin typeface="Segoe UI Light" panose="020B0502040204020203" pitchFamily="34" charset="0"/>
                <a:cs typeface="Segoe UI Light" panose="020B0502040204020203" pitchFamily="34" charset="0"/>
              </a:rPr>
              <a:t> (cross-certification)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giữa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các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hệ</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thống</a:t>
            </a:r>
            <a:r>
              <a:rPr lang="en-US" sz="1600" dirty="0">
                <a:latin typeface="Segoe UI Light" panose="020B0502040204020203" pitchFamily="34" charset="0"/>
                <a:cs typeface="Segoe UI Light" panose="020B0502040204020203" pitchFamily="34" charset="0"/>
              </a:rPr>
              <a:t> PKI </a:t>
            </a:r>
            <a:r>
              <a:rPr lang="en-US" sz="1600" dirty="0" err="1">
                <a:latin typeface="Segoe UI Light" panose="020B0502040204020203" pitchFamily="34" charset="0"/>
                <a:cs typeface="Segoe UI Light" panose="020B0502040204020203" pitchFamily="34" charset="0"/>
              </a:rPr>
              <a:t>độc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lập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góp</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phần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hình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thành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môi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trường</a:t>
            </a:r>
            <a:r>
              <a:rPr lang="en-US" sz="1600" dirty="0">
                <a:latin typeface="Segoe UI Light" panose="020B0502040204020203" pitchFamily="34" charset="0"/>
                <a:cs typeface="Segoe UI Light" panose="020B0502040204020203" pitchFamily="34" charset="0"/>
              </a:rPr>
              <a:t> tin </a:t>
            </a:r>
            <a:r>
              <a:rPr lang="en-US" sz="1600" dirty="0" err="1">
                <a:latin typeface="Segoe UI Light" panose="020B0502040204020203" pitchFamily="34" charset="0"/>
                <a:cs typeface="Segoe UI Light" panose="020B0502040204020203" pitchFamily="34" charset="0"/>
              </a:rPr>
              <a:t>cậy</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rộng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lớn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hơn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ví</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dụ</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trong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Chính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phủ</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điện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tử</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dịch</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vụ</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công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trực</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tuyến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và</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thương</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mại</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điện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tử</a:t>
            </a:r>
            <a:r>
              <a:rPr lang="en-US" sz="1600" dirty="0">
                <a:latin typeface="Segoe UI Light" panose="020B0502040204020203" pitchFamily="34" charset="0"/>
                <a:cs typeface="Segoe UI Light" panose="020B0502040204020203" pitchFamily="34" charset="0"/>
              </a:rPr>
              <a:t>).</a:t>
            </a:r>
            <a:br>
              <a:rPr lang="en-US" dirty="0"/>
            </a:br>
            <a:br>
              <a:rPr lang="en-US" sz="1600" dirty="0">
                <a:latin typeface="Segoe UI Light" panose="020B0502040204020203" pitchFamily="34" charset="0"/>
                <a:cs typeface="Segoe UI Light" panose="020B0502040204020203" pitchFamily="34" charset="0"/>
              </a:rPr>
            </a:br>
            <a:endParaRPr lang="en-US" sz="1600" dirty="0">
              <a:latin typeface="Segoe UI Light" panose="020B0502040204020203" pitchFamily="34" charset="0"/>
              <a:cs typeface="Segoe UI Light" panose="020B0502040204020203" pitchFamily="34" charset="0"/>
            </a:endParaRPr>
          </a:p>
        </p:txBody>
      </p:sp>
      <p:sp>
        <p:nvSpPr>
          <p:cNvPr id="4" name="Title 3">
            <a:extLst>
              <a:ext uri="{FF2B5EF4-FFF2-40B4-BE49-F238E27FC236}">
                <a16:creationId xmlns:a16="http://schemas.microsoft.com/office/drawing/2014/main" id="{6C99912B-2B0C-CA17-A17C-5BF5FBE527D3}"/>
              </a:ext>
            </a:extLst>
          </p:cNvPr>
          <p:cNvSpPr>
            <a:spLocks noGrp="1"/>
          </p:cNvSpPr>
          <p:nvPr>
            <p:ph type="title" idx="2"/>
          </p:nvPr>
        </p:nvSpPr>
        <p:spPr>
          <a:xfrm>
            <a:off x="208243" y="120758"/>
            <a:ext cx="4619630" cy="792600"/>
          </a:xfrm>
        </p:spPr>
        <p:txBody>
          <a:bodyPr/>
          <a:lstStyle/>
          <a:p>
            <a:r>
              <a:rPr lang="en-US" sz="3200" b="1" dirty="0">
                <a:latin typeface="Segoe UI Black" panose="020B0A02040204020203" pitchFamily="34" charset="0"/>
                <a:ea typeface="Segoe UI Black" panose="020B0A02040204020203" pitchFamily="34" charset="0"/>
              </a:rPr>
              <a:t>4.3. </a:t>
            </a:r>
            <a:r>
              <a:rPr lang="en-US" sz="3200" b="1" dirty="0" err="1">
                <a:latin typeface="Segoe UI Black" panose="020B0A02040204020203" pitchFamily="34" charset="0"/>
                <a:ea typeface="Segoe UI Black" panose="020B0A02040204020203" pitchFamily="34" charset="0"/>
              </a:rPr>
              <a:t>Kết</a:t>
            </a:r>
            <a:r>
              <a:rPr lang="en-US" sz="3200" b="1" dirty="0">
                <a:latin typeface="Segoe UI Black" panose="020B0A02040204020203" pitchFamily="34" charset="0"/>
                <a:ea typeface="Segoe UI Black" panose="020B0A02040204020203" pitchFamily="34" charset="0"/>
              </a:rPr>
              <a:t> </a:t>
            </a:r>
            <a:r>
              <a:rPr lang="en-US" sz="3200" b="1" dirty="0" err="1">
                <a:latin typeface="Segoe UI Black" panose="020B0A02040204020203" pitchFamily="34" charset="0"/>
                <a:ea typeface="Segoe UI Black" panose="020B0A02040204020203" pitchFamily="34" charset="0"/>
              </a:rPr>
              <a:t>luận</a:t>
            </a:r>
            <a:endParaRPr lang="en-US" sz="3200" dirty="0">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3151599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04"/>
        <p:cNvGrpSpPr/>
        <p:nvPr/>
      </p:nvGrpSpPr>
      <p:grpSpPr>
        <a:xfrm>
          <a:off x="0" y="0"/>
          <a:ext cx="0" cy="0"/>
          <a:chOff x="0" y="0"/>
          <a:chExt cx="0" cy="0"/>
        </a:xfrm>
      </p:grpSpPr>
      <p:sp>
        <p:nvSpPr>
          <p:cNvPr id="3005" name="Google Shape;3005;p62"/>
          <p:cNvSpPr/>
          <p:nvPr/>
        </p:nvSpPr>
        <p:spPr>
          <a:xfrm rot="-4027679">
            <a:off x="1921001" y="-138242"/>
            <a:ext cx="4896711" cy="5420002"/>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62"/>
          <p:cNvSpPr txBox="1">
            <a:spLocks noGrp="1"/>
          </p:cNvSpPr>
          <p:nvPr>
            <p:ph type="title"/>
          </p:nvPr>
        </p:nvSpPr>
        <p:spPr>
          <a:xfrm>
            <a:off x="311700" y="1106125"/>
            <a:ext cx="8520600" cy="1963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err="1">
                <a:latin typeface="Segoe UI Black" panose="020B0A02040204020203" pitchFamily="34" charset="0"/>
                <a:ea typeface="Segoe UI Black" panose="020B0A02040204020203" pitchFamily="34" charset="0"/>
              </a:rPr>
              <a:t>Cảm</a:t>
            </a:r>
            <a:r>
              <a:rPr lang="en-US" sz="4000" dirty="0">
                <a:latin typeface="Segoe UI Black" panose="020B0A02040204020203" pitchFamily="34" charset="0"/>
                <a:ea typeface="Segoe UI Black" panose="020B0A02040204020203" pitchFamily="34" charset="0"/>
              </a:rPr>
              <a:t> </a:t>
            </a:r>
            <a:r>
              <a:rPr lang="en-US" sz="4000" dirty="0" err="1">
                <a:latin typeface="Segoe UI Black" panose="020B0A02040204020203" pitchFamily="34" charset="0"/>
                <a:ea typeface="Segoe UI Black" panose="020B0A02040204020203" pitchFamily="34" charset="0"/>
              </a:rPr>
              <a:t>ơn</a:t>
            </a:r>
            <a:r>
              <a:rPr lang="en-US" sz="4000" dirty="0">
                <a:latin typeface="Segoe UI Black" panose="020B0A02040204020203" pitchFamily="34" charset="0"/>
                <a:ea typeface="Segoe UI Black" panose="020B0A02040204020203" pitchFamily="34" charset="0"/>
              </a:rPr>
              <a:t> </a:t>
            </a:r>
            <a:r>
              <a:rPr lang="en-US" sz="4000" dirty="0" err="1">
                <a:latin typeface="Segoe UI Black" panose="020B0A02040204020203" pitchFamily="34" charset="0"/>
                <a:ea typeface="Segoe UI Black" panose="020B0A02040204020203" pitchFamily="34" charset="0"/>
              </a:rPr>
              <a:t>thầy</a:t>
            </a:r>
            <a:r>
              <a:rPr lang="en-US" sz="4000" dirty="0">
                <a:latin typeface="Segoe UI Black" panose="020B0A02040204020203" pitchFamily="34" charset="0"/>
                <a:ea typeface="Segoe UI Black" panose="020B0A02040204020203" pitchFamily="34" charset="0"/>
              </a:rPr>
              <a:t> </a:t>
            </a:r>
            <a:r>
              <a:rPr lang="en-US" sz="4000" dirty="0" err="1">
                <a:latin typeface="Segoe UI Black" panose="020B0A02040204020203" pitchFamily="34" charset="0"/>
                <a:ea typeface="Segoe UI Black" panose="020B0A02040204020203" pitchFamily="34" charset="0"/>
              </a:rPr>
              <a:t>cô</a:t>
            </a:r>
            <a:r>
              <a:rPr lang="en-US" sz="4000" dirty="0">
                <a:latin typeface="Segoe UI Black" panose="020B0A02040204020203" pitchFamily="34" charset="0"/>
                <a:ea typeface="Segoe UI Black" panose="020B0A02040204020203" pitchFamily="34" charset="0"/>
              </a:rPr>
              <a:t> </a:t>
            </a:r>
            <a:r>
              <a:rPr lang="en-US" sz="4000" dirty="0" err="1">
                <a:latin typeface="Segoe UI Black" panose="020B0A02040204020203" pitchFamily="34" charset="0"/>
                <a:ea typeface="Segoe UI Black" panose="020B0A02040204020203" pitchFamily="34" charset="0"/>
              </a:rPr>
              <a:t>và</a:t>
            </a:r>
            <a:r>
              <a:rPr lang="en-US" sz="4000" dirty="0">
                <a:latin typeface="Segoe UI Black" panose="020B0A02040204020203" pitchFamily="34" charset="0"/>
                <a:ea typeface="Segoe UI Black" panose="020B0A02040204020203" pitchFamily="34" charset="0"/>
              </a:rPr>
              <a:t> </a:t>
            </a:r>
            <a:r>
              <a:rPr lang="en-US" sz="4000" dirty="0" err="1">
                <a:latin typeface="Segoe UI Black" panose="020B0A02040204020203" pitchFamily="34" charset="0"/>
                <a:ea typeface="Segoe UI Black" panose="020B0A02040204020203" pitchFamily="34" charset="0"/>
              </a:rPr>
              <a:t>các</a:t>
            </a:r>
            <a:r>
              <a:rPr lang="en-US" sz="4000" dirty="0">
                <a:latin typeface="Segoe UI Black" panose="020B0A02040204020203" pitchFamily="34" charset="0"/>
                <a:ea typeface="Segoe UI Black" panose="020B0A02040204020203" pitchFamily="34" charset="0"/>
              </a:rPr>
              <a:t> </a:t>
            </a:r>
            <a:r>
              <a:rPr lang="en-US" sz="4000" dirty="0" err="1">
                <a:latin typeface="Segoe UI Black" panose="020B0A02040204020203" pitchFamily="34" charset="0"/>
                <a:ea typeface="Segoe UI Black" panose="020B0A02040204020203" pitchFamily="34" charset="0"/>
              </a:rPr>
              <a:t>bạn</a:t>
            </a:r>
            <a:r>
              <a:rPr lang="en-US" sz="4000" dirty="0">
                <a:latin typeface="Segoe UI Black" panose="020B0A02040204020203" pitchFamily="34" charset="0"/>
                <a:ea typeface="Segoe UI Black" panose="020B0A02040204020203" pitchFamily="34" charset="0"/>
              </a:rPr>
              <a:t> </a:t>
            </a:r>
            <a:r>
              <a:rPr lang="en-US" sz="4000" dirty="0" err="1">
                <a:latin typeface="Segoe UI Black" panose="020B0A02040204020203" pitchFamily="34" charset="0"/>
                <a:ea typeface="Segoe UI Black" panose="020B0A02040204020203" pitchFamily="34" charset="0"/>
              </a:rPr>
              <a:t>đã</a:t>
            </a:r>
            <a:r>
              <a:rPr lang="en-US" sz="4000" dirty="0">
                <a:latin typeface="Segoe UI Black" panose="020B0A02040204020203" pitchFamily="34" charset="0"/>
                <a:ea typeface="Segoe UI Black" panose="020B0A02040204020203" pitchFamily="34" charset="0"/>
              </a:rPr>
              <a:t> </a:t>
            </a:r>
            <a:r>
              <a:rPr lang="en-US" sz="4000" dirty="0" err="1">
                <a:latin typeface="Segoe UI Black" panose="020B0A02040204020203" pitchFamily="34" charset="0"/>
                <a:ea typeface="Segoe UI Black" panose="020B0A02040204020203" pitchFamily="34" charset="0"/>
              </a:rPr>
              <a:t>lắng</a:t>
            </a:r>
            <a:r>
              <a:rPr lang="en-US" sz="4000" dirty="0">
                <a:latin typeface="Segoe UI Black" panose="020B0A02040204020203" pitchFamily="34" charset="0"/>
                <a:ea typeface="Segoe UI Black" panose="020B0A02040204020203" pitchFamily="34" charset="0"/>
              </a:rPr>
              <a:t> </a:t>
            </a:r>
            <a:r>
              <a:rPr lang="en-US" sz="4000" dirty="0" err="1">
                <a:latin typeface="Segoe UI Black" panose="020B0A02040204020203" pitchFamily="34" charset="0"/>
                <a:ea typeface="Segoe UI Black" panose="020B0A02040204020203" pitchFamily="34" charset="0"/>
              </a:rPr>
              <a:t>nghe</a:t>
            </a:r>
            <a:r>
              <a:rPr lang="en-US" sz="4000" dirty="0">
                <a:latin typeface="Segoe UI Black" panose="020B0A02040204020203" pitchFamily="34" charset="0"/>
                <a:ea typeface="Segoe UI Black" panose="020B0A02040204020203" pitchFamily="34" charset="0"/>
              </a:rPr>
              <a:t>!</a:t>
            </a:r>
            <a:endParaRPr sz="4000" dirty="0">
              <a:latin typeface="Segoe UI Black" panose="020B0A02040204020203" pitchFamily="34" charset="0"/>
              <a:ea typeface="Segoe UI Black" panose="020B0A02040204020203" pitchFamily="34" charset="0"/>
            </a:endParaRPr>
          </a:p>
        </p:txBody>
      </p:sp>
    </p:spTree>
  </p:cSld>
  <p:clrMapOvr>
    <a:masterClrMapping/>
  </p:clrMapOvr>
</p:sld>
</file>

<file path=ppt/theme/theme1.xml><?xml version="1.0" encoding="utf-8"?>
<a:theme xmlns:a="http://schemas.openxmlformats.org/drawingml/2006/main" name="Cyber Security Business Plan">
  <a:themeElements>
    <a:clrScheme name="Simple Light">
      <a:dk1>
        <a:srgbClr val="000000"/>
      </a:dk1>
      <a:lt1>
        <a:srgbClr val="FFFFFF"/>
      </a:lt1>
      <a:dk2>
        <a:srgbClr val="595959"/>
      </a:dk2>
      <a:lt2>
        <a:srgbClr val="1F1C51"/>
      </a:lt2>
      <a:accent1>
        <a:srgbClr val="1F1C51"/>
      </a:accent1>
      <a:accent2>
        <a:srgbClr val="ACFFD9"/>
      </a:accent2>
      <a:accent3>
        <a:srgbClr val="C6FF00"/>
      </a:accent3>
      <a:accent4>
        <a:srgbClr val="FFFFFF"/>
      </a:accent4>
      <a:accent5>
        <a:srgbClr val="A8C987"/>
      </a:accent5>
      <a:accent6>
        <a:srgbClr val="8BE3FF"/>
      </a:accent6>
      <a:hlink>
        <a:srgbClr val="1F1C5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3967</Words>
  <Application>Microsoft Office PowerPoint</Application>
  <PresentationFormat>On-screen Show (16:9)</PresentationFormat>
  <Paragraphs>102</Paragraphs>
  <Slides>47</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Segoe UI Light</vt:lpstr>
      <vt:lpstr>Segoe UI Black</vt:lpstr>
      <vt:lpstr>Viga</vt:lpstr>
      <vt:lpstr>DM Sans</vt:lpstr>
      <vt:lpstr>Segeo UI Black</vt:lpstr>
      <vt:lpstr>Segeo UI Light</vt:lpstr>
      <vt:lpstr>Arial</vt:lpstr>
      <vt:lpstr>Cyber Security Business Plan</vt:lpstr>
      <vt:lpstr>Tìm hiểu hạ tầng khóa công khai và ứng dụng</vt:lpstr>
      <vt:lpstr>01</vt:lpstr>
      <vt:lpstr>Tổng quan hạ tầng khóa công khai</vt:lpstr>
      <vt:lpstr>Khởi nguồn (1976): Công trình của Diffie, Hellman, Rivest, Shamir và Adleman về trao đổi khóa an toàn và mật mã khóa công khai đã mở ra kỷ nguyên mới cho truyền thông bí mật.  Nhu cầu bảo mật: Sự phát triển của Internet và hệ thống truyền thông tốc độ cao đặt ra yêu cầu cấp thiết về trao đổi thông tin an toàn và xác thực danh tính người dùng.  Hình thành PKI: Các giao thức mật mã mới được phát triển, nổi bật là SSL của Taher ElGamal và Netscape, mở đường cho hạ tầng khóa công khai (PKI).  Khó khăn: Việc triển khai PKI gặp thách thức do khác biệt luật pháp quốc tế, khó khăn kỹ thuật và vận hành. Các tiêu chuẩn hiện tại chưa đáp ứng đủ yêu cầu, khiến PKI không đạt kỳ vọng thương mại ban đầu.  </vt:lpstr>
      <vt:lpstr>Thực tiễn: PKI tồn tại và phát triển, nhưng chủ yếu thành công trong các hệ thống do chính phủ triển khai. Các công nghệ SSL/TLS, VPN là kết quả ứng dụng của sáng kiến này.  Triển vọng: PKI vẫn đang được đầu tư phát triển. Để thành công, cần hoàn thiện tiêu chuẩn ở nhiều cấp độ (mã hóa, truyền thông, xác thực, quản lý, cấp phép). Mức độ chấp nhận của người dùng sẽ chỉ tăng khi PKI chứng minh được tính khả thi, hiệu quả và chi phí hợp lý. Tóm gọn: PKI là một sáng kiến nền tảng cho bảo mật thông tin trên Internet, đã mang lại nhiều thành tựu (SSL/TLS, VPN), nhưng còn hạn chế về triển khai thực tế và cần tiếp tục hoàn thiện để đạt mức độ ứng dụng rộng rãi.</vt:lpstr>
      <vt:lpstr> Tích hợp chữ ký số vào dịch vụ công trực tuyến Bộ TT&amp;TT qua Trung tâm Chứng thực điện tử Quốc gia (NEAC) đặt mục tiêu: vào cuối năm 2025, sẽ hoàn thành việc tích hợp chữ ký số công cộng vào 100% dịch vụ công trực tuyến.   Số lượng chứng thư số công cộng được cấp tăng mạnh - Đến nay đã có hơn 18 triệu chứng thư chữ ký số được cấp trên toàn quốc.  - Tương ứng với khoảng 28,5% dân số trưởng thành có chữ ký số cá nhân.  - Có mục tiêu đầy thách thức là 50% dân số trưởng thành có chữ ký số trước hết vào cuối năm 2025.   Mở rộng quản lý, hạ tầng và đảm bảo an toàn thông tin - Việt Nam đã và đang phát triển hạ tầng khóa công khai (PKI) ngày càng được chú ý; NEAC tham gia các diễn đàn quốc tế như APKIC để trao đổi, học hỏi kinh nghiệm.  - Được hợp tác quốc tế để nâng cao năng lực kỹ thuật và đảm bảo khung tin cậy quốc gia.  Chỉ đạo, chính sách mạnh hơn - Những nhiệm vụ cụ thể để phổ cập chữ ký số được đề ra ("100% lãnh đạo các cấp sẽ sử dụng CNTT &amp; chữ ký số để phê duyệt văn bản điện tử" tới hạn vào tháng 6/2025).  - Quy định yêu cầu tích hợp chữ ký số công cộng theo Nghị định 42/2022/NĐ-CP. </vt:lpstr>
      <vt:lpstr>Chưa đạt mục tiêu phổ cập Với ~28,5% dân số trưởng thành đã có chữ ký số, vẫn còn khoảng 21-22 triệu người (nếu dân số trưởng thành khoảng 65-70 triệu) chưa sử dụng. Mục tiêu 50% vào cuối 2025 là rất tham vọng và khó đạt.  Tính tiện dụng &amp; kỹ thuật vẫn là rào cản - Nhiều tổ chức, cá nhân chưa triển khai được do khó khăn về kỹ thuật, chưa quen sử dụng, chưa thuận tiện trong các công việc hàng ngày — dù đã có hạ tầng IT tương đối tốt. (Điều này tương tự như báo cáo trước, nhưng vẫn là thực trạng)  - Việc tích hợp chữ ký số vào các dịch vụ, hệ thống địa phương còn chưa đồng đều.  An toàn, bảo mật, rủi ro công nghệ mới - Việc nghiên cứu ứng dụng các giải pháp bảo mật “hậu lượng tử” đã được đề cập — cho thấy có mối lo ngại sớm về các công nghệ tương lai.  - Cần đảm bảo công nghệ, mã nguồn, phần mềm core CA, hệ thống tem thời gian (timestamping), cung cấp trạng thái chứng thư trực tuyến (OCSP), vận hành 24/7 là an toàn, ổn định. (Đây là yêu cầu tiếp tục được nhắc lại, nhưng chưa rõ hết về mặt thực hành về mặt quốc gia) — thông tin chi tiết về mức độ đáp ứng hiện tại chưa có đầy đủ công bố.</vt:lpstr>
      <vt:lpstr>Yêu cầu liên quan đến người dân / doanh nghiệp - Nhận thức và sự chấp nhận của người dùng, đặc biệt cá nhân, doanh nghiệp nhỏ, vẫn chưa đồng đều. - Việc sử dụng chữ ký số trong giao dịch hàng ngày, giao tiếp doanh nghiệp chưa phổ biến rộng như mong đợi. Kết luận &amp; nhận định  Việt Nam đang trong giai đoạn đẩy mạnh mạnh mẽ hơn so với trước, cả về chính sách lẫn tăng trưởng thực tế của chữ ký số &amp; chứng thực điện tử.  Mục tiêu năm 2025 rất rõ ràng: phổ cập chữ ký số, phục vụ Chính phủ số, phát triển thương mại điện tử và các dịch vụ công trực tuyến.  Nhưng để đạt được mục tiêu ấy, cần tiếp tục khắc phục các rào cản về kỹ thuật, bảo mật, tiện dụng, và đặc biệt là thúc đẩy sự tham gia rộng rãi của người dân, doanh nghiệp.</vt:lpstr>
      <vt:lpstr>- Nền tảng cho mọi phương thức truyền thông là một cơ chế tin cậy mặc dù truyền thông dựa vào phương thức vật lý hay là điện tử. Đối với việc truyền thông vật lý thì việc xây dựng cơ chế tin cậy là dễ dàng hơn khi bạn có thể phân biệt mọi người với nhau thông qua khuôn mặt hoặc các giấy tờ khác nhau như 26 chữ ký, chứng minh nhân dân. Tuy nhiên, đối với việc truyền thông điện tử, xây dựng cơ chế tin cậy là công việc khá khó khăn khi phải định danh những thực thể không xác định. Do vậy, các nhà khoa học đã xây dựng một cơ chế tin cậy là hạ tầng khóa công khai – Public Key Infrastructure (PKI) [9].  PKI có rất nhiều định nghĩa. Để hiểu sâu và rõ về PKI chúng ta có thể định nghĩa như sau: - PKI là một tập hợp phần cứng, phần mềm, con người, các chính sách và các thủ tục cần thiết để tạo, quản lý, lưu trữ, phân phối và thu hồi các chứng chỉ khóa công khai dựa trên mật mã khóa công khai.</vt:lpstr>
      <vt:lpstr> - Trong mật mã khóa công khai, cơ sở hạ tầng khóa công khai là một cơ chế để cho một bên thứ 3 (thường là nhà cung cấp chứng thư số - CA) cung cấp và xác thực định danh các bên tham gia vào quá trình trao đổi thông tin. Cơ chế này cũng cho phép gán cho mỗi người sử dụng trong hệ thống một cặp khóa công khai/khóa riêng. Các quá trình này thường được thực hiện bởi một phần mềm đặt tại trung tâm và các phần mềm phối hợp khác tại các địa điểm của người dùng. Khóa công khai thường được phân phối trong chứng chỉ khóa công khai. - Khái niệm hạ tầng khóa công khai thường được sử dụng để chỉ toàn bộ hệ thống bao gồm thẩm quyền chứng thực cùng các cơ chế liên quan đồng thời với toàn bộ việc sử dụng các thuật toán mật mã hóa khóa công khai trong trao đổi thông tin.</vt:lpstr>
      <vt:lpstr>Chứng  thư số</vt:lpstr>
      <vt:lpstr>Chứng thư số = thẻ căn cước trên mạng, do CA cấp. Mục tiêu chính: Đảm bảo tính toàn vẹn của khóa công khai. Gắn kết khóa công khai với chủ sở hữu một cách đáng tin cậy. Không chứa thông tin bí mật; chứa: khóa công khai, thông tin chủ thể, CA.  </vt:lpstr>
      <vt:lpstr>X.509: chuẩn chứng thư số phổ biến nhất trong PKI. Các phiên bản:  V1 V2 V3 (phổ biến nhất ).   </vt:lpstr>
      <vt:lpstr>Version (phiên bản) Serial Number (định danh duy nhất) Signature Algorithm (thuật toán ký của CA) Issuer (DN của CA phát hành) Valid from / Valid to (thời hạn) Subject (DN của chủ sở hữu) Subject Public Key Info (khóa công khai) Optional: Issuer/Subject Unique ID, Extensions (V3) Digital Signature (chữ ký số của CA)   </vt:lpstr>
      <vt:lpstr>  </vt:lpstr>
      <vt:lpstr>Nơi lưu trữ chứng thư và thông tin trạng thái (ví dụ CRL). Chức năng: tìm, truy xuất, và kiểm tra tính hợp lệ trước khi giao tiếp an toàn. Thiết yếu trong PKI quy mô lớn.    </vt:lpstr>
      <vt:lpstr>- Khi nào thu hồi: khóa bị xâm hại, chủ thay đổi tổ chức, vi phạm chính sách... - Chứng thư bị thu hồi không thể phục hồi. - X.509 cho phép trạng thái: hợp lệ / bị CA thu hồi / bị tổ chức ủy quyền thu hồi.     </vt:lpstr>
      <vt:lpstr>- CRL = danh sách serial của chứng thư đã bị thu hồi. - Do CA phát hành và ký điện tử để chống giả mạo. - Có vòng đời (ví dụ: 24 giờ) — phải cập nhật thường xuyên. </vt:lpstr>
      <vt:lpstr>- Dịch vụ lưu trữ khóa bí mật của người dùng (do CA hoặc bên thứ ba cung cấp). - Yêu cầu xác minh khi lưu trữ/khôi phục — người dùng không thao tác trực tiếp. - Thiết yếu để khôi phục dữ liệu đã mã hóa nếu mất khóa. </vt:lpstr>
      <vt:lpstr>- Server (CA, repositories, backup, time-stamping): thực hiện dịch vụ khi có yêu cầu. - Client: gửi yêu cầu cấp, kiểm tra CRL/OCSP, yêu cầu tem thời gian, biết lịch sử khóa. Client là thành phần thiết yếu để dịch vụ PKI hoạt động hiệu quả.  </vt:lpstr>
      <vt:lpstr>CA (Certification Authority) RA (Registration Authority) Clients Repositories (CRL, kho chứng thư) Digital Certificates Validation Authority (VA) Certificate Distribution System (CDS) </vt:lpstr>
      <vt:lpstr>Các hoạt động chính của PKI bao gồm: Khởi tạo thực thể cuối: đăng ký thông tin người dùng/hệ thống với PKI. Tạo cặp khóa: sinh khóa công khai và khóa bí mật cho mỗi thực thể. Áp dụng chữ ký số: xác định danh tính người gửi và đảm bảo tính toàn vẹn thông điệp. Mã hóa thông báo: bảo vệ tính bí mật nội dung trao đổi. Truyền khóa đối xứng: chia sẻ khóa phiên an toàn (thường được mã hóa bằng khóa công khai). Xác thực định danh người gửi: thông qua chứng thư số do CA cấp. Giải mã thông báo và kiểm tra nội dung: người nhận dùng khóa phù hợp để giải mã và xác minh toàn vẹn.</vt:lpstr>
      <vt:lpstr>PKI có nhiều ứng dụng quan trọng trong bảo mật và xác thực, bao gồm: Mã hóa và xác thực email: dùng OpenPGP hoặc S/MIME để mã hóa nội dung hoặc xác minh người gửi. Mã hóa và xác thực văn bản: sử dụng chữ ký XML hoặc mã hóa XML cho các tài liệu định dạng XML. Xác thực người dùng ứng dụng: dùng thẻ thông minh, xác thực máy khách qua SSL, hoặc chữ ký số HTTP (Enigform, mod_openpgp). Truyền thông an toàn: trong các giao thức như IKE, SSL – giai đoạn đầu dùng khóa bất đối xứng thiết lập kênh an toàn, sau đó dùng khóa đối xứng cho trao đổi dữ liệu. Chữ ký di động: tạo chữ ký điện tử bằng thiết bị di động, kết hợp dịch vụ chứng thực trong môi trường viễn thông độc lập.</vt:lpstr>
      <vt:lpstr>Chứng thực chéo (Cross-Certification) bao gồm hai hoạt động chính: Thiết lập quan hệ tin cậy giữa hai CA Hai CA ký chứng thực khóa công khai của nhau. Tạo ra một “chứng thực chéo” để các hệ thống có thể công nhận lẫn nhau. Đại diện chuỗi tin cậy (Trust Chain Representation) Ứng dụng khách kiểm tra độ tin cậy của chứng thư số dựa trên chữ ký CA. Chuỗi tin cậy là danh sách chứng thư liên kết từ CA yêu cầu đến Root CA (nguồn tin cậy). Điểm khởi đầu luôn là khóa công khai của Root CA. </vt:lpstr>
      <vt:lpstr>EJBCA</vt:lpstr>
      <vt:lpstr>EJBCA (Enterprise Java Beans Certificate Authority) là phần mềm mã nguồn mở do PrimeKey phát triển. Cho phép triển khai một hệ thống PKI (Public Key Infrastructure) đầy đủ chức năng. Được sử dụng để xây dựng hệ thống chứng thực số, hỗ trợ cả triển khai thực tế và nghiên cứu thử nghiệm. </vt:lpstr>
      <vt:lpstr>Được phát triển trên nền tảng Java, EJBCA là một hệ thống độc lập, có khả năng hoạt động trên hầu hết các loại phần cứng phổ biến cũng như các hệ điều hành thông dụng như Windows và Linux. Để triển khai và vận hành, EJBCA cần: - Một Application Server (máy chủ ứng dụng) làm nền tảng, ví dụ: JBOSS, Oracle WebLogic, IBM WebSphere… - Một hệ quản trị cơ sở dữ liệu (CSDL) để lưu trữ dữ liệu, có thể lựa chọn từ các giải pháp miễn phí đến thương mại như: MySQL, Oracle, IBM DB2, MS SQL Server…</vt:lpstr>
      <vt:lpstr>Ngoài ra, EJBCA có một số đặc điểm nổi bật: - Hỗ trợ xây dựng CA nhiều cấp, không giới hạn số lượng CA. - Hỗ trợ thuật toán RSA với độ dài khóa lên tới 4096 bit. - Hỗ trợ thuật toán DSA với độ dài khóa tối đa 1024 bit. - Hỗ trợ các hàm băm phổ biến: MD5, SHA-1, SHA-256. - Các chứng thư số phát hành đều tuân thủ nghiêm ngặt chuẩn X.509.</vt:lpstr>
      <vt:lpstr>3.3. Kiến trúc EJBCA</vt:lpstr>
      <vt:lpstr> EJBCA là một tổ chức chứng nhận rất phổ biến hiện đang được sử dụng, một trong những CA được ưa thích hiện nay. Các đặc trưng cơ bản của CA này bao gồm sự lựa chọn của thuật toán ta cần như tùy chọn giữa các thuật toán SHA1 hay SHA256 với RSA và với các kích thước khóa khác nhau như 1024, 2048, 4096. EJBCA cung cấp một số tính năng nổi bật về lựa chọn ngôn ngữ trong quá trình cấu hình hệ thống. Ngoài ra ta cũng có thể chọn loại publisher chúng ta muốn như LDAP, thư mục động (AD – Active Directory) hay một thiết kế publisher tự làm.</vt:lpstr>
      <vt:lpstr> EJBCA và OpenCA đều là các dự án PKI mã nguồn mở mạnh và hiện cũng có nhiều phát triển đang được thực hiện cả 2 phần mềm này. EJBCA là một CA và là một hệ thống quản lý PKI hoàn chỉnh, là một giải pháp PKI rất mạnh, độc lập môi trường, hiệu suất cao, có thể mở rộng dựa trên thành phần. </vt:lpstr>
      <vt:lpstr>Ứng dụng cấp phát chứng thư số EJBCA</vt:lpstr>
      <vt:lpstr>4.1. Mô hình triển khai </vt:lpstr>
      <vt:lpstr>Hình 4.1. Mô hình triển khai </vt:lpstr>
      <vt:lpstr>4.2. Ứng dụng chứng thực chéo trên EJBCA </vt:lpstr>
      <vt:lpstr>- Tạo hai RootCA là RootCA1 và RootCA2.  - Trên trang quản trị chọn Certification Authorities để tạo ra các các RootCA: </vt:lpstr>
      <vt:lpstr>- Tạo RootCA1 và RootCA2 bằng cách Add CA </vt:lpstr>
      <vt:lpstr>- Điền thông tin cơ bản của RootCA1 và RootCA2 (chọn thuật toán ký, Subject DN, số ngày hết hạn của chứng chỉ) -&gt; Create ta tạo được 2 RootCA  </vt:lpstr>
      <vt:lpstr>PowerPoint Presentation</vt:lpstr>
      <vt:lpstr>- Download PEM file của RootCA1 (tương tự đối với RootCA2), sau đó nhập chứng chỉ RootCA1.cacert.pem (RootCA2. cacert.pem) vào Trusted Root Certification Authorities trong hệ quản lý chứng chỉ của windows bằng cách chạy Run -&gt; certmgr.msc -&gt; chọn Action -&gt; All Tasks -&gt; Import -&gt; thực hiện các bước để Import file “.pem” để tao chứng chỉ RootCA1 (RootCA2). (Các RootCA tự ký). </vt:lpstr>
      <vt:lpstr>- Tiếp theo, tạo các thực thể cuối cho 2 RootCA  - Chọn End Entity Profiles sau đó add các thực thể. </vt:lpstr>
      <vt:lpstr>- Đối với RootCA1 ta Add Profile User1_Profile  - Đối với RootCA2 ta Add Profile User2_Profile  - Sau đó, chọn Edit End Entity Profile để cập nhật thông tin của từng User1_Profile và User2_Profile (User name, Password, thêm Subject DN Attributes, được chứng thực bởi RootCA1 đối với User1_Profile, RootCA2 đối với User2_Profile ….), chọn Save để lưu các thông tin. </vt:lpstr>
      <vt:lpstr>- Sau đó Add lại các thông tin của End Entity </vt:lpstr>
      <vt:lpstr>- Tiến hành chứng thực chéo bằng cách: User1 gửi request đến RootCA2 và User2 gửi request đến RootCA1 để xác thực. </vt:lpstr>
      <vt:lpstr>- Xác thực chéo thành công:</vt:lpstr>
      <vt:lpstr>- Qua quá trình triển khai trên, ta thấy rằng EJBCA cung cấp đầy đủ các chức năng để cấp phát chứng thư số, bao gồm: + Tạo và quản lý RootCA. + Quản lý các End Entity Profiles. + Cấp phát, xuất chứng thư số và quản lý trạng thái chứng thư (hợp lệ, thu hồi).  -&gt; Việc cấp phát chứng thư số bằng EJBCA không chỉ đảm bảo xác thực danh tính, tính toàn vẹn dữ liệu mà còn tạo nền tảng để triển khai các ứng dụng bảo mật trong giao dịch điện tử. Đây cũng là cơ sở để mở rộng sang các giải pháp nâng cao như chứng thực chéo (cross-certification) giữa các hệ thống PKI độc lập, góp phần hình thành môi trường tin cậy rộng lớn hơn (ví dụ trong Chính phủ điện tử, dịch vụ công trực tuyến và thương mại điện tử).  </vt:lpstr>
      <vt:lpstr>Cảm ơn thầy cô và các bạn đã lắng nghe!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Phan Duc Anh [HS]</cp:lastModifiedBy>
  <cp:revision>3</cp:revision>
  <dcterms:modified xsi:type="dcterms:W3CDTF">2025-09-26T03:55:21Z</dcterms:modified>
</cp:coreProperties>
</file>