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9" r:id="rId1"/>
  </p:sldMasterIdLst>
  <p:sldIdLst>
    <p:sldId id="256" r:id="rId2"/>
    <p:sldId id="341" r:id="rId3"/>
    <p:sldId id="368" r:id="rId4"/>
    <p:sldId id="266" r:id="rId5"/>
    <p:sldId id="345" r:id="rId6"/>
    <p:sldId id="347" r:id="rId7"/>
    <p:sldId id="349" r:id="rId8"/>
    <p:sldId id="350" r:id="rId9"/>
    <p:sldId id="348" r:id="rId10"/>
    <p:sldId id="351" r:id="rId11"/>
    <p:sldId id="352" r:id="rId12"/>
    <p:sldId id="369" r:id="rId13"/>
    <p:sldId id="370" r:id="rId14"/>
    <p:sldId id="371" r:id="rId15"/>
    <p:sldId id="353" r:id="rId16"/>
    <p:sldId id="372" r:id="rId17"/>
    <p:sldId id="359" r:id="rId18"/>
    <p:sldId id="360" r:id="rId19"/>
    <p:sldId id="367" r:id="rId20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3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21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05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79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59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95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1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54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7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Ảnh Toàn cảnh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15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18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4964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1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9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ột 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18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057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39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67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75C16B5-FB45-4522-BBD2-3F438C74FD82}" type="datetimeFigureOut">
              <a:rPr lang="vi-VN" altLang="vi-VN" sz="1100" smtClean="0">
                <a:latin typeface="Noto Sans"/>
                <a:ea typeface="Noto Sans"/>
              </a:rPr>
              <a:t>26/09/2025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8260E9A-71F0-450F-BC76-0DBB5FCCECF6}" type="slidenum">
              <a:rPr lang="vi-VN" altLang="vi-VN" smtClean="0">
                <a:latin typeface="Noto Sans"/>
                <a:ea typeface="Noto Sans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35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  <p:sldLayoutId id="2147483932" r:id="rId13"/>
    <p:sldLayoutId id="2147483933" r:id="rId14"/>
    <p:sldLayoutId id="2147483934" r:id="rId15"/>
    <p:sldLayoutId id="2147483935" r:id="rId16"/>
    <p:sldLayoutId id="2147483936" r:id="rId17"/>
    <p:sldLayoutId id="214748393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5BD5297-2844-C900-1911-1DFAB211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C49179E5-5218-C822-0B16-FBC05D0F55B2}"/>
              </a:ext>
            </a:extLst>
          </p:cNvPr>
          <p:cNvGrpSpPr/>
          <p:nvPr/>
        </p:nvGrpSpPr>
        <p:grpSpPr>
          <a:xfrm>
            <a:off x="7784663" y="607044"/>
            <a:ext cx="4836343" cy="4765299"/>
            <a:chOff x="5231756" y="0"/>
            <a:chExt cx="6960243" cy="685800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CD63E27-3CB8-789C-C7DA-1AE3FCAB6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11"/>
            <a:stretch>
              <a:fillRect/>
            </a:stretch>
          </p:blipFill>
          <p:spPr>
            <a:xfrm>
              <a:off x="5231756" y="0"/>
              <a:ext cx="6960243" cy="68580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30F4F85-33CE-AC9B-A182-4FA6CE29A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4272" y="0"/>
              <a:ext cx="6647727" cy="6858000"/>
            </a:xfrm>
            <a:prstGeom prst="rect">
              <a:avLst/>
            </a:prstGeom>
          </p:spPr>
        </p:pic>
      </p:grpSp>
      <p:sp>
        <p:nvSpPr>
          <p:cNvPr id="21" name="文本框 20" descr="e7d195523061f1c03a90ee8e42cb24248e56383cd534985688F9F494128731F165EE95AB4B0C0A38076AAEA07667B1565C446FC45FF01DFB0E885BCDBDF3A284F3DB14DA61DD97F0BAB2E6C668FB4931CCA1232F21BFBFC3DE5B5028DBB0124DFB5E7AD3BD69448A441B432B7BAD1B97402D0A8D7D416C0A4E8132619B1C0A86C5146A202B5C4242F78B2D3C1D833CAE">
            <a:extLst>
              <a:ext uri="{FF2B5EF4-FFF2-40B4-BE49-F238E27FC236}">
                <a16:creationId xmlns:a16="http://schemas.microsoft.com/office/drawing/2014/main" id="{DB4FA21B-C698-615A-0CC6-83DED8399229}"/>
              </a:ext>
            </a:extLst>
          </p:cNvPr>
          <p:cNvSpPr txBox="1"/>
          <p:nvPr/>
        </p:nvSpPr>
        <p:spPr>
          <a:xfrm>
            <a:off x="2612726" y="3100387"/>
            <a:ext cx="4286087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vi-VN" sz="25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 toàn bảo mật thông tin</a:t>
            </a:r>
            <a:endParaRPr lang="zh-CN" altLang="en-US" sz="2500" dirty="0">
              <a:solidFill>
                <a:schemeClr val="bg1"/>
              </a:solidFill>
              <a:effectLst>
                <a:outerShdw blurRad="241300" algn="ctr" rotWithShape="0">
                  <a:srgbClr val="9DA0FF"/>
                </a:outerShdw>
              </a:effectLst>
              <a:latin typeface="字魂50号-白鸽天行体" panose="00000500000000000000" pitchFamily="2" charset="-122"/>
              <a:ea typeface="字魂50号-白鸽天行体" panose="00000500000000000000" pitchFamily="2" charset="-122"/>
              <a:sym typeface="+mn-l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860F11-27F0-ED65-57DF-B4945328FB03}"/>
              </a:ext>
            </a:extLst>
          </p:cNvPr>
          <p:cNvSpPr/>
          <p:nvPr/>
        </p:nvSpPr>
        <p:spPr>
          <a:xfrm>
            <a:off x="2047428" y="4922869"/>
            <a:ext cx="1749855" cy="315908"/>
          </a:xfrm>
          <a:prstGeom prst="rect">
            <a:avLst/>
          </a:prstGeom>
          <a:gradFill flip="none" rotWithShape="1">
            <a:gsLst>
              <a:gs pos="0">
                <a:srgbClr val="60EFF2">
                  <a:alpha val="0"/>
                </a:srgbClr>
              </a:gs>
              <a:gs pos="80000">
                <a:srgbClr val="60EFF2">
                  <a:alpha val="25000"/>
                </a:srgbClr>
              </a:gs>
            </a:gsLst>
            <a:path path="circle">
              <a:fillToRect l="50000" t="50000" r="50000" b="50000"/>
            </a:path>
          </a:gradFill>
          <a:ln>
            <a:gradFill flip="none" rotWithShape="1">
              <a:gsLst>
                <a:gs pos="69000">
                  <a:srgbClr val="60EFF2">
                    <a:alpha val="60000"/>
                  </a:srgbClr>
                </a:gs>
                <a:gs pos="35000">
                  <a:srgbClr val="53B2EC"/>
                </a:gs>
                <a:gs pos="0">
                  <a:srgbClr val="60EFF2">
                    <a:alpha val="66000"/>
                  </a:srgbClr>
                </a:gs>
                <a:gs pos="100000">
                  <a:srgbClr val="53B2E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algn="dist"/>
            <a:r>
              <a:rPr lang="vi-VN" altLang="vi-VN" sz="900" dirty="0">
                <a:latin typeface="Noto Sans"/>
                <a:ea typeface="Noto Sans"/>
              </a:rPr>
              <a:t>Trình bày bởi: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3324BB-8469-87A5-667E-659389A9E6BA}"/>
              </a:ext>
            </a:extLst>
          </p:cNvPr>
          <p:cNvSpPr/>
          <p:nvPr/>
        </p:nvSpPr>
        <p:spPr>
          <a:xfrm>
            <a:off x="3905860" y="4922869"/>
            <a:ext cx="2417302" cy="673760"/>
          </a:xfrm>
          <a:prstGeom prst="rect">
            <a:avLst/>
          </a:prstGeom>
          <a:gradFill flip="none" rotWithShape="1">
            <a:gsLst>
              <a:gs pos="0">
                <a:srgbClr val="60EFF2">
                  <a:alpha val="0"/>
                </a:srgbClr>
              </a:gs>
              <a:gs pos="80000">
                <a:srgbClr val="60EFF2">
                  <a:alpha val="25000"/>
                </a:srgbClr>
              </a:gs>
            </a:gsLst>
            <a:path path="circle">
              <a:fillToRect l="50000" t="50000" r="50000" b="50000"/>
            </a:path>
          </a:gradFill>
          <a:ln>
            <a:gradFill flip="none" rotWithShape="1">
              <a:gsLst>
                <a:gs pos="69000">
                  <a:srgbClr val="60EFF2">
                    <a:alpha val="60000"/>
                  </a:srgbClr>
                </a:gs>
                <a:gs pos="35000">
                  <a:srgbClr val="53B2EC"/>
                </a:gs>
                <a:gs pos="0">
                  <a:srgbClr val="60EFF2">
                    <a:alpha val="66000"/>
                  </a:srgbClr>
                </a:gs>
                <a:gs pos="100000">
                  <a:srgbClr val="53B2E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10000"/>
          </a:bodyPr>
          <a:lstStyle/>
          <a:p>
            <a:r>
              <a:rPr lang="vi-VN" sz="2000" dirty="0"/>
              <a:t>Hoàng Khắc Anh Nhật</a:t>
            </a:r>
          </a:p>
          <a:p>
            <a:r>
              <a:rPr lang="vi-VN" sz="2000" dirty="0"/>
              <a:t>Bạch Hưng Bảo </a:t>
            </a:r>
            <a:endParaRPr lang="en-US" sz="2000" dirty="0"/>
          </a:p>
          <a:p>
            <a:pPr algn="dist"/>
            <a:endParaRPr lang="zh-CN" altLang="en-US" sz="900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55D6ABFC-7F32-2899-386D-CD5671E0D1F2}"/>
              </a:ext>
            </a:extLst>
          </p:cNvPr>
          <p:cNvSpPr txBox="1"/>
          <p:nvPr/>
        </p:nvSpPr>
        <p:spPr>
          <a:xfrm>
            <a:off x="2267423" y="35844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cap="all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</a:t>
            </a:r>
            <a:r>
              <a:rPr lang="vi-VN" sz="2000" b="1" cap="all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ƯỜNG ĐẠI HỌC XÂY </a:t>
            </a:r>
            <a:r>
              <a:rPr lang="vi-VN" sz="2000" b="1" cap="all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DỰng</a:t>
            </a:r>
            <a:r>
              <a:rPr lang="en-US" sz="2000" b="1" cap="all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Hà </a:t>
            </a:r>
            <a:r>
              <a:rPr lang="en-US" sz="2000" b="1" cap="all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B4636126-0E2C-B70E-42D4-A9776D3A13D0}"/>
              </a:ext>
            </a:extLst>
          </p:cNvPr>
          <p:cNvSpPr txBox="1"/>
          <p:nvPr/>
        </p:nvSpPr>
        <p:spPr>
          <a:xfrm>
            <a:off x="278744" y="403879"/>
            <a:ext cx="9144000" cy="40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  <a:buNone/>
              <a:tabLst>
                <a:tab pos="2266950" algn="l"/>
              </a:tabLst>
            </a:pPr>
            <a:r>
              <a:rPr lang="vi-VN" sz="2000" b="1" cap="all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KHOA CÔNG NGHỆ THÔNG TIN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0" name="Picture 257666274">
            <a:extLst>
              <a:ext uri="{FF2B5EF4-FFF2-40B4-BE49-F238E27FC236}">
                <a16:creationId xmlns:a16="http://schemas.microsoft.com/office/drawing/2014/main" id="{2E7673F5-770C-E8D8-F9A0-030509E993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066" y="979551"/>
            <a:ext cx="2079408" cy="205859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6DF7BA1-A6FD-4DE1-5D4D-0F01DE02FCDA}"/>
              </a:ext>
            </a:extLst>
          </p:cNvPr>
          <p:cNvSpPr txBox="1"/>
          <p:nvPr/>
        </p:nvSpPr>
        <p:spPr>
          <a:xfrm>
            <a:off x="1523739" y="3611930"/>
            <a:ext cx="6464060" cy="117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67030" algn="ctr">
              <a:lnSpc>
                <a:spcPct val="150000"/>
              </a:lnSpc>
              <a:spcBef>
                <a:spcPts val="600"/>
              </a:spcBef>
              <a:buNone/>
            </a:pPr>
            <a:r>
              <a:rPr lang="vi-VN" sz="25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 tài: Tìm hiểu về Luật An ninh mạng Việt Nam và tác động đối với người dùng</a:t>
            </a:r>
            <a:endParaRPr lang="en-US" sz="25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62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94391A4-DF55-77BB-E368-3AF793CCF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78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DA5D80B-FDA9-184D-8E15-B5DD68170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" y="274599"/>
            <a:ext cx="12192000" cy="21297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1822982-7B68-DBBD-0003-3949058B4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58681" y="4325774"/>
            <a:ext cx="12192000" cy="242489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6B16B17-2A73-1710-9B60-08AC3DED442B}"/>
              </a:ext>
            </a:extLst>
          </p:cNvPr>
          <p:cNvGrpSpPr/>
          <p:nvPr/>
        </p:nvGrpSpPr>
        <p:grpSpPr>
          <a:xfrm>
            <a:off x="1199585" y="789420"/>
            <a:ext cx="2324386" cy="2972268"/>
            <a:chOff x="6393847" y="840387"/>
            <a:chExt cx="2136348" cy="273181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BFB5F92-FAB1-22B2-E3DA-8A95F73B8631}"/>
                </a:ext>
              </a:extLst>
            </p:cNvPr>
            <p:cNvSpPr/>
            <p:nvPr/>
          </p:nvSpPr>
          <p:spPr>
            <a:xfrm>
              <a:off x="6393847" y="840387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884AE4A-A018-64EF-3BAE-1209A61AB324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>
                  <a:solidFill>
                    <a:schemeClr val="bg1"/>
                  </a:solidFill>
                  <a:latin typeface="Noto Sans"/>
                  <a:ea typeface="Noto Sans"/>
                </a:rPr>
                <a:t>01</a:t>
              </a:r>
              <a:endParaRPr lang="zh-CN" altLang="en-US">
                <a:solidFill>
                  <a:schemeClr val="bg1"/>
                </a:solidFill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698DBB8-E40F-7B89-93A9-69E910D7E8AA}"/>
              </a:ext>
            </a:extLst>
          </p:cNvPr>
          <p:cNvGrpSpPr/>
          <p:nvPr/>
        </p:nvGrpSpPr>
        <p:grpSpPr>
          <a:xfrm>
            <a:off x="4886551" y="789420"/>
            <a:ext cx="2324386" cy="2972268"/>
            <a:chOff x="6393847" y="974035"/>
            <a:chExt cx="2136348" cy="273181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3BD796A-E3DF-3EB3-206D-F84C5DEF600F}"/>
                </a:ext>
              </a:extLst>
            </p:cNvPr>
            <p:cNvSpPr/>
            <p:nvPr/>
          </p:nvSpPr>
          <p:spPr>
            <a:xfrm>
              <a:off x="6393847" y="974035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4EF369E-842F-7C70-A912-8B7D5E38C06D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>
                  <a:solidFill>
                    <a:schemeClr val="bg1"/>
                  </a:solidFill>
                  <a:latin typeface="Noto Sans"/>
                  <a:ea typeface="Noto Sans"/>
                </a:rPr>
                <a:t>02</a:t>
              </a:r>
              <a:endParaRPr lang="zh-CN" altLang="en-US">
                <a:solidFill>
                  <a:schemeClr val="bg1"/>
                </a:solidFill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61D39BA-34F8-BE2C-C014-B0746D1AF901}"/>
              </a:ext>
            </a:extLst>
          </p:cNvPr>
          <p:cNvGrpSpPr/>
          <p:nvPr/>
        </p:nvGrpSpPr>
        <p:grpSpPr>
          <a:xfrm>
            <a:off x="8734762" y="789420"/>
            <a:ext cx="2324386" cy="2972268"/>
            <a:chOff x="6393847" y="974035"/>
            <a:chExt cx="2136348" cy="273181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FD1049C-E125-C3EA-58A3-2409D99F6D4A}"/>
                </a:ext>
              </a:extLst>
            </p:cNvPr>
            <p:cNvSpPr/>
            <p:nvPr/>
          </p:nvSpPr>
          <p:spPr>
            <a:xfrm>
              <a:off x="6393847" y="974035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3B7A903-D006-A632-7B6F-3C07F242C45E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>
                  <a:solidFill>
                    <a:schemeClr val="bg1"/>
                  </a:solidFill>
                  <a:latin typeface="Noto Sans"/>
                  <a:ea typeface="Noto Sans"/>
                </a:rPr>
                <a:t>03</a:t>
              </a:r>
              <a:endParaRPr lang="zh-CN" altLang="en-US">
                <a:solidFill>
                  <a:schemeClr val="bg1"/>
                </a:solidFill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05B20BEB-4134-91AF-7593-71426E1BA04E}"/>
              </a:ext>
            </a:extLst>
          </p:cNvPr>
          <p:cNvSpPr txBox="1"/>
          <p:nvPr/>
        </p:nvSpPr>
        <p:spPr>
          <a:xfrm>
            <a:off x="4162385" y="62115"/>
            <a:ext cx="3492800" cy="701040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pPr algn="dist"/>
            <a:endParaRPr lang="vi-VN" altLang="zh-CN" sz="4000" dirty="0">
              <a:gradFill>
                <a:gsLst>
                  <a:gs pos="0">
                    <a:srgbClr val="2AF1F2"/>
                  </a:gs>
                  <a:gs pos="55000">
                    <a:srgbClr val="FFFFFF"/>
                  </a:gs>
                </a:gsLst>
                <a:lin ang="15600000" scaled="0"/>
              </a:gradFill>
              <a:effectLst>
                <a:outerShdw blurRad="241300" algn="ctr" rotWithShape="0">
                  <a:srgbClr val="9DA0FF"/>
                </a:outerShdw>
              </a:effectLst>
              <a:latin typeface="Noto Sans"/>
              <a:ea typeface="Noto Sans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E746081-7ABD-EDB1-D656-497744675DED}"/>
              </a:ext>
            </a:extLst>
          </p:cNvPr>
          <p:cNvSpPr txBox="1"/>
          <p:nvPr/>
        </p:nvSpPr>
        <p:spPr>
          <a:xfrm>
            <a:off x="1468792" y="1823709"/>
            <a:ext cx="21138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 quan về Luật an ninh mạng Việt Nam</a:t>
            </a:r>
            <a:endParaRPr lang="en-US" sz="3000" dirty="0">
              <a:solidFill>
                <a:schemeClr val="bg1"/>
              </a:solidFill>
            </a:endParaRPr>
          </a:p>
        </p:txBody>
      </p:sp>
      <p:grpSp>
        <p:nvGrpSpPr>
          <p:cNvPr id="14" name="组合 21">
            <a:extLst>
              <a:ext uri="{FF2B5EF4-FFF2-40B4-BE49-F238E27FC236}">
                <a16:creationId xmlns:a16="http://schemas.microsoft.com/office/drawing/2014/main" id="{188B5B2E-05B4-F0A8-7E8D-493CC46E25F6}"/>
              </a:ext>
            </a:extLst>
          </p:cNvPr>
          <p:cNvGrpSpPr/>
          <p:nvPr/>
        </p:nvGrpSpPr>
        <p:grpSpPr>
          <a:xfrm>
            <a:off x="1199585" y="3972410"/>
            <a:ext cx="2324386" cy="2972268"/>
            <a:chOff x="6393847" y="974035"/>
            <a:chExt cx="2136348" cy="2731818"/>
          </a:xfrm>
        </p:grpSpPr>
        <p:sp>
          <p:nvSpPr>
            <p:cNvPr id="15" name="矩形 22">
              <a:extLst>
                <a:ext uri="{FF2B5EF4-FFF2-40B4-BE49-F238E27FC236}">
                  <a16:creationId xmlns:a16="http://schemas.microsoft.com/office/drawing/2014/main" id="{40DF1750-066E-CB46-AA69-D0145466F95D}"/>
                </a:ext>
              </a:extLst>
            </p:cNvPr>
            <p:cNvSpPr/>
            <p:nvPr/>
          </p:nvSpPr>
          <p:spPr>
            <a:xfrm>
              <a:off x="6393847" y="974035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  <p:sp>
          <p:nvSpPr>
            <p:cNvPr id="16" name="椭圆 24">
              <a:extLst>
                <a:ext uri="{FF2B5EF4-FFF2-40B4-BE49-F238E27FC236}">
                  <a16:creationId xmlns:a16="http://schemas.microsoft.com/office/drawing/2014/main" id="{BF6D92EC-59D4-D690-C6A0-8CFB9B619D64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 dirty="0">
                  <a:solidFill>
                    <a:schemeClr val="bg1"/>
                  </a:solidFill>
                  <a:latin typeface="Noto Sans"/>
                  <a:ea typeface="Noto Sans"/>
                </a:rPr>
                <a:t>04</a:t>
              </a:r>
              <a:endParaRPr lang="zh-CN" altLang="en-US" dirty="0">
                <a:solidFill>
                  <a:schemeClr val="bg1"/>
                </a:solidFill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</p:grpSp>
      <p:grpSp>
        <p:nvGrpSpPr>
          <p:cNvPr id="17" name="组合 21">
            <a:extLst>
              <a:ext uri="{FF2B5EF4-FFF2-40B4-BE49-F238E27FC236}">
                <a16:creationId xmlns:a16="http://schemas.microsoft.com/office/drawing/2014/main" id="{761E39A0-A572-C5F3-9599-C3FD4C7031A3}"/>
              </a:ext>
            </a:extLst>
          </p:cNvPr>
          <p:cNvGrpSpPr/>
          <p:nvPr/>
        </p:nvGrpSpPr>
        <p:grpSpPr>
          <a:xfrm>
            <a:off x="8734762" y="3951410"/>
            <a:ext cx="2324386" cy="2972268"/>
            <a:chOff x="6393847" y="974035"/>
            <a:chExt cx="2136348" cy="2731818"/>
          </a:xfrm>
        </p:grpSpPr>
        <p:sp>
          <p:nvSpPr>
            <p:cNvPr id="18" name="矩形 22">
              <a:extLst>
                <a:ext uri="{FF2B5EF4-FFF2-40B4-BE49-F238E27FC236}">
                  <a16:creationId xmlns:a16="http://schemas.microsoft.com/office/drawing/2014/main" id="{943E4973-5662-2A0D-B291-08F7F4FFAAF7}"/>
                </a:ext>
              </a:extLst>
            </p:cNvPr>
            <p:cNvSpPr/>
            <p:nvPr/>
          </p:nvSpPr>
          <p:spPr>
            <a:xfrm>
              <a:off x="6393847" y="974035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  <p:sp>
          <p:nvSpPr>
            <p:cNvPr id="19" name="椭圆 24">
              <a:extLst>
                <a:ext uri="{FF2B5EF4-FFF2-40B4-BE49-F238E27FC236}">
                  <a16:creationId xmlns:a16="http://schemas.microsoft.com/office/drawing/2014/main" id="{3E08C691-B13E-4B51-E6F0-433A344153FE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 dirty="0">
                  <a:solidFill>
                    <a:schemeClr val="bg1"/>
                  </a:solidFill>
                  <a:latin typeface="Noto Sans"/>
                  <a:ea typeface="Noto Sans"/>
                </a:rPr>
                <a:t>06</a:t>
              </a:r>
              <a:endParaRPr lang="zh-CN" altLang="en-US" dirty="0">
                <a:solidFill>
                  <a:schemeClr val="bg1"/>
                </a:solidFill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</p:grpSp>
      <p:grpSp>
        <p:nvGrpSpPr>
          <p:cNvPr id="20" name="组合 21">
            <a:extLst>
              <a:ext uri="{FF2B5EF4-FFF2-40B4-BE49-F238E27FC236}">
                <a16:creationId xmlns:a16="http://schemas.microsoft.com/office/drawing/2014/main" id="{B9E402A7-EF6C-CFF9-70D7-CB829A43F43A}"/>
              </a:ext>
            </a:extLst>
          </p:cNvPr>
          <p:cNvGrpSpPr/>
          <p:nvPr/>
        </p:nvGrpSpPr>
        <p:grpSpPr>
          <a:xfrm>
            <a:off x="4886551" y="3956675"/>
            <a:ext cx="2324386" cy="2972268"/>
            <a:chOff x="6393847" y="974035"/>
            <a:chExt cx="2136348" cy="2731818"/>
          </a:xfrm>
        </p:grpSpPr>
        <p:sp>
          <p:nvSpPr>
            <p:cNvPr id="35" name="矩形 22">
              <a:extLst>
                <a:ext uri="{FF2B5EF4-FFF2-40B4-BE49-F238E27FC236}">
                  <a16:creationId xmlns:a16="http://schemas.microsoft.com/office/drawing/2014/main" id="{CB8AB7BA-9D06-AD1C-25CD-54335FCF0D5A}"/>
                </a:ext>
              </a:extLst>
            </p:cNvPr>
            <p:cNvSpPr/>
            <p:nvPr/>
          </p:nvSpPr>
          <p:spPr>
            <a:xfrm>
              <a:off x="6393847" y="974035"/>
              <a:ext cx="2136348" cy="2731818"/>
            </a:xfrm>
            <a:prstGeom prst="rect">
              <a:avLst/>
            </a:prstGeom>
            <a:solidFill>
              <a:schemeClr val="accent2">
                <a:alpha val="5000"/>
              </a:schemeClr>
            </a:solidFill>
            <a:ln>
              <a:gradFill>
                <a:gsLst>
                  <a:gs pos="0">
                    <a:srgbClr val="2AF1F2">
                      <a:alpha val="0"/>
                    </a:srgbClr>
                  </a:gs>
                  <a:gs pos="100000">
                    <a:srgbClr val="2AF1F2">
                      <a:alpha val="55000"/>
                    </a:srgbClr>
                  </a:gs>
                </a:gsLst>
                <a:lin ang="168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43号-正酷超级黑" pitchFamily="2" charset="-122"/>
                <a:ea typeface="字魂143号-正酷超级黑" pitchFamily="2" charset="-122"/>
              </a:endParaRPr>
            </a:p>
          </p:txBody>
        </p:sp>
        <p:sp>
          <p:nvSpPr>
            <p:cNvPr id="36" name="椭圆 24">
              <a:extLst>
                <a:ext uri="{FF2B5EF4-FFF2-40B4-BE49-F238E27FC236}">
                  <a16:creationId xmlns:a16="http://schemas.microsoft.com/office/drawing/2014/main" id="{283D10C1-3D6D-B1D1-EE1B-05AFE71C4B34}"/>
                </a:ext>
              </a:extLst>
            </p:cNvPr>
            <p:cNvSpPr/>
            <p:nvPr/>
          </p:nvSpPr>
          <p:spPr>
            <a:xfrm>
              <a:off x="7081021" y="1179394"/>
              <a:ext cx="762001" cy="762001"/>
            </a:xfrm>
            <a:prstGeom prst="ellipse">
              <a:avLst/>
            </a:prstGeom>
            <a:noFill/>
            <a:ln>
              <a:solidFill>
                <a:srgbClr val="2AF1F2"/>
              </a:solidFill>
            </a:ln>
            <a:effectLst>
              <a:outerShdw blurRad="50800" dist="38100" dir="2700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vi-VN" altLang="vi-VN" dirty="0">
                  <a:solidFill>
                    <a:schemeClr val="bg1"/>
                  </a:solidFill>
                  <a:latin typeface="Noto Sans"/>
                  <a:ea typeface="Noto Sans"/>
                </a:rPr>
                <a:t>05</a:t>
              </a:r>
              <a:endParaRPr lang="zh-CN" altLang="en-US" dirty="0">
                <a:solidFill>
                  <a:schemeClr val="bg1"/>
                </a:solidFill>
                <a:latin typeface="字魂50号-白鸽天行体" panose="00000500000000000000" pitchFamily="2" charset="-122"/>
                <a:ea typeface="字魂50号-白鸽天行体" panose="00000500000000000000" pitchFamily="2" charset="-122"/>
              </a:endParaRPr>
            </a:p>
          </p:txBody>
        </p:sp>
      </p:grp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2BAB680F-EBF7-5B8D-1B7B-BFAB74912051}"/>
              </a:ext>
            </a:extLst>
          </p:cNvPr>
          <p:cNvSpPr txBox="1"/>
          <p:nvPr/>
        </p:nvSpPr>
        <p:spPr>
          <a:xfrm>
            <a:off x="5201197" y="1969513"/>
            <a:ext cx="21499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DF3C4C61-2B59-0C46-4EE4-F1C4EEB5D9C4}"/>
              </a:ext>
            </a:extLst>
          </p:cNvPr>
          <p:cNvSpPr txBox="1"/>
          <p:nvPr/>
        </p:nvSpPr>
        <p:spPr>
          <a:xfrm>
            <a:off x="8780776" y="1996350"/>
            <a:ext cx="25624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9" name="Hộp Văn bản 38">
            <a:extLst>
              <a:ext uri="{FF2B5EF4-FFF2-40B4-BE49-F238E27FC236}">
                <a16:creationId xmlns:a16="http://schemas.microsoft.com/office/drawing/2014/main" id="{0DEB220A-DE58-2553-C145-CAA50EB18E1C}"/>
              </a:ext>
            </a:extLst>
          </p:cNvPr>
          <p:cNvSpPr txBox="1"/>
          <p:nvPr/>
        </p:nvSpPr>
        <p:spPr>
          <a:xfrm>
            <a:off x="1199585" y="5075449"/>
            <a:ext cx="25624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27C28457-609C-5A20-A0BB-E6149A710F64}"/>
              </a:ext>
            </a:extLst>
          </p:cNvPr>
          <p:cNvSpPr txBox="1"/>
          <p:nvPr/>
        </p:nvSpPr>
        <p:spPr>
          <a:xfrm>
            <a:off x="5341368" y="5075449"/>
            <a:ext cx="18695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1" name="Hộp Văn bản 40">
            <a:extLst>
              <a:ext uri="{FF2B5EF4-FFF2-40B4-BE49-F238E27FC236}">
                <a16:creationId xmlns:a16="http://schemas.microsoft.com/office/drawing/2014/main" id="{0D6CCBB4-D158-A754-5AF7-F7D91A1005F3}"/>
              </a:ext>
            </a:extLst>
          </p:cNvPr>
          <p:cNvSpPr txBox="1"/>
          <p:nvPr/>
        </p:nvSpPr>
        <p:spPr>
          <a:xfrm>
            <a:off x="9069917" y="5160545"/>
            <a:ext cx="1794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Bản</a:t>
            </a:r>
            <a:r>
              <a:rPr lang="en-US" sz="3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demo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AE67D9A6-BD1F-35A1-108A-A27727CB86F7}"/>
              </a:ext>
            </a:extLst>
          </p:cNvPr>
          <p:cNvSpPr txBox="1"/>
          <p:nvPr/>
        </p:nvSpPr>
        <p:spPr>
          <a:xfrm>
            <a:off x="5201197" y="72955"/>
            <a:ext cx="16337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 Dung</a:t>
            </a:r>
            <a:endParaRPr lang="en-US" sz="3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5084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">
            <a:extLst>
              <a:ext uri="{FF2B5EF4-FFF2-40B4-BE49-F238E27FC236}">
                <a16:creationId xmlns:a16="http://schemas.microsoft.com/office/drawing/2014/main" id="{150F2312-3D37-C11C-C357-D500F6B41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225" y="-207143"/>
            <a:ext cx="6120114" cy="6120114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D85E56B0-AB26-4CB5-B452-22ED9D01A2E7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 1: Tổng quan về Luật an ninh mạng Việt Nam</a:t>
            </a:r>
            <a:endParaRPr lang="en-US" sz="2000" b="1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580F71A-1811-1614-72DC-48E3F06C0243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I.Mở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endParaRPr lang="en-US" sz="15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F744C31-284E-9D0E-909C-9D5E061F0073}"/>
              </a:ext>
            </a:extLst>
          </p:cNvPr>
          <p:cNvSpPr txBox="1"/>
          <p:nvPr/>
        </p:nvSpPr>
        <p:spPr>
          <a:xfrm>
            <a:off x="1295018" y="932498"/>
            <a:ext cx="4800982" cy="293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vi-VN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bối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hóa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mẽ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nghệ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tiềm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ẩn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nguy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thách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thức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vi-VN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phó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những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nguy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Quốc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khóa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XIV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24/2018/QH14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ngày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12/6/2018,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ngày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01/01/2019.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Đây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văn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ở Việt Nam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diện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9109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F0C19F8-88FC-7343-F362-84D63452FA1D}"/>
              </a:ext>
            </a:extLst>
          </p:cNvPr>
          <p:cNvGrpSpPr/>
          <p:nvPr/>
        </p:nvGrpSpPr>
        <p:grpSpPr>
          <a:xfrm>
            <a:off x="7954581" y="833756"/>
            <a:ext cx="4635784" cy="4627563"/>
            <a:chOff x="6171916" y="1328736"/>
            <a:chExt cx="4635784" cy="462756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F4F48B7-01C9-9EBF-5CC3-600067DE69E8}"/>
                </a:ext>
              </a:extLst>
            </p:cNvPr>
            <p:cNvSpPr/>
            <p:nvPr/>
          </p:nvSpPr>
          <p:spPr>
            <a:xfrm>
              <a:off x="7830132" y="2978731"/>
              <a:ext cx="1423050" cy="1423050"/>
            </a:xfrm>
            <a:prstGeom prst="ellipse">
              <a:avLst/>
            </a:pr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vi-VN" altLang="vi-VN" sz="1000" b="1">
                  <a:solidFill>
                    <a:schemeClr val="bg1"/>
                  </a:solidFill>
                  <a:latin typeface="Times New Roman" panose="02020603050405020304" pitchFamily="18" charset="0"/>
                  <a:ea typeface="Noto Sans"/>
                  <a:cs typeface="Times New Roman" panose="02020603050405020304" pitchFamily="18" charset="0"/>
                  <a:sym typeface="+mn-lt"/>
                </a:rPr>
                <a:t>Chiến thắng</a:t>
              </a:r>
              <a:endParaRPr lang="en-US" altLang="zh-C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  <a:p>
              <a:pPr algn="ctr"/>
              <a:r>
                <a:rPr lang="vi-VN" altLang="vi-VN" sz="1600" b="1">
                  <a:solidFill>
                    <a:schemeClr val="bg1"/>
                  </a:solidFill>
                  <a:latin typeface="Times New Roman" panose="02020603050405020304" pitchFamily="18" charset="0"/>
                  <a:ea typeface="Noto Sans"/>
                  <a:cs typeface="Times New Roman" panose="02020603050405020304" pitchFamily="18" charset="0"/>
                  <a:sym typeface="+mn-lt"/>
                </a:rPr>
                <a:t>Lừa đảo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23E323F-F6C3-3F3F-012A-D05AD923E842}"/>
                </a:ext>
              </a:extLst>
            </p:cNvPr>
            <p:cNvSpPr/>
            <p:nvPr/>
          </p:nvSpPr>
          <p:spPr>
            <a:xfrm>
              <a:off x="7170057" y="2318656"/>
              <a:ext cx="2743200" cy="2743200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F9736C3-7FDC-9474-B67D-527BF1D81203}"/>
                </a:ext>
              </a:extLst>
            </p:cNvPr>
            <p:cNvSpPr/>
            <p:nvPr/>
          </p:nvSpPr>
          <p:spPr>
            <a:xfrm>
              <a:off x="6701064" y="1849663"/>
              <a:ext cx="3681186" cy="3681186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6922C69-C21C-BF6B-EE91-EFF1C0C53DDD}"/>
                </a:ext>
              </a:extLst>
            </p:cNvPr>
            <p:cNvSpPr/>
            <p:nvPr/>
          </p:nvSpPr>
          <p:spPr>
            <a:xfrm>
              <a:off x="6275614" y="1424213"/>
              <a:ext cx="4532086" cy="4532086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6B43BD5-7869-C89B-6D4A-6549A1576065}"/>
                </a:ext>
              </a:extLst>
            </p:cNvPr>
            <p:cNvGrpSpPr/>
            <p:nvPr/>
          </p:nvGrpSpPr>
          <p:grpSpPr>
            <a:xfrm>
              <a:off x="7110850" y="2757115"/>
              <a:ext cx="538679" cy="538676"/>
              <a:chOff x="3526795" y="2235779"/>
              <a:chExt cx="410200" cy="41019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F1903C79-98D9-A6FE-BCEE-10117CF6FB03}"/>
                  </a:ext>
                </a:extLst>
              </p:cNvPr>
              <p:cNvSpPr/>
              <p:nvPr/>
            </p:nvSpPr>
            <p:spPr>
              <a:xfrm>
                <a:off x="3526795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7" name="任意多边形 13">
                <a:extLst>
                  <a:ext uri="{FF2B5EF4-FFF2-40B4-BE49-F238E27FC236}">
                    <a16:creationId xmlns:a16="http://schemas.microsoft.com/office/drawing/2014/main" id="{7B881E28-260F-3E83-A39C-ADCF04399887}"/>
                  </a:ext>
                </a:extLst>
              </p:cNvPr>
              <p:cNvSpPr/>
              <p:nvPr/>
            </p:nvSpPr>
            <p:spPr>
              <a:xfrm>
                <a:off x="3642895" y="2374128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6965300-28E6-B560-D14D-817DB935E402}"/>
                </a:ext>
              </a:extLst>
            </p:cNvPr>
            <p:cNvGrpSpPr/>
            <p:nvPr/>
          </p:nvGrpSpPr>
          <p:grpSpPr>
            <a:xfrm>
              <a:off x="6171916" y="4316000"/>
              <a:ext cx="538679" cy="538676"/>
              <a:chOff x="4471992" y="2235779"/>
              <a:chExt cx="410200" cy="410198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16EFA347-97A4-BAC7-741F-7612B14FC9F2}"/>
                  </a:ext>
                </a:extLst>
              </p:cNvPr>
              <p:cNvSpPr/>
              <p:nvPr/>
            </p:nvSpPr>
            <p:spPr>
              <a:xfrm>
                <a:off x="4471992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5" name="任意多边形 16">
                <a:extLst>
                  <a:ext uri="{FF2B5EF4-FFF2-40B4-BE49-F238E27FC236}">
                    <a16:creationId xmlns:a16="http://schemas.microsoft.com/office/drawing/2014/main" id="{B00ABAC5-B0B4-8163-F445-74BEF9B3BD7D}"/>
                  </a:ext>
                </a:extLst>
              </p:cNvPr>
              <p:cNvSpPr/>
              <p:nvPr/>
            </p:nvSpPr>
            <p:spPr>
              <a:xfrm>
                <a:off x="4595899" y="2358227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69DC82B-9808-4C76-CA46-89261D78ED24}"/>
                </a:ext>
              </a:extLst>
            </p:cNvPr>
            <p:cNvGrpSpPr/>
            <p:nvPr/>
          </p:nvGrpSpPr>
          <p:grpSpPr>
            <a:xfrm>
              <a:off x="7314464" y="1328736"/>
              <a:ext cx="538679" cy="538676"/>
              <a:chOff x="6200669" y="2235779"/>
              <a:chExt cx="410200" cy="410198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FA9E78C-F4AB-82A2-5C38-DE9B8206D89F}"/>
                  </a:ext>
                </a:extLst>
              </p:cNvPr>
              <p:cNvSpPr/>
              <p:nvPr/>
            </p:nvSpPr>
            <p:spPr>
              <a:xfrm>
                <a:off x="6200669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任意多边形 19">
                <a:extLst>
                  <a:ext uri="{FF2B5EF4-FFF2-40B4-BE49-F238E27FC236}">
                    <a16:creationId xmlns:a16="http://schemas.microsoft.com/office/drawing/2014/main" id="{6738D41D-C485-A753-E862-1BCE740B3F6E}"/>
                  </a:ext>
                </a:extLst>
              </p:cNvPr>
              <p:cNvSpPr/>
              <p:nvPr/>
            </p:nvSpPr>
            <p:spPr>
              <a:xfrm>
                <a:off x="6316768" y="2376357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D3A6597-C5DA-E38A-A61B-E66325E1525E}"/>
                </a:ext>
              </a:extLst>
            </p:cNvPr>
            <p:cNvGrpSpPr/>
            <p:nvPr/>
          </p:nvGrpSpPr>
          <p:grpSpPr>
            <a:xfrm>
              <a:off x="9755126" y="2335705"/>
              <a:ext cx="544522" cy="538676"/>
              <a:chOff x="8252780" y="2235779"/>
              <a:chExt cx="414650" cy="410198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1FED8D0F-B896-EDFF-4C0A-D633928B96DE}"/>
                  </a:ext>
                </a:extLst>
              </p:cNvPr>
              <p:cNvSpPr/>
              <p:nvPr/>
            </p:nvSpPr>
            <p:spPr>
              <a:xfrm>
                <a:off x="8252780" y="2235779"/>
                <a:ext cx="41465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1" name="任意多边形 25">
                <a:extLst>
                  <a:ext uri="{FF2B5EF4-FFF2-40B4-BE49-F238E27FC236}">
                    <a16:creationId xmlns:a16="http://schemas.microsoft.com/office/drawing/2014/main" id="{65E140CB-D43E-7173-B3CB-DF24679B435B}"/>
                  </a:ext>
                </a:extLst>
              </p:cNvPr>
              <p:cNvSpPr/>
              <p:nvPr/>
            </p:nvSpPr>
            <p:spPr>
              <a:xfrm>
                <a:off x="8368880" y="2356648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46D771E-CA87-4F68-FAF4-0292AE10322E}"/>
                </a:ext>
              </a:extLst>
            </p:cNvPr>
            <p:cNvGrpSpPr/>
            <p:nvPr/>
          </p:nvGrpSpPr>
          <p:grpSpPr>
            <a:xfrm>
              <a:off x="10122172" y="4802601"/>
              <a:ext cx="538679" cy="538676"/>
              <a:chOff x="7307583" y="2235779"/>
              <a:chExt cx="410200" cy="410198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36CF4DC-44DC-13F7-7710-820398932809}"/>
                  </a:ext>
                </a:extLst>
              </p:cNvPr>
              <p:cNvSpPr/>
              <p:nvPr/>
            </p:nvSpPr>
            <p:spPr>
              <a:xfrm>
                <a:off x="7307583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9" name="任意多边形 22">
                <a:extLst>
                  <a:ext uri="{FF2B5EF4-FFF2-40B4-BE49-F238E27FC236}">
                    <a16:creationId xmlns:a16="http://schemas.microsoft.com/office/drawing/2014/main" id="{28B95B19-AADE-DA26-ED9B-AC997A25C1A1}"/>
                  </a:ext>
                </a:extLst>
              </p:cNvPr>
              <p:cNvSpPr/>
              <p:nvPr/>
            </p:nvSpPr>
            <p:spPr>
              <a:xfrm>
                <a:off x="7423682" y="2356641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</p:grp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3302297-B7F7-8070-6EED-467C059FE769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1: Tổng quan về Luật an ninh mạng Việt Nam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7D3EF2EE-AB38-A63D-B71F-9991D20A009A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TỔNG QUAN NỘI DUNG LUẬT AN NINH MẠNG</a:t>
            </a: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1F350D8E-69A8-0ACB-28E0-62D9B5DD7C76}"/>
              </a:ext>
            </a:extLst>
          </p:cNvPr>
          <p:cNvSpPr txBox="1"/>
          <p:nvPr/>
        </p:nvSpPr>
        <p:spPr>
          <a:xfrm>
            <a:off x="757960" y="818628"/>
            <a:ext cx="6945630" cy="374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Cấu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trúc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07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43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Những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7).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8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11).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III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12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IV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21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33).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34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37).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38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41).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42 –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43).</a:t>
            </a: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144E6339-E451-AEA6-49E7-899D65CD7583}"/>
              </a:ext>
            </a:extLst>
          </p:cNvPr>
          <p:cNvSpPr txBox="1"/>
          <p:nvPr/>
        </p:nvSpPr>
        <p:spPr>
          <a:xfrm>
            <a:off x="757701" y="4457156"/>
            <a:ext cx="6945630" cy="225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lang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phủ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tử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đổi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238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223E323F-F6C3-3F3F-012A-D05AD923E842}"/>
              </a:ext>
            </a:extLst>
          </p:cNvPr>
          <p:cNvSpPr/>
          <p:nvPr/>
        </p:nvSpPr>
        <p:spPr>
          <a:xfrm>
            <a:off x="8747126" y="2149322"/>
            <a:ext cx="2743200" cy="2743200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9736C3-7FDC-9474-B67D-527BF1D81203}"/>
              </a:ext>
            </a:extLst>
          </p:cNvPr>
          <p:cNvSpPr/>
          <p:nvPr/>
        </p:nvSpPr>
        <p:spPr>
          <a:xfrm>
            <a:off x="8278133" y="1764995"/>
            <a:ext cx="3681186" cy="36811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6922C69-C21C-BF6B-EE91-EFF1C0C53DDD}"/>
              </a:ext>
            </a:extLst>
          </p:cNvPr>
          <p:cNvSpPr/>
          <p:nvPr/>
        </p:nvSpPr>
        <p:spPr>
          <a:xfrm>
            <a:off x="7784950" y="1254879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B1AC733-0980-FC34-B2C2-94C941924BF3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1: Tổng quan về Luật an ninh mạng Việt Nam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D369E25D-9140-047C-D8FA-020B04E6B22B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TỔNG QUAN NỘI DUNG LUẬT AN NINH MẠNG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F9C993B1-AAC4-3045-CE38-94C7395B660D}"/>
              </a:ext>
            </a:extLst>
          </p:cNvPr>
          <p:cNvSpPr txBox="1"/>
          <p:nvPr/>
        </p:nvSpPr>
        <p:spPr>
          <a:xfrm>
            <a:off x="1016000" y="932498"/>
            <a:ext cx="6163732" cy="5881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Những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bản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8):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16):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17).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26):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30):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380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223E323F-F6C3-3F3F-012A-D05AD923E842}"/>
              </a:ext>
            </a:extLst>
          </p:cNvPr>
          <p:cNvSpPr/>
          <p:nvPr/>
        </p:nvSpPr>
        <p:spPr>
          <a:xfrm>
            <a:off x="8857193" y="2250922"/>
            <a:ext cx="2743200" cy="2743200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9736C3-7FDC-9474-B67D-527BF1D81203}"/>
              </a:ext>
            </a:extLst>
          </p:cNvPr>
          <p:cNvSpPr/>
          <p:nvPr/>
        </p:nvSpPr>
        <p:spPr>
          <a:xfrm>
            <a:off x="8388200" y="1849662"/>
            <a:ext cx="3681186" cy="36811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6922C69-C21C-BF6B-EE91-EFF1C0C53DDD}"/>
              </a:ext>
            </a:extLst>
          </p:cNvPr>
          <p:cNvSpPr/>
          <p:nvPr/>
        </p:nvSpPr>
        <p:spPr>
          <a:xfrm>
            <a:off x="7962750" y="1263345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2359307-7C83-18DC-CDD4-0874E84048D4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1: Tổng quan về Luật an ninh mạng Việt Nam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B273E095-59B7-B19F-B2DA-09F8997FB44D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TÁC ĐỘNG CỦA LUẬT AN NINH MẠNG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818A707-D792-C362-CC4A-489C9D7855DC}"/>
              </a:ext>
            </a:extLst>
          </p:cNvPr>
          <p:cNvSpPr txBox="1"/>
          <p:nvPr/>
        </p:nvSpPr>
        <p:spPr>
          <a:xfrm>
            <a:off x="1068764" y="1018043"/>
            <a:ext cx="6096000" cy="494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endParaRPr lang="en-US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lang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en-US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(Google, Facebook,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Zalo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TikTok…)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đồng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góp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tin.</a:t>
            </a:r>
          </a:p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Nghĩa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chịu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tung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bôi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nhọ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833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C66871FD-F2F5-85B7-22CC-C6A71A428BB9}"/>
              </a:ext>
            </a:extLst>
          </p:cNvPr>
          <p:cNvGrpSpPr/>
          <p:nvPr/>
        </p:nvGrpSpPr>
        <p:grpSpPr>
          <a:xfrm>
            <a:off x="8305800" y="1082143"/>
            <a:ext cx="4572000" cy="4378857"/>
            <a:chOff x="1090616" y="1292739"/>
            <a:chExt cx="4761052" cy="4386757"/>
          </a:xfrm>
        </p:grpSpPr>
        <p:grpSp>
          <p:nvGrpSpPr>
            <p:cNvPr id="30" name="ïSļîďè">
              <a:extLst>
                <a:ext uri="{FF2B5EF4-FFF2-40B4-BE49-F238E27FC236}">
                  <a16:creationId xmlns:a16="http://schemas.microsoft.com/office/drawing/2014/main" id="{0579EDAD-B658-3120-748B-2CA3205BB8A6}"/>
                </a:ext>
              </a:extLst>
            </p:cNvPr>
            <p:cNvGrpSpPr/>
            <p:nvPr/>
          </p:nvGrpSpPr>
          <p:grpSpPr>
            <a:xfrm>
              <a:off x="1090616" y="1292739"/>
              <a:ext cx="2777291" cy="3406254"/>
              <a:chOff x="1244602" y="1211194"/>
              <a:chExt cx="3044248" cy="3733667"/>
            </a:xfrm>
          </p:grpSpPr>
          <p:grpSp>
            <p:nvGrpSpPr>
              <p:cNvPr id="33" name="ïšļîḓe">
                <a:extLst>
                  <a:ext uri="{FF2B5EF4-FFF2-40B4-BE49-F238E27FC236}">
                    <a16:creationId xmlns:a16="http://schemas.microsoft.com/office/drawing/2014/main" id="{FA3BBEB2-1E1C-70D6-98EC-6EDEB0D00834}"/>
                  </a:ext>
                </a:extLst>
              </p:cNvPr>
              <p:cNvGrpSpPr/>
              <p:nvPr/>
            </p:nvGrpSpPr>
            <p:grpSpPr>
              <a:xfrm>
                <a:off x="1244602" y="1211194"/>
                <a:ext cx="3044248" cy="3733667"/>
                <a:chOff x="843919" y="646546"/>
                <a:chExt cx="2308225" cy="3436511"/>
              </a:xfrm>
            </p:grpSpPr>
            <p:sp>
              <p:nvSpPr>
                <p:cNvPr id="35" name="ïšlíďé">
                  <a:extLst>
                    <a:ext uri="{FF2B5EF4-FFF2-40B4-BE49-F238E27FC236}">
                      <a16:creationId xmlns:a16="http://schemas.microsoft.com/office/drawing/2014/main" id="{54A5EC36-F54B-D9D5-BDFB-1A2CFDE18713}"/>
                    </a:ext>
                  </a:extLst>
                </p:cNvPr>
                <p:cNvSpPr/>
                <p:nvPr/>
              </p:nvSpPr>
              <p:spPr bwMode="auto">
                <a:xfrm>
                  <a:off x="843919" y="2336807"/>
                  <a:ext cx="100013" cy="117475"/>
                </a:xfrm>
                <a:custGeom>
                  <a:avLst/>
                  <a:gdLst>
                    <a:gd name="T0" fmla="*/ 0 w 188"/>
                    <a:gd name="T1" fmla="*/ 115 h 223"/>
                    <a:gd name="T2" fmla="*/ 188 w 188"/>
                    <a:gd name="T3" fmla="*/ 0 h 223"/>
                    <a:gd name="T4" fmla="*/ 188 w 188"/>
                    <a:gd name="T5" fmla="*/ 223 h 223"/>
                    <a:gd name="T6" fmla="*/ 0 w 188"/>
                    <a:gd name="T7" fmla="*/ 115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8" h="223">
                      <a:moveTo>
                        <a:pt x="0" y="115"/>
                      </a:moveTo>
                      <a:lnTo>
                        <a:pt x="188" y="0"/>
                      </a:lnTo>
                      <a:lnTo>
                        <a:pt x="188" y="223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iSḷíḋé">
                  <a:extLst>
                    <a:ext uri="{FF2B5EF4-FFF2-40B4-BE49-F238E27FC236}">
                      <a16:creationId xmlns:a16="http://schemas.microsoft.com/office/drawing/2014/main" id="{A2C8A27C-A718-467C-4BD0-E6EA05930464}"/>
                    </a:ext>
                  </a:extLst>
                </p:cNvPr>
                <p:cNvSpPr/>
                <p:nvPr/>
              </p:nvSpPr>
              <p:spPr bwMode="auto">
                <a:xfrm>
                  <a:off x="3053719" y="2336807"/>
                  <a:ext cx="98425" cy="117475"/>
                </a:xfrm>
                <a:custGeom>
                  <a:avLst/>
                  <a:gdLst>
                    <a:gd name="T0" fmla="*/ 186 w 186"/>
                    <a:gd name="T1" fmla="*/ 115 h 223"/>
                    <a:gd name="T2" fmla="*/ 0 w 186"/>
                    <a:gd name="T3" fmla="*/ 0 h 223"/>
                    <a:gd name="T4" fmla="*/ 0 w 186"/>
                    <a:gd name="T5" fmla="*/ 223 h 223"/>
                    <a:gd name="T6" fmla="*/ 186 w 186"/>
                    <a:gd name="T7" fmla="*/ 115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6" h="223">
                      <a:moveTo>
                        <a:pt x="186" y="115"/>
                      </a:moveTo>
                      <a:lnTo>
                        <a:pt x="0" y="0"/>
                      </a:lnTo>
                      <a:lnTo>
                        <a:pt x="0" y="223"/>
                      </a:lnTo>
                      <a:lnTo>
                        <a:pt x="186" y="115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íšḻíḋê">
                  <a:extLst>
                    <a:ext uri="{FF2B5EF4-FFF2-40B4-BE49-F238E27FC236}">
                      <a16:creationId xmlns:a16="http://schemas.microsoft.com/office/drawing/2014/main" id="{C8F1D345-75BF-D7B0-89DB-36369DDEBD3A}"/>
                    </a:ext>
                  </a:extLst>
                </p:cNvPr>
                <p:cNvSpPr/>
                <p:nvPr/>
              </p:nvSpPr>
              <p:spPr bwMode="auto">
                <a:xfrm>
                  <a:off x="936396" y="646546"/>
                  <a:ext cx="2109788" cy="2436813"/>
                </a:xfrm>
                <a:custGeom>
                  <a:avLst/>
                  <a:gdLst>
                    <a:gd name="T0" fmla="*/ 2005 w 3988"/>
                    <a:gd name="T1" fmla="*/ 7 h 4605"/>
                    <a:gd name="T2" fmla="*/ 2990 w 3988"/>
                    <a:gd name="T3" fmla="*/ 576 h 4605"/>
                    <a:gd name="T4" fmla="*/ 3976 w 3988"/>
                    <a:gd name="T5" fmla="*/ 1144 h 4605"/>
                    <a:gd name="T6" fmla="*/ 3988 w 3988"/>
                    <a:gd name="T7" fmla="*/ 1151 h 4605"/>
                    <a:gd name="T8" fmla="*/ 3988 w 3988"/>
                    <a:gd name="T9" fmla="*/ 1166 h 4605"/>
                    <a:gd name="T10" fmla="*/ 3988 w 3988"/>
                    <a:gd name="T11" fmla="*/ 2302 h 4605"/>
                    <a:gd name="T12" fmla="*/ 3988 w 3988"/>
                    <a:gd name="T13" fmla="*/ 3439 h 4605"/>
                    <a:gd name="T14" fmla="*/ 3988 w 3988"/>
                    <a:gd name="T15" fmla="*/ 3454 h 4605"/>
                    <a:gd name="T16" fmla="*/ 3976 w 3988"/>
                    <a:gd name="T17" fmla="*/ 3461 h 4605"/>
                    <a:gd name="T18" fmla="*/ 2990 w 3988"/>
                    <a:gd name="T19" fmla="*/ 4030 h 4605"/>
                    <a:gd name="T20" fmla="*/ 2005 w 3988"/>
                    <a:gd name="T21" fmla="*/ 4598 h 4605"/>
                    <a:gd name="T22" fmla="*/ 1993 w 3988"/>
                    <a:gd name="T23" fmla="*/ 4605 h 4605"/>
                    <a:gd name="T24" fmla="*/ 1981 w 3988"/>
                    <a:gd name="T25" fmla="*/ 4598 h 4605"/>
                    <a:gd name="T26" fmla="*/ 996 w 3988"/>
                    <a:gd name="T27" fmla="*/ 4030 h 4605"/>
                    <a:gd name="T28" fmla="*/ 12 w 3988"/>
                    <a:gd name="T29" fmla="*/ 3461 h 4605"/>
                    <a:gd name="T30" fmla="*/ 0 w 3988"/>
                    <a:gd name="T31" fmla="*/ 3454 h 4605"/>
                    <a:gd name="T32" fmla="*/ 0 w 3988"/>
                    <a:gd name="T33" fmla="*/ 3439 h 4605"/>
                    <a:gd name="T34" fmla="*/ 0 w 3988"/>
                    <a:gd name="T35" fmla="*/ 2302 h 4605"/>
                    <a:gd name="T36" fmla="*/ 0 w 3988"/>
                    <a:gd name="T37" fmla="*/ 1166 h 4605"/>
                    <a:gd name="T38" fmla="*/ 0 w 3988"/>
                    <a:gd name="T39" fmla="*/ 1151 h 4605"/>
                    <a:gd name="T40" fmla="*/ 12 w 3988"/>
                    <a:gd name="T41" fmla="*/ 1144 h 4605"/>
                    <a:gd name="T42" fmla="*/ 996 w 3988"/>
                    <a:gd name="T43" fmla="*/ 576 h 4605"/>
                    <a:gd name="T44" fmla="*/ 1981 w 3988"/>
                    <a:gd name="T45" fmla="*/ 7 h 4605"/>
                    <a:gd name="T46" fmla="*/ 1993 w 3988"/>
                    <a:gd name="T47" fmla="*/ 0 h 4605"/>
                    <a:gd name="T48" fmla="*/ 2005 w 3988"/>
                    <a:gd name="T49" fmla="*/ 7 h 4605"/>
                    <a:gd name="T50" fmla="*/ 2966 w 3988"/>
                    <a:gd name="T51" fmla="*/ 618 h 4605"/>
                    <a:gd name="T52" fmla="*/ 1993 w 3988"/>
                    <a:gd name="T53" fmla="*/ 56 h 4605"/>
                    <a:gd name="T54" fmla="*/ 1020 w 3988"/>
                    <a:gd name="T55" fmla="*/ 618 h 4605"/>
                    <a:gd name="T56" fmla="*/ 48 w 3988"/>
                    <a:gd name="T57" fmla="*/ 1180 h 4605"/>
                    <a:gd name="T58" fmla="*/ 48 w 3988"/>
                    <a:gd name="T59" fmla="*/ 2302 h 4605"/>
                    <a:gd name="T60" fmla="*/ 48 w 3988"/>
                    <a:gd name="T61" fmla="*/ 3426 h 4605"/>
                    <a:gd name="T62" fmla="*/ 1020 w 3988"/>
                    <a:gd name="T63" fmla="*/ 3987 h 4605"/>
                    <a:gd name="T64" fmla="*/ 1993 w 3988"/>
                    <a:gd name="T65" fmla="*/ 4549 h 4605"/>
                    <a:gd name="T66" fmla="*/ 2966 w 3988"/>
                    <a:gd name="T67" fmla="*/ 3987 h 4605"/>
                    <a:gd name="T68" fmla="*/ 3939 w 3988"/>
                    <a:gd name="T69" fmla="*/ 3426 h 4605"/>
                    <a:gd name="T70" fmla="*/ 3939 w 3988"/>
                    <a:gd name="T71" fmla="*/ 2302 h 4605"/>
                    <a:gd name="T72" fmla="*/ 3939 w 3988"/>
                    <a:gd name="T73" fmla="*/ 1180 h 4605"/>
                    <a:gd name="T74" fmla="*/ 2966 w 3988"/>
                    <a:gd name="T75" fmla="*/ 618 h 46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988" h="4605">
                      <a:moveTo>
                        <a:pt x="2005" y="7"/>
                      </a:moveTo>
                      <a:lnTo>
                        <a:pt x="2990" y="576"/>
                      </a:lnTo>
                      <a:lnTo>
                        <a:pt x="3976" y="1144"/>
                      </a:lnTo>
                      <a:lnTo>
                        <a:pt x="3988" y="1151"/>
                      </a:lnTo>
                      <a:lnTo>
                        <a:pt x="3988" y="1166"/>
                      </a:lnTo>
                      <a:lnTo>
                        <a:pt x="3988" y="2302"/>
                      </a:lnTo>
                      <a:lnTo>
                        <a:pt x="3988" y="3439"/>
                      </a:lnTo>
                      <a:lnTo>
                        <a:pt x="3988" y="3454"/>
                      </a:lnTo>
                      <a:lnTo>
                        <a:pt x="3976" y="3461"/>
                      </a:lnTo>
                      <a:lnTo>
                        <a:pt x="2990" y="4030"/>
                      </a:lnTo>
                      <a:lnTo>
                        <a:pt x="2005" y="4598"/>
                      </a:lnTo>
                      <a:lnTo>
                        <a:pt x="1993" y="4605"/>
                      </a:lnTo>
                      <a:lnTo>
                        <a:pt x="1981" y="4598"/>
                      </a:lnTo>
                      <a:lnTo>
                        <a:pt x="996" y="4030"/>
                      </a:lnTo>
                      <a:lnTo>
                        <a:pt x="12" y="3461"/>
                      </a:lnTo>
                      <a:lnTo>
                        <a:pt x="0" y="3454"/>
                      </a:lnTo>
                      <a:lnTo>
                        <a:pt x="0" y="3439"/>
                      </a:lnTo>
                      <a:lnTo>
                        <a:pt x="0" y="2302"/>
                      </a:lnTo>
                      <a:lnTo>
                        <a:pt x="0" y="1166"/>
                      </a:lnTo>
                      <a:lnTo>
                        <a:pt x="0" y="1151"/>
                      </a:lnTo>
                      <a:lnTo>
                        <a:pt x="12" y="1144"/>
                      </a:lnTo>
                      <a:lnTo>
                        <a:pt x="996" y="576"/>
                      </a:lnTo>
                      <a:lnTo>
                        <a:pt x="1981" y="7"/>
                      </a:lnTo>
                      <a:lnTo>
                        <a:pt x="1993" y="0"/>
                      </a:lnTo>
                      <a:lnTo>
                        <a:pt x="2005" y="7"/>
                      </a:lnTo>
                    </a:path>
                  </a:pathLst>
                </a:custGeom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ïṩ1íḍe">
                  <a:extLst>
                    <a:ext uri="{FF2B5EF4-FFF2-40B4-BE49-F238E27FC236}">
                      <a16:creationId xmlns:a16="http://schemas.microsoft.com/office/drawing/2014/main" id="{00D0022D-61BD-BB5A-21A8-E0087377B1A8}"/>
                    </a:ext>
                  </a:extLst>
                </p:cNvPr>
                <p:cNvSpPr/>
                <p:nvPr/>
              </p:nvSpPr>
              <p:spPr bwMode="auto">
                <a:xfrm>
                  <a:off x="843919" y="2397132"/>
                  <a:ext cx="2308225" cy="1685925"/>
                </a:xfrm>
                <a:custGeom>
                  <a:avLst/>
                  <a:gdLst>
                    <a:gd name="T0" fmla="*/ 4362 w 4362"/>
                    <a:gd name="T1" fmla="*/ 0 h 3185"/>
                    <a:gd name="T2" fmla="*/ 4362 w 4362"/>
                    <a:gd name="T3" fmla="*/ 666 h 3185"/>
                    <a:gd name="T4" fmla="*/ 4362 w 4362"/>
                    <a:gd name="T5" fmla="*/ 1926 h 3185"/>
                    <a:gd name="T6" fmla="*/ 3272 w 4362"/>
                    <a:gd name="T7" fmla="*/ 2555 h 3185"/>
                    <a:gd name="T8" fmla="*/ 2181 w 4362"/>
                    <a:gd name="T9" fmla="*/ 3185 h 3185"/>
                    <a:gd name="T10" fmla="*/ 1091 w 4362"/>
                    <a:gd name="T11" fmla="*/ 2555 h 3185"/>
                    <a:gd name="T12" fmla="*/ 0 w 4362"/>
                    <a:gd name="T13" fmla="*/ 1926 h 3185"/>
                    <a:gd name="T14" fmla="*/ 0 w 4362"/>
                    <a:gd name="T15" fmla="*/ 666 h 3185"/>
                    <a:gd name="T16" fmla="*/ 0 w 4362"/>
                    <a:gd name="T17" fmla="*/ 0 h 3185"/>
                    <a:gd name="T18" fmla="*/ 1007 w 4362"/>
                    <a:gd name="T19" fmla="*/ 581 h 3185"/>
                    <a:gd name="T20" fmla="*/ 2181 w 4362"/>
                    <a:gd name="T21" fmla="*/ 1259 h 3185"/>
                    <a:gd name="T22" fmla="*/ 3356 w 4362"/>
                    <a:gd name="T23" fmla="*/ 581 h 3185"/>
                    <a:gd name="T24" fmla="*/ 4362 w 4362"/>
                    <a:gd name="T25" fmla="*/ 0 h 3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362" h="3185">
                      <a:moveTo>
                        <a:pt x="4362" y="0"/>
                      </a:moveTo>
                      <a:lnTo>
                        <a:pt x="4362" y="666"/>
                      </a:lnTo>
                      <a:lnTo>
                        <a:pt x="4362" y="1926"/>
                      </a:lnTo>
                      <a:lnTo>
                        <a:pt x="3272" y="2555"/>
                      </a:lnTo>
                      <a:lnTo>
                        <a:pt x="2181" y="3185"/>
                      </a:lnTo>
                      <a:lnTo>
                        <a:pt x="1091" y="2555"/>
                      </a:lnTo>
                      <a:lnTo>
                        <a:pt x="0" y="1926"/>
                      </a:lnTo>
                      <a:lnTo>
                        <a:pt x="0" y="666"/>
                      </a:lnTo>
                      <a:lnTo>
                        <a:pt x="0" y="0"/>
                      </a:lnTo>
                      <a:lnTo>
                        <a:pt x="1007" y="581"/>
                      </a:lnTo>
                      <a:lnTo>
                        <a:pt x="2181" y="1259"/>
                      </a:lnTo>
                      <a:lnTo>
                        <a:pt x="3356" y="581"/>
                      </a:lnTo>
                      <a:lnTo>
                        <a:pt x="43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" name="iṧļídè">
                <a:extLst>
                  <a:ext uri="{FF2B5EF4-FFF2-40B4-BE49-F238E27FC236}">
                    <a16:creationId xmlns:a16="http://schemas.microsoft.com/office/drawing/2014/main" id="{9AEAD064-E4AB-F462-2C22-5D528DFD1955}"/>
                  </a:ext>
                </a:extLst>
              </p:cNvPr>
              <p:cNvSpPr/>
              <p:nvPr/>
            </p:nvSpPr>
            <p:spPr bwMode="auto">
              <a:xfrm>
                <a:off x="2520226" y="3971664"/>
                <a:ext cx="493001" cy="609685"/>
              </a:xfrm>
              <a:custGeom>
                <a:avLst/>
                <a:gdLst>
                  <a:gd name="connsiteX0" fmla="*/ 376707 w 465255"/>
                  <a:gd name="connsiteY0" fmla="*/ 359911 h 575372"/>
                  <a:gd name="connsiteX1" fmla="*/ 465255 w 465255"/>
                  <a:gd name="connsiteY1" fmla="*/ 521967 h 575372"/>
                  <a:gd name="connsiteX2" fmla="*/ 396999 w 465255"/>
                  <a:gd name="connsiteY2" fmla="*/ 512759 h 575372"/>
                  <a:gd name="connsiteX3" fmla="*/ 373018 w 465255"/>
                  <a:gd name="connsiteY3" fmla="*/ 575372 h 575372"/>
                  <a:gd name="connsiteX4" fmla="*/ 275246 w 465255"/>
                  <a:gd name="connsiteY4" fmla="*/ 407791 h 575372"/>
                  <a:gd name="connsiteX5" fmla="*/ 312141 w 465255"/>
                  <a:gd name="connsiteY5" fmla="*/ 393059 h 575372"/>
                  <a:gd name="connsiteX6" fmla="*/ 376707 w 465255"/>
                  <a:gd name="connsiteY6" fmla="*/ 359911 h 575372"/>
                  <a:gd name="connsiteX7" fmla="*/ 86735 w 465255"/>
                  <a:gd name="connsiteY7" fmla="*/ 352512 h 575372"/>
                  <a:gd name="connsiteX8" fmla="*/ 112571 w 465255"/>
                  <a:gd name="connsiteY8" fmla="*/ 363570 h 575372"/>
                  <a:gd name="connsiteX9" fmla="*/ 188233 w 465255"/>
                  <a:gd name="connsiteY9" fmla="*/ 405957 h 575372"/>
                  <a:gd name="connsiteX10" fmla="*/ 107034 w 465255"/>
                  <a:gd name="connsiteY10" fmla="*/ 571821 h 575372"/>
                  <a:gd name="connsiteX11" fmla="*/ 70126 w 465255"/>
                  <a:gd name="connsiteY11" fmla="*/ 514690 h 575372"/>
                  <a:gd name="connsiteX12" fmla="*/ 0 w 465255"/>
                  <a:gd name="connsiteY12" fmla="*/ 522062 h 575372"/>
                  <a:gd name="connsiteX13" fmla="*/ 232628 w 465255"/>
                  <a:gd name="connsiteY13" fmla="*/ 121956 h 575372"/>
                  <a:gd name="connsiteX14" fmla="*/ 256629 w 465255"/>
                  <a:gd name="connsiteY14" fmla="*/ 169858 h 575372"/>
                  <a:gd name="connsiteX15" fmla="*/ 310170 w 465255"/>
                  <a:gd name="connsiteY15" fmla="*/ 177227 h 575372"/>
                  <a:gd name="connsiteX16" fmla="*/ 271399 w 465255"/>
                  <a:gd name="connsiteY16" fmla="*/ 215917 h 575372"/>
                  <a:gd name="connsiteX17" fmla="*/ 280630 w 465255"/>
                  <a:gd name="connsiteY17" fmla="*/ 269346 h 575372"/>
                  <a:gd name="connsiteX18" fmla="*/ 232628 w 465255"/>
                  <a:gd name="connsiteY18" fmla="*/ 243553 h 575372"/>
                  <a:gd name="connsiteX19" fmla="*/ 184625 w 465255"/>
                  <a:gd name="connsiteY19" fmla="*/ 269346 h 575372"/>
                  <a:gd name="connsiteX20" fmla="*/ 193856 w 465255"/>
                  <a:gd name="connsiteY20" fmla="*/ 215917 h 575372"/>
                  <a:gd name="connsiteX21" fmla="*/ 155085 w 465255"/>
                  <a:gd name="connsiteY21" fmla="*/ 177227 h 575372"/>
                  <a:gd name="connsiteX22" fmla="*/ 208626 w 465255"/>
                  <a:gd name="connsiteY22" fmla="*/ 169858 h 575372"/>
                  <a:gd name="connsiteX23" fmla="*/ 232663 w 465255"/>
                  <a:gd name="connsiteY23" fmla="*/ 81359 h 575372"/>
                  <a:gd name="connsiteX24" fmla="*/ 118167 w 465255"/>
                  <a:gd name="connsiteY24" fmla="*/ 195685 h 575372"/>
                  <a:gd name="connsiteX25" fmla="*/ 232663 w 465255"/>
                  <a:gd name="connsiteY25" fmla="*/ 310011 h 575372"/>
                  <a:gd name="connsiteX26" fmla="*/ 347159 w 465255"/>
                  <a:gd name="connsiteY26" fmla="*/ 195685 h 575372"/>
                  <a:gd name="connsiteX27" fmla="*/ 232663 w 465255"/>
                  <a:gd name="connsiteY27" fmla="*/ 81359 h 575372"/>
                  <a:gd name="connsiteX28" fmla="*/ 180032 w 465255"/>
                  <a:gd name="connsiteY28" fmla="*/ 916 h 575372"/>
                  <a:gd name="connsiteX29" fmla="*/ 204962 w 465255"/>
                  <a:gd name="connsiteY29" fmla="*/ 5756 h 575372"/>
                  <a:gd name="connsiteX30" fmla="*/ 260364 w 465255"/>
                  <a:gd name="connsiteY30" fmla="*/ 5756 h 575372"/>
                  <a:gd name="connsiteX31" fmla="*/ 302838 w 465255"/>
                  <a:gd name="connsiteY31" fmla="*/ 16820 h 575372"/>
                  <a:gd name="connsiteX32" fmla="*/ 350852 w 465255"/>
                  <a:gd name="connsiteY32" fmla="*/ 44479 h 575372"/>
                  <a:gd name="connsiteX33" fmla="*/ 384093 w 465255"/>
                  <a:gd name="connsiteY33" fmla="*/ 77671 h 575372"/>
                  <a:gd name="connsiteX34" fmla="*/ 409947 w 465255"/>
                  <a:gd name="connsiteY34" fmla="*/ 123770 h 575372"/>
                  <a:gd name="connsiteX35" fmla="*/ 422874 w 465255"/>
                  <a:gd name="connsiteY35" fmla="*/ 168025 h 575372"/>
                  <a:gd name="connsiteX36" fmla="*/ 422874 w 465255"/>
                  <a:gd name="connsiteY36" fmla="*/ 223345 h 575372"/>
                  <a:gd name="connsiteX37" fmla="*/ 409947 w 465255"/>
                  <a:gd name="connsiteY37" fmla="*/ 265756 h 575372"/>
                  <a:gd name="connsiteX38" fmla="*/ 384093 w 465255"/>
                  <a:gd name="connsiteY38" fmla="*/ 313699 h 575372"/>
                  <a:gd name="connsiteX39" fmla="*/ 350852 w 465255"/>
                  <a:gd name="connsiteY39" fmla="*/ 346891 h 575372"/>
                  <a:gd name="connsiteX40" fmla="*/ 302838 w 465255"/>
                  <a:gd name="connsiteY40" fmla="*/ 372706 h 575372"/>
                  <a:gd name="connsiteX41" fmla="*/ 260364 w 465255"/>
                  <a:gd name="connsiteY41" fmla="*/ 385614 h 575372"/>
                  <a:gd name="connsiteX42" fmla="*/ 204962 w 465255"/>
                  <a:gd name="connsiteY42" fmla="*/ 385614 h 575372"/>
                  <a:gd name="connsiteX43" fmla="*/ 160641 w 465255"/>
                  <a:gd name="connsiteY43" fmla="*/ 372706 h 575372"/>
                  <a:gd name="connsiteX44" fmla="*/ 114474 w 465255"/>
                  <a:gd name="connsiteY44" fmla="*/ 346891 h 575372"/>
                  <a:gd name="connsiteX45" fmla="*/ 81233 w 465255"/>
                  <a:gd name="connsiteY45" fmla="*/ 313699 h 575372"/>
                  <a:gd name="connsiteX46" fmla="*/ 53532 w 465255"/>
                  <a:gd name="connsiteY46" fmla="*/ 265756 h 575372"/>
                  <a:gd name="connsiteX47" fmla="*/ 42452 w 465255"/>
                  <a:gd name="connsiteY47" fmla="*/ 223345 h 575372"/>
                  <a:gd name="connsiteX48" fmla="*/ 42452 w 465255"/>
                  <a:gd name="connsiteY48" fmla="*/ 168025 h 575372"/>
                  <a:gd name="connsiteX49" fmla="*/ 53532 w 465255"/>
                  <a:gd name="connsiteY49" fmla="*/ 123770 h 575372"/>
                  <a:gd name="connsiteX50" fmla="*/ 81233 w 465255"/>
                  <a:gd name="connsiteY50" fmla="*/ 77671 h 575372"/>
                  <a:gd name="connsiteX51" fmla="*/ 114474 w 465255"/>
                  <a:gd name="connsiteY51" fmla="*/ 44479 h 575372"/>
                  <a:gd name="connsiteX52" fmla="*/ 160641 w 465255"/>
                  <a:gd name="connsiteY52" fmla="*/ 16820 h 575372"/>
                  <a:gd name="connsiteX53" fmla="*/ 180032 w 465255"/>
                  <a:gd name="connsiteY53" fmla="*/ 916 h 57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65255" h="575372">
                    <a:moveTo>
                      <a:pt x="376707" y="359911"/>
                    </a:moveTo>
                    <a:lnTo>
                      <a:pt x="465255" y="521967"/>
                    </a:lnTo>
                    <a:lnTo>
                      <a:pt x="396999" y="512759"/>
                    </a:lnTo>
                    <a:lnTo>
                      <a:pt x="373018" y="575372"/>
                    </a:lnTo>
                    <a:lnTo>
                      <a:pt x="275246" y="407791"/>
                    </a:lnTo>
                    <a:cubicBezTo>
                      <a:pt x="275246" y="407791"/>
                      <a:pt x="295538" y="411474"/>
                      <a:pt x="312141" y="393059"/>
                    </a:cubicBezTo>
                    <a:cubicBezTo>
                      <a:pt x="326899" y="382010"/>
                      <a:pt x="313986" y="365436"/>
                      <a:pt x="376707" y="359911"/>
                    </a:cubicBezTo>
                    <a:close/>
                    <a:moveTo>
                      <a:pt x="86735" y="352512"/>
                    </a:moveTo>
                    <a:cubicBezTo>
                      <a:pt x="86735" y="352512"/>
                      <a:pt x="90426" y="363570"/>
                      <a:pt x="112571" y="363570"/>
                    </a:cubicBezTo>
                    <a:cubicBezTo>
                      <a:pt x="162397" y="363570"/>
                      <a:pt x="145788" y="405957"/>
                      <a:pt x="188233" y="405957"/>
                    </a:cubicBezTo>
                    <a:cubicBezTo>
                      <a:pt x="188233" y="405957"/>
                      <a:pt x="107034" y="571821"/>
                      <a:pt x="107034" y="571821"/>
                    </a:cubicBezTo>
                    <a:lnTo>
                      <a:pt x="70126" y="514690"/>
                    </a:lnTo>
                    <a:lnTo>
                      <a:pt x="0" y="522062"/>
                    </a:lnTo>
                    <a:close/>
                    <a:moveTo>
                      <a:pt x="232628" y="121956"/>
                    </a:moveTo>
                    <a:lnTo>
                      <a:pt x="256629" y="169858"/>
                    </a:lnTo>
                    <a:lnTo>
                      <a:pt x="310170" y="177227"/>
                    </a:lnTo>
                    <a:lnTo>
                      <a:pt x="271399" y="215917"/>
                    </a:lnTo>
                    <a:lnTo>
                      <a:pt x="280630" y="269346"/>
                    </a:lnTo>
                    <a:lnTo>
                      <a:pt x="232628" y="243553"/>
                    </a:lnTo>
                    <a:lnTo>
                      <a:pt x="184625" y="269346"/>
                    </a:lnTo>
                    <a:lnTo>
                      <a:pt x="193856" y="215917"/>
                    </a:lnTo>
                    <a:lnTo>
                      <a:pt x="155085" y="177227"/>
                    </a:lnTo>
                    <a:lnTo>
                      <a:pt x="208626" y="169858"/>
                    </a:lnTo>
                    <a:close/>
                    <a:moveTo>
                      <a:pt x="232663" y="81359"/>
                    </a:moveTo>
                    <a:cubicBezTo>
                      <a:pt x="168028" y="81359"/>
                      <a:pt x="118167" y="131146"/>
                      <a:pt x="118167" y="195685"/>
                    </a:cubicBezTo>
                    <a:cubicBezTo>
                      <a:pt x="118167" y="258380"/>
                      <a:pt x="168028" y="310011"/>
                      <a:pt x="232663" y="310011"/>
                    </a:cubicBezTo>
                    <a:cubicBezTo>
                      <a:pt x="295451" y="310011"/>
                      <a:pt x="347159" y="258380"/>
                      <a:pt x="347159" y="195685"/>
                    </a:cubicBezTo>
                    <a:cubicBezTo>
                      <a:pt x="347159" y="131146"/>
                      <a:pt x="295451" y="81359"/>
                      <a:pt x="232663" y="81359"/>
                    </a:cubicBezTo>
                    <a:close/>
                    <a:moveTo>
                      <a:pt x="180032" y="916"/>
                    </a:moveTo>
                    <a:cubicBezTo>
                      <a:pt x="187419" y="-1159"/>
                      <a:pt x="195729" y="224"/>
                      <a:pt x="204962" y="5756"/>
                    </a:cubicBezTo>
                    <a:cubicBezTo>
                      <a:pt x="223429" y="16820"/>
                      <a:pt x="241897" y="16820"/>
                      <a:pt x="260364" y="5756"/>
                    </a:cubicBezTo>
                    <a:cubicBezTo>
                      <a:pt x="278831" y="-5308"/>
                      <a:pt x="293604" y="224"/>
                      <a:pt x="302838" y="16820"/>
                    </a:cubicBezTo>
                    <a:cubicBezTo>
                      <a:pt x="313918" y="35259"/>
                      <a:pt x="330538" y="44479"/>
                      <a:pt x="350852" y="44479"/>
                    </a:cubicBezTo>
                    <a:cubicBezTo>
                      <a:pt x="373013" y="44479"/>
                      <a:pt x="382246" y="55543"/>
                      <a:pt x="384093" y="77671"/>
                    </a:cubicBezTo>
                    <a:cubicBezTo>
                      <a:pt x="384093" y="97954"/>
                      <a:pt x="393326" y="114550"/>
                      <a:pt x="409947" y="123770"/>
                    </a:cubicBezTo>
                    <a:cubicBezTo>
                      <a:pt x="428414" y="134834"/>
                      <a:pt x="432107" y="149586"/>
                      <a:pt x="422874" y="168025"/>
                    </a:cubicBezTo>
                    <a:cubicBezTo>
                      <a:pt x="411793" y="186465"/>
                      <a:pt x="411793" y="204905"/>
                      <a:pt x="422874" y="223345"/>
                    </a:cubicBezTo>
                    <a:cubicBezTo>
                      <a:pt x="432107" y="241784"/>
                      <a:pt x="428414" y="256536"/>
                      <a:pt x="409947" y="265756"/>
                    </a:cubicBezTo>
                    <a:cubicBezTo>
                      <a:pt x="393326" y="276820"/>
                      <a:pt x="384093" y="293416"/>
                      <a:pt x="384093" y="313699"/>
                    </a:cubicBezTo>
                    <a:cubicBezTo>
                      <a:pt x="382246" y="335827"/>
                      <a:pt x="373013" y="345047"/>
                      <a:pt x="350852" y="346891"/>
                    </a:cubicBezTo>
                    <a:cubicBezTo>
                      <a:pt x="330538" y="346891"/>
                      <a:pt x="313918" y="356111"/>
                      <a:pt x="302838" y="372706"/>
                    </a:cubicBezTo>
                    <a:cubicBezTo>
                      <a:pt x="293604" y="391146"/>
                      <a:pt x="278831" y="394834"/>
                      <a:pt x="260364" y="385614"/>
                    </a:cubicBezTo>
                    <a:cubicBezTo>
                      <a:pt x="241897" y="374550"/>
                      <a:pt x="223429" y="374550"/>
                      <a:pt x="204962" y="385614"/>
                    </a:cubicBezTo>
                    <a:cubicBezTo>
                      <a:pt x="186495" y="394834"/>
                      <a:pt x="171722" y="391146"/>
                      <a:pt x="160641" y="372706"/>
                    </a:cubicBezTo>
                    <a:cubicBezTo>
                      <a:pt x="151408" y="356111"/>
                      <a:pt x="134787" y="346891"/>
                      <a:pt x="114474" y="346891"/>
                    </a:cubicBezTo>
                    <a:cubicBezTo>
                      <a:pt x="92313" y="345047"/>
                      <a:pt x="81233" y="335827"/>
                      <a:pt x="81233" y="313699"/>
                    </a:cubicBezTo>
                    <a:cubicBezTo>
                      <a:pt x="81233" y="293416"/>
                      <a:pt x="71999" y="276820"/>
                      <a:pt x="53532" y="265756"/>
                    </a:cubicBezTo>
                    <a:cubicBezTo>
                      <a:pt x="36912" y="256536"/>
                      <a:pt x="31372" y="241784"/>
                      <a:pt x="42452" y="223345"/>
                    </a:cubicBezTo>
                    <a:cubicBezTo>
                      <a:pt x="53532" y="204905"/>
                      <a:pt x="53532" y="186465"/>
                      <a:pt x="42452" y="168025"/>
                    </a:cubicBezTo>
                    <a:cubicBezTo>
                      <a:pt x="31372" y="149586"/>
                      <a:pt x="36912" y="134834"/>
                      <a:pt x="53532" y="123770"/>
                    </a:cubicBezTo>
                    <a:cubicBezTo>
                      <a:pt x="71999" y="114550"/>
                      <a:pt x="81233" y="97954"/>
                      <a:pt x="81233" y="77671"/>
                    </a:cubicBezTo>
                    <a:cubicBezTo>
                      <a:pt x="81233" y="55543"/>
                      <a:pt x="92313" y="44479"/>
                      <a:pt x="114474" y="44479"/>
                    </a:cubicBezTo>
                    <a:cubicBezTo>
                      <a:pt x="134787" y="44479"/>
                      <a:pt x="151408" y="35259"/>
                      <a:pt x="160641" y="16820"/>
                    </a:cubicBezTo>
                    <a:cubicBezTo>
                      <a:pt x="166182" y="8522"/>
                      <a:pt x="172645" y="2990"/>
                      <a:pt x="180032" y="91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iSḷîdè">
              <a:extLst>
                <a:ext uri="{FF2B5EF4-FFF2-40B4-BE49-F238E27FC236}">
                  <a16:creationId xmlns:a16="http://schemas.microsoft.com/office/drawing/2014/main" id="{9BE72415-3C2C-CA72-6865-0F5C3C0D01B6}"/>
                </a:ext>
              </a:extLst>
            </p:cNvPr>
            <p:cNvGrpSpPr/>
            <p:nvPr/>
          </p:nvGrpSpPr>
          <p:grpSpPr>
            <a:xfrm>
              <a:off x="4532173" y="3084560"/>
              <a:ext cx="1319495" cy="1319492"/>
              <a:chOff x="5618932" y="3069924"/>
              <a:chExt cx="956418" cy="956416"/>
            </a:xfrm>
          </p:grpSpPr>
          <p:sp>
            <p:nvSpPr>
              <p:cNvPr id="26" name="ïṩḻíďé">
                <a:extLst>
                  <a:ext uri="{FF2B5EF4-FFF2-40B4-BE49-F238E27FC236}">
                    <a16:creationId xmlns:a16="http://schemas.microsoft.com/office/drawing/2014/main" id="{E1C7BBF6-6E31-13D2-21EA-2F534E31362D}"/>
                  </a:ext>
                </a:extLst>
              </p:cNvPr>
              <p:cNvSpPr/>
              <p:nvPr/>
            </p:nvSpPr>
            <p:spPr>
              <a:xfrm>
                <a:off x="5618932" y="3069924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î$ḷiḋê">
                <a:extLst>
                  <a:ext uri="{FF2B5EF4-FFF2-40B4-BE49-F238E27FC236}">
                    <a16:creationId xmlns:a16="http://schemas.microsoft.com/office/drawing/2014/main" id="{E75AE8D6-06C8-F596-8699-14A36C934E48}"/>
                  </a:ext>
                </a:extLst>
              </p:cNvPr>
              <p:cNvSpPr/>
              <p:nvPr/>
            </p:nvSpPr>
            <p:spPr>
              <a:xfrm>
                <a:off x="5687494" y="3138486"/>
                <a:ext cx="819294" cy="819292"/>
              </a:xfrm>
              <a:prstGeom prst="ellipse">
                <a:avLst/>
              </a:prstGeom>
              <a:solidFill>
                <a:schemeClr val="accent1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ísļïḍè">
                <a:extLst>
                  <a:ext uri="{FF2B5EF4-FFF2-40B4-BE49-F238E27FC236}">
                    <a16:creationId xmlns:a16="http://schemas.microsoft.com/office/drawing/2014/main" id="{8EAA7092-9EA8-2EC0-4CEF-99FB82182062}"/>
                  </a:ext>
                </a:extLst>
              </p:cNvPr>
              <p:cNvSpPr/>
              <p:nvPr/>
            </p:nvSpPr>
            <p:spPr>
              <a:xfrm>
                <a:off x="5877760" y="3365424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ïṥ1ïḋè">
              <a:extLst>
                <a:ext uri="{FF2B5EF4-FFF2-40B4-BE49-F238E27FC236}">
                  <a16:creationId xmlns:a16="http://schemas.microsoft.com/office/drawing/2014/main" id="{71C2CBBE-1ADF-AC7E-BF12-48D1E238662B}"/>
                </a:ext>
              </a:extLst>
            </p:cNvPr>
            <p:cNvGrpSpPr/>
            <p:nvPr/>
          </p:nvGrpSpPr>
          <p:grpSpPr>
            <a:xfrm>
              <a:off x="4532169" y="1798136"/>
              <a:ext cx="1319494" cy="1319492"/>
              <a:chOff x="5618932" y="1838709"/>
              <a:chExt cx="956418" cy="956416"/>
            </a:xfrm>
          </p:grpSpPr>
          <p:sp>
            <p:nvSpPr>
              <p:cNvPr id="21" name="ïṧḻidê">
                <a:extLst>
                  <a:ext uri="{FF2B5EF4-FFF2-40B4-BE49-F238E27FC236}">
                    <a16:creationId xmlns:a16="http://schemas.microsoft.com/office/drawing/2014/main" id="{D356A17D-005A-F5E7-AC31-480037F6EF1A}"/>
                  </a:ext>
                </a:extLst>
              </p:cNvPr>
              <p:cNvSpPr/>
              <p:nvPr/>
            </p:nvSpPr>
            <p:spPr>
              <a:xfrm>
                <a:off x="5618932" y="1838709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îṡ1iḓè">
                <a:extLst>
                  <a:ext uri="{FF2B5EF4-FFF2-40B4-BE49-F238E27FC236}">
                    <a16:creationId xmlns:a16="http://schemas.microsoft.com/office/drawing/2014/main" id="{0B2F7199-B083-5106-928D-BAE4E9732468}"/>
                  </a:ext>
                </a:extLst>
              </p:cNvPr>
              <p:cNvSpPr/>
              <p:nvPr/>
            </p:nvSpPr>
            <p:spPr>
              <a:xfrm>
                <a:off x="5687494" y="1907271"/>
                <a:ext cx="819294" cy="819292"/>
              </a:xfrm>
              <a:prstGeom prst="ellipse">
                <a:avLst/>
              </a:prstGeom>
              <a:solidFill>
                <a:schemeClr val="accent2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îṩļiḑé">
                <a:extLst>
                  <a:ext uri="{FF2B5EF4-FFF2-40B4-BE49-F238E27FC236}">
                    <a16:creationId xmlns:a16="http://schemas.microsoft.com/office/drawing/2014/main" id="{CB919D84-DF9D-FED0-A508-8F531C13B1A2}"/>
                  </a:ext>
                </a:extLst>
              </p:cNvPr>
              <p:cNvSpPr/>
              <p:nvPr/>
            </p:nvSpPr>
            <p:spPr>
              <a:xfrm>
                <a:off x="5877760" y="2134209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ïṩļiḋè">
              <a:extLst>
                <a:ext uri="{FF2B5EF4-FFF2-40B4-BE49-F238E27FC236}">
                  <a16:creationId xmlns:a16="http://schemas.microsoft.com/office/drawing/2014/main" id="{51E2C475-9947-539F-E599-2517A6501211}"/>
                </a:ext>
              </a:extLst>
            </p:cNvPr>
            <p:cNvGrpSpPr/>
            <p:nvPr/>
          </p:nvGrpSpPr>
          <p:grpSpPr>
            <a:xfrm>
              <a:off x="4532171" y="4360004"/>
              <a:ext cx="1319494" cy="1319492"/>
              <a:chOff x="5618932" y="4272335"/>
              <a:chExt cx="956418" cy="956416"/>
            </a:xfrm>
          </p:grpSpPr>
          <p:sp>
            <p:nvSpPr>
              <p:cNvPr id="16" name="îṡḻiḑe">
                <a:extLst>
                  <a:ext uri="{FF2B5EF4-FFF2-40B4-BE49-F238E27FC236}">
                    <a16:creationId xmlns:a16="http://schemas.microsoft.com/office/drawing/2014/main" id="{DE106DCF-E99D-A62E-29F6-DC462D30BDE6}"/>
                  </a:ext>
                </a:extLst>
              </p:cNvPr>
              <p:cNvSpPr/>
              <p:nvPr/>
            </p:nvSpPr>
            <p:spPr>
              <a:xfrm>
                <a:off x="5618932" y="4272335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íṣ1ïḋê">
                <a:extLst>
                  <a:ext uri="{FF2B5EF4-FFF2-40B4-BE49-F238E27FC236}">
                    <a16:creationId xmlns:a16="http://schemas.microsoft.com/office/drawing/2014/main" id="{8633F9FA-BE30-B0D0-F417-5B8D34F5484F}"/>
                  </a:ext>
                </a:extLst>
              </p:cNvPr>
              <p:cNvSpPr/>
              <p:nvPr/>
            </p:nvSpPr>
            <p:spPr>
              <a:xfrm>
                <a:off x="5687494" y="4340897"/>
                <a:ext cx="819294" cy="819292"/>
              </a:xfrm>
              <a:prstGeom prst="ellipse">
                <a:avLst/>
              </a:prstGeom>
              <a:solidFill>
                <a:schemeClr val="accent2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îşľiḋè">
                <a:extLst>
                  <a:ext uri="{FF2B5EF4-FFF2-40B4-BE49-F238E27FC236}">
                    <a16:creationId xmlns:a16="http://schemas.microsoft.com/office/drawing/2014/main" id="{1AA7ABDA-F98A-2259-BEE4-CB5F6D9F5ED1}"/>
                  </a:ext>
                </a:extLst>
              </p:cNvPr>
              <p:cNvSpPr/>
              <p:nvPr/>
            </p:nvSpPr>
            <p:spPr>
              <a:xfrm>
                <a:off x="5877760" y="4567835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DCC4FC9-0CDC-1466-1CA9-E8C66E40F575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1: Tổng quan về Luật an ninh mạng Việt Nam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03918715-1464-49D8-58F3-BFDB08CC4231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ĐÁNH GIÁ CHUNG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7C12225-57C4-B989-7F29-93A7B65182F4}"/>
              </a:ext>
            </a:extLst>
          </p:cNvPr>
          <p:cNvSpPr txBox="1"/>
          <p:nvPr/>
        </p:nvSpPr>
        <p:spPr>
          <a:xfrm>
            <a:off x="1074701" y="1019223"/>
            <a:ext cx="6438900" cy="253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cường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riêng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nặng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374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223E323F-F6C3-3F3F-012A-D05AD923E842}"/>
              </a:ext>
            </a:extLst>
          </p:cNvPr>
          <p:cNvSpPr/>
          <p:nvPr/>
        </p:nvSpPr>
        <p:spPr>
          <a:xfrm>
            <a:off x="9145059" y="2327121"/>
            <a:ext cx="2743200" cy="2743200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9736C3-7FDC-9474-B67D-527BF1D81203}"/>
              </a:ext>
            </a:extLst>
          </p:cNvPr>
          <p:cNvSpPr/>
          <p:nvPr/>
        </p:nvSpPr>
        <p:spPr>
          <a:xfrm>
            <a:off x="8676066" y="1985129"/>
            <a:ext cx="3681186" cy="36811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6922C69-C21C-BF6B-EE91-EFF1C0C53DDD}"/>
              </a:ext>
            </a:extLst>
          </p:cNvPr>
          <p:cNvSpPr/>
          <p:nvPr/>
        </p:nvSpPr>
        <p:spPr>
          <a:xfrm>
            <a:off x="8250616" y="1559679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399AA6F-E282-98BF-1859-CF16021B799E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2: Nội dung chính của luật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3057F96-CD29-5FD2-F8DF-8A1BBE96E3C3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vi điều chỉnh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A6A8198-FC15-04A5-224C-1704B97D7F0F}"/>
              </a:ext>
            </a:extLst>
          </p:cNvPr>
          <p:cNvSpPr txBox="1"/>
          <p:nvPr/>
        </p:nvSpPr>
        <p:spPr>
          <a:xfrm>
            <a:off x="960901" y="895661"/>
            <a:ext cx="6396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endParaRPr lang="en-US" sz="1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4E169A08-14F8-B568-545D-7302B94F8F84}"/>
              </a:ext>
            </a:extLst>
          </p:cNvPr>
          <p:cNvSpPr txBox="1"/>
          <p:nvPr/>
        </p:nvSpPr>
        <p:spPr>
          <a:xfrm>
            <a:off x="757701" y="1451017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Nguyên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ninh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D498BF96-708A-F766-D494-C222185619F8}"/>
              </a:ext>
            </a:extLst>
          </p:cNvPr>
          <p:cNvSpPr txBox="1"/>
          <p:nvPr/>
        </p:nvSpPr>
        <p:spPr>
          <a:xfrm>
            <a:off x="757700" y="1742046"/>
            <a:ext cx="7776699" cy="433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Tuân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dưới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lãnh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Việt Nam,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trò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giữa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con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đấu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mọi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sẵn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đe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sở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kịp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khắc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18034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Mọi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kịp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minh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07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04773B17-D589-8664-2B25-3DE9136D2436}"/>
              </a:ext>
            </a:extLst>
          </p:cNvPr>
          <p:cNvGrpSpPr/>
          <p:nvPr/>
        </p:nvGrpSpPr>
        <p:grpSpPr>
          <a:xfrm>
            <a:off x="8461725" y="1749624"/>
            <a:ext cx="4267200" cy="4267200"/>
            <a:chOff x="3962400" y="1752600"/>
            <a:chExt cx="4267200" cy="426720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AABE3F8-74DF-C432-DE51-6274F408EF03}"/>
                </a:ext>
              </a:extLst>
            </p:cNvPr>
            <p:cNvSpPr/>
            <p:nvPr/>
          </p:nvSpPr>
          <p:spPr>
            <a:xfrm>
              <a:off x="3962400" y="1752600"/>
              <a:ext cx="4267200" cy="4267200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E8CDAB5-BCED-297E-D0BB-5B355CEFD3BD}"/>
                </a:ext>
              </a:extLst>
            </p:cNvPr>
            <p:cNvSpPr/>
            <p:nvPr/>
          </p:nvSpPr>
          <p:spPr>
            <a:xfrm>
              <a:off x="4641598" y="2431798"/>
              <a:ext cx="2908805" cy="2908805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vi-VN" altLang="vi-VN" sz="2400" b="1" kern="100" dirty="0">
                  <a:solidFill>
                    <a:schemeClr val="accent2"/>
                  </a:solidFill>
                  <a:effectLst/>
                  <a:latin typeface="Noto Sans"/>
                  <a:ea typeface="Noto Sans"/>
                  <a:cs typeface="+mn-ea"/>
                  <a:sym typeface="+mn-lt"/>
                </a:rPr>
                <a:t>Biện </a:t>
              </a:r>
            </a:p>
            <a:p>
              <a:pPr algn="ctr"/>
              <a:r>
                <a:rPr lang="vi-VN" altLang="vi-VN" sz="2400" b="1" kern="100" dirty="0">
                  <a:solidFill>
                    <a:schemeClr val="accent2"/>
                  </a:solidFill>
                  <a:latin typeface="Noto Sans"/>
                  <a:ea typeface="Noto Sans"/>
                  <a:cs typeface="+mn-ea"/>
                  <a:sym typeface="+mn-lt"/>
                </a:rPr>
                <a:t>Pháp</a:t>
              </a:r>
              <a:endParaRPr lang="vi-VN" altLang="vi-VN" sz="2400" b="1" kern="100" dirty="0">
                <a:solidFill>
                  <a:schemeClr val="accent2"/>
                </a:solidFill>
                <a:effectLst/>
                <a:latin typeface="Noto Sans"/>
                <a:ea typeface="Noto Sans"/>
                <a:cs typeface="+mn-ea"/>
                <a:sym typeface="+mn-lt"/>
              </a:endParaRPr>
            </a:p>
          </p:txBody>
        </p:sp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C204AEAE-B81F-C3F6-6DF3-6A647778D629}"/>
              </a:ext>
            </a:extLst>
          </p:cNvPr>
          <p:cNvSpPr/>
          <p:nvPr/>
        </p:nvSpPr>
        <p:spPr>
          <a:xfrm>
            <a:off x="11230693" y="1340106"/>
            <a:ext cx="819035" cy="819035"/>
          </a:xfrm>
          <a:prstGeom prst="ellipse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kern="100">
              <a:solidFill>
                <a:schemeClr val="accent2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AF1D05C-4279-C4B0-BB24-73E34609665A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Biện pháp bảo vệ an ninh mạng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1886CFE8-BA2D-3B79-8340-970E77E99BEB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2: Nội dung chính của luật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677A15C-A6FC-DD6C-80AB-5D5C46193376}"/>
              </a:ext>
            </a:extLst>
          </p:cNvPr>
          <p:cNvSpPr txBox="1"/>
          <p:nvPr/>
        </p:nvSpPr>
        <p:spPr>
          <a:xfrm>
            <a:off x="1084210" y="895661"/>
            <a:ext cx="7037916" cy="481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1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khắc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Đấu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sóng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vô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tuyến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Thu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Phong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tỏa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hồi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xét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100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72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223E323F-F6C3-3F3F-012A-D05AD923E842}"/>
              </a:ext>
            </a:extLst>
          </p:cNvPr>
          <p:cNvSpPr/>
          <p:nvPr/>
        </p:nvSpPr>
        <p:spPr>
          <a:xfrm>
            <a:off x="9326186" y="2221595"/>
            <a:ext cx="2743200" cy="2743200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F9736C3-7FDC-9474-B67D-527BF1D81203}"/>
              </a:ext>
            </a:extLst>
          </p:cNvPr>
          <p:cNvSpPr/>
          <p:nvPr/>
        </p:nvSpPr>
        <p:spPr>
          <a:xfrm>
            <a:off x="8857193" y="1752602"/>
            <a:ext cx="3681186" cy="36811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6922C69-C21C-BF6B-EE91-EFF1C0C53DDD}"/>
              </a:ext>
            </a:extLst>
          </p:cNvPr>
          <p:cNvSpPr/>
          <p:nvPr/>
        </p:nvSpPr>
        <p:spPr>
          <a:xfrm>
            <a:off x="8431743" y="1327152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01B6F53-A2B9-ECC0-CCAE-2BB21F9F6E09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2: Nội dung chính của luật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041C70A-4C65-C43C-5621-BA598D7B6AA7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Bảo vệ không gian mạng quốc gia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7E6C76A-2798-1BD2-1290-A540085E55AB}"/>
              </a:ext>
            </a:extLst>
          </p:cNvPr>
          <p:cNvSpPr txBox="1"/>
          <p:nvPr/>
        </p:nvSpPr>
        <p:spPr>
          <a:xfrm>
            <a:off x="757701" y="895661"/>
            <a:ext cx="7031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sz="1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8654B84-AFB9-0A59-4E73-19991DE2AEA0}"/>
              </a:ext>
            </a:extLst>
          </p:cNvPr>
          <p:cNvSpPr txBox="1"/>
          <p:nvPr/>
        </p:nvSpPr>
        <p:spPr>
          <a:xfrm>
            <a:off x="757701" y="1634325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Các hành vi bị nghiêm cấp về an ninh mạng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511DE690-1659-6B6A-E83E-CA19EA1D9BA1}"/>
              </a:ext>
            </a:extLst>
          </p:cNvPr>
          <p:cNvSpPr txBox="1"/>
          <p:nvPr/>
        </p:nvSpPr>
        <p:spPr>
          <a:xfrm>
            <a:off x="609598" y="2002194"/>
            <a:ext cx="8026401" cy="314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đây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18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câu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lôi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kéo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luyện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hòa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nghĩa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Việt Nam </a:t>
            </a: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tôn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d) 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hoang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đ)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ô,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đồi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trụy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thuần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mỹ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khỏe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đồng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lôi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kéo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B5E284F8-FAD2-43DD-32F5-60E0B2E2B11C}"/>
              </a:ext>
            </a:extLst>
          </p:cNvPr>
          <p:cNvSpPr txBox="1"/>
          <p:nvPr/>
        </p:nvSpPr>
        <p:spPr>
          <a:xfrm>
            <a:off x="517525" y="5223675"/>
            <a:ext cx="6485466" cy="78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chiếm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lệch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tê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0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8AB586DB-42BF-33E4-458F-4B240A8D8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432" y="-368226"/>
            <a:ext cx="6120114" cy="6120114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1E5D9045-1F52-5C23-A329-67206C12C344}"/>
              </a:ext>
            </a:extLst>
          </p:cNvPr>
          <p:cNvSpPr txBox="1"/>
          <p:nvPr/>
        </p:nvSpPr>
        <p:spPr>
          <a:xfrm>
            <a:off x="563080" y="878351"/>
            <a:ext cx="7886652" cy="252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mềm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trở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học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phép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máy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sở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trở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vô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270510"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5. Lợi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751DE2ED-015B-5959-4117-A861C93DBBE5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2: Nội dung chính của luật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F0544301-98A7-B02C-ED27-7C38EFC89661}"/>
              </a:ext>
            </a:extLst>
          </p:cNvPr>
          <p:cNvSpPr txBox="1"/>
          <p:nvPr/>
        </p:nvSpPr>
        <p:spPr>
          <a:xfrm>
            <a:off x="757701" y="572496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Các hành vi bị nghiêm cấp về an ninh mạng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443C84ED-F004-F0BB-FF9C-23CC5F433E4B}"/>
              </a:ext>
            </a:extLst>
          </p:cNvPr>
          <p:cNvSpPr txBox="1"/>
          <p:nvPr/>
        </p:nvSpPr>
        <p:spPr>
          <a:xfrm>
            <a:off x="687908" y="3419281"/>
            <a:ext cx="65447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VI. 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nghiêm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cấm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tuyên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truyền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500" b="1" dirty="0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8D883557-8D92-969D-88DC-2DE89CC14BA2}"/>
              </a:ext>
            </a:extLst>
          </p:cNvPr>
          <p:cNvSpPr txBox="1"/>
          <p:nvPr/>
        </p:nvSpPr>
        <p:spPr>
          <a:xfrm>
            <a:off x="824464" y="3733115"/>
            <a:ext cx="7363883" cy="78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0000"/>
              </a:lnSpc>
              <a:spcBef>
                <a:spcPts val="300"/>
              </a:spcBef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Chiến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chiến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thù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giữa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tôn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ca,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vĩ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lãnh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F3281CA4-F341-C30A-D828-8699CDB3115C}"/>
              </a:ext>
            </a:extLst>
          </p:cNvPr>
          <p:cNvSpPr txBox="1"/>
          <p:nvPr/>
        </p:nvSpPr>
        <p:spPr>
          <a:xfrm>
            <a:off x="824464" y="4534223"/>
            <a:ext cx="77522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Kêu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gọi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vận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giục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dọa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chia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rẽ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vũ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bạo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nhằm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chống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Kêu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gọi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vận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giục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đe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dọa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lôi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kéo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tụ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tập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rối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chống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trở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mất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ổn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trật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tự</a:t>
            </a:r>
            <a:endParaRPr lang="en-US" sz="1400" dirty="0"/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7B2B31D9-3E4C-D623-C23C-0D49AB9DB87A}"/>
              </a:ext>
            </a:extLst>
          </p:cNvPr>
          <p:cNvSpPr txBox="1"/>
          <p:nvPr/>
        </p:nvSpPr>
        <p:spPr>
          <a:xfrm>
            <a:off x="859964" y="5287818"/>
            <a:ext cx="8041217" cy="549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0000"/>
              </a:lnSpc>
              <a:spcBef>
                <a:spcPts val="300"/>
              </a:spcBef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B073EBC4-B563-8BC6-1EA4-008271A02565}"/>
              </a:ext>
            </a:extLst>
          </p:cNvPr>
          <p:cNvSpPr txBox="1"/>
          <p:nvPr/>
        </p:nvSpPr>
        <p:spPr>
          <a:xfrm>
            <a:off x="859964" y="5906433"/>
            <a:ext cx="7877636" cy="78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0000"/>
              </a:lnSpc>
              <a:spcBef>
                <a:spcPts val="300"/>
              </a:spcBef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đặt,sai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hoang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6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4">
            <a:extLst>
              <a:ext uri="{FF2B5EF4-FFF2-40B4-BE49-F238E27FC236}">
                <a16:creationId xmlns:a16="http://schemas.microsoft.com/office/drawing/2014/main" id="{6D61515F-F1C6-664C-A022-FBA364AA082F}"/>
              </a:ext>
            </a:extLst>
          </p:cNvPr>
          <p:cNvGrpSpPr/>
          <p:nvPr/>
        </p:nvGrpSpPr>
        <p:grpSpPr>
          <a:xfrm>
            <a:off x="7954581" y="833756"/>
            <a:ext cx="4635784" cy="4627563"/>
            <a:chOff x="6171916" y="1328736"/>
            <a:chExt cx="4635784" cy="4627563"/>
          </a:xfrm>
        </p:grpSpPr>
        <p:sp>
          <p:nvSpPr>
            <p:cNvPr id="5" name="椭圆 8">
              <a:extLst>
                <a:ext uri="{FF2B5EF4-FFF2-40B4-BE49-F238E27FC236}">
                  <a16:creationId xmlns:a16="http://schemas.microsoft.com/office/drawing/2014/main" id="{837470EC-B521-3E1D-86CF-BEB27C1E8112}"/>
                </a:ext>
              </a:extLst>
            </p:cNvPr>
            <p:cNvSpPr/>
            <p:nvPr/>
          </p:nvSpPr>
          <p:spPr>
            <a:xfrm>
              <a:off x="7830132" y="2978731"/>
              <a:ext cx="1423050" cy="1423050"/>
            </a:xfrm>
            <a:prstGeom prst="ellipse">
              <a:avLst/>
            </a:pr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vi-VN" altLang="vi-VN" sz="1000" b="1">
                  <a:solidFill>
                    <a:schemeClr val="bg1"/>
                  </a:solidFill>
                  <a:latin typeface="Times New Roman" panose="02020603050405020304" pitchFamily="18" charset="0"/>
                  <a:ea typeface="Noto Sans"/>
                  <a:cs typeface="Times New Roman" panose="02020603050405020304" pitchFamily="18" charset="0"/>
                  <a:sym typeface="+mn-lt"/>
                </a:rPr>
                <a:t>Chiến thắng</a:t>
              </a:r>
              <a:endParaRPr lang="en-US" altLang="zh-CN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  <a:p>
              <a:pPr algn="ctr"/>
              <a:r>
                <a:rPr lang="vi-VN" altLang="vi-VN" sz="1600" b="1">
                  <a:solidFill>
                    <a:schemeClr val="bg1"/>
                  </a:solidFill>
                  <a:latin typeface="Times New Roman" panose="02020603050405020304" pitchFamily="18" charset="0"/>
                  <a:ea typeface="Noto Sans"/>
                  <a:cs typeface="Times New Roman" panose="02020603050405020304" pitchFamily="18" charset="0"/>
                  <a:sym typeface="+mn-lt"/>
                </a:rPr>
                <a:t>Lừa đảo</a:t>
              </a:r>
            </a:p>
          </p:txBody>
        </p:sp>
        <p:sp>
          <p:nvSpPr>
            <p:cNvPr id="6" name="椭圆 9">
              <a:extLst>
                <a:ext uri="{FF2B5EF4-FFF2-40B4-BE49-F238E27FC236}">
                  <a16:creationId xmlns:a16="http://schemas.microsoft.com/office/drawing/2014/main" id="{B5688684-6573-D27A-9D24-01446CD3FC93}"/>
                </a:ext>
              </a:extLst>
            </p:cNvPr>
            <p:cNvSpPr/>
            <p:nvPr/>
          </p:nvSpPr>
          <p:spPr>
            <a:xfrm>
              <a:off x="7170057" y="2318656"/>
              <a:ext cx="2743200" cy="2743200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椭圆 10">
              <a:extLst>
                <a:ext uri="{FF2B5EF4-FFF2-40B4-BE49-F238E27FC236}">
                  <a16:creationId xmlns:a16="http://schemas.microsoft.com/office/drawing/2014/main" id="{57F9D8F8-161F-8E96-144E-B78BE990EE6A}"/>
                </a:ext>
              </a:extLst>
            </p:cNvPr>
            <p:cNvSpPr/>
            <p:nvPr/>
          </p:nvSpPr>
          <p:spPr>
            <a:xfrm>
              <a:off x="6701064" y="1849663"/>
              <a:ext cx="3681186" cy="3681186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椭圆 11">
              <a:extLst>
                <a:ext uri="{FF2B5EF4-FFF2-40B4-BE49-F238E27FC236}">
                  <a16:creationId xmlns:a16="http://schemas.microsoft.com/office/drawing/2014/main" id="{2D8FA64E-BFA2-08BB-B238-2D0C706F6984}"/>
                </a:ext>
              </a:extLst>
            </p:cNvPr>
            <p:cNvSpPr/>
            <p:nvPr/>
          </p:nvSpPr>
          <p:spPr>
            <a:xfrm>
              <a:off x="6275614" y="1424213"/>
              <a:ext cx="4532086" cy="4532086"/>
            </a:xfrm>
            <a:prstGeom prst="ellipse">
              <a:avLst/>
            </a:prstGeom>
            <a:ln w="9525">
              <a:solidFill>
                <a:schemeClr val="bg1">
                  <a:lumMod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endParaRPr>
            </a:p>
          </p:txBody>
        </p:sp>
        <p:grpSp>
          <p:nvGrpSpPr>
            <p:cNvPr id="9" name="组合 12">
              <a:extLst>
                <a:ext uri="{FF2B5EF4-FFF2-40B4-BE49-F238E27FC236}">
                  <a16:creationId xmlns:a16="http://schemas.microsoft.com/office/drawing/2014/main" id="{3D07A776-38FB-7D41-AC97-30DDF552D666}"/>
                </a:ext>
              </a:extLst>
            </p:cNvPr>
            <p:cNvGrpSpPr/>
            <p:nvPr/>
          </p:nvGrpSpPr>
          <p:grpSpPr>
            <a:xfrm>
              <a:off x="7110850" y="2757115"/>
              <a:ext cx="538679" cy="538676"/>
              <a:chOff x="3526795" y="2235779"/>
              <a:chExt cx="410200" cy="410198"/>
            </a:xfrm>
          </p:grpSpPr>
          <p:sp>
            <p:nvSpPr>
              <p:cNvPr id="22" name="椭圆 25">
                <a:extLst>
                  <a:ext uri="{FF2B5EF4-FFF2-40B4-BE49-F238E27FC236}">
                    <a16:creationId xmlns:a16="http://schemas.microsoft.com/office/drawing/2014/main" id="{E723A8DF-C7AE-C3B1-C92B-4BD57713CA68}"/>
                  </a:ext>
                </a:extLst>
              </p:cNvPr>
              <p:cNvSpPr/>
              <p:nvPr/>
            </p:nvSpPr>
            <p:spPr>
              <a:xfrm>
                <a:off x="3526795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3" name="任意多边形 13">
                <a:extLst>
                  <a:ext uri="{FF2B5EF4-FFF2-40B4-BE49-F238E27FC236}">
                    <a16:creationId xmlns:a16="http://schemas.microsoft.com/office/drawing/2014/main" id="{A05C1F08-75EB-73C5-4FA9-07963BC142A6}"/>
                  </a:ext>
                </a:extLst>
              </p:cNvPr>
              <p:cNvSpPr/>
              <p:nvPr/>
            </p:nvSpPr>
            <p:spPr>
              <a:xfrm>
                <a:off x="3642895" y="2374128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0" name="组合 13">
              <a:extLst>
                <a:ext uri="{FF2B5EF4-FFF2-40B4-BE49-F238E27FC236}">
                  <a16:creationId xmlns:a16="http://schemas.microsoft.com/office/drawing/2014/main" id="{ED2C1928-5EEB-B333-4653-4CE751EBB5DC}"/>
                </a:ext>
              </a:extLst>
            </p:cNvPr>
            <p:cNvGrpSpPr/>
            <p:nvPr/>
          </p:nvGrpSpPr>
          <p:grpSpPr>
            <a:xfrm>
              <a:off x="6171916" y="4316000"/>
              <a:ext cx="538679" cy="538676"/>
              <a:chOff x="4471992" y="2235779"/>
              <a:chExt cx="410200" cy="410198"/>
            </a:xfrm>
          </p:grpSpPr>
          <p:sp>
            <p:nvSpPr>
              <p:cNvPr id="20" name="椭圆 23">
                <a:extLst>
                  <a:ext uri="{FF2B5EF4-FFF2-40B4-BE49-F238E27FC236}">
                    <a16:creationId xmlns:a16="http://schemas.microsoft.com/office/drawing/2014/main" id="{856E90D4-6308-94D5-7854-AF70369584EA}"/>
                  </a:ext>
                </a:extLst>
              </p:cNvPr>
              <p:cNvSpPr/>
              <p:nvPr/>
            </p:nvSpPr>
            <p:spPr>
              <a:xfrm>
                <a:off x="4471992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21" name="任意多边形 16">
                <a:extLst>
                  <a:ext uri="{FF2B5EF4-FFF2-40B4-BE49-F238E27FC236}">
                    <a16:creationId xmlns:a16="http://schemas.microsoft.com/office/drawing/2014/main" id="{292B88FD-579D-9054-F045-5379E775D4C9}"/>
                  </a:ext>
                </a:extLst>
              </p:cNvPr>
              <p:cNvSpPr/>
              <p:nvPr/>
            </p:nvSpPr>
            <p:spPr>
              <a:xfrm>
                <a:off x="4595899" y="2358227"/>
                <a:ext cx="162386" cy="17800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1" name="组合 14">
              <a:extLst>
                <a:ext uri="{FF2B5EF4-FFF2-40B4-BE49-F238E27FC236}">
                  <a16:creationId xmlns:a16="http://schemas.microsoft.com/office/drawing/2014/main" id="{9BE3FA72-6F9B-533B-AA89-EF8070CA910C}"/>
                </a:ext>
              </a:extLst>
            </p:cNvPr>
            <p:cNvGrpSpPr/>
            <p:nvPr/>
          </p:nvGrpSpPr>
          <p:grpSpPr>
            <a:xfrm>
              <a:off x="7314464" y="1328736"/>
              <a:ext cx="538679" cy="538676"/>
              <a:chOff x="6200669" y="2235779"/>
              <a:chExt cx="410200" cy="410198"/>
            </a:xfrm>
          </p:grpSpPr>
          <p:sp>
            <p:nvSpPr>
              <p:cNvPr id="18" name="椭圆 21">
                <a:extLst>
                  <a:ext uri="{FF2B5EF4-FFF2-40B4-BE49-F238E27FC236}">
                    <a16:creationId xmlns:a16="http://schemas.microsoft.com/office/drawing/2014/main" id="{B9938E56-0BD0-4580-04AE-7BB34B7439AA}"/>
                  </a:ext>
                </a:extLst>
              </p:cNvPr>
              <p:cNvSpPr/>
              <p:nvPr/>
            </p:nvSpPr>
            <p:spPr>
              <a:xfrm>
                <a:off x="6200669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9" name="任意多边形 19">
                <a:extLst>
                  <a:ext uri="{FF2B5EF4-FFF2-40B4-BE49-F238E27FC236}">
                    <a16:creationId xmlns:a16="http://schemas.microsoft.com/office/drawing/2014/main" id="{40342D7D-50E5-6B58-F82F-103BC57326FF}"/>
                  </a:ext>
                </a:extLst>
              </p:cNvPr>
              <p:cNvSpPr/>
              <p:nvPr/>
            </p:nvSpPr>
            <p:spPr>
              <a:xfrm>
                <a:off x="6316768" y="2376357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2" name="组合 15">
              <a:extLst>
                <a:ext uri="{FF2B5EF4-FFF2-40B4-BE49-F238E27FC236}">
                  <a16:creationId xmlns:a16="http://schemas.microsoft.com/office/drawing/2014/main" id="{AABE2DE0-FCEB-0248-36D8-278372EAE995}"/>
                </a:ext>
              </a:extLst>
            </p:cNvPr>
            <p:cNvGrpSpPr/>
            <p:nvPr/>
          </p:nvGrpSpPr>
          <p:grpSpPr>
            <a:xfrm>
              <a:off x="9755126" y="2335705"/>
              <a:ext cx="544522" cy="538676"/>
              <a:chOff x="8252780" y="2235779"/>
              <a:chExt cx="414650" cy="410198"/>
            </a:xfrm>
          </p:grpSpPr>
          <p:sp>
            <p:nvSpPr>
              <p:cNvPr id="16" name="椭圆 19">
                <a:extLst>
                  <a:ext uri="{FF2B5EF4-FFF2-40B4-BE49-F238E27FC236}">
                    <a16:creationId xmlns:a16="http://schemas.microsoft.com/office/drawing/2014/main" id="{D22D6A64-8D01-95A6-DEA3-75420D2C3729}"/>
                  </a:ext>
                </a:extLst>
              </p:cNvPr>
              <p:cNvSpPr/>
              <p:nvPr/>
            </p:nvSpPr>
            <p:spPr>
              <a:xfrm>
                <a:off x="8252780" y="2235779"/>
                <a:ext cx="41465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7" name="任意多边形 25">
                <a:extLst>
                  <a:ext uri="{FF2B5EF4-FFF2-40B4-BE49-F238E27FC236}">
                    <a16:creationId xmlns:a16="http://schemas.microsoft.com/office/drawing/2014/main" id="{72E6C530-CD98-330E-FDFD-948308BBB002}"/>
                  </a:ext>
                </a:extLst>
              </p:cNvPr>
              <p:cNvSpPr/>
              <p:nvPr/>
            </p:nvSpPr>
            <p:spPr>
              <a:xfrm>
                <a:off x="8368880" y="2356648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13" name="组合 16">
              <a:extLst>
                <a:ext uri="{FF2B5EF4-FFF2-40B4-BE49-F238E27FC236}">
                  <a16:creationId xmlns:a16="http://schemas.microsoft.com/office/drawing/2014/main" id="{A8B381FE-AA83-4B2D-2F68-AE1C76A2B73D}"/>
                </a:ext>
              </a:extLst>
            </p:cNvPr>
            <p:cNvGrpSpPr/>
            <p:nvPr/>
          </p:nvGrpSpPr>
          <p:grpSpPr>
            <a:xfrm>
              <a:off x="10122172" y="4802601"/>
              <a:ext cx="538679" cy="538676"/>
              <a:chOff x="7307583" y="2235779"/>
              <a:chExt cx="410200" cy="410198"/>
            </a:xfrm>
          </p:grpSpPr>
          <p:sp>
            <p:nvSpPr>
              <p:cNvPr id="14" name="椭圆 17">
                <a:extLst>
                  <a:ext uri="{FF2B5EF4-FFF2-40B4-BE49-F238E27FC236}">
                    <a16:creationId xmlns:a16="http://schemas.microsoft.com/office/drawing/2014/main" id="{8A578997-9823-FAF7-58FA-557504A74E9C}"/>
                  </a:ext>
                </a:extLst>
              </p:cNvPr>
              <p:cNvSpPr/>
              <p:nvPr/>
            </p:nvSpPr>
            <p:spPr>
              <a:xfrm>
                <a:off x="7307583" y="2235779"/>
                <a:ext cx="410200" cy="410198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  <p:sp>
            <p:nvSpPr>
              <p:cNvPr id="15" name="任意多边形 22">
                <a:extLst>
                  <a:ext uri="{FF2B5EF4-FFF2-40B4-BE49-F238E27FC236}">
                    <a16:creationId xmlns:a16="http://schemas.microsoft.com/office/drawing/2014/main" id="{79FEEBC6-F91A-D526-01CA-C66E1B6BBE88}"/>
                  </a:ext>
                </a:extLst>
              </p:cNvPr>
              <p:cNvSpPr/>
              <p:nvPr/>
            </p:nvSpPr>
            <p:spPr>
              <a:xfrm>
                <a:off x="7423682" y="2356641"/>
                <a:ext cx="178001" cy="174822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</p:grp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7E9165B6-9D31-3734-F0AD-331A9187C591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2: Nội dung chính của luật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81900BD0-CAAD-2C45-8DB0-FA099A0B2839}"/>
              </a:ext>
            </a:extLst>
          </p:cNvPr>
          <p:cNvSpPr txBox="1"/>
          <p:nvPr/>
        </p:nvSpPr>
        <p:spPr>
          <a:xfrm>
            <a:off x="882494" y="601723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Quy định trách nhiệm bảo vệ an ninh mạng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5EF07C0F-5A41-6856-3CC7-5264F8436B0F}"/>
              </a:ext>
            </a:extLst>
          </p:cNvPr>
          <p:cNvSpPr txBox="1"/>
          <p:nvPr/>
        </p:nvSpPr>
        <p:spPr>
          <a:xfrm>
            <a:off x="882494" y="880961"/>
            <a:ext cx="70496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CHXHCN Việt Nam;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9D79F656-DC4B-D6BB-B4A9-1147EA7F9F1D}"/>
              </a:ext>
            </a:extLst>
          </p:cNvPr>
          <p:cNvSpPr txBox="1"/>
          <p:nvPr/>
        </p:nvSpPr>
        <p:spPr>
          <a:xfrm>
            <a:off x="890409" y="2054418"/>
            <a:ext cx="63007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ngoài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viễn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tăng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Việt Nam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xác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đăng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ký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Bảo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mật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endParaRPr lang="en-US" sz="1400" dirty="0"/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B4348887-DF4C-51D0-8B32-EF6800446EB5}"/>
              </a:ext>
            </a:extLst>
          </p:cNvPr>
          <p:cNvSpPr txBox="1"/>
          <p:nvPr/>
        </p:nvSpPr>
        <p:spPr>
          <a:xfrm>
            <a:off x="882494" y="3026531"/>
            <a:ext cx="6300786" cy="10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0000"/>
              </a:lnSpc>
              <a:spcBef>
                <a:spcPts val="300"/>
              </a:spcBef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Chậm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24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giờ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Công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xoá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1DA18602-4D50-561C-B893-B615B2F6CC31}"/>
              </a:ext>
            </a:extLst>
          </p:cNvPr>
          <p:cNvSpPr txBox="1"/>
          <p:nvPr/>
        </p:nvSpPr>
        <p:spPr>
          <a:xfrm>
            <a:off x="308573" y="4090358"/>
            <a:ext cx="6300786" cy="32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10000"/>
              </a:lnSpc>
              <a:spcBef>
                <a:spcPts val="300"/>
              </a:spcBef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VIII</a:t>
            </a:r>
            <a:r>
              <a:rPr lang="vi-VN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EE3D968B-201D-EC05-A710-C57E6021286D}"/>
              </a:ext>
            </a:extLst>
          </p:cNvPr>
          <p:cNvSpPr txBox="1"/>
          <p:nvPr/>
        </p:nvSpPr>
        <p:spPr>
          <a:xfrm>
            <a:off x="882494" y="4463482"/>
            <a:ext cx="6300786" cy="10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300"/>
              </a:spcBef>
              <a:buNone/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tùy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kỷ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cứu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thiệt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bồi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318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21">
            <a:extLst>
              <a:ext uri="{FF2B5EF4-FFF2-40B4-BE49-F238E27FC236}">
                <a16:creationId xmlns:a16="http://schemas.microsoft.com/office/drawing/2014/main" id="{43580850-4ACA-FD0B-5583-DB30CAAB7184}"/>
              </a:ext>
            </a:extLst>
          </p:cNvPr>
          <p:cNvGrpSpPr/>
          <p:nvPr/>
        </p:nvGrpSpPr>
        <p:grpSpPr>
          <a:xfrm>
            <a:off x="9050229" y="1789300"/>
            <a:ext cx="4836343" cy="4765299"/>
            <a:chOff x="5231756" y="0"/>
            <a:chExt cx="6960243" cy="6858000"/>
          </a:xfrm>
        </p:grpSpPr>
        <p:pic>
          <p:nvPicPr>
            <p:cNvPr id="8" name="图片 14">
              <a:extLst>
                <a:ext uri="{FF2B5EF4-FFF2-40B4-BE49-F238E27FC236}">
                  <a16:creationId xmlns:a16="http://schemas.microsoft.com/office/drawing/2014/main" id="{B60E28E9-B742-1BE1-4F54-05050AB00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11"/>
            <a:stretch>
              <a:fillRect/>
            </a:stretch>
          </p:blipFill>
          <p:spPr>
            <a:xfrm>
              <a:off x="5231756" y="0"/>
              <a:ext cx="6960243" cy="6858000"/>
            </a:xfrm>
            <a:prstGeom prst="rect">
              <a:avLst/>
            </a:prstGeom>
          </p:spPr>
        </p:pic>
        <p:pic>
          <p:nvPicPr>
            <p:cNvPr id="9" name="图片 18">
              <a:extLst>
                <a:ext uri="{FF2B5EF4-FFF2-40B4-BE49-F238E27FC236}">
                  <a16:creationId xmlns:a16="http://schemas.microsoft.com/office/drawing/2014/main" id="{10701FFD-3BD1-49E8-E66F-6715C84CE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4272" y="0"/>
              <a:ext cx="6647727" cy="6858000"/>
            </a:xfrm>
            <a:prstGeom prst="rect">
              <a:avLst/>
            </a:prstGeom>
          </p:spPr>
        </p:pic>
      </p:grp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645DE1EC-4D79-532E-9319-34681D34B290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</a:t>
            </a:r>
            <a:r>
              <a:rPr lang="vi-V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Tác động đối với doanh nghiệp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04BDAC9F-E0E3-F252-4FF4-273B043CABF7}"/>
              </a:ext>
            </a:extLst>
          </p:cNvPr>
          <p:cNvSpPr txBox="1"/>
          <p:nvPr/>
        </p:nvSpPr>
        <p:spPr>
          <a:xfrm>
            <a:off x="561674" y="535659"/>
            <a:ext cx="10220626" cy="633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I.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Khung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vi-V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24/2018/QH14,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01/01/2019</a:t>
            </a:r>
            <a:r>
              <a:rPr lang="en-US" dirty="0"/>
              <a:t>.</a:t>
            </a:r>
            <a:endParaRPr lang="en-US" sz="15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lĩnh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logistics…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(Facebook, Google, TikTok…)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 </a:t>
            </a:r>
          </a:p>
          <a:p>
            <a:pPr indent="27051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II. 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Nghĩa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vi-VN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400" dirty="0"/>
              <a:t>           </a:t>
            </a:r>
            <a:r>
              <a:rPr lang="en-US" sz="1400" dirty="0" err="1"/>
              <a:t>Đảm</a:t>
            </a:r>
            <a:r>
              <a:rPr lang="en-US" sz="1400" dirty="0"/>
              <a:t> </a:t>
            </a:r>
            <a:r>
              <a:rPr lang="en-US" sz="1400" dirty="0" err="1"/>
              <a:t>bảo</a:t>
            </a:r>
            <a:r>
              <a:rPr lang="en-US" sz="1400" dirty="0"/>
              <a:t> an </a:t>
            </a:r>
            <a:r>
              <a:rPr lang="en-US" sz="1400" dirty="0" err="1"/>
              <a:t>ninh</a:t>
            </a:r>
            <a:r>
              <a:rPr lang="en-US" sz="1400" dirty="0"/>
              <a:t> </a:t>
            </a:r>
            <a:r>
              <a:rPr lang="en-US" sz="1400" dirty="0" err="1"/>
              <a:t>mạng</a:t>
            </a:r>
            <a:r>
              <a:rPr lang="en-US" sz="1400" dirty="0"/>
              <a:t>: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rủi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lỗ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hổng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…).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ngay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xảy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vi-VN" sz="1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rò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xảy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giờ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Lưu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Việt Nam: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Nam.</a:t>
            </a:r>
          </a:p>
        </p:txBody>
      </p:sp>
    </p:spTree>
    <p:extLst>
      <p:ext uri="{BB962C8B-B14F-4D97-AF65-F5344CB8AC3E}">
        <p14:creationId xmlns:p14="http://schemas.microsoft.com/office/powerpoint/2010/main" val="1928848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F6314128-F864-0730-B7BB-5AC54692B258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</a:t>
            </a:r>
            <a:r>
              <a:rPr lang="vi-V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Tác động đối với doanh nghiệp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780DC568-352F-1C0D-31D4-FABEC6B61873}"/>
              </a:ext>
            </a:extLst>
          </p:cNvPr>
          <p:cNvSpPr txBox="1"/>
          <p:nvPr/>
        </p:nvSpPr>
        <p:spPr>
          <a:xfrm>
            <a:off x="590549" y="610906"/>
            <a:ext cx="9521969" cy="442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tích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cực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cường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rò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niềm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cloud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bằng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ngoài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Thách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thức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gánh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nặng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rõ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ty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(Google, Facebook, TikTok)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Việt Nam.</a:t>
            </a:r>
          </a:p>
          <a:p>
            <a:pPr lvl="1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hưởng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ảnh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38">
            <a:extLst>
              <a:ext uri="{FF2B5EF4-FFF2-40B4-BE49-F238E27FC236}">
                <a16:creationId xmlns:a16="http://schemas.microsoft.com/office/drawing/2014/main" id="{C2BD4705-C6CC-395B-5414-F261957ED103}"/>
              </a:ext>
            </a:extLst>
          </p:cNvPr>
          <p:cNvGrpSpPr/>
          <p:nvPr/>
        </p:nvGrpSpPr>
        <p:grpSpPr>
          <a:xfrm>
            <a:off x="10096500" y="1082143"/>
            <a:ext cx="4572000" cy="4378857"/>
            <a:chOff x="1090616" y="1292739"/>
            <a:chExt cx="4761052" cy="4386757"/>
          </a:xfrm>
        </p:grpSpPr>
        <p:grpSp>
          <p:nvGrpSpPr>
            <p:cNvPr id="8" name="ïSļîďè">
              <a:extLst>
                <a:ext uri="{FF2B5EF4-FFF2-40B4-BE49-F238E27FC236}">
                  <a16:creationId xmlns:a16="http://schemas.microsoft.com/office/drawing/2014/main" id="{E990D82D-A463-C73B-11A5-ACD48BC6F967}"/>
                </a:ext>
              </a:extLst>
            </p:cNvPr>
            <p:cNvGrpSpPr/>
            <p:nvPr/>
          </p:nvGrpSpPr>
          <p:grpSpPr>
            <a:xfrm>
              <a:off x="1090616" y="1292739"/>
              <a:ext cx="2777291" cy="3406254"/>
              <a:chOff x="1244602" y="1211194"/>
              <a:chExt cx="3044248" cy="3733667"/>
            </a:xfrm>
          </p:grpSpPr>
          <p:grpSp>
            <p:nvGrpSpPr>
              <p:cNvPr id="21" name="ïšļîḓe">
                <a:extLst>
                  <a:ext uri="{FF2B5EF4-FFF2-40B4-BE49-F238E27FC236}">
                    <a16:creationId xmlns:a16="http://schemas.microsoft.com/office/drawing/2014/main" id="{DE4E8E32-B18E-727D-B44D-9F14DAEC137C}"/>
                  </a:ext>
                </a:extLst>
              </p:cNvPr>
              <p:cNvGrpSpPr/>
              <p:nvPr/>
            </p:nvGrpSpPr>
            <p:grpSpPr>
              <a:xfrm>
                <a:off x="1244602" y="1211194"/>
                <a:ext cx="3044248" cy="3733667"/>
                <a:chOff x="843919" y="646546"/>
                <a:chExt cx="2308225" cy="3436511"/>
              </a:xfrm>
            </p:grpSpPr>
            <p:sp>
              <p:nvSpPr>
                <p:cNvPr id="23" name="ïšlíďé">
                  <a:extLst>
                    <a:ext uri="{FF2B5EF4-FFF2-40B4-BE49-F238E27FC236}">
                      <a16:creationId xmlns:a16="http://schemas.microsoft.com/office/drawing/2014/main" id="{66B0C5D0-2D53-70DA-78DB-46B600879F56}"/>
                    </a:ext>
                  </a:extLst>
                </p:cNvPr>
                <p:cNvSpPr/>
                <p:nvPr/>
              </p:nvSpPr>
              <p:spPr bwMode="auto">
                <a:xfrm>
                  <a:off x="843919" y="2336807"/>
                  <a:ext cx="100013" cy="117475"/>
                </a:xfrm>
                <a:custGeom>
                  <a:avLst/>
                  <a:gdLst>
                    <a:gd name="T0" fmla="*/ 0 w 188"/>
                    <a:gd name="T1" fmla="*/ 115 h 223"/>
                    <a:gd name="T2" fmla="*/ 188 w 188"/>
                    <a:gd name="T3" fmla="*/ 0 h 223"/>
                    <a:gd name="T4" fmla="*/ 188 w 188"/>
                    <a:gd name="T5" fmla="*/ 223 h 223"/>
                    <a:gd name="T6" fmla="*/ 0 w 188"/>
                    <a:gd name="T7" fmla="*/ 115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8" h="223">
                      <a:moveTo>
                        <a:pt x="0" y="115"/>
                      </a:moveTo>
                      <a:lnTo>
                        <a:pt x="188" y="0"/>
                      </a:lnTo>
                      <a:lnTo>
                        <a:pt x="188" y="223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iSḷíḋé">
                  <a:extLst>
                    <a:ext uri="{FF2B5EF4-FFF2-40B4-BE49-F238E27FC236}">
                      <a16:creationId xmlns:a16="http://schemas.microsoft.com/office/drawing/2014/main" id="{99F6C185-0EDE-F375-5DF1-D28CC3DC54FC}"/>
                    </a:ext>
                  </a:extLst>
                </p:cNvPr>
                <p:cNvSpPr/>
                <p:nvPr/>
              </p:nvSpPr>
              <p:spPr bwMode="auto">
                <a:xfrm>
                  <a:off x="3053719" y="2336807"/>
                  <a:ext cx="98425" cy="117475"/>
                </a:xfrm>
                <a:custGeom>
                  <a:avLst/>
                  <a:gdLst>
                    <a:gd name="T0" fmla="*/ 186 w 186"/>
                    <a:gd name="T1" fmla="*/ 115 h 223"/>
                    <a:gd name="T2" fmla="*/ 0 w 186"/>
                    <a:gd name="T3" fmla="*/ 0 h 223"/>
                    <a:gd name="T4" fmla="*/ 0 w 186"/>
                    <a:gd name="T5" fmla="*/ 223 h 223"/>
                    <a:gd name="T6" fmla="*/ 186 w 186"/>
                    <a:gd name="T7" fmla="*/ 115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6" h="223">
                      <a:moveTo>
                        <a:pt x="186" y="115"/>
                      </a:moveTo>
                      <a:lnTo>
                        <a:pt x="0" y="0"/>
                      </a:lnTo>
                      <a:lnTo>
                        <a:pt x="0" y="223"/>
                      </a:lnTo>
                      <a:lnTo>
                        <a:pt x="186" y="115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íšḻíḋê">
                  <a:extLst>
                    <a:ext uri="{FF2B5EF4-FFF2-40B4-BE49-F238E27FC236}">
                      <a16:creationId xmlns:a16="http://schemas.microsoft.com/office/drawing/2014/main" id="{12F6252D-80DC-60AA-4C08-F5446D15FCC8}"/>
                    </a:ext>
                  </a:extLst>
                </p:cNvPr>
                <p:cNvSpPr/>
                <p:nvPr/>
              </p:nvSpPr>
              <p:spPr bwMode="auto">
                <a:xfrm>
                  <a:off x="936396" y="646546"/>
                  <a:ext cx="2109788" cy="2436813"/>
                </a:xfrm>
                <a:custGeom>
                  <a:avLst/>
                  <a:gdLst>
                    <a:gd name="T0" fmla="*/ 2005 w 3988"/>
                    <a:gd name="T1" fmla="*/ 7 h 4605"/>
                    <a:gd name="T2" fmla="*/ 2990 w 3988"/>
                    <a:gd name="T3" fmla="*/ 576 h 4605"/>
                    <a:gd name="T4" fmla="*/ 3976 w 3988"/>
                    <a:gd name="T5" fmla="*/ 1144 h 4605"/>
                    <a:gd name="T6" fmla="*/ 3988 w 3988"/>
                    <a:gd name="T7" fmla="*/ 1151 h 4605"/>
                    <a:gd name="T8" fmla="*/ 3988 w 3988"/>
                    <a:gd name="T9" fmla="*/ 1166 h 4605"/>
                    <a:gd name="T10" fmla="*/ 3988 w 3988"/>
                    <a:gd name="T11" fmla="*/ 2302 h 4605"/>
                    <a:gd name="T12" fmla="*/ 3988 w 3988"/>
                    <a:gd name="T13" fmla="*/ 3439 h 4605"/>
                    <a:gd name="T14" fmla="*/ 3988 w 3988"/>
                    <a:gd name="T15" fmla="*/ 3454 h 4605"/>
                    <a:gd name="T16" fmla="*/ 3976 w 3988"/>
                    <a:gd name="T17" fmla="*/ 3461 h 4605"/>
                    <a:gd name="T18" fmla="*/ 2990 w 3988"/>
                    <a:gd name="T19" fmla="*/ 4030 h 4605"/>
                    <a:gd name="T20" fmla="*/ 2005 w 3988"/>
                    <a:gd name="T21" fmla="*/ 4598 h 4605"/>
                    <a:gd name="T22" fmla="*/ 1993 w 3988"/>
                    <a:gd name="T23" fmla="*/ 4605 h 4605"/>
                    <a:gd name="T24" fmla="*/ 1981 w 3988"/>
                    <a:gd name="T25" fmla="*/ 4598 h 4605"/>
                    <a:gd name="T26" fmla="*/ 996 w 3988"/>
                    <a:gd name="T27" fmla="*/ 4030 h 4605"/>
                    <a:gd name="T28" fmla="*/ 12 w 3988"/>
                    <a:gd name="T29" fmla="*/ 3461 h 4605"/>
                    <a:gd name="T30" fmla="*/ 0 w 3988"/>
                    <a:gd name="T31" fmla="*/ 3454 h 4605"/>
                    <a:gd name="T32" fmla="*/ 0 w 3988"/>
                    <a:gd name="T33" fmla="*/ 3439 h 4605"/>
                    <a:gd name="T34" fmla="*/ 0 w 3988"/>
                    <a:gd name="T35" fmla="*/ 2302 h 4605"/>
                    <a:gd name="T36" fmla="*/ 0 w 3988"/>
                    <a:gd name="T37" fmla="*/ 1166 h 4605"/>
                    <a:gd name="T38" fmla="*/ 0 w 3988"/>
                    <a:gd name="T39" fmla="*/ 1151 h 4605"/>
                    <a:gd name="T40" fmla="*/ 12 w 3988"/>
                    <a:gd name="T41" fmla="*/ 1144 h 4605"/>
                    <a:gd name="T42" fmla="*/ 996 w 3988"/>
                    <a:gd name="T43" fmla="*/ 576 h 4605"/>
                    <a:gd name="T44" fmla="*/ 1981 w 3988"/>
                    <a:gd name="T45" fmla="*/ 7 h 4605"/>
                    <a:gd name="T46" fmla="*/ 1993 w 3988"/>
                    <a:gd name="T47" fmla="*/ 0 h 4605"/>
                    <a:gd name="T48" fmla="*/ 2005 w 3988"/>
                    <a:gd name="T49" fmla="*/ 7 h 4605"/>
                    <a:gd name="T50" fmla="*/ 2966 w 3988"/>
                    <a:gd name="T51" fmla="*/ 618 h 4605"/>
                    <a:gd name="T52" fmla="*/ 1993 w 3988"/>
                    <a:gd name="T53" fmla="*/ 56 h 4605"/>
                    <a:gd name="T54" fmla="*/ 1020 w 3988"/>
                    <a:gd name="T55" fmla="*/ 618 h 4605"/>
                    <a:gd name="T56" fmla="*/ 48 w 3988"/>
                    <a:gd name="T57" fmla="*/ 1180 h 4605"/>
                    <a:gd name="T58" fmla="*/ 48 w 3988"/>
                    <a:gd name="T59" fmla="*/ 2302 h 4605"/>
                    <a:gd name="T60" fmla="*/ 48 w 3988"/>
                    <a:gd name="T61" fmla="*/ 3426 h 4605"/>
                    <a:gd name="T62" fmla="*/ 1020 w 3988"/>
                    <a:gd name="T63" fmla="*/ 3987 h 4605"/>
                    <a:gd name="T64" fmla="*/ 1993 w 3988"/>
                    <a:gd name="T65" fmla="*/ 4549 h 4605"/>
                    <a:gd name="T66" fmla="*/ 2966 w 3988"/>
                    <a:gd name="T67" fmla="*/ 3987 h 4605"/>
                    <a:gd name="T68" fmla="*/ 3939 w 3988"/>
                    <a:gd name="T69" fmla="*/ 3426 h 4605"/>
                    <a:gd name="T70" fmla="*/ 3939 w 3988"/>
                    <a:gd name="T71" fmla="*/ 2302 h 4605"/>
                    <a:gd name="T72" fmla="*/ 3939 w 3988"/>
                    <a:gd name="T73" fmla="*/ 1180 h 4605"/>
                    <a:gd name="T74" fmla="*/ 2966 w 3988"/>
                    <a:gd name="T75" fmla="*/ 618 h 46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988" h="4605">
                      <a:moveTo>
                        <a:pt x="2005" y="7"/>
                      </a:moveTo>
                      <a:lnTo>
                        <a:pt x="2990" y="576"/>
                      </a:lnTo>
                      <a:lnTo>
                        <a:pt x="3976" y="1144"/>
                      </a:lnTo>
                      <a:lnTo>
                        <a:pt x="3988" y="1151"/>
                      </a:lnTo>
                      <a:lnTo>
                        <a:pt x="3988" y="1166"/>
                      </a:lnTo>
                      <a:lnTo>
                        <a:pt x="3988" y="2302"/>
                      </a:lnTo>
                      <a:lnTo>
                        <a:pt x="3988" y="3439"/>
                      </a:lnTo>
                      <a:lnTo>
                        <a:pt x="3988" y="3454"/>
                      </a:lnTo>
                      <a:lnTo>
                        <a:pt x="3976" y="3461"/>
                      </a:lnTo>
                      <a:lnTo>
                        <a:pt x="2990" y="4030"/>
                      </a:lnTo>
                      <a:lnTo>
                        <a:pt x="2005" y="4598"/>
                      </a:lnTo>
                      <a:lnTo>
                        <a:pt x="1993" y="4605"/>
                      </a:lnTo>
                      <a:lnTo>
                        <a:pt x="1981" y="4598"/>
                      </a:lnTo>
                      <a:lnTo>
                        <a:pt x="996" y="4030"/>
                      </a:lnTo>
                      <a:lnTo>
                        <a:pt x="12" y="3461"/>
                      </a:lnTo>
                      <a:lnTo>
                        <a:pt x="0" y="3454"/>
                      </a:lnTo>
                      <a:lnTo>
                        <a:pt x="0" y="3439"/>
                      </a:lnTo>
                      <a:lnTo>
                        <a:pt x="0" y="2302"/>
                      </a:lnTo>
                      <a:lnTo>
                        <a:pt x="0" y="1166"/>
                      </a:lnTo>
                      <a:lnTo>
                        <a:pt x="0" y="1151"/>
                      </a:lnTo>
                      <a:lnTo>
                        <a:pt x="12" y="1144"/>
                      </a:lnTo>
                      <a:lnTo>
                        <a:pt x="996" y="576"/>
                      </a:lnTo>
                      <a:lnTo>
                        <a:pt x="1981" y="7"/>
                      </a:lnTo>
                      <a:lnTo>
                        <a:pt x="1993" y="0"/>
                      </a:lnTo>
                      <a:lnTo>
                        <a:pt x="2005" y="7"/>
                      </a:lnTo>
                    </a:path>
                  </a:pathLst>
                </a:custGeom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ïṩ1íḍe">
                  <a:extLst>
                    <a:ext uri="{FF2B5EF4-FFF2-40B4-BE49-F238E27FC236}">
                      <a16:creationId xmlns:a16="http://schemas.microsoft.com/office/drawing/2014/main" id="{7558C807-4F1D-4A7B-0247-A0F56617E182}"/>
                    </a:ext>
                  </a:extLst>
                </p:cNvPr>
                <p:cNvSpPr/>
                <p:nvPr/>
              </p:nvSpPr>
              <p:spPr bwMode="auto">
                <a:xfrm>
                  <a:off x="843919" y="2397132"/>
                  <a:ext cx="2308225" cy="1685925"/>
                </a:xfrm>
                <a:custGeom>
                  <a:avLst/>
                  <a:gdLst>
                    <a:gd name="T0" fmla="*/ 4362 w 4362"/>
                    <a:gd name="T1" fmla="*/ 0 h 3185"/>
                    <a:gd name="T2" fmla="*/ 4362 w 4362"/>
                    <a:gd name="T3" fmla="*/ 666 h 3185"/>
                    <a:gd name="T4" fmla="*/ 4362 w 4362"/>
                    <a:gd name="T5" fmla="*/ 1926 h 3185"/>
                    <a:gd name="T6" fmla="*/ 3272 w 4362"/>
                    <a:gd name="T7" fmla="*/ 2555 h 3185"/>
                    <a:gd name="T8" fmla="*/ 2181 w 4362"/>
                    <a:gd name="T9" fmla="*/ 3185 h 3185"/>
                    <a:gd name="T10" fmla="*/ 1091 w 4362"/>
                    <a:gd name="T11" fmla="*/ 2555 h 3185"/>
                    <a:gd name="T12" fmla="*/ 0 w 4362"/>
                    <a:gd name="T13" fmla="*/ 1926 h 3185"/>
                    <a:gd name="T14" fmla="*/ 0 w 4362"/>
                    <a:gd name="T15" fmla="*/ 666 h 3185"/>
                    <a:gd name="T16" fmla="*/ 0 w 4362"/>
                    <a:gd name="T17" fmla="*/ 0 h 3185"/>
                    <a:gd name="T18" fmla="*/ 1007 w 4362"/>
                    <a:gd name="T19" fmla="*/ 581 h 3185"/>
                    <a:gd name="T20" fmla="*/ 2181 w 4362"/>
                    <a:gd name="T21" fmla="*/ 1259 h 3185"/>
                    <a:gd name="T22" fmla="*/ 3356 w 4362"/>
                    <a:gd name="T23" fmla="*/ 581 h 3185"/>
                    <a:gd name="T24" fmla="*/ 4362 w 4362"/>
                    <a:gd name="T25" fmla="*/ 0 h 3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362" h="3185">
                      <a:moveTo>
                        <a:pt x="4362" y="0"/>
                      </a:moveTo>
                      <a:lnTo>
                        <a:pt x="4362" y="666"/>
                      </a:lnTo>
                      <a:lnTo>
                        <a:pt x="4362" y="1926"/>
                      </a:lnTo>
                      <a:lnTo>
                        <a:pt x="3272" y="2555"/>
                      </a:lnTo>
                      <a:lnTo>
                        <a:pt x="2181" y="3185"/>
                      </a:lnTo>
                      <a:lnTo>
                        <a:pt x="1091" y="2555"/>
                      </a:lnTo>
                      <a:lnTo>
                        <a:pt x="0" y="1926"/>
                      </a:lnTo>
                      <a:lnTo>
                        <a:pt x="0" y="666"/>
                      </a:lnTo>
                      <a:lnTo>
                        <a:pt x="0" y="0"/>
                      </a:lnTo>
                      <a:lnTo>
                        <a:pt x="1007" y="581"/>
                      </a:lnTo>
                      <a:lnTo>
                        <a:pt x="2181" y="1259"/>
                      </a:lnTo>
                      <a:lnTo>
                        <a:pt x="3356" y="581"/>
                      </a:lnTo>
                      <a:lnTo>
                        <a:pt x="436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2" name="iṧļídè">
                <a:extLst>
                  <a:ext uri="{FF2B5EF4-FFF2-40B4-BE49-F238E27FC236}">
                    <a16:creationId xmlns:a16="http://schemas.microsoft.com/office/drawing/2014/main" id="{53BB54A8-2B1D-B839-C1D0-103F13B32887}"/>
                  </a:ext>
                </a:extLst>
              </p:cNvPr>
              <p:cNvSpPr/>
              <p:nvPr/>
            </p:nvSpPr>
            <p:spPr bwMode="auto">
              <a:xfrm>
                <a:off x="2520226" y="3971664"/>
                <a:ext cx="493001" cy="609685"/>
              </a:xfrm>
              <a:custGeom>
                <a:avLst/>
                <a:gdLst>
                  <a:gd name="connsiteX0" fmla="*/ 376707 w 465255"/>
                  <a:gd name="connsiteY0" fmla="*/ 359911 h 575372"/>
                  <a:gd name="connsiteX1" fmla="*/ 465255 w 465255"/>
                  <a:gd name="connsiteY1" fmla="*/ 521967 h 575372"/>
                  <a:gd name="connsiteX2" fmla="*/ 396999 w 465255"/>
                  <a:gd name="connsiteY2" fmla="*/ 512759 h 575372"/>
                  <a:gd name="connsiteX3" fmla="*/ 373018 w 465255"/>
                  <a:gd name="connsiteY3" fmla="*/ 575372 h 575372"/>
                  <a:gd name="connsiteX4" fmla="*/ 275246 w 465255"/>
                  <a:gd name="connsiteY4" fmla="*/ 407791 h 575372"/>
                  <a:gd name="connsiteX5" fmla="*/ 312141 w 465255"/>
                  <a:gd name="connsiteY5" fmla="*/ 393059 h 575372"/>
                  <a:gd name="connsiteX6" fmla="*/ 376707 w 465255"/>
                  <a:gd name="connsiteY6" fmla="*/ 359911 h 575372"/>
                  <a:gd name="connsiteX7" fmla="*/ 86735 w 465255"/>
                  <a:gd name="connsiteY7" fmla="*/ 352512 h 575372"/>
                  <a:gd name="connsiteX8" fmla="*/ 112571 w 465255"/>
                  <a:gd name="connsiteY8" fmla="*/ 363570 h 575372"/>
                  <a:gd name="connsiteX9" fmla="*/ 188233 w 465255"/>
                  <a:gd name="connsiteY9" fmla="*/ 405957 h 575372"/>
                  <a:gd name="connsiteX10" fmla="*/ 107034 w 465255"/>
                  <a:gd name="connsiteY10" fmla="*/ 571821 h 575372"/>
                  <a:gd name="connsiteX11" fmla="*/ 70126 w 465255"/>
                  <a:gd name="connsiteY11" fmla="*/ 514690 h 575372"/>
                  <a:gd name="connsiteX12" fmla="*/ 0 w 465255"/>
                  <a:gd name="connsiteY12" fmla="*/ 522062 h 575372"/>
                  <a:gd name="connsiteX13" fmla="*/ 232628 w 465255"/>
                  <a:gd name="connsiteY13" fmla="*/ 121956 h 575372"/>
                  <a:gd name="connsiteX14" fmla="*/ 256629 w 465255"/>
                  <a:gd name="connsiteY14" fmla="*/ 169858 h 575372"/>
                  <a:gd name="connsiteX15" fmla="*/ 310170 w 465255"/>
                  <a:gd name="connsiteY15" fmla="*/ 177227 h 575372"/>
                  <a:gd name="connsiteX16" fmla="*/ 271399 w 465255"/>
                  <a:gd name="connsiteY16" fmla="*/ 215917 h 575372"/>
                  <a:gd name="connsiteX17" fmla="*/ 280630 w 465255"/>
                  <a:gd name="connsiteY17" fmla="*/ 269346 h 575372"/>
                  <a:gd name="connsiteX18" fmla="*/ 232628 w 465255"/>
                  <a:gd name="connsiteY18" fmla="*/ 243553 h 575372"/>
                  <a:gd name="connsiteX19" fmla="*/ 184625 w 465255"/>
                  <a:gd name="connsiteY19" fmla="*/ 269346 h 575372"/>
                  <a:gd name="connsiteX20" fmla="*/ 193856 w 465255"/>
                  <a:gd name="connsiteY20" fmla="*/ 215917 h 575372"/>
                  <a:gd name="connsiteX21" fmla="*/ 155085 w 465255"/>
                  <a:gd name="connsiteY21" fmla="*/ 177227 h 575372"/>
                  <a:gd name="connsiteX22" fmla="*/ 208626 w 465255"/>
                  <a:gd name="connsiteY22" fmla="*/ 169858 h 575372"/>
                  <a:gd name="connsiteX23" fmla="*/ 232663 w 465255"/>
                  <a:gd name="connsiteY23" fmla="*/ 81359 h 575372"/>
                  <a:gd name="connsiteX24" fmla="*/ 118167 w 465255"/>
                  <a:gd name="connsiteY24" fmla="*/ 195685 h 575372"/>
                  <a:gd name="connsiteX25" fmla="*/ 232663 w 465255"/>
                  <a:gd name="connsiteY25" fmla="*/ 310011 h 575372"/>
                  <a:gd name="connsiteX26" fmla="*/ 347159 w 465255"/>
                  <a:gd name="connsiteY26" fmla="*/ 195685 h 575372"/>
                  <a:gd name="connsiteX27" fmla="*/ 232663 w 465255"/>
                  <a:gd name="connsiteY27" fmla="*/ 81359 h 575372"/>
                  <a:gd name="connsiteX28" fmla="*/ 180032 w 465255"/>
                  <a:gd name="connsiteY28" fmla="*/ 916 h 575372"/>
                  <a:gd name="connsiteX29" fmla="*/ 204962 w 465255"/>
                  <a:gd name="connsiteY29" fmla="*/ 5756 h 575372"/>
                  <a:gd name="connsiteX30" fmla="*/ 260364 w 465255"/>
                  <a:gd name="connsiteY30" fmla="*/ 5756 h 575372"/>
                  <a:gd name="connsiteX31" fmla="*/ 302838 w 465255"/>
                  <a:gd name="connsiteY31" fmla="*/ 16820 h 575372"/>
                  <a:gd name="connsiteX32" fmla="*/ 350852 w 465255"/>
                  <a:gd name="connsiteY32" fmla="*/ 44479 h 575372"/>
                  <a:gd name="connsiteX33" fmla="*/ 384093 w 465255"/>
                  <a:gd name="connsiteY33" fmla="*/ 77671 h 575372"/>
                  <a:gd name="connsiteX34" fmla="*/ 409947 w 465255"/>
                  <a:gd name="connsiteY34" fmla="*/ 123770 h 575372"/>
                  <a:gd name="connsiteX35" fmla="*/ 422874 w 465255"/>
                  <a:gd name="connsiteY35" fmla="*/ 168025 h 575372"/>
                  <a:gd name="connsiteX36" fmla="*/ 422874 w 465255"/>
                  <a:gd name="connsiteY36" fmla="*/ 223345 h 575372"/>
                  <a:gd name="connsiteX37" fmla="*/ 409947 w 465255"/>
                  <a:gd name="connsiteY37" fmla="*/ 265756 h 575372"/>
                  <a:gd name="connsiteX38" fmla="*/ 384093 w 465255"/>
                  <a:gd name="connsiteY38" fmla="*/ 313699 h 575372"/>
                  <a:gd name="connsiteX39" fmla="*/ 350852 w 465255"/>
                  <a:gd name="connsiteY39" fmla="*/ 346891 h 575372"/>
                  <a:gd name="connsiteX40" fmla="*/ 302838 w 465255"/>
                  <a:gd name="connsiteY40" fmla="*/ 372706 h 575372"/>
                  <a:gd name="connsiteX41" fmla="*/ 260364 w 465255"/>
                  <a:gd name="connsiteY41" fmla="*/ 385614 h 575372"/>
                  <a:gd name="connsiteX42" fmla="*/ 204962 w 465255"/>
                  <a:gd name="connsiteY42" fmla="*/ 385614 h 575372"/>
                  <a:gd name="connsiteX43" fmla="*/ 160641 w 465255"/>
                  <a:gd name="connsiteY43" fmla="*/ 372706 h 575372"/>
                  <a:gd name="connsiteX44" fmla="*/ 114474 w 465255"/>
                  <a:gd name="connsiteY44" fmla="*/ 346891 h 575372"/>
                  <a:gd name="connsiteX45" fmla="*/ 81233 w 465255"/>
                  <a:gd name="connsiteY45" fmla="*/ 313699 h 575372"/>
                  <a:gd name="connsiteX46" fmla="*/ 53532 w 465255"/>
                  <a:gd name="connsiteY46" fmla="*/ 265756 h 575372"/>
                  <a:gd name="connsiteX47" fmla="*/ 42452 w 465255"/>
                  <a:gd name="connsiteY47" fmla="*/ 223345 h 575372"/>
                  <a:gd name="connsiteX48" fmla="*/ 42452 w 465255"/>
                  <a:gd name="connsiteY48" fmla="*/ 168025 h 575372"/>
                  <a:gd name="connsiteX49" fmla="*/ 53532 w 465255"/>
                  <a:gd name="connsiteY49" fmla="*/ 123770 h 575372"/>
                  <a:gd name="connsiteX50" fmla="*/ 81233 w 465255"/>
                  <a:gd name="connsiteY50" fmla="*/ 77671 h 575372"/>
                  <a:gd name="connsiteX51" fmla="*/ 114474 w 465255"/>
                  <a:gd name="connsiteY51" fmla="*/ 44479 h 575372"/>
                  <a:gd name="connsiteX52" fmla="*/ 160641 w 465255"/>
                  <a:gd name="connsiteY52" fmla="*/ 16820 h 575372"/>
                  <a:gd name="connsiteX53" fmla="*/ 180032 w 465255"/>
                  <a:gd name="connsiteY53" fmla="*/ 916 h 57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65255" h="575372">
                    <a:moveTo>
                      <a:pt x="376707" y="359911"/>
                    </a:moveTo>
                    <a:lnTo>
                      <a:pt x="465255" y="521967"/>
                    </a:lnTo>
                    <a:lnTo>
                      <a:pt x="396999" y="512759"/>
                    </a:lnTo>
                    <a:lnTo>
                      <a:pt x="373018" y="575372"/>
                    </a:lnTo>
                    <a:lnTo>
                      <a:pt x="275246" y="407791"/>
                    </a:lnTo>
                    <a:cubicBezTo>
                      <a:pt x="275246" y="407791"/>
                      <a:pt x="295538" y="411474"/>
                      <a:pt x="312141" y="393059"/>
                    </a:cubicBezTo>
                    <a:cubicBezTo>
                      <a:pt x="326899" y="382010"/>
                      <a:pt x="313986" y="365436"/>
                      <a:pt x="376707" y="359911"/>
                    </a:cubicBezTo>
                    <a:close/>
                    <a:moveTo>
                      <a:pt x="86735" y="352512"/>
                    </a:moveTo>
                    <a:cubicBezTo>
                      <a:pt x="86735" y="352512"/>
                      <a:pt x="90426" y="363570"/>
                      <a:pt x="112571" y="363570"/>
                    </a:cubicBezTo>
                    <a:cubicBezTo>
                      <a:pt x="162397" y="363570"/>
                      <a:pt x="145788" y="405957"/>
                      <a:pt x="188233" y="405957"/>
                    </a:cubicBezTo>
                    <a:cubicBezTo>
                      <a:pt x="188233" y="405957"/>
                      <a:pt x="107034" y="571821"/>
                      <a:pt x="107034" y="571821"/>
                    </a:cubicBezTo>
                    <a:lnTo>
                      <a:pt x="70126" y="514690"/>
                    </a:lnTo>
                    <a:lnTo>
                      <a:pt x="0" y="522062"/>
                    </a:lnTo>
                    <a:close/>
                    <a:moveTo>
                      <a:pt x="232628" y="121956"/>
                    </a:moveTo>
                    <a:lnTo>
                      <a:pt x="256629" y="169858"/>
                    </a:lnTo>
                    <a:lnTo>
                      <a:pt x="310170" y="177227"/>
                    </a:lnTo>
                    <a:lnTo>
                      <a:pt x="271399" y="215917"/>
                    </a:lnTo>
                    <a:lnTo>
                      <a:pt x="280630" y="269346"/>
                    </a:lnTo>
                    <a:lnTo>
                      <a:pt x="232628" y="243553"/>
                    </a:lnTo>
                    <a:lnTo>
                      <a:pt x="184625" y="269346"/>
                    </a:lnTo>
                    <a:lnTo>
                      <a:pt x="193856" y="215917"/>
                    </a:lnTo>
                    <a:lnTo>
                      <a:pt x="155085" y="177227"/>
                    </a:lnTo>
                    <a:lnTo>
                      <a:pt x="208626" y="169858"/>
                    </a:lnTo>
                    <a:close/>
                    <a:moveTo>
                      <a:pt x="232663" y="81359"/>
                    </a:moveTo>
                    <a:cubicBezTo>
                      <a:pt x="168028" y="81359"/>
                      <a:pt x="118167" y="131146"/>
                      <a:pt x="118167" y="195685"/>
                    </a:cubicBezTo>
                    <a:cubicBezTo>
                      <a:pt x="118167" y="258380"/>
                      <a:pt x="168028" y="310011"/>
                      <a:pt x="232663" y="310011"/>
                    </a:cubicBezTo>
                    <a:cubicBezTo>
                      <a:pt x="295451" y="310011"/>
                      <a:pt x="347159" y="258380"/>
                      <a:pt x="347159" y="195685"/>
                    </a:cubicBezTo>
                    <a:cubicBezTo>
                      <a:pt x="347159" y="131146"/>
                      <a:pt x="295451" y="81359"/>
                      <a:pt x="232663" y="81359"/>
                    </a:cubicBezTo>
                    <a:close/>
                    <a:moveTo>
                      <a:pt x="180032" y="916"/>
                    </a:moveTo>
                    <a:cubicBezTo>
                      <a:pt x="187419" y="-1159"/>
                      <a:pt x="195729" y="224"/>
                      <a:pt x="204962" y="5756"/>
                    </a:cubicBezTo>
                    <a:cubicBezTo>
                      <a:pt x="223429" y="16820"/>
                      <a:pt x="241897" y="16820"/>
                      <a:pt x="260364" y="5756"/>
                    </a:cubicBezTo>
                    <a:cubicBezTo>
                      <a:pt x="278831" y="-5308"/>
                      <a:pt x="293604" y="224"/>
                      <a:pt x="302838" y="16820"/>
                    </a:cubicBezTo>
                    <a:cubicBezTo>
                      <a:pt x="313918" y="35259"/>
                      <a:pt x="330538" y="44479"/>
                      <a:pt x="350852" y="44479"/>
                    </a:cubicBezTo>
                    <a:cubicBezTo>
                      <a:pt x="373013" y="44479"/>
                      <a:pt x="382246" y="55543"/>
                      <a:pt x="384093" y="77671"/>
                    </a:cubicBezTo>
                    <a:cubicBezTo>
                      <a:pt x="384093" y="97954"/>
                      <a:pt x="393326" y="114550"/>
                      <a:pt x="409947" y="123770"/>
                    </a:cubicBezTo>
                    <a:cubicBezTo>
                      <a:pt x="428414" y="134834"/>
                      <a:pt x="432107" y="149586"/>
                      <a:pt x="422874" y="168025"/>
                    </a:cubicBezTo>
                    <a:cubicBezTo>
                      <a:pt x="411793" y="186465"/>
                      <a:pt x="411793" y="204905"/>
                      <a:pt x="422874" y="223345"/>
                    </a:cubicBezTo>
                    <a:cubicBezTo>
                      <a:pt x="432107" y="241784"/>
                      <a:pt x="428414" y="256536"/>
                      <a:pt x="409947" y="265756"/>
                    </a:cubicBezTo>
                    <a:cubicBezTo>
                      <a:pt x="393326" y="276820"/>
                      <a:pt x="384093" y="293416"/>
                      <a:pt x="384093" y="313699"/>
                    </a:cubicBezTo>
                    <a:cubicBezTo>
                      <a:pt x="382246" y="335827"/>
                      <a:pt x="373013" y="345047"/>
                      <a:pt x="350852" y="346891"/>
                    </a:cubicBezTo>
                    <a:cubicBezTo>
                      <a:pt x="330538" y="346891"/>
                      <a:pt x="313918" y="356111"/>
                      <a:pt x="302838" y="372706"/>
                    </a:cubicBezTo>
                    <a:cubicBezTo>
                      <a:pt x="293604" y="391146"/>
                      <a:pt x="278831" y="394834"/>
                      <a:pt x="260364" y="385614"/>
                    </a:cubicBezTo>
                    <a:cubicBezTo>
                      <a:pt x="241897" y="374550"/>
                      <a:pt x="223429" y="374550"/>
                      <a:pt x="204962" y="385614"/>
                    </a:cubicBezTo>
                    <a:cubicBezTo>
                      <a:pt x="186495" y="394834"/>
                      <a:pt x="171722" y="391146"/>
                      <a:pt x="160641" y="372706"/>
                    </a:cubicBezTo>
                    <a:cubicBezTo>
                      <a:pt x="151408" y="356111"/>
                      <a:pt x="134787" y="346891"/>
                      <a:pt x="114474" y="346891"/>
                    </a:cubicBezTo>
                    <a:cubicBezTo>
                      <a:pt x="92313" y="345047"/>
                      <a:pt x="81233" y="335827"/>
                      <a:pt x="81233" y="313699"/>
                    </a:cubicBezTo>
                    <a:cubicBezTo>
                      <a:pt x="81233" y="293416"/>
                      <a:pt x="71999" y="276820"/>
                      <a:pt x="53532" y="265756"/>
                    </a:cubicBezTo>
                    <a:cubicBezTo>
                      <a:pt x="36912" y="256536"/>
                      <a:pt x="31372" y="241784"/>
                      <a:pt x="42452" y="223345"/>
                    </a:cubicBezTo>
                    <a:cubicBezTo>
                      <a:pt x="53532" y="204905"/>
                      <a:pt x="53532" y="186465"/>
                      <a:pt x="42452" y="168025"/>
                    </a:cubicBezTo>
                    <a:cubicBezTo>
                      <a:pt x="31372" y="149586"/>
                      <a:pt x="36912" y="134834"/>
                      <a:pt x="53532" y="123770"/>
                    </a:cubicBezTo>
                    <a:cubicBezTo>
                      <a:pt x="71999" y="114550"/>
                      <a:pt x="81233" y="97954"/>
                      <a:pt x="81233" y="77671"/>
                    </a:cubicBezTo>
                    <a:cubicBezTo>
                      <a:pt x="81233" y="55543"/>
                      <a:pt x="92313" y="44479"/>
                      <a:pt x="114474" y="44479"/>
                    </a:cubicBezTo>
                    <a:cubicBezTo>
                      <a:pt x="134787" y="44479"/>
                      <a:pt x="151408" y="35259"/>
                      <a:pt x="160641" y="16820"/>
                    </a:cubicBezTo>
                    <a:cubicBezTo>
                      <a:pt x="166182" y="8522"/>
                      <a:pt x="172645" y="2990"/>
                      <a:pt x="180032" y="91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iSḷîdè">
              <a:extLst>
                <a:ext uri="{FF2B5EF4-FFF2-40B4-BE49-F238E27FC236}">
                  <a16:creationId xmlns:a16="http://schemas.microsoft.com/office/drawing/2014/main" id="{5811ED1C-11EB-B21E-BD18-50E0D060BADB}"/>
                </a:ext>
              </a:extLst>
            </p:cNvPr>
            <p:cNvGrpSpPr/>
            <p:nvPr/>
          </p:nvGrpSpPr>
          <p:grpSpPr>
            <a:xfrm>
              <a:off x="4532173" y="3084560"/>
              <a:ext cx="1319495" cy="1319492"/>
              <a:chOff x="5618932" y="3069924"/>
              <a:chExt cx="956418" cy="956416"/>
            </a:xfrm>
          </p:grpSpPr>
          <p:sp>
            <p:nvSpPr>
              <p:cNvPr id="18" name="ïṩḻíďé">
                <a:extLst>
                  <a:ext uri="{FF2B5EF4-FFF2-40B4-BE49-F238E27FC236}">
                    <a16:creationId xmlns:a16="http://schemas.microsoft.com/office/drawing/2014/main" id="{51C1C397-A99D-7D10-4D05-2ADB7CD5E91B}"/>
                  </a:ext>
                </a:extLst>
              </p:cNvPr>
              <p:cNvSpPr/>
              <p:nvPr/>
            </p:nvSpPr>
            <p:spPr>
              <a:xfrm>
                <a:off x="5618932" y="3069924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î$ḷiḋê">
                <a:extLst>
                  <a:ext uri="{FF2B5EF4-FFF2-40B4-BE49-F238E27FC236}">
                    <a16:creationId xmlns:a16="http://schemas.microsoft.com/office/drawing/2014/main" id="{49ECF75C-9E2C-29DB-C47E-547067A9910F}"/>
                  </a:ext>
                </a:extLst>
              </p:cNvPr>
              <p:cNvSpPr/>
              <p:nvPr/>
            </p:nvSpPr>
            <p:spPr>
              <a:xfrm>
                <a:off x="5687494" y="3138486"/>
                <a:ext cx="819294" cy="819292"/>
              </a:xfrm>
              <a:prstGeom prst="ellipse">
                <a:avLst/>
              </a:prstGeom>
              <a:solidFill>
                <a:schemeClr val="accent1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ísļïḍè">
                <a:extLst>
                  <a:ext uri="{FF2B5EF4-FFF2-40B4-BE49-F238E27FC236}">
                    <a16:creationId xmlns:a16="http://schemas.microsoft.com/office/drawing/2014/main" id="{D80530DA-03BC-897E-3BE7-23624B48E56C}"/>
                  </a:ext>
                </a:extLst>
              </p:cNvPr>
              <p:cNvSpPr/>
              <p:nvPr/>
            </p:nvSpPr>
            <p:spPr>
              <a:xfrm>
                <a:off x="5877760" y="3365424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ïṥ1ïḋè">
              <a:extLst>
                <a:ext uri="{FF2B5EF4-FFF2-40B4-BE49-F238E27FC236}">
                  <a16:creationId xmlns:a16="http://schemas.microsoft.com/office/drawing/2014/main" id="{CCE61F93-A396-E50B-BA11-7AF0399EC3DB}"/>
                </a:ext>
              </a:extLst>
            </p:cNvPr>
            <p:cNvGrpSpPr/>
            <p:nvPr/>
          </p:nvGrpSpPr>
          <p:grpSpPr>
            <a:xfrm>
              <a:off x="4532169" y="1798136"/>
              <a:ext cx="1319494" cy="1319492"/>
              <a:chOff x="5618932" y="1838709"/>
              <a:chExt cx="956418" cy="956416"/>
            </a:xfrm>
          </p:grpSpPr>
          <p:sp>
            <p:nvSpPr>
              <p:cNvPr id="15" name="ïṧḻidê">
                <a:extLst>
                  <a:ext uri="{FF2B5EF4-FFF2-40B4-BE49-F238E27FC236}">
                    <a16:creationId xmlns:a16="http://schemas.microsoft.com/office/drawing/2014/main" id="{95C1D635-DA32-5AD4-5CCA-322AC28311EE}"/>
                  </a:ext>
                </a:extLst>
              </p:cNvPr>
              <p:cNvSpPr/>
              <p:nvPr/>
            </p:nvSpPr>
            <p:spPr>
              <a:xfrm>
                <a:off x="5618932" y="1838709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îṡ1iḓè">
                <a:extLst>
                  <a:ext uri="{FF2B5EF4-FFF2-40B4-BE49-F238E27FC236}">
                    <a16:creationId xmlns:a16="http://schemas.microsoft.com/office/drawing/2014/main" id="{849307AF-5AFD-3E63-3F78-145C6BC784C3}"/>
                  </a:ext>
                </a:extLst>
              </p:cNvPr>
              <p:cNvSpPr/>
              <p:nvPr/>
            </p:nvSpPr>
            <p:spPr>
              <a:xfrm>
                <a:off x="5687494" y="1907271"/>
                <a:ext cx="819294" cy="819292"/>
              </a:xfrm>
              <a:prstGeom prst="ellipse">
                <a:avLst/>
              </a:prstGeom>
              <a:solidFill>
                <a:schemeClr val="accent2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îṩļiḑé">
                <a:extLst>
                  <a:ext uri="{FF2B5EF4-FFF2-40B4-BE49-F238E27FC236}">
                    <a16:creationId xmlns:a16="http://schemas.microsoft.com/office/drawing/2014/main" id="{A187B655-87E2-F76A-EF00-C12D911A0B66}"/>
                  </a:ext>
                </a:extLst>
              </p:cNvPr>
              <p:cNvSpPr/>
              <p:nvPr/>
            </p:nvSpPr>
            <p:spPr>
              <a:xfrm>
                <a:off x="5877760" y="2134209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ïṩļiḋè">
              <a:extLst>
                <a:ext uri="{FF2B5EF4-FFF2-40B4-BE49-F238E27FC236}">
                  <a16:creationId xmlns:a16="http://schemas.microsoft.com/office/drawing/2014/main" id="{D6CA9825-65BB-7271-554B-6D71F0EB7B8B}"/>
                </a:ext>
              </a:extLst>
            </p:cNvPr>
            <p:cNvGrpSpPr/>
            <p:nvPr/>
          </p:nvGrpSpPr>
          <p:grpSpPr>
            <a:xfrm>
              <a:off x="4532171" y="4360004"/>
              <a:ext cx="1319494" cy="1319492"/>
              <a:chOff x="5618932" y="4272335"/>
              <a:chExt cx="956418" cy="956416"/>
            </a:xfrm>
          </p:grpSpPr>
          <p:sp>
            <p:nvSpPr>
              <p:cNvPr id="12" name="îṡḻiḑe">
                <a:extLst>
                  <a:ext uri="{FF2B5EF4-FFF2-40B4-BE49-F238E27FC236}">
                    <a16:creationId xmlns:a16="http://schemas.microsoft.com/office/drawing/2014/main" id="{DFC1DD80-FEE6-0902-6068-947F9D9B78CE}"/>
                  </a:ext>
                </a:extLst>
              </p:cNvPr>
              <p:cNvSpPr/>
              <p:nvPr/>
            </p:nvSpPr>
            <p:spPr>
              <a:xfrm>
                <a:off x="5618932" y="4272335"/>
                <a:ext cx="956418" cy="956416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íṣ1ïḋê">
                <a:extLst>
                  <a:ext uri="{FF2B5EF4-FFF2-40B4-BE49-F238E27FC236}">
                    <a16:creationId xmlns:a16="http://schemas.microsoft.com/office/drawing/2014/main" id="{BFD03187-761D-8DBE-0262-28EEB8D14D7D}"/>
                  </a:ext>
                </a:extLst>
              </p:cNvPr>
              <p:cNvSpPr/>
              <p:nvPr/>
            </p:nvSpPr>
            <p:spPr>
              <a:xfrm>
                <a:off x="5687494" y="4340897"/>
                <a:ext cx="819294" cy="819292"/>
              </a:xfrm>
              <a:prstGeom prst="ellipse">
                <a:avLst/>
              </a:prstGeom>
              <a:solidFill>
                <a:schemeClr val="accent2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îşľiḋè">
                <a:extLst>
                  <a:ext uri="{FF2B5EF4-FFF2-40B4-BE49-F238E27FC236}">
                    <a16:creationId xmlns:a16="http://schemas.microsoft.com/office/drawing/2014/main" id="{E557E0C3-ECD9-97A2-F0FE-36BBD4A06F2B}"/>
                  </a:ext>
                </a:extLst>
              </p:cNvPr>
              <p:cNvSpPr/>
              <p:nvPr/>
            </p:nvSpPr>
            <p:spPr>
              <a:xfrm>
                <a:off x="5877760" y="4567835"/>
                <a:ext cx="438762" cy="365414"/>
              </a:xfrm>
              <a:custGeom>
                <a:avLst/>
                <a:gdLst>
                  <a:gd name="connsiteX0" fmla="*/ 246781 w 608274"/>
                  <a:gd name="connsiteY0" fmla="*/ 438498 h 506589"/>
                  <a:gd name="connsiteX1" fmla="*/ 246781 w 608274"/>
                  <a:gd name="connsiteY1" fmla="*/ 467297 h 506589"/>
                  <a:gd name="connsiteX2" fmla="*/ 300340 w 608274"/>
                  <a:gd name="connsiteY2" fmla="*/ 446881 h 506589"/>
                  <a:gd name="connsiteX3" fmla="*/ 213321 w 608274"/>
                  <a:gd name="connsiteY3" fmla="*/ 304884 h 506589"/>
                  <a:gd name="connsiteX4" fmla="*/ 33460 w 608274"/>
                  <a:gd name="connsiteY4" fmla="*/ 322334 h 506589"/>
                  <a:gd name="connsiteX5" fmla="*/ 33460 w 608274"/>
                  <a:gd name="connsiteY5" fmla="*/ 454352 h 506589"/>
                  <a:gd name="connsiteX6" fmla="*/ 213321 w 608274"/>
                  <a:gd name="connsiteY6" fmla="*/ 471802 h 506589"/>
                  <a:gd name="connsiteX7" fmla="*/ 228395 w 608274"/>
                  <a:gd name="connsiteY7" fmla="*/ 270439 h 506589"/>
                  <a:gd name="connsiteX8" fmla="*/ 241243 w 608274"/>
                  <a:gd name="connsiteY8" fmla="*/ 274602 h 506589"/>
                  <a:gd name="connsiteX9" fmla="*/ 246781 w 608274"/>
                  <a:gd name="connsiteY9" fmla="*/ 286749 h 506589"/>
                  <a:gd name="connsiteX10" fmla="*/ 246781 w 608274"/>
                  <a:gd name="connsiteY10" fmla="*/ 405252 h 506589"/>
                  <a:gd name="connsiteX11" fmla="*/ 366689 w 608274"/>
                  <a:gd name="connsiteY11" fmla="*/ 423957 h 506589"/>
                  <a:gd name="connsiteX12" fmla="*/ 380678 w 608274"/>
                  <a:gd name="connsiteY12" fmla="*/ 438441 h 506589"/>
                  <a:gd name="connsiteX13" fmla="*/ 370115 w 608274"/>
                  <a:gd name="connsiteY13" fmla="*/ 455493 h 506589"/>
                  <a:gd name="connsiteX14" fmla="*/ 236104 w 608274"/>
                  <a:gd name="connsiteY14" fmla="*/ 506589 h 506589"/>
                  <a:gd name="connsiteX15" fmla="*/ 235590 w 608274"/>
                  <a:gd name="connsiteY15" fmla="*/ 505334 h 506589"/>
                  <a:gd name="connsiteX16" fmla="*/ 230051 w 608274"/>
                  <a:gd name="connsiteY16" fmla="*/ 506304 h 506589"/>
                  <a:gd name="connsiteX17" fmla="*/ 228395 w 608274"/>
                  <a:gd name="connsiteY17" fmla="*/ 506247 h 506589"/>
                  <a:gd name="connsiteX18" fmla="*/ 15074 w 608274"/>
                  <a:gd name="connsiteY18" fmla="*/ 485546 h 506589"/>
                  <a:gd name="connsiteX19" fmla="*/ 0 w 608274"/>
                  <a:gd name="connsiteY19" fmla="*/ 469236 h 506589"/>
                  <a:gd name="connsiteX20" fmla="*/ 0 w 608274"/>
                  <a:gd name="connsiteY20" fmla="*/ 307450 h 506589"/>
                  <a:gd name="connsiteX21" fmla="*/ 15074 w 608274"/>
                  <a:gd name="connsiteY21" fmla="*/ 291083 h 506589"/>
                  <a:gd name="connsiteX22" fmla="*/ 362895 w 608274"/>
                  <a:gd name="connsiteY22" fmla="*/ 0 h 506589"/>
                  <a:gd name="connsiteX23" fmla="*/ 468824 w 608274"/>
                  <a:gd name="connsiteY23" fmla="*/ 90151 h 506589"/>
                  <a:gd name="connsiteX24" fmla="*/ 463285 w 608274"/>
                  <a:gd name="connsiteY24" fmla="*/ 153046 h 506589"/>
                  <a:gd name="connsiteX25" fmla="*/ 429822 w 608274"/>
                  <a:gd name="connsiteY25" fmla="*/ 235157 h 506589"/>
                  <a:gd name="connsiteX26" fmla="*/ 485556 w 608274"/>
                  <a:gd name="connsiteY26" fmla="*/ 284366 h 506589"/>
                  <a:gd name="connsiteX27" fmla="*/ 580407 w 608274"/>
                  <a:gd name="connsiteY27" fmla="*/ 317210 h 506589"/>
                  <a:gd name="connsiteX28" fmla="*/ 608274 w 608274"/>
                  <a:gd name="connsiteY28" fmla="*/ 388316 h 506589"/>
                  <a:gd name="connsiteX29" fmla="*/ 608274 w 608274"/>
                  <a:gd name="connsiteY29" fmla="*/ 480691 h 506589"/>
                  <a:gd name="connsiteX30" fmla="*/ 391162 w 608274"/>
                  <a:gd name="connsiteY30" fmla="*/ 480691 h 506589"/>
                  <a:gd name="connsiteX31" fmla="*/ 412805 w 608274"/>
                  <a:gd name="connsiteY31" fmla="*/ 434960 h 506589"/>
                  <a:gd name="connsiteX32" fmla="*/ 370776 w 608274"/>
                  <a:gd name="connsiteY32" fmla="*/ 391566 h 506589"/>
                  <a:gd name="connsiteX33" fmla="*/ 279065 w 608274"/>
                  <a:gd name="connsiteY33" fmla="*/ 377254 h 506589"/>
                  <a:gd name="connsiteX34" fmla="*/ 279065 w 608274"/>
                  <a:gd name="connsiteY34" fmla="*/ 286761 h 506589"/>
                  <a:gd name="connsiteX35" fmla="*/ 275810 w 608274"/>
                  <a:gd name="connsiteY35" fmla="*/ 269997 h 506589"/>
                  <a:gd name="connsiteX36" fmla="*/ 295968 w 608274"/>
                  <a:gd name="connsiteY36" fmla="*/ 235157 h 506589"/>
                  <a:gd name="connsiteX37" fmla="*/ 262505 w 608274"/>
                  <a:gd name="connsiteY37" fmla="*/ 153046 h 506589"/>
                  <a:gd name="connsiteX38" fmla="*/ 256909 w 608274"/>
                  <a:gd name="connsiteY38" fmla="*/ 90151 h 506589"/>
                  <a:gd name="connsiteX39" fmla="*/ 362895 w 608274"/>
                  <a:gd name="connsiteY39" fmla="*/ 0 h 50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274" h="506589">
                    <a:moveTo>
                      <a:pt x="246781" y="438498"/>
                    </a:moveTo>
                    <a:lnTo>
                      <a:pt x="246781" y="467297"/>
                    </a:lnTo>
                    <a:lnTo>
                      <a:pt x="300340" y="446881"/>
                    </a:lnTo>
                    <a:close/>
                    <a:moveTo>
                      <a:pt x="213321" y="304884"/>
                    </a:moveTo>
                    <a:lnTo>
                      <a:pt x="33460" y="322334"/>
                    </a:lnTo>
                    <a:lnTo>
                      <a:pt x="33460" y="454352"/>
                    </a:lnTo>
                    <a:lnTo>
                      <a:pt x="213321" y="471802"/>
                    </a:lnTo>
                    <a:close/>
                    <a:moveTo>
                      <a:pt x="228395" y="270439"/>
                    </a:moveTo>
                    <a:cubicBezTo>
                      <a:pt x="233077" y="269983"/>
                      <a:pt x="237760" y="271466"/>
                      <a:pt x="241243" y="274602"/>
                    </a:cubicBezTo>
                    <a:cubicBezTo>
                      <a:pt x="244783" y="277739"/>
                      <a:pt x="246781" y="282130"/>
                      <a:pt x="246781" y="286749"/>
                    </a:cubicBezTo>
                    <a:lnTo>
                      <a:pt x="246781" y="405252"/>
                    </a:lnTo>
                    <a:lnTo>
                      <a:pt x="366689" y="423957"/>
                    </a:lnTo>
                    <a:cubicBezTo>
                      <a:pt x="374111" y="425154"/>
                      <a:pt x="379878" y="431085"/>
                      <a:pt x="380678" y="438441"/>
                    </a:cubicBezTo>
                    <a:cubicBezTo>
                      <a:pt x="381477" y="445798"/>
                      <a:pt x="377138" y="452812"/>
                      <a:pt x="370115" y="455493"/>
                    </a:cubicBezTo>
                    <a:lnTo>
                      <a:pt x="236104" y="506589"/>
                    </a:lnTo>
                    <a:lnTo>
                      <a:pt x="235590" y="505334"/>
                    </a:lnTo>
                    <a:cubicBezTo>
                      <a:pt x="233820" y="505962"/>
                      <a:pt x="231936" y="506304"/>
                      <a:pt x="230051" y="506304"/>
                    </a:cubicBezTo>
                    <a:cubicBezTo>
                      <a:pt x="229480" y="506304"/>
                      <a:pt x="228966" y="506304"/>
                      <a:pt x="228395" y="506247"/>
                    </a:cubicBezTo>
                    <a:lnTo>
                      <a:pt x="15074" y="485546"/>
                    </a:lnTo>
                    <a:cubicBezTo>
                      <a:pt x="6509" y="484748"/>
                      <a:pt x="0" y="477676"/>
                      <a:pt x="0" y="469236"/>
                    </a:cubicBezTo>
                    <a:lnTo>
                      <a:pt x="0" y="307450"/>
                    </a:lnTo>
                    <a:cubicBezTo>
                      <a:pt x="0" y="299010"/>
                      <a:pt x="6509" y="291938"/>
                      <a:pt x="15074" y="291083"/>
                    </a:cubicBezTo>
                    <a:close/>
                    <a:moveTo>
                      <a:pt x="362895" y="0"/>
                    </a:moveTo>
                    <a:cubicBezTo>
                      <a:pt x="454777" y="0"/>
                      <a:pt x="466369" y="64320"/>
                      <a:pt x="468824" y="90151"/>
                    </a:cubicBezTo>
                    <a:cubicBezTo>
                      <a:pt x="468824" y="90151"/>
                      <a:pt x="507884" y="131206"/>
                      <a:pt x="463285" y="153046"/>
                    </a:cubicBezTo>
                    <a:cubicBezTo>
                      <a:pt x="463285" y="153046"/>
                      <a:pt x="463285" y="205049"/>
                      <a:pt x="429822" y="235157"/>
                    </a:cubicBezTo>
                    <a:cubicBezTo>
                      <a:pt x="429822" y="235157"/>
                      <a:pt x="401898" y="257053"/>
                      <a:pt x="485556" y="284366"/>
                    </a:cubicBezTo>
                    <a:lnTo>
                      <a:pt x="580407" y="317210"/>
                    </a:lnTo>
                    <a:cubicBezTo>
                      <a:pt x="580407" y="317210"/>
                      <a:pt x="608274" y="317210"/>
                      <a:pt x="608274" y="388316"/>
                    </a:cubicBezTo>
                    <a:lnTo>
                      <a:pt x="608274" y="480691"/>
                    </a:lnTo>
                    <a:lnTo>
                      <a:pt x="391162" y="480691"/>
                    </a:lnTo>
                    <a:cubicBezTo>
                      <a:pt x="406123" y="470598"/>
                      <a:pt x="414803" y="453207"/>
                      <a:pt x="412805" y="434960"/>
                    </a:cubicBezTo>
                    <a:cubicBezTo>
                      <a:pt x="410406" y="412892"/>
                      <a:pt x="393161" y="395045"/>
                      <a:pt x="370776" y="391566"/>
                    </a:cubicBezTo>
                    <a:lnTo>
                      <a:pt x="279065" y="377254"/>
                    </a:lnTo>
                    <a:lnTo>
                      <a:pt x="279065" y="286761"/>
                    </a:lnTo>
                    <a:cubicBezTo>
                      <a:pt x="279065" y="280945"/>
                      <a:pt x="277809" y="275357"/>
                      <a:pt x="275810" y="269997"/>
                    </a:cubicBezTo>
                    <a:cubicBezTo>
                      <a:pt x="314470" y="249754"/>
                      <a:pt x="295968" y="235157"/>
                      <a:pt x="295968" y="235157"/>
                    </a:cubicBezTo>
                    <a:cubicBezTo>
                      <a:pt x="262505" y="205049"/>
                      <a:pt x="262505" y="153046"/>
                      <a:pt x="262505" y="153046"/>
                    </a:cubicBezTo>
                    <a:cubicBezTo>
                      <a:pt x="217906" y="131206"/>
                      <a:pt x="256909" y="90151"/>
                      <a:pt x="256909" y="90151"/>
                    </a:cubicBezTo>
                    <a:cubicBezTo>
                      <a:pt x="259421" y="64320"/>
                      <a:pt x="277010" y="0"/>
                      <a:pt x="3628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777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1AD0B8F-1537-A689-09CD-81C8FC49B5B7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4: Tác động đối với người tiêu dùng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A5703CE-0B6B-BB45-9B20-E742DE712D0F}"/>
              </a:ext>
            </a:extLst>
          </p:cNvPr>
          <p:cNvSpPr txBox="1"/>
          <p:nvPr/>
        </p:nvSpPr>
        <p:spPr>
          <a:xfrm>
            <a:off x="460973" y="535659"/>
            <a:ext cx="8991600" cy="476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Các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còn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chiếm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27051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Nghĩa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khủng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chiếm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Chịu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khóa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26940F2-7787-F32C-A7CE-9833DBE75E56}"/>
              </a:ext>
            </a:extLst>
          </p:cNvPr>
          <p:cNvSpPr/>
          <p:nvPr/>
        </p:nvSpPr>
        <p:spPr>
          <a:xfrm>
            <a:off x="8250616" y="1559679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0">
            <a:extLst>
              <a:ext uri="{FF2B5EF4-FFF2-40B4-BE49-F238E27FC236}">
                <a16:creationId xmlns:a16="http://schemas.microsoft.com/office/drawing/2014/main" id="{F2104CFA-395E-278D-D92A-5717700CE44D}"/>
              </a:ext>
            </a:extLst>
          </p:cNvPr>
          <p:cNvSpPr/>
          <p:nvPr/>
        </p:nvSpPr>
        <p:spPr>
          <a:xfrm>
            <a:off x="8857193" y="1752602"/>
            <a:ext cx="3681186" cy="36811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9">
            <a:extLst>
              <a:ext uri="{FF2B5EF4-FFF2-40B4-BE49-F238E27FC236}">
                <a16:creationId xmlns:a16="http://schemas.microsoft.com/office/drawing/2014/main" id="{C75C255D-2B0A-2AA7-0562-C6EB20F42670}"/>
              </a:ext>
            </a:extLst>
          </p:cNvPr>
          <p:cNvSpPr/>
          <p:nvPr/>
        </p:nvSpPr>
        <p:spPr>
          <a:xfrm>
            <a:off x="9326186" y="2221595"/>
            <a:ext cx="2743200" cy="274320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6266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0088724-224D-A1DD-46C4-45FE2CC61389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4: Tác động đối với người tiêu dùng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BA6BF750-B478-74CD-6262-70AFF1B7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73" y="728752"/>
            <a:ext cx="5517136" cy="5993699"/>
          </a:xfrm>
          <a:prstGeom prst="rect">
            <a:avLst/>
          </a:prstGeom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67AAE56B-68E2-483C-D211-D6812A77B78D}"/>
              </a:ext>
            </a:extLst>
          </p:cNvPr>
          <p:cNvSpPr txBox="1"/>
          <p:nvPr/>
        </p:nvSpPr>
        <p:spPr>
          <a:xfrm>
            <a:off x="591235" y="478317"/>
            <a:ext cx="60975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III. 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trực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tiếp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500" b="1" dirty="0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2A05EF48-C431-2412-A361-298AEC91B4A3}"/>
              </a:ext>
            </a:extLst>
          </p:cNvPr>
          <p:cNvSpPr txBox="1"/>
          <p:nvPr/>
        </p:nvSpPr>
        <p:spPr>
          <a:xfrm>
            <a:off x="6096000" y="478317"/>
            <a:ext cx="6096000" cy="57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IV.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lợi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(Facebook, Google,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Zalo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nghĩa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Facebook, TikTok,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Zalo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chịu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(CMND, CCCD,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thoại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email)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cẩn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&amp;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tượng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thế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mẹ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trẻ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534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íṩļïdé">
            <a:extLst>
              <a:ext uri="{FF2B5EF4-FFF2-40B4-BE49-F238E27FC236}">
                <a16:creationId xmlns:a16="http://schemas.microsoft.com/office/drawing/2014/main" id="{19EE7E0B-F672-5F72-7069-F33D4A818577}"/>
              </a:ext>
            </a:extLst>
          </p:cNvPr>
          <p:cNvGrpSpPr/>
          <p:nvPr/>
        </p:nvGrpSpPr>
        <p:grpSpPr>
          <a:xfrm>
            <a:off x="8628522" y="1355982"/>
            <a:ext cx="4846003" cy="4324374"/>
            <a:chOff x="865647" y="1536957"/>
            <a:chExt cx="4846003" cy="4324374"/>
          </a:xfrm>
        </p:grpSpPr>
        <p:grpSp>
          <p:nvGrpSpPr>
            <p:cNvPr id="15" name="îSľïdè">
              <a:extLst>
                <a:ext uri="{FF2B5EF4-FFF2-40B4-BE49-F238E27FC236}">
                  <a16:creationId xmlns:a16="http://schemas.microsoft.com/office/drawing/2014/main" id="{BEB138F0-CF3B-DB8E-DC1C-C728C7607A93}"/>
                </a:ext>
              </a:extLst>
            </p:cNvPr>
            <p:cNvGrpSpPr/>
            <p:nvPr/>
          </p:nvGrpSpPr>
          <p:grpSpPr>
            <a:xfrm>
              <a:off x="1024595" y="1536957"/>
              <a:ext cx="4345100" cy="4324374"/>
              <a:chOff x="1011998" y="1111225"/>
              <a:chExt cx="5423419" cy="5397549"/>
            </a:xfrm>
          </p:grpSpPr>
          <p:sp>
            <p:nvSpPr>
              <p:cNvPr id="33" name="iṩ1íďé">
                <a:extLst>
                  <a:ext uri="{FF2B5EF4-FFF2-40B4-BE49-F238E27FC236}">
                    <a16:creationId xmlns:a16="http://schemas.microsoft.com/office/drawing/2014/main" id="{51D54AE8-8A57-7D95-9033-D8758BD8EEC8}"/>
                  </a:ext>
                </a:extLst>
              </p:cNvPr>
              <p:cNvSpPr/>
              <p:nvPr/>
            </p:nvSpPr>
            <p:spPr>
              <a:xfrm>
                <a:off x="1351415" y="1437707"/>
                <a:ext cx="4744585" cy="4744585"/>
              </a:xfrm>
              <a:prstGeom prst="arc">
                <a:avLst>
                  <a:gd name="adj1" fmla="val 16214049"/>
                  <a:gd name="adj2" fmla="val 10802395"/>
                </a:avLst>
              </a:prstGeom>
              <a:ln w="28575"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4" name="íṣḻîdê">
                <a:extLst>
                  <a:ext uri="{FF2B5EF4-FFF2-40B4-BE49-F238E27FC236}">
                    <a16:creationId xmlns:a16="http://schemas.microsoft.com/office/drawing/2014/main" id="{D36B2D79-6666-31D3-82A6-8509CC9DB895}"/>
                  </a:ext>
                </a:extLst>
              </p:cNvPr>
              <p:cNvGrpSpPr/>
              <p:nvPr/>
            </p:nvGrpSpPr>
            <p:grpSpPr>
              <a:xfrm>
                <a:off x="1783214" y="1868676"/>
                <a:ext cx="3880985" cy="3882646"/>
                <a:chOff x="4159543" y="1482811"/>
                <a:chExt cx="3880986" cy="3882646"/>
              </a:xfrm>
              <a:effectLst/>
            </p:grpSpPr>
            <p:sp>
              <p:nvSpPr>
                <p:cNvPr id="37" name="iṥ1íďé">
                  <a:extLst>
                    <a:ext uri="{FF2B5EF4-FFF2-40B4-BE49-F238E27FC236}">
                      <a16:creationId xmlns:a16="http://schemas.microsoft.com/office/drawing/2014/main" id="{6DE7090B-6F9A-BBAC-B9B2-AC206636981D}"/>
                    </a:ext>
                  </a:extLst>
                </p:cNvPr>
                <p:cNvSpPr/>
                <p:nvPr/>
              </p:nvSpPr>
              <p:spPr>
                <a:xfrm>
                  <a:off x="4159543" y="1492543"/>
                  <a:ext cx="3872914" cy="3872914"/>
                </a:xfrm>
                <a:prstGeom prst="ellipse">
                  <a:avLst/>
                </a:prstGeom>
                <a:pattFill prst="pct5">
                  <a:fgClr>
                    <a:srgbClr val="E4E6EA"/>
                  </a:fgClr>
                  <a:bgClr>
                    <a:srgbClr val="ADB5BF"/>
                  </a:bgClr>
                </a:patt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ïṩlidé">
                  <a:extLst>
                    <a:ext uri="{FF2B5EF4-FFF2-40B4-BE49-F238E27FC236}">
                      <a16:creationId xmlns:a16="http://schemas.microsoft.com/office/drawing/2014/main" id="{D522A421-4F82-A1CD-9DD6-C2B811EECB63}"/>
                    </a:ext>
                  </a:extLst>
                </p:cNvPr>
                <p:cNvSpPr/>
                <p:nvPr/>
              </p:nvSpPr>
              <p:spPr>
                <a:xfrm>
                  <a:off x="4162999" y="1482811"/>
                  <a:ext cx="3877530" cy="3877530"/>
                </a:xfrm>
                <a:prstGeom prst="ellipse">
                  <a:avLst/>
                </a:prstGeom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5" name="iSļíde">
                <a:extLst>
                  <a:ext uri="{FF2B5EF4-FFF2-40B4-BE49-F238E27FC236}">
                    <a16:creationId xmlns:a16="http://schemas.microsoft.com/office/drawing/2014/main" id="{994C3028-7F70-6B4E-1E55-4065AAB313C8}"/>
                  </a:ext>
                </a:extLst>
              </p:cNvPr>
              <p:cNvSpPr/>
              <p:nvPr/>
            </p:nvSpPr>
            <p:spPr>
              <a:xfrm>
                <a:off x="1011998" y="1111225"/>
                <a:ext cx="5423419" cy="5397549"/>
              </a:xfrm>
              <a:prstGeom prst="arc">
                <a:avLst>
                  <a:gd name="adj1" fmla="val 16216691"/>
                  <a:gd name="adj2" fmla="val 8013284"/>
                </a:avLst>
              </a:prstGeom>
              <a:noFill/>
              <a:ln w="19050">
                <a:solidFill>
                  <a:schemeClr val="accent1"/>
                </a:solidFill>
                <a:prstDash val="sysDot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iṡḷïḍê">
                <a:extLst>
                  <a:ext uri="{FF2B5EF4-FFF2-40B4-BE49-F238E27FC236}">
                    <a16:creationId xmlns:a16="http://schemas.microsoft.com/office/drawing/2014/main" id="{19303079-C4AE-9FA0-BA10-DA426E7AF3AB}"/>
                  </a:ext>
                </a:extLst>
              </p:cNvPr>
              <p:cNvSpPr/>
              <p:nvPr/>
            </p:nvSpPr>
            <p:spPr>
              <a:xfrm>
                <a:off x="1024933" y="1111225"/>
                <a:ext cx="5397548" cy="5397548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9" name="íṧļíḑè">
              <a:extLst>
                <a:ext uri="{FF2B5EF4-FFF2-40B4-BE49-F238E27FC236}">
                  <a16:creationId xmlns:a16="http://schemas.microsoft.com/office/drawing/2014/main" id="{92A6EACF-6B87-106D-D2DD-78BE25C7B2CD}"/>
                </a:ext>
              </a:extLst>
            </p:cNvPr>
            <p:cNvSpPr/>
            <p:nvPr/>
          </p:nvSpPr>
          <p:spPr>
            <a:xfrm rot="5400000" flipH="1" flipV="1">
              <a:off x="865647" y="1574849"/>
              <a:ext cx="548391" cy="548391"/>
            </a:xfrm>
            <a:prstGeom prst="ellipse">
              <a:avLst/>
            </a:prstGeom>
            <a:pattFill prst="wd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lnSpcReduction="10000"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ïṧḻiďe">
              <a:extLst>
                <a:ext uri="{FF2B5EF4-FFF2-40B4-BE49-F238E27FC236}">
                  <a16:creationId xmlns:a16="http://schemas.microsoft.com/office/drawing/2014/main" id="{5FE1309D-44F9-DE28-5765-A81432D113C7}"/>
                </a:ext>
              </a:extLst>
            </p:cNvPr>
            <p:cNvSpPr/>
            <p:nvPr/>
          </p:nvSpPr>
          <p:spPr>
            <a:xfrm rot="10800000" flipH="1" flipV="1">
              <a:off x="1491082" y="1720194"/>
              <a:ext cx="601680" cy="585658"/>
            </a:xfrm>
            <a:prstGeom prst="ellipse">
              <a:avLst/>
            </a:prstGeom>
            <a:gradFill>
              <a:gsLst>
                <a:gs pos="0">
                  <a:srgbClr val="00156E"/>
                </a:gs>
                <a:gs pos="100000">
                  <a:srgbClr val="001DA1"/>
                </a:gs>
              </a:gsLst>
              <a:lin ang="7200000" scaled="0"/>
            </a:gradFill>
            <a:ln w="9525" cap="rnd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just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íŝḷiḑê">
              <a:extLst>
                <a:ext uri="{FF2B5EF4-FFF2-40B4-BE49-F238E27FC236}">
                  <a16:creationId xmlns:a16="http://schemas.microsoft.com/office/drawing/2014/main" id="{D897F5ED-A69A-84C4-8DEA-3DBC047295AE}"/>
                </a:ext>
              </a:extLst>
            </p:cNvPr>
            <p:cNvSpPr/>
            <p:nvPr/>
          </p:nvSpPr>
          <p:spPr>
            <a:xfrm flipH="1">
              <a:off x="4350068" y="4751979"/>
              <a:ext cx="855068" cy="832299"/>
            </a:xfrm>
            <a:prstGeom prst="ellipse">
              <a:avLst/>
            </a:prstGeom>
            <a:gradFill>
              <a:gsLst>
                <a:gs pos="0">
                  <a:srgbClr val="00156E"/>
                </a:gs>
                <a:gs pos="100000">
                  <a:srgbClr val="001DA1"/>
                </a:gs>
              </a:gsLst>
              <a:lin ang="7200000" scaled="0"/>
            </a:gradFill>
            <a:ln w="9525" cap="rnd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just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isļíďê">
              <a:extLst>
                <a:ext uri="{FF2B5EF4-FFF2-40B4-BE49-F238E27FC236}">
                  <a16:creationId xmlns:a16="http://schemas.microsoft.com/office/drawing/2014/main" id="{254D1A88-B3D9-DCF7-38AC-394A7C189AA2}"/>
                </a:ext>
              </a:extLst>
            </p:cNvPr>
            <p:cNvSpPr/>
            <p:nvPr/>
          </p:nvSpPr>
          <p:spPr>
            <a:xfrm rot="5400000" flipH="1" flipV="1">
              <a:off x="5238880" y="4545811"/>
              <a:ext cx="472770" cy="472770"/>
            </a:xfrm>
            <a:prstGeom prst="ellipse">
              <a:avLst/>
            </a:prstGeom>
            <a:pattFill prst="wd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92500" lnSpcReduction="20000"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D750E277-8DA0-E673-5E8B-599B751EFA91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</a:t>
            </a:r>
            <a:r>
              <a:rPr lang="vi-V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Tác động áp dụng thực tế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7099497-9729-534C-CD19-F131235447D1}"/>
              </a:ext>
            </a:extLst>
          </p:cNvPr>
          <p:cNvSpPr txBox="1"/>
          <p:nvPr/>
        </p:nvSpPr>
        <p:spPr>
          <a:xfrm>
            <a:off x="670463" y="535659"/>
            <a:ext cx="8627512" cy="2668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indent="-180340" algn="l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2018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lang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nhằm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ở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vi-VN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I.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Bảo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trọng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ngoại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, ….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thẩm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</a:t>
            </a:r>
          </a:p>
          <a:p>
            <a:pPr marL="457200" indent="-18669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lớn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Vietcombank,BIDV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,…)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indent="-18669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+ 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cổng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tuyến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khai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Trung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24/7</a:t>
            </a:r>
            <a:endParaRPr lang="en-US" sz="1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8E1B6C2-67E8-A107-9F73-08D6F5C8E7FF}"/>
              </a:ext>
            </a:extLst>
          </p:cNvPr>
          <p:cNvSpPr txBox="1"/>
          <p:nvPr/>
        </p:nvSpPr>
        <p:spPr>
          <a:xfrm>
            <a:off x="650741" y="3232602"/>
            <a:ext cx="9204895" cy="245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II.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UBND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chế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dụng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6858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 (Viettel, VNPT, FPT)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Việt Nam.</a:t>
            </a: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SzPts val="1000"/>
              <a:tabLst>
                <a:tab pos="685800" algn="l"/>
              </a:tabLst>
            </a:pPr>
            <a:r>
              <a:rPr lang="vi-V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ngăn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chặn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24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giờ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từ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0462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F41307-59CB-938F-FBB5-5B66749E6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270" y="2808660"/>
            <a:ext cx="3927260" cy="3927260"/>
          </a:xfrm>
          <a:prstGeom prst="ellipse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B85374F-6287-1CE1-D7B3-A7CD96D90D20}"/>
              </a:ext>
            </a:extLst>
          </p:cNvPr>
          <p:cNvSpPr txBox="1"/>
          <p:nvPr/>
        </p:nvSpPr>
        <p:spPr>
          <a:xfrm>
            <a:off x="308573" y="13554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</a:t>
            </a:r>
            <a:r>
              <a:rPr lang="vi-V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vi-V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Tác động áp dụng thực tế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FF3562B-F01A-41CA-FF3E-10ADA8FCDD35}"/>
              </a:ext>
            </a:extLst>
          </p:cNvPr>
          <p:cNvSpPr txBox="1"/>
          <p:nvPr/>
        </p:nvSpPr>
        <p:spPr>
          <a:xfrm>
            <a:off x="857250" y="535658"/>
            <a:ext cx="10915650" cy="69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soát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pháp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Nghiêm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tung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kích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vu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lừa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928332C6-1D20-5056-CCE8-FBD8F87067A2}"/>
              </a:ext>
            </a:extLst>
          </p:cNvPr>
          <p:cNvSpPr txBox="1"/>
          <p:nvPr/>
        </p:nvSpPr>
        <p:spPr>
          <a:xfrm>
            <a:off x="857250" y="1280086"/>
            <a:ext cx="9953625" cy="2165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IV. </a:t>
            </a:r>
            <a:r>
              <a:rPr lang="vi-VN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cụ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Công 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diễn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tập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Quốc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Bảo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Thông tin &amp;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Truyền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phương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ứng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yêu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Chịu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phạm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3D11321B-598B-736D-3B8F-8C17A65D0D42}"/>
              </a:ext>
            </a:extLst>
          </p:cNvPr>
          <p:cNvSpPr txBox="1"/>
          <p:nvPr/>
        </p:nvSpPr>
        <p:spPr>
          <a:xfrm>
            <a:off x="859026" y="3510819"/>
            <a:ext cx="9534525" cy="284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</a:pPr>
            <a:r>
              <a:rPr lang="vi-VN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V. 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xét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động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5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endParaRPr lang="en-US" sz="15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Tích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thông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quốc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hơn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mật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nâng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uy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kể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tình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dung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mạng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xã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hội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Thách</a:t>
            </a: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Chi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phí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đối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nhỏ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nghiệp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nước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ngoài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Bef>
                <a:spcPts val="30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lo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ngại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quyền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riêng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dữ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liệu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người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dùng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608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5BD5297-2844-C900-1911-1DFAB211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6B92E9D-A379-45D7-72FD-03A68827C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1" y="-85725"/>
            <a:ext cx="12192000" cy="685800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C49179E5-5218-C822-0B16-FBC05D0F55B2}"/>
              </a:ext>
            </a:extLst>
          </p:cNvPr>
          <p:cNvGrpSpPr/>
          <p:nvPr/>
        </p:nvGrpSpPr>
        <p:grpSpPr>
          <a:xfrm>
            <a:off x="7110256" y="1214087"/>
            <a:ext cx="4836343" cy="4765299"/>
            <a:chOff x="5231756" y="0"/>
            <a:chExt cx="6960243" cy="685800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CD63E27-3CB8-789C-C7DA-1AE3FCAB6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11"/>
            <a:stretch>
              <a:fillRect/>
            </a:stretch>
          </p:blipFill>
          <p:spPr>
            <a:xfrm>
              <a:off x="5231756" y="0"/>
              <a:ext cx="6960243" cy="68580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30F4F85-33CE-AC9B-A182-4FA6CE29A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4272" y="0"/>
              <a:ext cx="6647727" cy="6858000"/>
            </a:xfrm>
            <a:prstGeom prst="rect">
              <a:avLst/>
            </a:prstGeom>
          </p:spPr>
        </p:pic>
      </p:grp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7B5F0C6-7BA9-BF8F-0111-357E9667BF06}"/>
              </a:ext>
            </a:extLst>
          </p:cNvPr>
          <p:cNvSpPr txBox="1"/>
          <p:nvPr/>
        </p:nvSpPr>
        <p:spPr>
          <a:xfrm>
            <a:off x="113134" y="1548881"/>
            <a:ext cx="8331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/>
                </a:solidFill>
              </a:rPr>
              <a:t>Cảm ơn thầy và các bạn đã lắng nghe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8694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</p:tagLst>
</file>

<file path=ppt/theme/theme1.xml><?xml version="1.0" encoding="utf-8"?>
<a:theme xmlns:a="http://schemas.openxmlformats.org/drawingml/2006/main" name="Giọt nước">
  <a:themeElements>
    <a:clrScheme name="Giọt nước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Giọt nước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ọt nước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TM04033925[[fn=Giọt nhỏ]]</Template>
  <TotalTime>159</TotalTime>
  <Words>4504</Words>
  <Application>Microsoft Office PowerPoint</Application>
  <PresentationFormat>Màn hình rộng</PresentationFormat>
  <Paragraphs>232</Paragraphs>
  <Slides>19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8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8" baseType="lpstr">
      <vt:lpstr>Arial</vt:lpstr>
      <vt:lpstr>Courier New</vt:lpstr>
      <vt:lpstr>Noto Sans</vt:lpstr>
      <vt:lpstr>Symbol</vt:lpstr>
      <vt:lpstr>Times New Roman</vt:lpstr>
      <vt:lpstr>Tw Cen MT</vt:lpstr>
      <vt:lpstr>字魂143号-正酷超级黑</vt:lpstr>
      <vt:lpstr>字魂50号-白鸽天行体</vt:lpstr>
      <vt:lpstr>Giọt nước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肖 燚</dc:creator>
  <cp:lastModifiedBy>Hưng Bảo Bạch</cp:lastModifiedBy>
  <cp:revision>7</cp:revision>
  <dcterms:created xsi:type="dcterms:W3CDTF">2022-07-04T01:42:08Z</dcterms:created>
  <dcterms:modified xsi:type="dcterms:W3CDTF">2025-09-26T08:42:36Z</dcterms:modified>
</cp:coreProperties>
</file>