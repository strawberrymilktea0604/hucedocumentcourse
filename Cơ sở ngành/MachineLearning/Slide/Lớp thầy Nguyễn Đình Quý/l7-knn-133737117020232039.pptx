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notesMasterIdLst>
    <p:notesMasterId r:id="rId27"/>
  </p:notesMasterIdLst>
  <p:handoutMasterIdLst>
    <p:handoutMasterId r:id="rId28"/>
  </p:handoutMasterIdLst>
  <p:sldIdLst>
    <p:sldId id="324" r:id="rId2"/>
    <p:sldId id="326" r:id="rId3"/>
    <p:sldId id="325" r:id="rId4"/>
    <p:sldId id="327" r:id="rId5"/>
    <p:sldId id="329" r:id="rId6"/>
    <p:sldId id="34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7" r:id="rId24"/>
    <p:sldId id="348" r:id="rId25"/>
    <p:sldId id="346" r:id="rId26"/>
  </p:sldIdLst>
  <p:sldSz cx="10287000" cy="6858000" type="35mm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902B"/>
    <a:srgbClr val="BA2212"/>
    <a:srgbClr val="EE1A4C"/>
    <a:srgbClr val="FFFFFF"/>
    <a:srgbClr val="000099"/>
    <a:srgbClr val="FFBDDE"/>
    <a:srgbClr val="FFCCCC"/>
    <a:srgbClr val="FFCCFF"/>
    <a:srgbClr val="0809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21" autoAdjust="0"/>
    <p:restoredTop sz="81701" autoAdjust="0"/>
  </p:normalViewPr>
  <p:slideViewPr>
    <p:cSldViewPr>
      <p:cViewPr varScale="1">
        <p:scale>
          <a:sx n="103" d="100"/>
          <a:sy n="103" d="100"/>
        </p:scale>
        <p:origin x="2496" y="184"/>
      </p:cViewPr>
      <p:guideLst>
        <p:guide orient="horz" pos="2160"/>
        <p:guide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3930"/>
    </p:cViewPr>
  </p:sorterViewPr>
  <p:notesViewPr>
    <p:cSldViewPr>
      <p:cViewPr varScale="1">
        <p:scale>
          <a:sx n="38" d="100"/>
          <a:sy n="38" d="100"/>
        </p:scale>
        <p:origin x="-1590" y="-90"/>
      </p:cViewPr>
      <p:guideLst>
        <p:guide orient="horz" pos="2304"/>
        <p:guide pos="30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363" y="0"/>
            <a:ext cx="41608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8488"/>
            <a:ext cx="4160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363" y="6948488"/>
            <a:ext cx="41608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>
                <a:latin typeface=".VnTime" pitchFamily="34" charset="0"/>
              </a:defRPr>
            </a:lvl1pPr>
          </a:lstStyle>
          <a:p>
            <a:fld id="{9FB05F6A-398C-455D-BE8A-CDE75FC5BBF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09T06:50:44.53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14113 7687 5734,'-10'-3'0,"1"0"0,4 0 0,1 1 0,-5 0 0,-6-3 0,3 3 0,-4-3 0,4 3 0,-12 3 0,8-1 0,-9 2 0,17 2 0,-1-1 0,1 2 0,-5 6 0,-13 23 0,8-4 0,-5 10 0,17-17 0,3-7 0,2 0 0,1 7 0,11 11 0,4 2 0,1 0 0,2 0 0,2-6 0,-2-20 0,-1-3 0,21-13 0,3-6 0,-11 2 0,14-5 0,0-6 0,-15-13 0,-8 4 0,-3-6 0,-8-21 0,-12-2 0,-16 12 0,-6 2 0,7-2 0,-6 8-319,-12 21 1,0 11 318,12 8 0,-1 2 0,0 1 0,-21 8 0,7 13 0,0 4 0,-14 3-178,18-1 0,6 1 0,20-7 1,2 1-1</inkml:trace>
  <inkml:trace contextRef="#ctx0" brushRef="#br0" timeOffset="898">13813 8611 5734,'-29'45'0,"1"1"0,-10 6 0,33 10 0,55-45 0,11-13 0,-2-4-1312,4 3 1,-4-5 1311,-23-21 0,-21 8 790,-1 1-790,6-31 425,-14 13-425,-12-6 0,-4 0 0,-8 7-379,-22-12 379,20 30 0,-2 1 0,0 2 0,-1 2 0</inkml:trace>
  <inkml:trace contextRef="#ctx0" brushRef="#br0" timeOffset="44929">17688 8072 5734,'10'14'0,"1"-1"0,14-3 0,10-1 0,-2-4 0,3-1 0,10 0 0,1-2 0,-1-1 0,-2-1 0,-5 1 0,-4-2 0,6-1 0</inkml:trace>
  <inkml:trace contextRef="#ctx0" brushRef="#br0" timeOffset="45362">17971 7771 5734,'-8'29'0,"-12"26"0,1-8 0,-5 6 0,7-11 0,2-1 0,1-2 0,3-6 0,1 1 0,6 4 0,5-16 0,2 0 0</inkml:trace>
  <inkml:trace contextRef="#ctx0" brushRef="#br0" timeOffset="46872">18714 7882 5734,'0'25'0,"-15"27"0,-3-18 0,-1 0 0,-1-2 0,-4 0-428,-5 3 428,15-18 0,0-1 105,2 0-105,-4 14 0,8-12 0,-1 9 0,13-12 0,42-15 0,10-8 0,-15 9-190,17-9 1,-4-4-1,-33 1 1,1 0 0</inkml:trace>
  <inkml:trace contextRef="#ctx0" brushRef="#br0" timeOffset="47427">18880 7680 5734,'7'37'0,"0"0"0,9 19 0,14-90 0,2-18 0,-9 25-697,10-22 1,-5 6 696,-22 36 442,-2 2-442,4 0 229,-5 4-229,7 30 0,-6-6 0,1 16 0,4-1 0,-5-25 722,4 13-722,-6-20 0,1-1 0,-1-1 0</inkml:trace>
  <inkml:trace contextRef="#ctx0" brushRef="#br0" timeOffset="47795">19341 7626 5734,'-7'-16'0,"0"2"0,3 12 0,-10 3 0,-28 28 0,20-15 0,-18 20 0,36-16 0,2-7 0,2 6 0,19 2 0,-7-11 0,13 6 0,-12-15 0,33-28 0,-26 12 0,25-22 0,-34 21 0</inkml:trace>
  <inkml:trace contextRef="#ctx0" brushRef="#br0" timeOffset="48011">19436 7304 5734,'-3'43'0,"1"-5"0,0-19 0,0 17 0,1 9 0,7 16 0,0 3 0,-4-13 0,0 0-257,5 8 0,2-11 0,-1-30 0,-1 0 0</inkml:trace>
  <inkml:trace contextRef="#ctx0" brushRef="#br0" timeOffset="53381">14267 6470 5734,'-11'1'0,"0"1"0,-14 3 0,0 3 0,-6 3 0,-5 6 0,-14 22 0,-4 7 0,17-16 0,0 2-422,-1 1 1,-3 3-1,6-3 422,9-6 0,1 1 0,-5 10 0,-3 4 0,4-3 0,6-8 0,-1 0 0,-5 7 0,-3 5 0,5-3 0,7-8 0,3-1 0,-4 11 0,2 2 0,2-8 0,2 0 0,-1 6 0,3-2 0,4 6-140,3-12 1,1 4 139,-1 14 0,1 4 0,1 3 0,-1 1-401,2-2 1,0 0 400,2-3 0,1 3 0,2-6 0,2 4 0,-1-4 0,0 1 0,0-1 0,1-2 0,0 2 0,1-5 0,2-8 0,1-4 0,1 4 0,0 0 0,1 1 0,1-1-474,-1-2 0,1-2 474,4 15 0,-3-16 0,1 3 440,3 6 0,4 4-440,0-7 0,2 2 0,0-3 0,1 7 0,1-3-414,5 1 0,0-6 414,0-7 0,0-1 709,1-1-709,5-1 0,1 1 0,5 2 526,0-1 1,6 0-527,3-8 0,-2-3 0,-15-5 0,-1-1-455,18 4 0,-3-3 455,-10-8 605,0-2 1,7-2-606,11-2 0,8-4-751,-11-4 1,7-2-1,0-1 1,-6 1 750,-6 3 0,-4 1 0,2-3 0,14-6 0,2-4 0,-16 4 0,-16 5 0,27-11 0,5-2 0,-30 10 0,0 0-8,25-10 1,-4 1 7,-12 1 0,-19 7 0,9-12 0,0-1 0,0-2 0,1 0 0,-2 0-280,-10 4 280,0 0 0,0-2 1366,4-9 0,2-4-1366,-5 7 0,-1 0 0,7-9 0,-2 0-663,6-13 663,-15 26 1041,6-15-1041,-5 6 0,-1-1 0,7-18-317,-8 19 0,-1 2 317,-4 3-622,4-14 622,-3 10 322,0-7 0,-5-10-322,-15-6 0,-10-7 0,3 5-1217,9 1 1,-2 0 1216,-9-1 0,-6-4 0,2 15 0,-4 10 100,-3 0-100,0 1 268,8 13 0,-4-4-268,-8-9 0,-6-4 0,3 3-852,1 1 0,-1-1 852,3 3 0,-3-2 0,-7-4 0,2 7 0,-9-5 0,-3-1 0,-1 1 0,5 3 0,7 6-83,3 1 0,5 5 1,-5-4 82,-4-4 0,-10-7 0,-4-3 0,2 2 0,5 5 0,13 10 243,8 9 1,2 3-244,-24-14 0,-10-4 0,7 3-141,15 10 1,0-1 140,-1 0 0,-6-4 0,-1 1 0,3 6 0,-16 7 0,5 5 0,19 1 0,0 1 0,-18 2 0,5 7 0,9 20 0,13-2 0,-6 10 0</inkml:trace>
  <inkml:trace contextRef="#ctx0" brushRef="#br0" timeOffset="54919">18036 6573 5734,'-46'-4'0,"-4"2"0,18 8 0,-5 5 0,-8 9 0,-5 6 0,2-2 0,-4-3 0,1 2-895,5 3 1,-3 2-1,10-4 895,-1 3 0,13-9 0,-3 4 0,-16 13 0,0 1 0,12-11 0,1 1 0,-15 14 0,-1 3 0,5 2 0,4-1 0,13-15 0,0 1 0,-18 23 0,5-2 597,14-12-597,3 1 0,-4 9 0,3-6 0,8-12 0,0 0-468,-4 8 0,-2 6 1,3-7 467,0 11 0,4-7 0,-2 9 0,2-5 0,3-10 0,1 0 0,-4 10 0,0 5 0,2-8 0,0 4-5,2 2 1,1 8 4,4-8 0,2 3 0,0-2 0,-4 13 0,1-1 146,4 9 1,3-9-147,5-23 0,1-2-777,8 16 1,7 15-1,-4-9 777,-7-26 0,-1 1 0,7 20 0,3 9 0,-1-7-14,1-9 1,-2-7 13,0-2-48,5 9 1,2-1 47,-2-16 0,17 15 0,-3-10-16,9-20 1,22 0 0,8-3 0,-3 0 0,-14-3 15,-6 1 0,1-3 115,2 1 0,13 2 0,3-1 0,-5-4 0,-16-6-115,-10-11 0,-9-3 0,15-4 546,-12 6 1,3-3-547,17-11 0,-3-2 0,0 2 67,-3 1 1,4-4-68,-2-6 0,-6 3 0,-2 2 920,4-5 1,-2 2-921,-22 14 0,0-1 695,-1 0-695,8-12 0,-6 4 0,0-1 0,11-15-99,-12 14 1,-2 0 98,5-11 0,-6 9 0,4-7 0,0 0 0,-1 2 0,1-1 0,-2 1 1363,-5 8-1363,15-30 0,-10 19-664,-6 0 1,3-17 0,2-7 0,-2 2 0,-3 13 663,0 1 0,-1 0 0,3-11 0,4-14 0,-3 3 0,-5 16-589,-8 1 589,-2 14 0,-1-9 0,-1-1 0,-2 3 0,1 6 0,-2-1 0,-3-14-534,-10 4 1,-6-12 0,2 7 533,6 13 0,-2-1 0,-5-2 0,-4-8 0,-2 1 0,1 13 0,-1 12 0,-2 6 0,-22-17 0,-3 3 0,19 18 0,1 3 0,-6-2 0,-3 4 0,-3 6 0,-1 3 0,-4 3 0,0 1 0,0-2 0,-1 3 0,-3 4 0,1 4 0,12 3 0,3 1 0,-27 7 0,31-7 0,0 1 0</inkml:trace>
  <inkml:trace contextRef="#ctx0" brushRef="#br0" timeOffset="60703">1959 5598 5734,'33'-13'0,"-1"-1"0,19 0 0,-1 3 0,-8 7 0,-5 0 0,5 2 0,16 1 0,2 0 0,-11 0 0,2 1-1004,-5-1 1,2 1 0,-3 0 1003,5-1 0,-5 1 0,-11 0 0,1 0 274,26 0 0,10 0-274,-13 0 0,7 1 0,2-1 0,-6 1-584,-4-1 0,-4 0 0,3 0 584,1 0 0,5 1 0,-4-1 0,-10 0 0,-12 0 0,-2-1 0,12 2 0,6 0 0,-6 0 0,-12-1 0,0 2 0,22 0 0,-1 1 0</inkml:trace>
  <inkml:trace contextRef="#ctx0" brushRef="#br0" timeOffset="67876">21386 8372 5734,'-11'-8'0,"5"2"0,13-2 0,12 2 0,21 3 0,17 3 0,-8 0 0,12-2 0,-12 2 0,7 1 0,-9 1 0,4 4 0,-18-4 0,19 0 0</inkml:trace>
  <inkml:trace contextRef="#ctx0" brushRef="#br0" timeOffset="68328">22567 8076 5734,'-18'-55'0,"-21"18"0,14 35 0,-14 10 0,23 2 0,1 1 0,-17 26 0,17-16 0,-12 19 0,37 21 0,-3-33 0,15 31 0,37-37 0,-8-29 0,3-4 0,-13 12 0,-1-1 0,9-17 0,-1-1 0</inkml:trace>
  <inkml:trace contextRef="#ctx0" brushRef="#br0" timeOffset="68676">22875 8017 5734,'-5'-5'0,"-5"0"0,-32 26 0,14 34 0,-10-14-411,30 17 411,14-47 101,6 2-101,4-2 0,50-17 0,-21-10 0,-11 5 0,-3-3 0,-5-10 0,-11-8 0,-20-17 0,8 12 0,-20-5 0,9 34 310,-6-4-310,-2 1 0,0 0 0,0 0 0,5 2 0</inkml:trace>
  <inkml:trace contextRef="#ctx0" brushRef="#br0" timeOffset="68868">23015 7375 5734,'-25'36'0,"-1"1"0,3-3 0,4-3 0,8-3 0,3 1 0,-1-1 0</inkml:trace>
  <inkml:trace contextRef="#ctx0" brushRef="#br0" timeOffset="69194">23573 7440 5734,'-5'47'0,"0"0"0,-2 14 0,1-1 0,2-15 0,-1 0 0,0 14 0,1-2-1377,1-13 1,0-5 1376,-1 23-30,-3-5 0,2-32 0,-3 11 1</inkml:trace>
  <inkml:trace contextRef="#ctx0" brushRef="#br0" timeOffset="70015">23344 7854 5734,'67'-9'0,"-27"5"0,3 2 0,13 0 0,0-1 0,-12-3 0,-1-1-1082,13 1 1,-6-3 1081,-14-12 0,-21 6-220,8-40 220,-13 26 190,5-30-190,-16 37 0,-2 0-79,-6-7 79,2 9 0,-23-13 0,15 24 0,-14-3 1004,17 19-1004,-10 27 0,1 7 0,3-5 249,1 1 0,-1 10 0,5 0-249,7 1 0,6 1 0,1-2 0,-1 8 0,2-1 0,-1 13 0,6-13 421,9-32-421,5-39 100,-2-2-100,20-27 0,-19 20 0,4-7 0,-16 22 0,4-9 0,-6 12 0,1-5 0,-7 14 0,-4 35 0,2-19 0,1 46 0,6-39 0,2 9 0,6-11 0,20-20 0,-9 3 0,17-22 0,-27 3 0,8-13 0,0-29 0,-10 24 0,1-26 0,-35 44 0,10 5 0,-15 9 0,18 11 0,-4 10 0,3 44 0,3-27 0,4 28 0,14-33 0,1-9 0,3 4 0,3-11 0,0-14 0,-3-2 0,2-9 0</inkml:trace>
  <inkml:trace contextRef="#ctx0" brushRef="#br0" timeOffset="70230">23978 7745 5734,'-11'-10'0,"11"6"0,15 10 0,20 8 0,-9-3 0,6 1 0,-17-8 0,11 11 0,-12-9 0,8 7 0</inkml:trace>
  <inkml:trace contextRef="#ctx0" brushRef="#br0" timeOffset="70478">24277 7397 5734,'10'-39'0,"11"-11"0,-7 34 0,6-7 0,-3 25 0,-5 40 0,-15-6 0,-3 3 0,5-5 0,-1 0-576,-11 7 0,-1-4 576,2-7 56,-6 11 1,6-11 0,-3 7-1</inkml:trace>
  <inkml:trace contextRef="#ctx0" brushRef="#br0" timeOffset="70845">24796 7566 5734,'-8'31'0,"1"-4"0,-1 13 0,0 3 0,1-2-1022,0 1 0,1 0 1022,2-6 631,-2 17-631,2-10 0,-1 9 0,1-7 0,1-10 0,0-1-218,-3 33 0,2-12 218,4-43 0,1-3 0,0-2 0,0-4 0,2-1 0</inkml:trace>
  <inkml:trace contextRef="#ctx0" brushRef="#br0" timeOffset="71566">24929 7846 5734,'1'-6'0,"-4"-6"0,-3 6 0,-6-2 0,-7 11 0,-13 19 0,3 20 0,3-6 0,15 5 0,15-17 0,29 29 0,23-17 0,-6 7-579,5-36 579,-37-13 0,29-32 0,-22 17 0,0-5 0,-1-3 0,2-17 0,-9 6 0,1-7 0,-2 4 0,-3 9 0,0 0 0,11-32 0,-8 5 0,-22 28 0,3 8 0,-25 18 0,-4 33 0,-1 0 143,2 7-143,15-11 0,1 13 0,1 2 0,1 1 0,0 6 0,3 1 0,9-3 0,7-5 0,3 1 0,6 6 0,10-16 0,2-7 0,-1-15 0,17-9 0,2-40 0,-23 19 0,21-25 0,-22 13 0,-4 1 0,6-7 0,-13 19 436,-3 11-436,-8 13 0,-7 24 0,3-10 0,-5 19 0,6-9 0,1 3 0,-1 26 0,4-27 0,1 10 0,3-33 0,0-2 0</inkml:trace>
  <inkml:trace contextRef="#ctx0" brushRef="#br0" timeOffset="71961">25580 7861 5734,'-21'3'0,"1"3"0,7 9 0,-6 16 0,6-9 0,-2 16 0,21-7 0,-3-10 0,9 4 0,-4-21 0,19-10 0,-13 1 0,15-9 0,-18 2 0,-1 0 0,4-9 0,0-11 0,-2-2 0,1 5 0,6-29 0,-22 60 0,0 2 0,-10 38 0,9-20 0,-7 33 0,9-35 0,2 4 0,3 0 0,1-10 0,3 6 0</inkml:trace>
  <inkml:trace contextRef="#ctx0" brushRef="#br0" timeOffset="72212">25892 7872 5734,'-34'19'0,"-2"15"0,19-4 0,-1 6 0,13-6 0,15 8 0,-4-15 0,11 6 0,2-25 0,12-20 0,-4 3 0,4-16 0</inkml:trace>
  <inkml:trace contextRef="#ctx0" brushRef="#br0" timeOffset="72379">26013 7246 5734,'-26'38'0,"0"1"0,0-1 0,2-6 0,3 0 0,1 14 0,0 0 0</inkml:trace>
  <inkml:trace contextRef="#ctx0" brushRef="#br0" timeOffset="73275">26221 7898 5734,'-2'47'0,"1"0"0,0 2 0,1-10 0,3-26 0,0 5 0,0-13 0,-1-3 0,13-20 0,-6 6 0,16-27 0,-12 17 0,6-11 0,1-1 0,-3 4-508,17-27 508,-24 41 0,16-7 0,-14 15 0,10-3 0,-21 45 0,0-14 0,-4 24 0,3-24 0,0 10 0,10 30 0,-4-27 508,14 15-508,16-59 0,-3-14 0,6-10 0,-4 3 0,-5 8 0,-1-1-477,6-10 0,2-4 0,-11 8 477,-11 5 0,3-9 0,-17-8 0,-3 0 0,5 5 0,-48-9 0,26 61 0,-28 30 0,25 18 0,7-21-477,1 21 477,15-39 0,1-1 0,13 13 0,4 1 0,-3-5 677,4 3 0,2-3-677,6-8 0,11 3 0,-9-5 0,-1-2 0,-24-15 0,-1-1 0,-14-4 554,5 0-554,-11-5 0,10 3 0,-7-15 0,8 7 0,-2-14 0,10 14 0,3-3 0</inkml:trace>
  <inkml:trace contextRef="#ctx0" brushRef="#br0" timeOffset="74071">27121 7858 5734,'-9'-4'0,"-20"12"0,10 10 0,-2 8 0,1 2 0,6 4 0,1 28 0,18-35 0,1 1 0,7-6 0,-1-13 0,10-5 0,-6-3 0,7-13 0,-12 3 0,2-5 0,1-11 0,-5 9 0,2-10 0,-7 11 0,0 1 0,0-6 0,-1-3 0,-1 5 0,-4-2 0,1 17 0,-3-1 0,1 6 0,-5 16 0,5-5 0,-5 12 0,5 3 0,2-8 0,12 41 0,-6-41 0,11 20 0,-8-37 0,23-24 0,-17 12 0,16-18 0,-15 1 0,-7 13 0,5-12 0,-9 19 0,0 0 0,-2 1 0,-1 4 0,-1 2 0,0 6 0,-2 2 0,11 43 0,-6-33 0,10 30 0,9-57 0,-9 1 0,12-9 0,-14 5 0,0-1 0,11-22 0,-5 5 0,1-3 0,-10 13 0,-11 78 0,3-35 0,-1 14 0,1 1 0,5-6 0,7 6 0,2 4 0,0-12 0,-1-11 0</inkml:trace>
  <inkml:trace contextRef="#ctx0" brushRef="#br0" timeOffset="83817">21755 9556 5734,'-6'-7'0,"1"0"0,-2-3 0,4 6 0,-16 17 0,2 7 0,-14 19 0,-3 10 0,11-3 0,2 0 0,-6 1 0,3-1-407,12-6 1,5-5 406,7-11 0,11 16 0,38 1 0,-18-9-380,28-9 380,-36-27 0,2-4 0,5-8 0,2-4 0,3-3-465,-3 1 1,-1-1 464,-4-2 0,-1-2 699,10-14-699,-8 10 0,-4-7 0,-15-6 0,-7-5 0,3 5 0,9 9 0,-4 2 0,-22-16 0,-9 19 0,-4 63 0,0 22 0,9-25 0,2 0-284,-9 19 1,5-3 283,13-7 0,12 26 0,-2-33 479,13 32-479,-9-49 0,40 3 0,-20-21 0,28-7 0,-32-9 0,0-4 0,1-3 0,18-13 0,-2 3 0,-13 18 992,-30 41-992,1 10 0,1-5 0,2 3 519,2-20-519,1 1 0,32-1 0,-19-8 0,26-2 0,-29-9 0</inkml:trace>
  <inkml:trace contextRef="#ctx0" brushRef="#br0" timeOffset="84483">22577 9739 5734,'-36'-5'0,"7"6"0,2 16 0,9 0 0,7-5 0,-2 7 0,5-3 0,20 50 0,-4-44 0,18 32 0,-14-51 0,24-12 0,-18 2 0,21-14 0,-28 8 0,9-19 0,-17-11 0,-2-1 0,5 1-207,-7-1 0,-4 8 207,-2 31 0,-5-1 0,7 4 0,-4 0 0,11 5 0,10 8 0,-4-5 414,8 5-414,-7-5 0,0-1 0,15 8 0,11 6 0,-6-3 0,1 1 0,-19-5 0,-7 3 0,1-2 0,-9 3 0,-1-11 0,-1 1 0,1-2 0,3-2 0,0 0 0,8-4 0,-3 0 0,20-1 0,3 8 0,1-2 0,-3 6 0,-14-2 0,-1-1 0,7 6 0,-1 5 0,-1-2 0,-5 2 0</inkml:trace>
  <inkml:trace contextRef="#ctx0" brushRef="#br0" timeOffset="84733">22738 10204 5734,'12'-15'0,"-2"4"0,0 6 0,3 2 0,-2 0 0,5 1 0</inkml:trace>
  <inkml:trace contextRef="#ctx0" brushRef="#br0" timeOffset="85383">23518 9728 5734,'4'34'0,"-1"1"0,2 25 0,-4-39 0,-1 14 0,31-68 0,7-12 0,-15 35-679,17-40 0,-4-4 679,-24 33 0,-2 2 184,15-10-184,-12 18 0,10-6 0,-1 47 0,-16 6 0,-1 3 0,13 15 0,-14-13 0,-3-3 0,2-11 0,1-9 0,1 2 0,-3-15 255,4-3 0,-1-2 0,3-3 0</inkml:trace>
  <inkml:trace contextRef="#ctx0" brushRef="#br0" timeOffset="85976">24083 9649 5734,'-1'-8'0,"-7"0"0,2 5 0,-6 0 0,-19 15 0,15-4 0,-21 15 0,23-5 0,-3 29 0,13-7 0,13 15 0,4-30 0,12-8 0,11-38 0,-13 2 0,-5-17 0,-5-4 0,-7 13 0,-6-25 0,-3 50 0,-2 2 0,-15 50 0,12-24 0,-3 6 0,2 2 0,7 8 0,3 8 0,2 6 0,0-13 0,2 2 0,0 1 0,1 4 0,0-7 0,6 15 0,1-8 0,-9-21 0,-4-17 0,-6 7 0,-26-38 0,4-12 0,-3-24 0,21 14 0,17 2 0,5 14 0,26-21 0,-8 12-141,12-8 1,-21 26 0,-6 5 0</inkml:trace>
  <inkml:trace contextRef="#ctx0" brushRef="#br0" timeOffset="86734">24384 9682 5734,'-13'1'0,"5"0"0,-13 17 0,3 12 0,6-8 0,-3 9 0,13-18 0,0 0 0,15 27 0,-2-25 0,13 16 0,5-47 0,-12 3 0,8-11 0,-18 12 0,2-8 0,-2-4 0,-1 4 0,-3 1 0,-3 12 0,-8-6 0,4 10 0,-10 11 0,18 43 0,-5-21 0,11 17 0,-4-43 0,1-1 0,17-12 0,-12 0 0,16-15 0,-5-29 0,-12 27 0,7-19 0,-20 45 0,-1 12 0,0 19 0,2-8 0,3 13 0,0-25 0,20-3 0,9-46 0,-11 10 0,0-2 0,10-26 0,-16 8 0,-13 43 0,-5 20 0,2-7 0,-4 47 0,20 9 0,-9-15 0,13-3 0,-14-49 0</inkml:trace>
  <inkml:trace contextRef="#ctx0" brushRef="#br0" timeOffset="86958">24399 9455 5734,'33'-32'0,"-19"17"0,28-8 0,-28 21 0,0 0 0,0 2 0,-1 0 0,12 9 0,-11-3 0,8 7 0</inkml:trace>
  <inkml:trace contextRef="#ctx0" brushRef="#br0" timeOffset="87185">24743 9244 5734,'3'-5'0,"8"12"0,-5-1 0,23 50 0,-17-33 0,11 30 0,-7-33 0,-2-7 0,5 4 0</inkml:trace>
  <inkml:trace contextRef="#ctx0" brushRef="#br0" timeOffset="88091">25540 9480 5734,'7'12'0,"-1"16"0,-3 33 0,-1-23 0,7 26 0,8-53 0,-2-1 0,7-11 0,7-27 0,1-6 0,-5 6 0,15-20 0,-1-2 0,-21 22 0,13-22 0,-18 21 0,1-18 0,-6 18 0,-10-14 0,-5 36 0,-5 0 0,-22 33 0,16-10 0,-17 19 0,23-17 0,-3 10 0,5 5 0,2 4 0,6 0 0,0 1 0,-2 0 0,2-2-221,15 15 221,-6-36 0,23 16 0,-14-16 0,22 15 0,-23-23 0,20 9 0,-26-13 0,13 4 0,-26-9 0,1-1 0,1 0 221,-7-20-221,5 14 0,-4-15 0,8 15 0,6-6 0,-2 5 0,4-4 0</inkml:trace>
  <inkml:trace contextRef="#ctx0" brushRef="#br0" timeOffset="88295">26033 9636 5734,'0'36'0,"1"0"0,0 0 0,-3 17 0,1-47 0</inkml:trace>
  <inkml:trace contextRef="#ctx0" brushRef="#br0" timeOffset="89096">26341 9605 5734,'-10'-20'0,"-12"10"0,-2 33 0,-2-1 0,13 11 0,5 2 0,10 3 0,0 13 0,12-30 0,1-17 0,15-17 0,-9 4 0,26-37 0,-18 10 0,0 3 0,-10 11 0,-19 26 0,1 2 0,-3 36 0,17-9 0,-9 7 0,15-26 0,-12-23 0,4-8 0,17-25 0,-14 20 0,11-14 0,-23 32 0,4 21 0,-2-2 0,4 39 0,-6-27 0,1 10 0,-3-26 0,0-2 0</inkml:trace>
  <inkml:trace contextRef="#ctx0" brushRef="#br0" timeOffset="89370">26227 9463 5734,'-6'-6'0,"1"-1"0,33-18 0,-13 14 0,22-14 0,18 20 0,-31 5 0,29 3 0,-44 4 0,0 2 0,0 8 0,-3-4 0,1 5 0</inkml:trace>
  <inkml:trace contextRef="#ctx0" brushRef="#br0" timeOffset="89850">27013 9310 5734,'14'-40'0,"3"4"0,16 37 0,2 7 0,-7-6 0,7 5 0,-4 6 0,-22 14 0,-6-10 0,0 12 0,-21 12 0,6-15 0,-10 14 0,-13 5 0,18-27 0,-16 22 0,21-28 0</inkml:trace>
  <inkml:trace contextRef="#ctx0" brushRef="#br0" timeOffset="90000">27103 9835 5734,'8'-11'0,"-2"-1"0,-4 6 0,-2-2 0</inkml:trace>
  <inkml:trace contextRef="#ctx0" brushRef="#br0" timeOffset="90451">26258 9741 5734,'10'-1'0,"28"-8"0,-14 3 0,38-19 0,-41 15 0,9-7 0,-25 10 0,-2 2 0,-2-2 0</inkml:trace>
  <inkml:trace contextRef="#ctx0" brushRef="#br0" timeOffset="106466">14736 5177 5734,'1'56'0,"6"1"0,0 0 0,1-7-323,0-1 1,1-4 322,-2-16 210,3 6-210,1-3 0,2 17 0,-7-28 0,-2 3 0</inkml:trace>
  <inkml:trace contextRef="#ctx0" brushRef="#br0" timeOffset="106741">15047 5206 5734,'-57'3'0,"25"0"0,-22 9 0,25 5 0,-2 18 0,0 3 0,0-4 0,10 20 0,12-2 0,28-24 0,14 3 0,4-3 0,-1-11-681,23 0 681,-36-18 0,1-2 0,21-12 0,-14 3 0,16-10 0</inkml:trace>
  <inkml:trace contextRef="#ctx0" brushRef="#br0" timeOffset="106983">15412 5279 5734,'4'3'0,"6"0"0,7-2 0,25-2 0,6-2 0,-5 1 0,3-1 0,0-1 0</inkml:trace>
  <inkml:trace contextRef="#ctx0" brushRef="#br0" timeOffset="107142">15495 5471 5734,'48'-12'0,"16"-2"0,-31 6 0,0 1 0,31-7 0</inkml:trace>
  <inkml:trace contextRef="#ctx0" brushRef="#br0" timeOffset="107525">16048 5142 5734,'-1'-11'0,"1"5"0,6-3 0,2 6 0,1 1 0,4 0 0,14 1 0,-9 1 0,16 4 0,-15 4 0,0 4 0,-25 29 0,-9 5 0,7-9 0,-10 9 0,-4 0 0,-2-13 0,3-1 0,1-3 0,10-9 0,11-14 0,2-1 0,2 0 0,2 1 0,2-2 0,9 3 0,8-4 0,2 0 0,4-4 0,3-3 0,0-2 0,0 1 0,0-1 0,0 0 0</inkml:trace>
  <inkml:trace contextRef="#ctx0" brushRef="#br0" timeOffset="110443">16288 5906 5734,'-6'7'0,"-5"10"0,4-5 0,-4 6 0,4-8 0,-21 27 0,-2 1 0,-7 9 0,3-8 0,20-21 0,-16 18 0,20-22 0,-2 9 0,21-18 0,4-2 0,4-3 0,1-2 0,14-5 0,8-3 0,-2-1 0,3-2 0,18-8 0,-18 5 0,-1-2 0,10-13 0,-18 10 0,-10-1 0,-22 16 0,-10-8 0,3 7 0,-9-6 0</inkml:trace>
  <inkml:trace contextRef="#ctx0" brushRef="#br0" timeOffset="110647">16352 5916 5734,'-5'8'0,"4"7"0,3 5 0,5 12 0,-1-2 0,0 2 0,1 4 0,3 15 0,-1 0 0,-1-12 0,-1 0-54,2 8 0,-3-6 1,-3-11-1,-1 0 1</inkml:trace>
  <inkml:trace contextRef="#ctx0" brushRef="#br0" timeOffset="112310">14817 6141 5734,'-8'-1'0,"-3"56"0,6-27 0,1 20 0,2 4 0,5 8 0,0 0-341,1-10 341,-1-17 84,-2-9-84,2 28 0,-1-24 0,0 9 0,-2-20 0,1-3 0,-2-12 0,2 2 0,-2-12 0</inkml:trace>
  <inkml:trace contextRef="#ctx0" brushRef="#br0" timeOffset="112562">14919 6340 5734,'-48'18'0,"2"6"0,21 13 0,6-11 0,-1 13 0,16-22 0,0 0 0,11 17 0,-1-15 0,8 13 0,6-18 0,23-11 0,5-4 0,-2 1 0,3-6 0,-1 0 0</inkml:trace>
  <inkml:trace contextRef="#ctx0" brushRef="#br0" timeOffset="112994">15202 6583 5734,'64'-19'0,"-7"7"0,-4 2 0,-17 6 0,4-1 0,-3 2 0,-15 3 0</inkml:trace>
  <inkml:trace contextRef="#ctx0" brushRef="#br0" timeOffset="113576">15117 6386 5734,'25'0'0,"11"-1"0,16-1 0,2-1 0,1 1-435,1-1 0,-6 0 0,-26 2 0,0 0 0</inkml:trace>
  <inkml:trace contextRef="#ctx0" brushRef="#br0" timeOffset="118868">20112 5237 5734,'-5'-4'0,"-16"14"0,-25 32 0,11-12-685,10-4 0,2-1 685,7-8 0,0 1 0,-22 30 0,21-25 0,-14 21 435,29-26-435,3-9 225,5 5-225,3-9 0,2 0 0,2-1 710,3-1-710,22-8 0,8-4 0,19-10 0,-19 7 0,-1 0-270,-1-10 270,-33 12 0,0-3 0,-4 3 0,1-2 0</inkml:trace>
  <inkml:trace contextRef="#ctx0" brushRef="#br0" timeOffset="119059">20134 5318 5734,'2'5'0,"1"11"0,-1-4 0,3 23 0,-3-16 0,3 12 0,-2-12 0,1 0 0,-1 0 0,3 44 0,-4-34 0,1 32 0</inkml:trace>
  <inkml:trace contextRef="#ctx0" brushRef="#br0" timeOffset="120075">20728 5487 5734,'13'-37'0,"-4"12"0,-7 7 0,-4 11 0,0 0 0,-1 2 0,-9-3 0,-30 20 0,18-9 0,-20 21 0,36-11 0,1 0 0,4 3 0,5-1 0,1-4 0,8 2 0,13-18 0,17-39 0,1-11 0,3 8-583,-17 10 1,2-8 0,-8 8 582,-10 3 0,-1-1 0,-1 1 0,-3-11 0,-1 0 0,0 5-228,-1-3 0,-2 6 228,-4 24 0,-1 2 0,-8 6 1653,-3 19-1653,-2-1 0,1 17 0,4 8 0,-1 12 0,2-7 0,-3 19 183,3-18 0,-2 6 1,4-8-184,5 5 0,6-5 0,-3-12 0,4-6 0,-5-27 0,0-3 0,0-1 0,0-2 0</inkml:trace>
  <inkml:trace contextRef="#ctx0" brushRef="#br0" timeOffset="120276">20634 5134 5734,'-8'-10'0,"2"2"0,24 12 0,11 3 0,6 2-442,3 1 442,-14-4 0,1 0 108,0 0-108,21 2 0,-16-4 0,14 1 0</inkml:trace>
  <inkml:trace contextRef="#ctx0" brushRef="#br0" timeOffset="120524">21120 4976 5734,'14'4'0,"2"4"0,-3 1 0,13 18 0,-8 8 0,0-4 0,-10 2 0,-11-21 0,-24 27 0,-4 1 0,-4 3-53,7-11 1,22-23 0,1-1 0</inkml:trace>
  <inkml:trace contextRef="#ctx0" brushRef="#br0" timeOffset="121621">19698 5871 5734,'8'-4'0,"58"-6"0,-27 4 0,14 0 0,8 0 0,-14 2 0,2 0 0,-3 1-2099,6-1 0,-1 0 2099,-2 0 0,2 1 0,-6 0 0,19-1 1162,-2 0-1162,-4 1 0,12-1 0,-10 0 0,-19 2 0,-1-1 220,19 0 1,8-1 0,-11 0-221,4-5 0,-23 4 0,4-4 0,-36 5 2374,-3-1-2374,-2 1 0,-3-1 0,1 1 0</inkml:trace>
  <inkml:trace contextRef="#ctx0" brushRef="#br0" timeOffset="124755">21926 5720 5734,'11'-10'0,"-1"0"0,31-25 0,-18 16 0,22-19 0,-18 15 0,7-7 0,-6 5 0,1-3 0,-8 4 0,-2-1 0,-2 1 0,-5 6 0,-10 11 0,-1 4 0,-1 0 0,-9 21 0,4-7 0,-5 15 0,6-11 0,-5 40 0,6-27 0,-2 37 0,6-46 0,5 26 0,5-19 0,0 5 0,2-17 0</inkml:trace>
  <inkml:trace contextRef="#ctx0" brushRef="#br0" timeOffset="125190">22513 5522 5734,'-35'28'0,"0"0"0,-2 7 0,7-4 0,16-9 0,-5 13 0,12-8 0,6 8 0,38 19 0,-15-22-417,28 1 417,-31-30 0,1-2 0,26-18 0,-25 2 0,15-11 0,-34 9 0,-4 4 0,-3 1 0,-19-14 0,2 10 0,-8-6 0,9 14 417,8 4-417,-7 2 0,7 2 0,-6 2 0,13 1 0,2 2 0,5-1 0</inkml:trace>
  <inkml:trace contextRef="#ctx0" brushRef="#br0" timeOffset="125431">22959 5454 5734,'-4'47'0,"1"-6"0,3-25 0,1 8 0,3 11 0,0 2 0,0-3 0,5 31 0,-6-59 0</inkml:trace>
  <inkml:trace contextRef="#ctx0" brushRef="#br0" timeOffset="125707">23199 5548 5734,'-7'-2'0,"-1"1"0,-25 7 0,15-3 0,-29 10 0,20 1 0,-3 15 0,12-9 0,9 6 0,44 1 0,-18-15 0,26 11 0,-24-20 0,22-2 0,-14-1 0,16-1 0</inkml:trace>
  <inkml:trace contextRef="#ctx0" brushRef="#br0" timeOffset="126145">23560 5530 5734,'-11'5'0,"-15"18"0,15-11 0,-10 15 0,23 19 0,2-26 0,7 25 0,45-26 0,-27-13 0,34 7 0,-24-20 0,-14 2 0,12-6 0</inkml:trace>
  <inkml:trace contextRef="#ctx0" brushRef="#br0" timeOffset="126690">21855 5946 5734,'43'0'0,"0"0"0,-3 0 0,4 0 0,18-1 0,10 0 0,-7 0-1593,-13 0 1,1 0 1592,3 1 0,8-1 0,2 0 0,-2 1 0,-8 0 0,-1 0 0,-2 1 0,-3-1 0,-2 0 0,-4 0 0,3 0 0,18 1 0,4 0 0,-10-1 0,-18 0 0,-2 0 0,22-1 0,1-1 0,-21 1 0,-1 0 0,13 0 0,-5-2 933,-12-1-933,6-4 0,-9 1 511,-1-2-511,-13 2 0,-8 1 0,2-2 0</inkml:trace>
  <inkml:trace contextRef="#ctx0" brushRef="#br0" timeOffset="129191">22859 5455 5734,'-44'15'0,"13"-5"0,-7 7 0,-14 9 0,-3 2 0,9-5 0,3-3 0,2 1-1039,-3 0 0,-7 4 1,1 0-1,11-6 1039,-11 5 576,10-4 1,2-1-577,-9 4 0,-1-1 0,3-3 0,16-10 0,-4-3 0</inkml:trace>
  <inkml:trace contextRef="#ctx0" brushRef="#br0" timeOffset="129425">22048 5450 5734,'51'26'0,"0"0"0,0-1 0,-4-1 0,4 2 0,1 0 0,-3-1 0,-6-4-2488,8 5 0,-2-1 2488,8 3 0,4 2 0,-7-4 0,-15-7 0,-2-2 209,23 10 0,2 0-209,-16-6 0,-2 0 0,9 3 0,-5-3 0,-15-5 0</inkml:trace>
  <inkml:trace contextRef="#ctx0" brushRef="#br0" timeOffset="202213">21210 11252 5734,'0'5'0,"1"-1"0,23 8 0,24 2 0,-11-6 0,1 0 0,24 3-1033,-5-7 1033,-33-4 0,35 0 0,-29 0 0,24 0 0,-37 0 0</inkml:trace>
  <inkml:trace contextRef="#ctx0" brushRef="#br0" timeOffset="209788">1106 7447 5734,'-3'5'0,"1"-2"0,12 2 0,1-3 0,3 1 0,8 0 0,4 0 0,37 1 0,-26-3 0,21-1 0,-19-3 0,-7 2 0,6 1 0,-13 3 0</inkml:trace>
  <inkml:trace contextRef="#ctx0" brushRef="#br0" timeOffset="210441">1863 6720 5734,'5'14'0,"0"1"0,-3 3 0,1 26 0,-1 5 0,0-2 0,0 2 0,0 5 0,0-5 0,0-5 0,0 3-439,0-2 1,-1-2 438,0-17 0,-1-3-327,2 23 327,-1-26 0,7 17 0,27-57 0,-15 14 0,22-22 0,-30 22 0,3-3 0,-6 4 0,1 0 0</inkml:trace>
  <inkml:trace contextRef="#ctx0" brushRef="#br0" timeOffset="210828">2193 7475 5734,'9'-13'0,"16"-24"0,-5 1 0,-5 3 0,-2 0 0,-2 2 0,-7 0 0,-7 37 0,0 0 0,-2 15 0,3-6 0,-4 44 0,14-20 0,3 1 0,-3 25 0,17-4 0,-16-55 0</inkml:trace>
  <inkml:trace contextRef="#ctx0" brushRef="#br0" timeOffset="211039">2541 7231 5734,'6'-1'0,"-6"1"0,12 1 0</inkml:trace>
  <inkml:trace contextRef="#ctx0" brushRef="#br0" timeOffset="211175">2614 7541 5734,'-1'4'0,"4"-5"0,-3-6 0,4-2 0,-5-2 0</inkml:trace>
  <inkml:trace contextRef="#ctx0" brushRef="#br0" timeOffset="-210223.73">3341 7197 5734,'2'20'0,"3"21"0,-2-12 0,0 12 0,1 7 0,-2-27 0,2 15 0,-2-24 0,1-1 0,-2-2 0,-1-47 0,0-19 0,-1 22 0,-1-27 0,1-8 0,1 16 0,1 5 0,-1-7 0,1 9 0,1 5 0,4 20 0,-3 12 0,3-3 0,1 14 0,13 19 0,-5-6 0,9 15 0,-5-3 0,11 15 0,-4-10 0,5 0 0,1-3 0,0-2 0,-3-3 0,-1-3-230,16-5 230,-23-17 0,-2-3 0,2-3 0,16-20 0,-14 8-389,12-14 389,-19 11 0,-2 0 0,3-11 0,0-20 0,-3 16-3,-3-9 3,-8 33 0,1-9 0,-3 12 389,1-4-389,-2 13 0,-3 14 0,3-3 233,-3 32-233,4 20 0,3-18 0,0 7 0,0-4 0,-1-4 0,0 0 0,2 6 0,2 3 0,-2-10 0,-4-7 0,3 12 0,-7-24 0</inkml:trace>
  <inkml:trace contextRef="#ctx0" brushRef="#br0" timeOffset="-209140.73">4378 7317 5734,'38'1'0,"7"0"0,-2-4 0,-1-1 0,1 0 0,9-3 0,-18 2 0,0 0 0</inkml:trace>
  <inkml:trace contextRef="#ctx0" brushRef="#br0" timeOffset="-208943.73">4440 7497 5734,'6'6'0,"0"-3"0,27-5 0,-10-1 0,24-4 0,-6 0 0,1-1-460,-4 1 460,-13 2 0,-1-1 0,0 1 0</inkml:trace>
  <inkml:trace contextRef="#ctx0" brushRef="#br0" timeOffset="-208376.73">5074 6907 5734,'-27'4'0,"2"2"0,-5 13 0,18 20 0,4 4 0,-7-1-441,10 1 1,6-3 440,4-24 213,1 1-213,11 17 0,5-1 0,-2 0 0,5-5 0,-16-19 0,11 8 0,-8-7 0,1 1 0,-5-2 668,-8-6-668,-8 18 0,2-10 0,-9 14 0,-4 2 0,7-12 0,-16 28 0,12-6 0,1-4 0,6 0 0,12-17 0,19 20 0,-11-17 0,15 13 0,-17-26 0,16 3 0,-12-6 0,14 0 0,-16-8 0,1-1 0</inkml:trace>
  <inkml:trace contextRef="#ctx0" brushRef="#br0" timeOffset="-207655.73">5213 7323 5734,'8'17'0,"-1"-2"0,-3-8 0,1 0 0,4 10 0,0 1 0,0 1 0,-4-6 0,-5-8 0,4 1 0,-3-3 0,3-1 0,0-12 0,0 2 0,1-7 0,4-6 0,2-6 0,3-10 0,4 2 0,-9 17 0,1 6 0,-8 16 0,4 12 0,-3-6 0,3 10 0,-4-9 0,0 4 0,3 12 0,-2-11 0,1 4 0,-2-19 0,-2-1 0,4-13 0,-2 5 0,13-33 0,-8 25 0,8-17 0,-11 23 0,-1 2 0,1-1 0,3 3 0,-2 4 0,2 5 0,-3 4 0,12 21 0,-6-13 0,8 14 0,-11-18 0,-2-1 0,3 8 0,-3-8 0,2 7 0</inkml:trace>
  <inkml:trace contextRef="#ctx0" brushRef="#br0" timeOffset="-207341.73">5563 7561 5734,'12'-21'0,"-5"9"0,9-17 0,-9 15 0,4-21 0,-6 20 0,1-11 0,-5 16 0,0 18 0,-1-6 0,1 16 0,5 16 0,-1-13 0,2 12 0,-2-18 0</inkml:trace>
  <inkml:trace contextRef="#ctx0" brushRef="#br0" timeOffset="-207119.73">5788 7436 5734,'17'27'0,"3"6"0,-14-19 0,4 12 0,-8-14 0,1 19 0,-4-20 0,0 9 0,0-17 0</inkml:trace>
  <inkml:trace contextRef="#ctx0" brushRef="#br0" timeOffset="-206540.73">6024 7198 5734,'14'39'0,"-6"-16"0,4 20 0,-4-3 0,0-5 0,0-2 0,-3-21 0,-1-14 0,1-3 0,-1-3 0,8-23 0,1-10 0,0 0 0,-2 2 0,-7 25 0,4-16 0,-3 15 0,3-8 0,-4 18 0,3 8 0,-3 0 0,4 4 0,-6 0 0,0 1 0,6 18 0,-4-13 0,7 4 0,6-39 0,1-8 0,0-1 0,-2 8 0,-10 20 0,1-1 0,-3 5 0,0 2 0,6 27 0,-4 34 0,2-15 0,-5 15 0</inkml:trace>
  <inkml:trace contextRef="#ctx0" brushRef="#br0" timeOffset="-206288.73">6459 7446 5734,'-7'35'0,"0"0"0,-8 26 0,17-10 0,17-45 0,4 18 0,8-46 0</inkml:trace>
  <inkml:trace contextRef="#ctx0" brushRef="#br0" timeOffset="-206072.73">6806 7366 5734,'7'-1'0,"-1"0"0,2 0 0</inkml:trace>
  <inkml:trace contextRef="#ctx0" brushRef="#br0" timeOffset="-205873.73">6998 7326 5734,'9'-4'0</inkml:trace>
  <inkml:trace contextRef="#ctx0" brushRef="#br0" timeOffset="-204943.73">7439 6667 5734,'23'-17'0,"-9"8"0,12 2 0,-3 15 0,-3 6 0,3 4 0,-4 11 0,-12-10 0,3 9 0,-8 15 0,-1 1 0,-1-4-520,0 6 1,-1-3 519,-4-20 0,1 0 0,-11 35 0,10-32 249,-9 35-249,16-60 0,-4 8 0,7-19 0,0-7 0,-3 12 790,1-7-790,-6 16 0,-4 16 0,1-5 0,-3 11 0,1-3 0,-4 37 0,4-22 0,-1 24 0,8-28 0,10 27 0,3 3 0,-5-10-497,4 8 1,0-9 496,-10-43 0,-3 9 0,0-8 0,-5 7 0,-1-12 0,-1 0 0,-33 7 0,19-8 993,-25 6-993,18-7 0,-29 0 0,22 0 0,-16 0 0,38-2 0</inkml:trace>
  <inkml:trace contextRef="#ctx0" brushRef="#br0" timeOffset="-202754.73">7174 7115 5734,'-6'26'0,"2"-5"0,8 32 0,10 6 0,-4-5 0,5-7 0,-12-40 0,1 0 0,-1-3 0,0 0 0,8-38 0,-7 18 0,6-21 0,0-1 0,-5 16 0,5-23 0,-7 35 0,2-7 0,-2 8 0,1-3 0,2 22 0,1 6 0,3 19 0,-2-12 0,-1 7 0,-5-20 0,2 8 0,-2-12 0,0 0 0,15-46 0,-13 26 0,12-30 0,-14 42 0,-1 1 0,1 5 0,10 32 0,-8-19 0,8 24 0,-12-21 0,1-5 0,0 4 0</inkml:trace>
  <inkml:trace contextRef="#ctx0" brushRef="#br0" timeOffset="-202518.73">7415 7504 5734,'-2'27'0,"3"16"0,2-16 0,1 8 0,-2-22 0,2 13 0,-1-12 0,1 8 0,-3-16 0,1-4 0,0-4 0,2-2 0</inkml:trace>
  <inkml:trace contextRef="#ctx0" brushRef="#br0" timeOffset="-202249.73">7558 7490 5734,'-45'5'0,"13"2"0,-9 9 0,25-3 0,52 41 0,-16-35 0,6 6 0,5 0 0,26-6 0,-24-10 0,25 6 0,-32-13 0</inkml:trace>
  <inkml:trace contextRef="#ctx0" brushRef="#br0" timeOffset="-199297.73">2944 8506 5734,'1'13'0,"1"23"0,0 22 0,0 0 0,-1-18 0,-1 4 0,-2 20 0,-1-1 0,2-25 0,0 0-164,-2 23 0,1-5 164,-1-15 0,1 10 0,0-17 0,1 0 0,-1-32 0,1-2 0</inkml:trace>
  <inkml:trace contextRef="#ctx0" brushRef="#br0" timeOffset="-199051.73">3193 8791 5734,'-46'0'0,"-2"6"0,1 29 0,19-14-425,-12 16 425,33-25 0,27 21 0,10 2 0,-9-12-440,11 12 1,2-5 439,-10-23 77,13-1 0,-8-3 1,10 0-1</inkml:trace>
  <inkml:trace contextRef="#ctx0" brushRef="#br0" timeOffset="-197981.73">3702 8874 5734,'11'58'0,"-1"-9"0,-1-17 0,-5-16 0,4 10 0,-5-19 0,-1-1 0,7-23 0,-4 7 0,5-19 0,5-21 0,-8 26 0,9-23 0,-11 34 0,0 1 0,1 3 0,23 20 0,-18-5 0,18 18 0,-19 4 0,-6-13 0,3 10 0,-5-19 0,-1-2 0,3-1 0,-1-4 0,2-2 0,-1-9 0,24-38 0,-16 27 0,17-24 0,-8 51 0,-11 0 0,12 8 0,-13 3 0,-1-3 0,2 4 0,5 3 0,31-3 0,-21-5 0,35-31 0,-48 4 0,11-18 0,-14 6 0,-4-2 0,0 1 0,-8-2 0,-8 18 0,2 0 0,-5 9 0,7 7 0,0 1 0,-10 45 0,16-7 0,-3-7 0,4 0 0,23 11 0,-8-25 0,9-7 0</inkml:trace>
  <inkml:trace contextRef="#ctx0" brushRef="#br0" timeOffset="-197365.73">4528 8788 5734,'-23'-14'0,"-5"6"0,21 12 0,-9 6 0,11-2 0,-1 20 0,6-16 0,1 13 0,15-14 0,-8-6 0,9 1 0,0-14 0,-8 2 0,7-7 0,-9 5 0,8-18 0,-9 15 0,7-13 0,-12 20 0,2 3 0,-1 3 0,0 2 0,0 3 0,-1 0 0,13 31 0,-4-20 0,6 18 0,4-30 0,-5-12 0,5 1 0,0-21 0,-8 5 0,1-4 0,-2 4 0,-8 15 0,1-2 0,-4 17 0,4 9 0,2 4 0,28 17 0,-20-27 0,20 7 0,-28-25 0,1-1 0</inkml:trace>
  <inkml:trace contextRef="#ctx0" brushRef="#br0" timeOffset="-197013.73">4938 8649 5734,'-24'26'0,"0"5"0,18 9 0,1-14 0,11 8 0,0-24 0,1-1 0,37 24 0,-24-19 0,28 17 0,-35-23 0,0-1 0,-2 0 0,14 8 0,-15-8 0,-2 8 0,-58-2 0,15-4 0,-28 4 0</inkml:trace>
  <inkml:trace contextRef="#ctx0" brushRef="#br0" timeOffset="-196306.73">1065 10645 5734,'8'-5'0,"1"1"0,3 2 0,12-2 0,24-2 0,-7 2-928,14-1 928,-23 3 0,1 0 0,9 2 0,2 1 0,-1 0 0,-1 0 0,-2 1 0,-16 2 0,0-1 0</inkml:trace>
  <inkml:trace contextRef="#ctx0" brushRef="#br0" timeOffset="-195858.73">2120 10142 5734,'19'-18'0,"7"13"0,-11 9 0,6 9 0,-13-2 0,1 10 0,-1 11 0,-2-3 0,-8 26 0,-7-17 0,-9 16 0,-3 5 0,9-16 0,-1-2 0,-5 7 0,2-4 0,6 2 0,12-39 0,-1-2 0,14 9 0,-6-9 0,10 6 0,-9-11 0,26 1 0,-18-1 0,20 0 0,-18-1 0,10 3 0,-7-3 0,2 1 0</inkml:trace>
  <inkml:trace contextRef="#ctx0" brushRef="#br0" timeOffset="-195532.73">2524 10686 5734,'16'16'0,"-9"-6"0,8 27 0,-15-21 0,-1 15 0,-3-17 0,-15 26 0,10-19 0,-16 25 0,17-31 0,-12 27 0,19-23 0,24 11 0,-1-25 0,21-6 0,-24-3 0,7-5 0,-5 2 0,6-3 0</inkml:trace>
  <inkml:trace contextRef="#ctx0" brushRef="#br0" timeOffset="-195283.73">3257 10537 5734,'-12'-4'0,"6"1"0,-1 2 0,7 2 0,0 2 0,0 4 0,1 2 0,0 1 0</inkml:trace>
  <inkml:trace contextRef="#ctx0" brushRef="#br0" timeOffset="-195129.73">3288 10891 5734,'7'-12'0,"-2"2"0,-3 1 0</inkml:trace>
  <inkml:trace contextRef="#ctx0" brushRef="#br0" timeOffset="-194681.73">3858 10089 5734,'0'6'0,"0"34"0,0-18 0,0 28 0,-2-15 0,0-2 0,1 2 0,-1-1 0,0 1 0,-1 13 0,1-12 0,-1-2 0,1-34 0,1-32 0,1-3 0,1-4 0</inkml:trace>
  <inkml:trace contextRef="#ctx0" brushRef="#br0" timeOffset="-194326.73">3868 10136 5734,'14'-34'0,"7"10"0,7 48 0,0 10 0,3 5 0,-1-1 0,-1 2 0,0 1 0,-2-2-637,8 2 637,-20-29 0,-1-1 155,14 0-155,-13-7 0,11-1 0,-17-8 0,15-28 0,-7-4 0,6-1 0,-14 19 482,-6 29-482,-3 10 0,5 20 0,1 5 0,0-4 0,0 4 0,2 0 0,5 4 0,-3-14 0,2 7 0,-5-20 0</inkml:trace>
  <inkml:trace contextRef="#ctx0" brushRef="#br0" timeOffset="-193559.73">4098 7690 5734,'23'-40'0,"-1"1"0,-2 4 0,-9 15 0,16-27 0,-26 46 0,1 2 0,-1 2 0,1 5 0,-2 0 0,4 35 0,2 14 0,-2-8 0,0 1 0,-1-15 0,-1-1 0,0 1 0,-1-3 0,0 0 0</inkml:trace>
  <inkml:trace contextRef="#ctx0" brushRef="#br0" timeOffset="-192821.73">4687 10561 5734,'-10'-3'0,"1"0"0,9-1 0,1 2 0,3-2 0,13 11 0,-9-3 0,8 7 0,-15-3 0,-14 33 0,-5 6 0,5-12-442,-5 14 1,-1-3 441,10-26 0,0-1-237,-7 17 237,9-17 0,-5 12 0,14-16 0,19 7 0,-7-9 0,16 4 0,-14-16 0,1-1 0,44-18 0,-31 8 0,33-14 0</inkml:trace>
  <inkml:trace contextRef="#ctx0" brushRef="#br0" timeOffset="-192038.73">5119 10395 5734,'22'3'0,"-8"-1"0,5 0 0,-7 0 0,7-1 0,-7 0 0,2-1 0,-14-3 0,-1 1 0,-1-2 0,0 2 0,1 1 0,-1 0 0,-1 1 0,-1 0 0,0 1 0,0-2 0,2 1 0,-1 0 0,2-1 0,6 2 0,3 0 0,12 4 0,-7-2 0,6 1 0,-3-4 0,9 1 0,-8-1 0,4 2 0,-15-1 0,0 0 0</inkml:trace>
  <inkml:trace contextRef="#ctx0" brushRef="#br0" timeOffset="-191809.73">5160 10647 5734,'63'-13'0,"-29"8"0,14-4 0,0 1 0,-16 4 0,23-3 0</inkml:trace>
  <inkml:trace contextRef="#ctx0" brushRef="#br0" timeOffset="-191262.73">5824 10116 5734,'-15'2'0,"-14"8"0,18-4 0,-13 9 0,14-4 0,-13 29 0,13-18 0,-10 21 0,17-27 0,7 29 0,14-3 0,-1-10 0,1-1 0,12 4 0,1-10 0,-18-18 0,7 9 0,-10-8 0,7 8 0,-13-6 0,-1-2 0,-2 3 0,-2-4 0,-2 9 0,-18 40 0,11-22 0,-14 26 0,8-9 0,7-10 0,6-1 0,3 0 0,4-4 0,23 12 0,5-36 0,0-2 0,4-10 0</inkml:trace>
  <inkml:trace contextRef="#ctx0" brushRef="#br0" timeOffset="-190990.73">6181 10634 5734,'0'4'0,"22"1"0,-8-3 0,19-1 0,-4-3 0,-4 1 0,9-1 0</inkml:trace>
  <inkml:trace contextRef="#ctx0" brushRef="#br0" timeOffset="-190839.73">6700 10605 5734,'-4'-2'0,"25"1"0,-4 0 0,20 0 0</inkml:trace>
  <inkml:trace contextRef="#ctx0" brushRef="#br0" timeOffset="-190698.73">7164 10587 5734,'-12'0'0</inkml:trace>
  <inkml:trace contextRef="#ctx0" brushRef="#br0" timeOffset="-190662.73">7141 10587 5734,'10'-4'0</inkml:trace>
  <inkml:trace contextRef="#ctx0" brushRef="#br0" timeOffset="-189944.73">8024 9895 5734,'22'-36'0,"-14"76"0,-7 20 0,-4-5-637,0-6 0,-1 9 0,-1-11 637,-2-8-45,3 2 0,-1-1 45,2-2 250,1 28-250,8-57 0,25-21 0,-11-7 923,13-9-923,-21-12 580,-28 19-580,4-1 248,-49 40-248,22 10 0,1 9 0,2 7 0,17 0 0,7 5 0,2 16 0,7 0 0,4-18 0,5-1 0,9 2 0,1 3 0,-9-4 0,-2 3 0,-1-7 0,3 19-71,-4 5 0,-9-15 1,-13-48-1,0 0 1</inkml:trace>
  <inkml:trace contextRef="#ctx0" brushRef="#br0" timeOffset="-188629.73">2957 12155 5734,'4'-8'0,"-1"1"0,-1 3 0,6 22 0,-4-5 0,6 20 0,-5-7 0,4 35 0,-4-22 0,-1 3 0,0 2 0,-1 4 0,0-3-878,1 2 0,-2-1 878,0 5 0,-1-4 0,-2-9 0,-1 13 0,-1 9 0,0-11-349,0-1 349,1-28 0,1-4 0,-1 2 0,5-5 0,-2-6 0,4-8 0</inkml:trace>
  <inkml:trace contextRef="#ctx0" brushRef="#br0" timeOffset="-188376.73">3319 12573 5734,'-8'-15'0,"-32"30"0,-2 12 0,25-6 0,-24 9 0,10 6 0,57 13 0,13-18 0,12 1 0,-6-1 0,-14-4 0,0 0 0,15-2 0,0 0 0,0 0 0</inkml:trace>
  <inkml:trace contextRef="#ctx0" brushRef="#br0" timeOffset="-188162.73">3697 12895 5734,'62'-2'0,"-18"0"0,-2-1 0,-4-3 0,17-1 0</inkml:trace>
  <inkml:trace contextRef="#ctx0" brushRef="#br0" timeOffset="-187867.73">4528 12887 5734,'8'-1'0,"-1"0"0,1 0 0,-3 1 0</inkml:trace>
  <inkml:trace contextRef="#ctx0" brushRef="#br0" timeOffset="-187476.73">4891 12531 5734,'4'33'0,"0"-2"0,2 16 0,2 3 0,1 9 0,2 4 0,-1-1 0,0-19 0,-1-1 0,-4-25 0,3 7 0,-6-13 0,3 3 0,-7-16 0,0-3 0</inkml:trace>
  <inkml:trace contextRef="#ctx0" brushRef="#br0" timeOffset="-186758.73">4990 12816 5734,'5'-11'0,"-3"3"0,-3 6 0,-2 4 0,-1 1 0,-10 17 0,5-8 0,-6 12 0,8-12 0,2 0 0,0-1 0,1 7 0,7 2 0,3-1 0,9-4 0,-1-11 0,15-7 0,-7-4 0,4 0 0,-10-2 0,-10 4 0,3-4 0,-4 3 0,1-1 0,-4 5 0,19 3 0,7 1 0,1-1 0,-3 0 0,-20-1 0,1 3 0,-1 1 0,-1 0 0,-2-1 0,0-1 0,-1-1 0,10-1 0,-7 0 0,7-2 0,-8-1 0,-1-1 0,2-2 0,-1-3 0,-1 1 0,0 0 0,-3 4 0,0 2 0,-1-1 0,0 2 0,9 15 0,-4-9 0,7 12 0,0-11 0,-4-3 0,2-1 0,-7-2 0,-4-3 0,-12-2 0,6 1 0,-10-1 0</inkml:trace>
  <inkml:trace contextRef="#ctx0" brushRef="#br0" timeOffset="-185261.73">4861 12691 5734,'6'-2'0,"0"-1"0,-1 2 0,7 2 0,-4 1 0,6 2 0,-7 1 0,5 7 0,6 17 0,0 5 0,5 2 0,-5-2 0,0-1 0,0-4 0,8-17 0,-6 1 0,5-14 0,-16-6 0,15-28 0,-11 15 0,12-21 0,-15 25 0,11-16 0,-5 11 0,5-7 0,-8 16 0,1 7 0,20 18 0,-13-6 0,11 15 0,-9 20 0,-11-18 0,8 17 0,-15-29 0,-1-9 0,-1-1 0,1-2 0,0-2 0,1-1 0,38-37 0,-18 21 0,21-22 0,-27 33 0,-7 10 0,22 18 0,3 4 0,-11-10-141,9 10 0,-3-6 141,-23-20 0,-2-1 0,7-23 0,-8-1 0,-1-23 0,-9 22 0,-25-2 0,17 27 0,-14-1 0,20 10 282,1 2-282,1 10 0,29 25 0,-15-18 0,23 12 0,-23-35 0,0-2 0,15-8 0,-2-4 0,16-13 0,-20 10 0,2-1 0,-17 14 0,3 1 0,-3 2 0,0 0 0,-3 1 0,2 1 0,9-2 0,16-15 0,-7 8 0,16-15 0,-27 18 0,6-2 0,-10 6 0,0 1 0,5 6 0,40 33 0,-29-25 0,28 21 0,-37-40 0,-4 0 0,7-3 0</inkml:trace>
  <inkml:trace contextRef="#ctx0" brushRef="#br0" timeOffset="-184637.73">6399 12713 5734,'-6'-12'0,"3"3"0,-7-2 0,7 6 0,-4 0 0,2 2 0,-11-3 0,6 3 0,-11 0 0,4 14 0,5 6 0,7 21 0,7-16 0,7 6 0,-2-19 0,4 2 0,40-22 0,-30 9 0,28-20 0,-39 1 0,-3-6 0,1 6 0,-5 2 0,-3 18 0,-1 1 0,-2 4 0,0 8 0,5 18 0,-1-11 0,8 7 0,-2-22 0,1-1 0,9-4 0,-5 0 0,6-3 0,-8 0 0,16-13 0,-13 10 0,10-8 0,-18 15 0,-2 2 0,1 6 0,6 10 0,-3-6 0,5 4 0,-6-11 0,2-2 0,24-10 0,-17 4 0,17-8 0</inkml:trace>
  <inkml:trace contextRef="#ctx0" brushRef="#br0" timeOffset="-184145.73">6777 12530 5734,'-32'14'0,"0"0"0,-20 10 0,48-10 0,20 32 0,-5-23 0,26 30 0,-3-31 0,2-5 0,4 7 0,-6-7 0,-1 0 0,0-1 0,-15-7 0,9 5 0,-19-9 0,-10 6 0,-8-4 0,-37 12 0,19-10 0,-27 5 0,36-8 0,-12 2 0,18-5 0,-3 1 0,11-4 0,4 0 0,6-2 0,3-1 0</inkml:trace>
  <inkml:trace contextRef="#ctx0" brushRef="#br0" timeOffset="-183924.73">7220 12817 5734,'-4'9'0,"-1"0"0</inkml:trace>
  <inkml:trace contextRef="#ctx0" brushRef="#br0" timeOffset="-181657.73">1352 14439 5734,'-7'4'0,"-3"0"0,5-1 0,0 0 0,5-3 0,29-2 0,1 0 0,16-2 0,2 1 0,-5 0 0,0 1 0,10-2-447,-11 2 0,-3-1 447,-15 1 0,-2 1 0,-2 1 0,-4 0 0,0 0 0,-2 0 0</inkml:trace>
  <inkml:trace contextRef="#ctx0" brushRef="#br0" timeOffset="-173773.73">5668 8619 5734,'2'-4'0,"1"0"0,3 2 0,7-2 0,17-5 0,-4 2 0,34-7 0,4-1 0,-20 5-695,13-2 0,-5 0 695,-31 7 0,-2 1 0,-1 0 0</inkml:trace>
  <inkml:trace contextRef="#ctx0" brushRef="#br0" timeOffset="-173571.73">5780 8813 5734,'10'-2'0,"1"-1"0,14-2 0,8 0 0,3 2 0,3 0 0,9-1 0,-14 3 0,0 0 0</inkml:trace>
  <inkml:trace contextRef="#ctx0" brushRef="#br0" timeOffset="-172899.73">7654 12321 5734,'-10'-23'0,"10"5"0,5 17 0,7 2 0,7 1 0,33 4 0,-18-3 0,29 4 0,-41-4 0,17 7 0,-25-4 0,7 4 0</inkml:trace>
  <inkml:trace contextRef="#ctx0" brushRef="#br0" timeOffset="-172714.73">7515 12625 5734,'14'2'0,"36"4"0,-10-5 0,5 0 0,18 2 0,0-1 0,-12-1 0,-3-1 0,-6 0 0,0 0 0</inkml:trace>
  <inkml:trace contextRef="#ctx0" brushRef="#br0" timeOffset="-171855.73">2179 15181 5734,'-5'6'0,"3"19"0,2-10 0,2 20 0,3 2 0,0 5 0,1 4 0,2 10 0,0-1 0,-1 2 0,-2-18 0,-1-4 0,3 24-405,-4-22 1,0-4 404,-3-12-223,0 25 223,0-27 0,-1 12 0,1-23 0,-1-4 0,1-1 0,-1-5 0</inkml:trace>
  <inkml:trace contextRef="#ctx0" brushRef="#br0" timeOffset="-171403.73">2433 15370 5734,'-34'23'0,"21"-18"0,-8 21 0,3 5 0,11-11 0,2 41 0,10-27 0,2 19 0,11-22 0,15 3 0,-9-10 0,19 7 0,-25-22 0,28 7 0,-24-9 0,14 1 0,-10-7 0,2-7 0,1-3 0,3-31 0,-22 19 0,0-19 0,-11 26 0,-2-1 0,-13-24 0,7 21 0,-10-16 0,1 27 0,8 4 0,-6 2 0,10 3 0,1 2 0,1 2 0,-2 22 0,5-6 0,1 13 0,5-13 0,15 5 0,5 0 0,1-3-226,0 2 0,-1-4 226,-4-15 0,-8-5 0,-1-2 0,1-3 0,0-3 0,1-2 0</inkml:trace>
  <inkml:trace contextRef="#ctx0" brushRef="#br0" timeOffset="-171178.73">2930 15399 5734,'5'50'0,"-1"-12"0,0-3 0,0-7 0,3 20 0,-4-27 0,11 30 0,-8-25 0,8 29 0,-11-41 0,1 4 0,-3-9 0,0-1 0</inkml:trace>
  <inkml:trace contextRef="#ctx0" brushRef="#br0" timeOffset="-171018.73">2879 15654 5734,'34'-24'0,"-7"4"0,1 12 0,8 0 0,1 2 0,-6 1 0,3-1 0,1 0 0</inkml:trace>
  <inkml:trace contextRef="#ctx0" brushRef="#br0" timeOffset="-170762.73">2597 15449 5734,'-26'-40'0,"7"1"0,21 26 0,23-23 0,-4 18 0,13-9 0,-12 20 0,-5 5 0,0 3 0,1 3 0,-1 1 0,20 22 0,-16-12 0,14 16 0</inkml:trace>
  <inkml:trace contextRef="#ctx0" brushRef="#br0" timeOffset="-170595.73">2975 14920 5734,'-2'-10'0,"1"29"0,3 11 0,3 7 0,1 4 0,5 14 0,-3-19 0,0-1 0</inkml:trace>
  <inkml:trace contextRef="#ctx0" brushRef="#br0" timeOffset="-170022.73">3474 15641 5734,'24'-40'0,"0"-1"0,0 0 0,-3 0 0,-1-2 0,5-2 0,2-3 0,-5 5 0,0-16 0,-15 26 0,-13-20 0,3 33 0,-9-19 0,2 45 0,-11 21 0,7-7 0,-9 23 0,14-8 0,4 3 0,4 5 0,4 2 0,5 9 0,5-3 0,8 12 0,12-35 0,-2-47 0,-15 8 0,15-15 0,-22 13 0,4-6 0,2-5 0,-4 5 0,3-4 0,-5 19 0,-1-1 0,0 11 0,-1 7 0,-2-2 0,16 46 0,1-12 0,5 13 0,-6-28 0,-11-25 0</inkml:trace>
  <inkml:trace contextRef="#ctx0" brushRef="#br0" timeOffset="-169645.73">4055 15370 5734,'1'-6'0,"1"1"0,-3-3 0,0 6 0,-1-2 0,-3 8 0,-10 21 0,7-11 0,-9 18 0,11-10 0,9 14 0,2 1 0,-2-2-143,4 1 0,3-6 143,0-22 0,1-2 0,1-2 0,7-4 0,13-13 0,-7 4 0,4-11 0,-17 7 0,-3 0 143,0-19 0,-5-5-143,-9-4 0,9 5 0,-5 3 0,-30 11 0,20 21 0,-12 3 0,16 5 0,3-1 0,-1 0 0,2-1 0</inkml:trace>
  <inkml:trace contextRef="#ctx0" brushRef="#br0" timeOffset="-169218.73">4221 15416 5734,'11'16'0,"8"38"0,0 5 0,-4-19 0,3 17 0,-2-2 0,-11-28 0,-3-17 0,-3-11 0,-3-13 0,-3-17 0,-7-28 0,8 28 0,-7-32 0,8 30 0,2-18 0,1 18 0,2-8 0,1 32 0,20-3 0,-5 10 0,18 15 0,1 7 0,-13-2 0,23 28 0,-52-25 0,-24 10 0,11-8 0,-15 1 0</inkml:trace>
  <inkml:trace contextRef="#ctx0" brushRef="#br0" timeOffset="-169037.73">4024 15292 5734,'-5'-19'0,"19"37"0,-2-6 0,11 30 0,-18-20 0,-1 1 0</inkml:trace>
  <inkml:trace contextRef="#ctx0" brushRef="#br0" timeOffset="-168869.73">4121 15930 5734,'12'-18'0,"-1"2"0</inkml:trace>
  <inkml:trace contextRef="#ctx0" brushRef="#br0" timeOffset="-168568.73">4964 15060 5734,'-9'36'0,"4"17"0,9-16 0,1 8-836,-1-7 836,0-12 0,-1 0 0,7 37 0,-5-32 0,6 27 0,-7-43 271,3 2-271,12 0 0,-7-8 0,8-4 0</inkml:trace>
  <inkml:trace contextRef="#ctx0" brushRef="#br0" timeOffset="-167793.73">5278 15302 5734,'-11'-3'0,"1"1"0,-3 4 0,3 0 0,-19 12 0,14-4 0,-12 8 0,17-7 0,2 1 0,-6 23 0,9-16 0,-3 18 0,10-24 0,16 16 0,-8-16 0,13 12 0,-4-18 0,-3-3 0,19-13 0,0-8 0,-11-20 0,5 17 0,-4 0 0,-24-14 0,-4 27 0,-6-2 0,0 12 0,-5 19 0,10-3 0,3 19 0,7-25 0,28 19 0,-13-21 0,30 0 0,-34-15 0,4-9 0,-14-5 0,-2-5 0,-1 1 0,-2 2 0,-2 9 0,-1 2 0,-2 29 0,2-11 0,6 25 0,6 2 0,16-18 0,-1 21 0,3-63 0,-22 3 0,3-13 0,-7 9 0,-1-1 0,0 10 0,-2-4 0,0 21 0,1 0 0,1 9 0,13 19 0,5 4 0,-2-2 0,-2-10 0</inkml:trace>
  <inkml:trace contextRef="#ctx0" brushRef="#br0" timeOffset="-167618.75">5579 15134 5734,'-8'-7'0,"2"2"0,3 33 0,0-13 0,-3 24 0</inkml:trace>
  <inkml:trace contextRef="#ctx0" brushRef="#br0" timeOffset="-167419.75">5237 15867 5734,'12'-13'0,"-3"2"0,-4 6 0,-2 2 0,0-2 0,-2 2 0</inkml:trace>
  <inkml:trace contextRef="#ctx0" brushRef="#br0" timeOffset="-166352.75">3411 16445 5734,'11'7'0,"-2"-1"0,0 10 0,-2-3 0,-1 3 0,0 2 0,6 18 0,2 3 0,2 7 0,-4-11 0,-4-13 0,-3-9 0,1 3 0,-3-5 0,1 0 0,-1-5 0</inkml:trace>
  <inkml:trace contextRef="#ctx0" brushRef="#br0" timeOffset="-165862.75">3386 16604 5734,'26'-4'0,"-5"1"0,41 15 0,-33-5 0,3 0 0,3 0 0,27 0 0,-26-3 0,17 0 0,-36-8 0,-8 1 0,3-2 0,-10 2 0,-5-4 0,0 3 0,-3-1 0,2 4 0,-14 8 0,10-3 0,-2 55 0,20-28 0,2 28 0,5-40 0,-7-10 0,1-3 0,27-7 0,-20-1 0,19-8 0,-27-1 0,1-7 0,-6-47 0,-1 34 0,-6-5 0,-2 3 0,-4 20 0,-9-9 0,8 15 0,-4-4 0,8 11 0,1 1 0,1 2 0,-2 11 0,3-5 0,1 7 0</inkml:trace>
  <inkml:trace contextRef="#ctx0" brushRef="#br0" timeOffset="-165650.75">3988 16474 5734,'8'44'0,"-1"-9"0,-1-3 0,0-6 0,3 20 0,-4-27 0,0-2 0,3 11 0,-3-13 0,2 8 0</inkml:trace>
  <inkml:trace contextRef="#ctx0" brushRef="#br0" timeOffset="-165500.75">3933 16614 5734,'65'-7'0,"-14"2"0,-17 7 0,-15 0 0,4-1 0</inkml:trace>
  <inkml:trace contextRef="#ctx0" brushRef="#br0" timeOffset="-165242.75">3719 16506 5734,'-10'-9'0,"11"-2"0,12 7 0,6-2 0,44-2 0,-38 7 0,35-2 0,-52 8 0,3 4 0,-3-1 0,2 2 0</inkml:trace>
  <inkml:trace contextRef="#ctx0" brushRef="#br0" timeOffset="-165049.75">4043 16106 5734,'-10'36'0,"3"-1"0,9 5 0,3 2 0,1 1 0,0-1 0,1-1 0,2-11 0</inkml:trace>
  <inkml:trace contextRef="#ctx0" brushRef="#br0" timeOffset="-164566.75">4621 16609 5734,'20'-1'0,"-5"0"0,8-2 0,-6 0 0,3-1 0,18-5 0,2-1 0,-5 1 0,3-1 0,1 0 0</inkml:trace>
  <inkml:trace contextRef="#ctx0" brushRef="#br0" timeOffset="-164101.75">4630 16445 5734,'-7'2'0,"0"1"0,6 1 0,-1 20 0,-1-12 0,-3 20 0,1-21 0,-1 4 0,-6 5 0,-12 21 0,9-16 0,-6 10 0,19-32 0,4 4 0,12 1 0,9 2 0,1-2 0,0-2 0,0-3 0,22-2 0,-12-1 0,12-1 0</inkml:trace>
  <inkml:trace contextRef="#ctx0" brushRef="#br0" timeOffset="-163734.75">5230 16013 5734,'6'1'0,"-1"2"0,10 48 0,-8-27-559,9 35 559,-12-40 0,0 2 0,0 13 0,-1 4 0,1 8 0,-1-9 0,-1 2 0,2 25 0,-3-37 183,2 22-183,6-18 0,-5-18 23,8 8 0,-7-24 0,2-3 1</inkml:trace>
  <inkml:trace contextRef="#ctx0" brushRef="#br0" timeOffset="-162777.75">5556 16328 5734,'-8'0'0,"-6"3"0,6 1 0,-5 1 0,7-1 0,2 0 0,-10 18 0,8-11 0,-6 14 0,15-3 0,-1-11 0,7 13 0,-3-18 0,19 1 0,-14-6 0,15-3 0,-16-4 0,10-14 0,-3-1 0,3-5 0,-5-5 0,-8 11 0,-4-15 0,-1 0 0,-4 20 0,-1-31 0,-1 60 0,7 36 0,-1-27 0,5 12 0,1-2 0,-1-18 0,7 12 0,-10-21 0,10-4 0,-7-3 0,9-12 0,-9-8 0,-2 2 0,-2-2 0,-3 15 0,-1 0 0,1 0 0,-1 4 0,2 14 0,-1-4 0,4 11 0,-2-12 0,9 6 0,-5-8 0,6 2 0,-6-8 0,0-4 0,10-19 0,-9 7 0,8-16 0,-11 13 0,1-9 0,-3-21 0,-1 18 0,-2-8 0,-2 32 0,-4 5 0,-4 40 0,2-16 0,1 32 0,9-11 0,1-1 0,2 3-186,0 6 1,0 1 185,4-2-1635,6 10 1,0 0 1634,-2-6 0,1-5 0,-1-9 0,-7-30 0,-2-2 0,-1 1 0,-7-10 0,-28-21 0,13 5 248,-18-14-248,15 7 3392,2-2-3392,0-8 0,9 4 0,15-13 0,-2 20 0,7-13 0,-6 22 0,2-1 0</inkml:trace>
  <inkml:trace contextRef="#ctx0" brushRef="#br0" timeOffset="-162551.75">5548 16064 5734,'-3'-17'0,"10"3"0,16 9 0,-2 4 0,15 12 0,-21-4 0,11 7 0,-16-7 0,0 0 0,4 3 0,-6-5 0,4 3 0</inkml:trace>
  <inkml:trace contextRef="#ctx0" brushRef="#br0" timeOffset="-162381.75">5843 15746 5734,'5'18'0,"1"7"0,1 23 0,-2-13 0,1 18 0</inkml:trace>
  <inkml:trace contextRef="#ctx0" brushRef="#br0" timeOffset="-161799.75">2953 17579 5734,'66'-7'0,"0"0"0,1 1 0,-1-1 0,0 0 0,0 1 0,1-1 0,-6 1 0,-5 0 0,-2 0 0,3 0 0,5-2 0,-1 0 0,7-1 0,4 0 0,2-2 0,-1 1 0,-4 0 0,-6 0 0,-10 1-1887,9-2 0,-10 1 0,6-3 1887,-2 2 0,8-1 0,4-2 0,0 0 0,-6 1 0,-11 1 253,12-5 0,-4-1-253,-12 3 0,4 0 0,3-2 0,1 0-116,-2 0 0,3-1 0,1 0 0,-1 0 1,-4 1 115,0 0 0,-3 2 0,-1-1 0,1 0 0,5-2 0,4 0 0,-7 1 0,-17 4 0,-14 3 93,-7 1 0,-5 1 1,-3 1-1</inkml:trace>
  <inkml:trace contextRef="#ctx0" brushRef="#br0" timeOffset="-138413.75">2917 9434 5734,'-3'-8'0,"7"-6"0,7 3 0,5-3 0,26 1 0,-14 7 0,37-2 0,-25 6-1200,15 0 1200,-11 2 0,-9 0 0,2 1 0,3 0 0,3-1 0,13 1 0,0 0 0,-9 0 0,-3-1-599,1 0 1,-2-1 598,19 0 0,-18 0 0,2-1-146,1 0 0,4-1 146,6 1 0,7-2 0,-5 1 0,-3 0 0,-2 0-499,-5 0 0,1 0 1,-6 0 498,14-1 48,-15 1 1,8-2 0,-3 0-49,4 0 0,0-1 0,-6 1 0,2 0 0,-5 0 0,-6 0 0,-6 1 0,-2 0 0,21-5 0,-26 5 1172,22-7-1172,-37 9 285,4-2-285,-7 2 1893,-3 1-1893,1-2 0,-3 0 0,0-1 0</inkml:trace>
  <inkml:trace contextRef="#ctx0" brushRef="#br0" timeOffset="-137565.75">3129 13244 5734,'41'1'0,"-15"-1"0,39 11 0,-23-3 0,-1-1 0,8 1 0,-3-2-1353,-5 0 1,1 0 1352,4 1 0,6 0 0,6-2 0,-5-3 0,6-2 0,3-1 0,-3 0 0,-7 0-885,-4 0 1,-5 1-1,5-1 885,7-1 0,9 1 0,1-1 0,-3 0 0,-12 0 375,-2-1 1,0-1-376,7 1 0,11-1 0,1 0 0,-8 1 0,3-1 0,1 0-103,-2 1 1,10-1-1,0 0 1,-8 1 102,-10 0 0,-4 1 0,-1 0 0,4 0 0,1 1 0,-2-1 0,14-1 0,-1 1 0,1 1 0,-9 1 0,-24 1 0,27 0 169,-33 3 0,-10-3 0,7 3 1</inkml:trace>
  <inkml:trace contextRef="#ctx0" brushRef="#br0" timeOffset="-136362.75">6500 14896 5734,'-7'-5'0,"-3"-3"0,9 7 0,11 20 0,3 17 0,1 13 0,0-3 0,-1-9 0,0 1-321,0 9 1,0 7 0,-4-7 320,-8-13 0,-1-1 0,-1 32 0,-1 3 0,1-25 0,0 0-633,-1 23 0,-1-6 633,1-16 0,-2 21 0,0 3 0,2-4 0,-1-19 0,0 6 0,2-3 0,6 1 0,2-5 0,0 12 0,1-14 0,3-5 0,1-20 0,9 5-1327,21-1 0,3-1 1327,-8 1 0,7-3 0,-8-5 410,-30-10-410,-2 0 1079,-2-1-1079,-1 1 0,-8 15 0,2-7 3392,-11 19-3392,8-14 0,-7 14 0,0 5 0,-1 25 0,4-8 0,1 1 0,6 9-785,7-1 785,3-35 0,-1 1 0,5 31 0,-4-24 0,4 21 0,-5-32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09T06:55:57.82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3193 8116 5734,'7'-6'0,"45"-17"0,-22 10 0,12-2 0,3 1 0,19 2 0,-16 7 0,17 1 0,10-1 0,2 0 0,-4 1 0,-13 1-1418,-3-1 1,-7 1 0,7 0 1417,1 0 0,9 0 0,4-1 0,2 1 0,-4 1 0,-8 0 0,-1 2 0,-4 1 0,-4 1 0,-5-1-658,9 0 1,0 0 657,-6 0 0,8 1 0,-2-1 0,-10 0-84,-8 0 1,-4 0 83,-1 0 0,4 0 0,10 0 0,6 0 0,-5 0 0,-7 0 0,0 0 0,5 0 0,4 0 0,-8-1 0,10 0 0,-19 0 0,2-1 0,7-1 0,0 0 0,-7 0 0,-1 0 0,3-1 0,-3-1 0,-3 0 0,-2-1 1171,-2 0-1171,-4 1 0,27-5 0,-31 6 0,20-4 2642,-36 6-2642,1-2 1493,-3 2-1493,-5-4 0,-1 3 0,-3-2 0</inkml:trace>
  <inkml:trace contextRef="#ctx0" brushRef="#br0" timeOffset="1687">16380 8048 5734,'27'-3'0,"1"0"0,3 0 0,3 3 0,3 0 0,14 1-1853,3 0 0,1 0 1853,7 2 0,-15-2 0,11 0 0,2 1 0,-8-1-882,-1 1 0,0 0 882,-2 0 0,6 0 0,0 0 0,-10-1 0,-6 1 0,1 1-66,13 1 0,12 0 0,2 1 0,-9-1 66,0 0 0,-1 0 0,-3 0 0,8 1 0,0-1 0,-3 0 0,3-1 0,-2 0 0,-8 0 0,-7-1 0,-1 0 0,11 0 0,6 1 0,-10-1 0,2 0 0,-6-1 0,-1 0 0,12 1 0,-14-1 0,-2 0 0,-1 0 0,13-1 659,-12 1 1,2-1-660,-1 0 0,-1-1 0,-1 1 0,-3 0 2711,9-2-2711,-31 0 355,4 2-355,12 1 1143,-14 0-1143,6 1 0,-22-2 0,0-1 0</inkml:trace>
  <inkml:trace contextRef="#ctx0" brushRef="#br0" timeOffset="2635">22326 7921 5734,'32'1'0,"23"2"0,-13 1 0,7 2 0,-3-1 0,-2 0 0,1 0-1241,3 2 0,3 0 0,-6-1 1241,10 5 0,3 1 40,-10-2 0,8 2 0,-2 0-40,8 2 0,-1 1 0,-7-3 0,2 1 0,-4-1 0,2 2 0,-5-1 0,-14-4 0,-1 0 0,7 5 0,-1 1 0,9 3 0,-13 2 0</inkml:trace>
  <inkml:trace contextRef="#ctx0" brushRef="#br0" timeOffset="3668">2719 9171 5734,'23'-8'0,"11"-2"0,3 0 0,6-2-1416,3 1 1,16-3 0,2 0 0,-12 2 1415,-12 4 0,-1 1 0,22-5 0,9-2 0,-14 3 1409,-8 5-1409,9-1 0,1-1 0,-1 2 35,-3 0 0,-4 1-35,-24 6 0,-4 1-12,9 8 1,-13-3 0,8 6 0</inkml:trace>
  <inkml:trace contextRef="#ctx0" brushRef="#br0" timeOffset="5502">8362 10251 5734,'59'3'0,"-23"-2"0,2 0 0,3 0 0,0 0 0,-3 0 0,4 0 0,3-1 0,8 1 0,3-1 0,-2 0 0,12-1 0,-1 0 0,3 0-1063,-9 1 0,3 0 0,-1 0 0,-4-1 1063,2 0 0,-4-1 0,-9 0 0,6 0 430,-19 0 0,2 0-430,10 0 0,1-1 0,-5 0 0,0 1-249,-3-1 1,-4 1 248,2 0 0,-16-1 0,-5 1 3146,-2 0-3146,-7 0 0,-7 3 0,-4 2 0,-2 1 0</inkml:trace>
  <inkml:trace contextRef="#ctx0" brushRef="#br0" timeOffset="7042">1423 9573 5734,'-9'-9'0,"-1"-1"0,3 0 0,1 3 0,2 2 0,1 13 0,3-1 0,-1 11 0,2-1 0,0 5 0,-1 17 0,0 12 0,0-6 0,-1 18 0,0-11 0,1 13 0,-1 1 0,1-14-1976,-1 15 1976,0 1 0,0-4 0,0-21 0,0-1 0,2 10 0,0 2 0,1-5 0,1 3 0,1 0 0,1-13 0,-2-13 0,1 0 0,-2-21 0,0-1 1976,3-2-1976,9-3 0,-3-3 0,5-3 0</inkml:trace>
  <inkml:trace contextRef="#ctx0" brushRef="#br0" timeOffset="13124">2117 12433 5734,'30'-12'0,"11"-1"0,2 0 0,1 2-1254,1 0 0,0 1 1254,0 4 0,5 1-692,-2 2 1,14 1-1,4 0 1,-9 1 691,-1-1 0,6 0 0,-18 2 0,10-1 0,6 0 0,6 0 0,3 0 0,0 1 0,-1 0 0,-4 0 0,-5 0-77,5 2 0,-3 0 1,-2 1-1,-1-1 0,2 1 1,2 0 76,-4-1 0,3 0 0,2-1 0,0 1 0,0 0 0,-1 0 0,-3 1 0,-4-1 0,12 3 0,-3-1 0,-2 1 0,-5 0 0,-6 0 0,0 2 0,-7-1 0,0 2 0,1-1 0,0 1 0,0 0 0,0 0 0,1 0 0,7 1 0,2-1 0,9 1 0,5 0 0,1 0 0,-3 0 0,-9-1 0,7 1 0,-7-1 0,10 0 0,-12-2 0,9 0 0,7 0 0,3 0 0,0 0 0,-4-1 0,-6 0 0,-10-2 0,10 0 0,-10-1 0,5 0 0,-3 0 0,6 0 0,2 0 0,-1 1 0,-5-2 0,14 1 0,-3 0 0,-11-1 0,-16 0 0,-2-1 0,26 1 0,-8-1 0,-32-2 0,-1-1 510,-1 0-510,-1-1 2485,9-2-2485,20-9 0,-19 4 0,11-5 0</inkml:trace>
  <inkml:trace contextRef="#ctx0" brushRef="#br0" timeOffset="113190">6345 6901 5734,'50'11'0,"-9"-4"0,-1-2 0,7-1 0,-1-2 0,3 0 0,-1 0 0,5 1 0,2-1-1004,0 0 1,4 0 0,-10-1 1003,7 0-172,-9 1 1,7-1-1,-8 1 172,10 0-57,0 0 0,-4 0 57,-24 0 0,-5 1 0,-1 1 0,-8 1 0,-6 0 0</inkml:trace>
  <inkml:trace contextRef="#ctx0" brushRef="#br0" timeOffset="114178">12234 10154 5734,'-2'-5'0,"7"-4"0,2 6 0,9-4 0,26 4 0,5 3 0,-1-2-1004,7 1 0,1 0 1004,-7 0 0,4 0-806,-1 0 0,12 0 0,-6 0 806,-12 0 0,1 1 0,13-1 0,7-1 0,-10 2-69,-19-1 1,-1 0 68,15 1 0,8-1 0,-6 0 0,-7 0 0,-1-1 0,11 1 0,7 0 0,1-2 0,4-4 0,1-2 0,-4 0 0,-19 2 0,-2 1 0,4-1-293,15-4 0,8-1 0,-3 0 1,-12 0 292,-13 2 0,-4 0 0,15-3 0,-6 1 2180,-17 4-2180,19-2 0,-15 3 0,1 0 0,16-3 162,3-1-162,-43 10 0,-6 1 0,-1 1 0,-5 2 0</inkml:trace>
  <inkml:trace contextRef="#ctx0" brushRef="#br0" timeOffset="162231">19298 5906 5734,'14'52'0,"0"1"0,-3-15 0,-1 0 0,-3 13 0,-1-2 0,0 5 0,-1-6 0,1 8 0,0-6 0,-2-16 0,0 0-2126,3 32 0,1-3 2126,-4-20 0,1 0 417,1-1 0,-2 2-417,-6 22 0,4-27 0,-2-2 0,-10 2 0</inkml:trace>
  <inkml:trace contextRef="#ctx0" brushRef="#br0" timeOffset="166046">1668 7426 5734,'8'35'0,"10"28"0,-2-7 0,2 3-2254,-3-10 1,1 1 2253,4 14 0,0-1 0,-7-24 0,-1-3 476,-1 0 0,3 5-476,3 7 0,4 10 0,1 0 0,-3-6-856,1 3 0,0 1 856,-1-6 0,2 6 0,0 0 0,-1-4 0,-3-5 0,0-4 0,-1 4-117,-1 0 0,0 3 0,0 1 1,-1-2 116,3 3 0,-1-1 0,-1 1 0,1 7 0,-1 2 0,-5-11 0,-6 3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09T06:59:09.63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10705 6808 5734,'56'3'0,"-5"-1"0,-14 5 0,-1-1 0,-1 1 0,8 1 0,2 3 0,12 3 0,-5-1 0,10 1 0,1-2 0,-1-4 0,-19-3 0,7 0 0,-4-3 0,-7-2 0,2-2 0,5-1 0,7-1 0,2 0 0,-5 0 0,10-1 0,4-1-709,-15 3 0,9-1 1,5-1-1,0 1 1,-5 0-1,-10 0 709,11 0 0,-4 0 0,-6 1 0,6 0 0,1 0 0,-7 2 312,11 3 1,-6 2-313,-15-2 0,2-1 0,7 1 0,4-1 0,-2-1 0,8-3 0,-6-1 0,-13 2 0,-2-1 0,7-3 0,-4 0-264,-11 1 264,8-1 3145,13-3-3145,6-2 0,4 1 0,-24 3 0,0 1 168,23-5 0,2 1-168,-12 3 0,-6 2 0,6-1 0,0 0 0,-7 2 0,-27 3 0,1 0 0,-11 1 410,-1 0-410,3-2 0,-4 1 0,0 0 0,-6 1 0</inkml:trace>
  <inkml:trace contextRef="#ctx0" brushRef="#br0" timeOffset="5893">18627 6713 5734,'15'-7'0,"29"3"0,18 6 0,-9 6 0,9 7 0,5 2 0,2 0 0,-3-4 0,-2-4 0,-1-2 0,1-1 0,1 1 0,3 1-809,-6 2 0,3 2 1,2 1-1,1 0 1,-3 0-1,-3-2 0,-7-3 809,5-1 0,-6-3 0,-3 0 0,-2-2 0,7 0 0,-2-2 0,-9-1 372,20-1-372,-3-2 0,-1 1 0,-4-1 0,9-1-112,-15 3 1,6 0 0,0 1 0,-5-1 111,-3-1 0,-3 1 0,2 0 0,20 0 0,3 1 0,-20 0 0,-28 2 0,3 0 332,-3-2 0,-15-1 0,4-2 0</inkml:trace>
  <inkml:trace contextRef="#ctx0" brushRef="#br0" timeOffset="8389">12837 7655 5734,'21'0'0,"14"0"0,6 2 0,10 0 0,-3 1 0,-2-1 0,7 0-809,-7-1 0,11 1 1,7-1-1,2 1 1,0 0-1,-7-1 0,-9 0 809,2-1 0,-9 1 0,7-1-15,9 1 0,10-1 1,2 1-1,-6-1 1,-15 0 14,-10-1 0,-6-1 0,2 1 0,3 0 0,3 1 0,4-1 0,5 0 0,3 1 0,6-1 0,0 1 0,-3-1 0,0 0 0,-3 0 0,3 1 0,-5-1 0,3 1 0,-2-1 0,-8 1 0,-2 0 0,-2 0 0,23 0 0,0 0 0,-18 1 0,1-1 0,18 0 0,-1 0 0,-24 0 0,-3 0 0,18-1 891,10 0-891,-48 0 237,7-1-237,-15-1 0,1-1 0,-8 0 0</inkml:trace>
  <inkml:trace contextRef="#ctx0" brushRef="#br0" timeOffset="9604">16789 7751 5734,'7'1'0,"8"0"0,8-2 0,4-1 0,7 0 0,11-1 0,12-2 0,-13 1 0,7 0 0,-3 0 0,7-1 0,-1 1-941,-7 0 0,2 0 0,-4 1 941,-5 0 0,-1 0 0,17 1 0,-1-1 0,-19 2 0,-1-1 0,21 0 0,-1 1 562,0 1-562,-9 0 0,1 0 0,9-1-457,-14 1 1,-2 0 456,-5-2 0,2 2 0,0 1 0,-5-1-55,26 3 55,-50-2 479,1 2 1,-5-2 0,2 0 0</inkml:trace>
  <inkml:trace contextRef="#ctx0" brushRef="#br0" timeOffset="13482">11934 8964 5734,'36'-2'0,"0"0"0,5 0 0,-5 0 0,10 1 0,11-1 0,13 0 0,2 0 0,-9 0 0,2-1 0,1 1-299,-15 0 0,7 0 0,4 0 0,-3 0 0,-8-1 299,-3 1 0,-6-1 0,3 1-1119,19-2 1,5 0 0,-5 1 1118,2-1 0,0 0 0,-6 1 0,4-1 0,-14 1 938,-12 0-938,0 0 0,1-1 0,12-1 0,-16 2 0,0-1 0,27-4 0,-39 6 0,18-5 130,-37 6 0,-3-2 0,0-2 0</inkml:trace>
  <inkml:trace contextRef="#ctx0" brushRef="#br0" timeOffset="14493">16548 8844 5734,'15'3'0,"2"1"0,20 1 0,5 0 0,2 1-1668,13-1 0,0 1 1668,-7-3 0,17 1 0,-19-1 0,0 0 0,15 1 0,-13 0 0,-1-1 890,3 0-890,4 1 0,9-1 0,-10 1 0,3-1 0,-1 0-521,-9 0 0,-2 0 1,1-1 520,5 2 0,0-1 0,-9 0 0,-4-1 0,-1 0 0,4-2 0,2 0 0,20 0 0,-24-1 0,-2 1 0,5-1 0,-31 1 1357,8 0-1357,-13-6 58,2 1-58,-8-4 648,-3 3 0,2 0 0,-1-1 1</inkml:trace>
  <inkml:trace contextRef="#ctx0" brushRef="#br0" timeOffset="18830">7083 10154 5734,'10'-1'0,"30"-1"0,13 2 0,-1 0 0,6 1 0,-10-2 0,5 0 0,1 0 0,-5 0-1453,15 1 1,-4-1 1452,3-2 0,-8 0 0,-14-3-245,14-3 0,16-4 0,-7 2 245,-16 2 0,3-1-419,1 1 0,12-2 0,3-1 0,-5 1 1,-12 2 418,-6 2 0,-4 0 0,7-1 0,3 0 0,-10 2 0,-9 2 0,0 0 0,8 0 0,1-1 0,0 0 281,0 0 1,-2 1-282,-11 0 1055,10 0-1055,8-6 0,2-1 0,0 2 1516,-4-1 1,-4-1-1517,-13 3 320,-6 0-320,7 1 0,-12 1 0,-6 5 0</inkml:trace>
  <inkml:trace contextRef="#ctx0" brushRef="#br0" timeOffset="20386">20135 10268 5734,'43'4'0,"0"2"0,18 3-2055,-9 1 2055,-11-2 0,2 1 0,2 0 0,14 2 0,-12-2 0,0 0 0,6 0-74,-2-1 0,13 1 0,-2-1 74,-9-4 0,-1 0 0,2 0-686,11 3 0,3 0 1,-5-1 685,5-4 0,-10-1 0,-8-1-49,9-1 1,16-1-1,-10 0 49,-23 0 0,1 0 0,19 0 0,7 0 0,-16-1 683,-23-1-683,-18-1 0,-3 1 0,-4-2 0</inkml:trace>
  <inkml:trace contextRef="#ctx0" brushRef="#br0" timeOffset="23996">18626 7951 5734,'-4'-3'0,"0"-1"0,1 6 0,-1 1 0,-23 45 0,14-23 0,-19 32 0,11-25 0,-4 3 0,5-7 0,-2 1 0,-15 19 0,4-7 0,0 1 0,12-14 0,2-1 0,-4 3 0,3-2 0,2 5 0</inkml:trace>
  <inkml:trace contextRef="#ctx0" brushRef="#br0" timeOffset="26426">20722 9135 5734,'-18'-6'0,"-11"1"0,-32 14 0,16-1-878,12 2 0,1 3 878,2 7 0,-1 4 0,-9 20 0,-1 6 0,16-15 0,1 1 0,-15 17 0,4 4 0,16-5 0,7 2 0,8-3 0,3 0 0,-3 1 0,3-1 274,3-4 1,5 0-275,10 8 0,2-3 0,4 6-597,-2-7 0,3-4 597,2-12 0,19 8 0,-8-20 0,3-1 0,-8-4 0,1-2 0,17 2 0,8-7 0,-8-13 0,7-6 0,1-3 0,-4 0 0,3-1 0,-3-1 0,3-1 0,-3 2 0,4 1 0,0-4 0,-2-6 0,-10-7 0,1-7 0,-2-3 0,-4 2 0,-7 5-1066,0-1 1,-2-1 1065,3-2 0,7-7 0,-3 0 0,-10 5 0,-12 3 0,-5 4 324,6-20-324,1-15 0,-15 5 0,-7-5 0,-5 16 0,-4-1 0,6-16 0,-8 1 0,-11 24 0,-6 1 0,1 8 0,-15-7 0,-3 1 0,-15 8-118,13 29 1,-11 11-1,-4 5 1,3 2 0,8-6-1,-10-3 1,0 1-1,7 8 1,0-1 0,0 0-1,0 0 1,0 1 0</inkml:trace>
  <inkml:trace contextRef="#ctx0" brushRef="#br0" timeOffset="35809">20724 12875 5734,'49'5'0,"0"1"0,2-2 0,4 1 0,-6-1 0,-8 0 0,-1-1-2104,27 1 1,0 1 2103,-26-3 0,-2 1 0,18 0 0,7-1-145,-9 0 0,7 0 0,3-1 0,-2 0 145,-4 0 0,-1 0 0,0 0 0,2-1 0,4 1 0,2 0 0,-2-1 0,-5 0-236,-2 0 0,-3-1 0,-7 0 236,-7-1 0,0 1 0,2-1 0,4 0 0,8-2-40,2 0 0,10-2 0,5 0 0,1-1 0,-3 1 1,-10 1 39,9-1 0,-8 2 0,7-1 0,-11 0 0,9-1 0,4-1 0,-5 1 0,-9 1 0,-16 2 0,-2 0 0,29 6 0,3 0 0,-11-2 0,-5 1 0,9 3 0,-16-2 0,-23-2 1306,25 4-1306,-41-6 0,-1 1 0,-4-2 0</inkml:trace>
  <inkml:trace contextRef="#ctx0" brushRef="#br0" timeOffset="51290">25356 8236 5734,'-1'43'0,"0"0"0,3 14 0,0 7 0,1 0 0,-1-6 0,0 0 0,0 10-708,0-16 0,0 10 1,0 5-1,0 3 1,0 0-1,0-1 1,0-7-1,-1-6 708,0 3 0,0-8 0,0 0 0,0 6 82,-1 3 0,2 4 0,-1 4 0,0 2 0,-1 0 0,-1-2-82,-1-6 0,-1 2 0,-1 0 0,0 0 0,0-2 0,0-5 0,0-5 0,1 14 0,0-9 0,-1 12 0,0-18 0,0 8 0,-1 5 0,0 5 0,-1 3 0,1 2 0,-1 0 0,0-1 0,0-3 0,0-4 0,0-3 0,0 0 0,0-2 0,-1 1 0,1-2 0,0 0 0,0-1 0,0-1 0,0 0-81,-1 8 0,1-1 0,0-1 1,1 0-1,-1-1 0,0 0 1,0 1 80,-1 4 0,-1 4 0,1 2 0,-1-3 0,1-6 0,2-8 0,1-13 0,1-5 0,0-7 0,-1 12 0,-2-2 0,-4-2 0,-3 24 0,3-56 0</inkml:trace>
  <inkml:trace contextRef="#ctx0" brushRef="#br0" timeOffset="64332">12622 14980 5734,'42'12'0,"-3"-1"0,-16-3 0,26 9 0,-16-7 0,21 7 0,-8-5 0,4-1 0,2-1 0,-19-3 0,1 0 0,17 2 0,2 0 0,-16-5 0,5-1-1416,12-1 1,11-1 0,2-1 0,-7 1 1415,-12 0 0,-4-1 0,5 1 0,2-2 0,6 0 0,3 0 0,0-1 0,0-1-15,-1-1 0,2-1 1,-1-1-1,-2 1 1,-3 0 14,9 1 0,-3 0 0,6 0 3,-10 0 0,7 1 0,3-1 0,0 1 0,-1 1 0,-6 2-3,9 1 0,-5 3 0,-2 0 0,-2 0-6,3-1 0,-2 0 0,-1 0 6,8 3 0,0 0 0,-13-1 0,2-2 0,-15-1 0,10 0 0,5 0 0,1 0 0,-3-1 0,3-1 0,2 1 0,-1-1 0,-1 1 0,6 0 0,-2 1 0,0-1 0,0 0 0,4 0 0,3-1 0,-6 0 0,-17 0 0,-7 0 0,13 1 0,5 0 0,-19 0 0,0-1 0,19 1 0,0-1 0,-18 0 0,3-1 0,14 2 0,8 0 0,-7 0 0,-10 0 0,-1 0 0,12 0 0,5 2 0,-14-1 0,-11 1 0,3 3 0,1-1 0,5 1 565,-5 0 1,-3-1-566,-6 0 0,11 1 0,2 0 0,0 0 0,6 1 0,-2 0 0,-17-3 0,7 0 0,0 0 0,-3 0 0,29 1 513,-39-2-513,23 1 0,5 2 0,4 0 0,-24-3 0,1 1 1523,20 2 0,-3-1-1523,-13-1 0,7 0 0,6-1 0,5 0 0,0 0 0,-1 0 0,-1 0 311,-9-2 0,-7 0-311,-9 1 0,4-1 0,1 1 0,5-1-408,-6 0 1,0 0 407,-4-1 0,-1 0 0,15-1 0,18-1 0,4 0 0,-32 1 0,-1-1 0,29 0 0,2-1 0,-19 0 0,-3-1 0,-8 2 0,2 0 0,7-1 0,5 1 0,-6 1 0,20-1 0,-26 2 0,1 2 0,20 1 0,-11 1 386,11-1-386,-20 0 0,0 0 0,20 2 0,-22-2 0,-2 0 0,7 1 0,-31-3 851,5 2-851,19-1 0,-14 0 0,13-2 0,-25-1 0,1 0 0,0-5 0,-1 2 0,-1-5 0</inkml:trace>
  <inkml:trace contextRef="#ctx0" brushRef="#br0" timeOffset="69115">21251 14979 5734,'47'1'0,"0"0"0,18 0 0,-3 1 0,5 1-529,-4 0 0,3 0 529,-7 2 0,4 0 0,-3 0-955,-12-2 1,-3 0-1,-1 0 955,21 3 0,-8 0 0,-6-3 340,-9 0 1,2-1-341,-3 0 0,2 0 0,21 1 0,-2 0 0,-24-1 0,-4 0 0,25-1 0,-49-1 0</inkml:trace>
  <inkml:trace contextRef="#ctx0" brushRef="#br0" timeOffset="74504">2600 15975 5734,'24'0'0,"17"0"0,-6 1 0,1 0 0,1 0-2322,13 0 2322,-15 0 0,1 0 0,20-1 0,-14 0 0,8-1-719,0-1 1,8 0 0,1-1 0,-5 0 718,-6 1 0,-3 0 0,4 0-135,6-1 0,6 0 0,-3 0 1,-8 0 134,-9 0 0,0 1 0,13-1 0,9-1 0,3 1 0,-12 2 0,4-1 0,1 0 0,-1 1 0,-2-1 0,0 0 0,-2 0 0,-1 0 0,2 0 0,6 0 0,3 1 0,-2 0 0,-3 1 0,3 1 0,-4 2 0,-5 0 0,-3-2 0,1 2 0,-3-2 0,8 2 0,-2-1 0,-9 0 0,-10-1 0,-2 0 0,29-2 0,-3-1 0,-18 0 843,-3-1 1,-1 0-844,-8-1 236,20-8-236,-12 1 0,6-4 0,-1-8 0,-25 14 3185,17-12-3185,-21 13 626,11-6-626,-10 7 0,7-4 0,-17 10 0,-1 0 0,6-2 0,-5 1 0,5-1 0,4-1 0,-6 1 0,8-3 0,-11 3 0,9-13 0,-9 7 0,7-9 0,-9 9 0</inkml:trace>
  <inkml:trace contextRef="#ctx0" brushRef="#br0" timeOffset="75473">7084 15905 5734,'19'-2'0,"22"7"0,-13-1-1401,31 6 1401,-27-6 0,14 1 0,6-1 0,-9 0 444,15-1-444,-15-2 0,6 0 0,-6-1 0,23 1-731,-15-3 1,13-1 0,0-1 0,-13 1 730,9-2 0,7-3 0,-5 0-338,-33 3 338,-2 0 460,-2 0-460,8-1 0,1 0 0,-8 1 0,29-5 0,-51 9 3212,1 1-3212,-3 1 0,0 0 0,-4-1 0</inkml:trace>
  <inkml:trace contextRef="#ctx0" brushRef="#br0" timeOffset="83693">17512 6871 5734,'-13'40'0,"-1"1"0,2 6 0,0 4 0,2-5 0,3-11 0,1-1-522,-4 26 0,3-1 522,8 7 0,15-13 0,6 0 0,-4-13 0,4-2 0,5 9 0,6-7 0,-2-21 0,4-7 167,4-4 1,4-5-168,3-5 0,5-4 0,-4 0 0,4 0 0,-3-1-706,14-10 1,-7-3 705,-16-4 0,10-18 0,2-5 0,-25 22 0,0-1 0,5-6 0,4-4 0,-5 2 0,-6 1 0,-2-1 0,5-14 0,0-2 0,-5 9 0,-1 0 0,5-17 0,-5 3 0,-7 3 0,-8-5 0,-3-1 0,-7 6-262,0 6 1,-4 4 261,-6 9-24,-9 1 0,-5 0 24,0 9 0,-3 0 0,-1-6 0,-2 3 736,-10 9 0,-2 10-736,-3 17 0,1 5 0,9-8 0,2 3-196,-10 11 0,8 5 1,14 4-1,2 2 1</inkml:trace>
  <inkml:trace contextRef="#ctx0" brushRef="#br0" timeOffset="85646">2099 8117 5734,'21'7'0,"-7"-2"0,2 1 0,-8-3 0,0-1 0,-2 1 0,3 3 0,-4 0 0,2 7 0,-5 0 0,-1 24 0,-2 16 0,1-5 0,0-15 0,0 2-224,-2 25 1,1 10-1,-1 0 224,0-10 0,1 0 0,0-4-1399,-1 8 0,0 0 1399,1-5 0,0 2 0,1-7 0,0-16 0,0-3-43,0-1 0,1 5 43,0 22 0,1 12 0,0-8-740,0-14 0,1 1 740,-1 1 0,1 8 0,0 0 0,0-11 0,0-13 0,0 0 0,2 16 0,1 9 0,0-8 0,-2-15 0,0 0 0,3 28 0,0-1-334,-3-26 1,-1-3 333,2 21 402,-1-10 1,-1 9-1,1-4-402,-1 0 0,0-1 0,-1-4 0,0 4 0,3-2 0,3-2 0,2-2 0,0-6 0,5 16 0,15 0 0,5-6 0,-8-27 0,27 18 0,-26-24 0,13 12 0,2 4 0,-5-1 0,2 3 0,-4-1 0,-23-4 0,-2 3 37,-8 1 1,-4 13-38,-7 0 0,-5 13 0,-3 8 0,-3 5 0,1-1 0,2-5 0,4-10-274,2 8 0,3-9 0,-3 10 274,-2-7 0,-4 11 0,-3 7 0,1 0 0,3-6 0,4-12 0,7-16 1136,14 5-1136,10-11 0,7 5 0,-2-6 0,14 11 0,0-5 0,6 1 0,3-14 0,0-4-402,-10-6 1,0-1 401,14 8 0,0-1 0,-9-8 0,-2-4-138,-6-4 1,0-1-1,0-1 1,0-2-1,31 0 1</inkml:trace>
  <inkml:trace contextRef="#ctx0" brushRef="#br0" timeOffset="93397">10732 13726 5734,'-30'10'0,"2"1"0,-1 4 0,-18 23 0,13-9 0,-9 14 0,22-7 0,7-1 0,5 10 0,10 10 0,7 14 0,3 3 0,0-8 0,-1-4 0,0-5 0,3 3-731,1 4 0,1 7 0,2-4 0,1-13 731,6-12 0,-2-10 0,-1-1 0,-1-1 0,18 27 0,-12-12 0,0 1 0,-5-10 0,-1 0-483,6 14 1,-4-3 482,-9-11 0,-3 7 0,-1 5 0,-4-4 0,-2 1 0,2-1 0,-1 0 964,-2-5 0,-1-4-964,0-8 0,12 24 0,-5-25 0,22 28 0,1-36 0,2-4 0,13 10 148,-9-10 0,-1-2-148,-2-4 0,1 1-947,14-1 0,15 2 1,-8-2 946,-17-1 0,1 0 0,12 0 0,11 2 0,2-1 0,-7 0 0,-9-3 0,-4 0 0,1-1 0,0 1 0,0 0 0,2 0-14,8 0 1,1 0 0,2 0 13,7-1 0,3 0 0,-5 0-397,-14 0 1,-4-1 0,4 1 396,16-1 0,3 1 0,-8-2 0,-15 0 0,-4 0 0,-1 0 0,7 0 0,-1-3 0,11 0 0,6-1 0,2-1 0,-4 1 0,-8 0 0,1 0 0,-7 1 0,9-1 0,0-1 0,10 0 0,5-1 0,0 0 0,-2-1 0,-8 1 0,0 0 0,-6-1 0,-1 0 0,4 2 0,2 0 0,2 1 0,1 1 0,1 0 0,0 1 0,3 1 0,1 1 0,-1 0 0,-1 1 0,-4 0 0,0 0 0,-3-1 0,-2 2 0,-5 1 0,0 4 0,-3 2 0,-12-2 0,-7 0 0,4-1 0,-1 0 0,0 0 980,27 4-980,-43-9 0,33-6 0,-24 1 0,28-4 0,-31 3 0</inkml:trace>
  <inkml:trace contextRef="#ctx0" brushRef="#br0" timeOffset="94491">20433 13275 5734,'-41'-19'0,"23"10"0,-14-2 0,30 12 0,0 0 0,3 2 0,1 2 0,2 1 0,29 38 0,-16-22 0,22 28 0,-15-21 0,0 0 0,14 21 0,-13-19 0,0 4 0,4 18 0,-4-2 0,-8-10-1402,2 4 1,-3-1 1401,-10-15-639,-1 16 1,0 3 638,-2 1-408,0 0 0,-1-2 408,-3-8 0,0 10 0,-2 2 0,1 8-419,0-5 0,-1-2 419,1-5 0,-1 2 822,2-18 0,0 7-822,-1 20 0,1 10 0,0-3 0,1 2 0,1 0-174,-2-3 1,1 3-1,0-9 174,2-19 0,0-6 0,0 3 861,2 13-861,0-14 0,0 4 0,1 5 0,-1 0 0,0-6 0,1-2 367,-1 2 1,-1-6-368,-1-6 0,0 6 0,-13 17 0,-4 1 0,3-13 0,-3 12 0,-3-4 0,-1-27 0,-22 2 0,-5 0 0,6-1-355,-6-1 1,3-4 354,25-12 2077,1-1-2077,-1 1 0,-35-3 0,25-1 0,-34-2 0,40 1 0,-20-3 0,20 2 0,-18-2 0,21 1 0,-4-1 0</inkml:trace>
  <inkml:trace contextRef="#ctx0" brushRef="#br0" timeOffset="98373">10279 5787 5734,'-4'-2'0,"7"3"0,2 0 0,8 4 0,2 1 0,5 1-1131,28 2 0,17 3 1,-6-3 1130,-20-2 0,5-1 0,4-1 0,15 1 0,7 0 0,1 0 0,-4-1 0,-10-1-757,1-2 1,-8-1 0,5 0 756,10 0 0,7 1 0,-2-1 0,-7 0-37,6-2 1,-8 0 36,-16 0 0,2 0 0,5-1 0,6 1 0,6 1 0,-9 0 0,5 2 0,2-1 0,-1 1 0,-4-1 0,-2 0 0,-3-1 0,-1 1 0,2 0 0,15 1 0,4 1 0,-4 0 0,-13 0 0,-17 0 0,-6-1 140,1 0 1,2 1-141,10 1 0,6 0 0,-4 0 0,-7-1 0,0 0 171,5 1 1,4 0 0,-7-1-172,11 1-266,7-3 1,12 0 0,-9-1 265,-24 1 0,0-1 0,22 0 0,9 0 0,-18-1 754,-22-1-754,0-1 0,6-2 0,2 0 0,-1-1 0,-1 1 0,-2 0 0,-11 1 35,43-3-35,-21 2 0,-5 1 0,-1 2 0,-7 0 1175,-3 2-1175,-5 1 3205,14 2-3205,5 1 0,-9 0 0,-13-2 565,-12 0-565,3 3 0,-4-1 0,3 10 0,-7 6 0,0-1 0,-1 7 0,-3 2 0,-2 11 0,0 3 0,0 10-1515,0-8 1,0-1 1514,0-9-594,0 13 1,0 1 593,-1 1-311,1-1 1,1-3 310,0-14 0,2-2 0,3 15 0,1 1 0,-1-8 968,1 5 0,0-5-968,-2-26 1445,2 6-1445,-2-9 1010,1 4-1010,-3-10 0,0-1 0,-3 2 446,2-1-446,-1 3 0,-1-4 0,0 0 0,-3-1 0,-1 0 0,-30 1 0,15 0 0,-37 2 0,30-1 0,-20 7 0,-6 1 0,16-1 0,-3 0 0,-11 2 0,-7 2 0,6-2 0,9-2 0,0 0 0,-15 1 0,-8 0 0,11-3 0,-9 1 0,5-1 0,-5-1 0,20-1 0,-2-1 0,4 0 0,-6 0 0,-3 0-1052,-12 1 0,-7-1 1,7 0 1051,17-2 0,2 0 0,-19-1 0,4-1 0,1 0 0,9 0 0,-15-1 0,-2-1 0,10 1 0,-4 0 0,2-1-478,6 0 0,-7 1 0,1-1 0,11 0 478,7-1 0,8 0 0,-14-2 0,5-1 0,2-2 0,-1-1 0,-15-5 755,17 5 0,2-1-755,-2-3 0,-21-8 0,23 10 0,0-1 0,2 1 0,-1-1 0,-17-2 0,4 3 0,13 4 1893,-26-5-1893,35 8 0,1 1 0,-32-2 0,26 2 0,-22-2 0,31 3 0,-1-1 0,-21 1 0,-3 0 0,3-1-58,-5 1 1,2 0 57,13 1-74,-11 0 0,-4 0 74,11 0 0,0 1 0,-15-1 0,-2-1 279,1-2 0,4-3-279,-14-8 0,29 9 0,2-2 0,2-5 0,22 8 1190,-14-9-1190,13 7 179,-10-6-179,15 10 0,0-3 0,-2-5 0,3 3 0,1-22 0,5 18 0,0-15 0,0 17 0,10-25 0,-6 16 0,8-17 0,-9 21 0,6-16-1131,1-24 0,4-17 1,-3 8 1130,-4 24 0,0 0 0,4-26 0,2-8 0,-5 18 0,-10 26 0,0-6 0,0-1 0,-1-1 0,0 0 0,0-1 0,-2-8 0,0 15 0,0-6 0,1 26 3392,3 12-3392,-1 4 0,2 10 0,1 2 0</inkml:trace>
  <inkml:trace contextRef="#ctx0" brushRef="#br0" timeOffset="107749">14325 5166 5734,'-6'5'0,"-13"20"0,-6 10 0,-12 16 0,0-1 0,0-1 0,0 0 0,4-7 0,-3 3 0,5-10 0,2-3 0,-5 6 0,6-7 0,2-3 0,9-11 0,-3-4 0,3-3 0,1-5 0</inkml:trace>
  <inkml:trace contextRef="#ctx0" brushRef="#br0" timeOffset="108110">13795 5494 5734,'1'51'0,"0"0"0,0 5 0,0-4 0,-4-3 0,2 0 0,2-11 0,0-18 0,9 9 0,20-43 0,-8 15 0,12-35 0,-21 20 0,6-5 0,6-7 0,-3 5 0,3-2 0</inkml:trace>
  <inkml:trace contextRef="#ctx0" brushRef="#br0" timeOffset="120976">12427 4934 5734,'3'25'0,"0"-1"0,-9 23 0,-3 4 0,0-1 0,-4 10 0,-7 10 0,-6-12 0,-5 3 0,2-7-1739,8-8 1,-1-1 1738,-7 10 0,-3 5 0,5-10 0,0-2-479,-2 3 1,0-1 478,0-2-157,3-1 0,5-16 157,17-34 0,0-2 0,1-1 0</inkml:trace>
  <inkml:trace contextRef="#ctx0" brushRef="#br0" timeOffset="121291">11874 5743 5734,'12'63'0,"1"-1"0,-3-12 0,4 13 0,1-7 0,-5-36 0,6 4 0,41-5 0,-11-21 0,17-2-595,-30-25 595,-15 10 0,2 0 0,19-20 0,3-3 0,-3 7 0,3-5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09T07:04:09.76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13917 5127 5734,'16'4'0,"28"2"0,8 0 0,-17-3 0,3 0 0,12 2 0,9 0 0,2-1 0,-9-1 0,2-2 0,0 1 0,-2-1 0,8 1 0,-2 0 0,8-1 0,-10-1 0,8 0 0,4 0 0,-1-1 0,-4 0 0,-10 0-1877,-1 1 0,-7-1 0,3-1 1877,10 0 0,6 0 0,-4-1 0,-14 1 0,2-3 702,-2 0 1,6-1-703,-1-1 0,0 0 0,-2 1 0,-1 0 99,-1-2 0,-9 2-99,-14 1-312,29-6 312,-31 6 0,17-3 2894,-27 4-2894,7-1 0,-7 0 0,0 1 932,-8 0-932,-16 3 128,3 1 1,-10 1-1,7 1 1</inkml:trace>
  <inkml:trace contextRef="#ctx0" brushRef="#br0" timeOffset="9612">7663 9498 5734,'22'22'0,"-8"-9"0,11 11 0,-11-12 0,1 0 0,35 26 0,-23-18 0,26 18 0,-19-14 0,-3-2 0,1-1 0,1 3 0,-1-2 0,-13-10 0,21 20 0,0 3 0,-9-6 0,0-1 0,4 7 0,5 7 0,-21-21 0,0 0 0,1-1 0,-12-11 0,3 3 0,0-1 0,4 8 0,-1-2 0,0 2 0,-7-9 0,-2-2 0,0 0 0,9 15 0,-7-11 0,7 11 0,-7-10 0,5 10 0,-1-2 0,0 4 0,-3 4 0,-4-15 0,2 11 0,-3-9 0,4 36 0,-3-25 0,2 26 0,-5-39 0,2 26 0,-1-20 0,2 32 0,-2-11 0,-1-8 0,1 12 0,-2-9 0,-1-10 0,1 15 0,-2-26 0,1 5 0,-6 43 0,4-38 0,-1 9 0,0 1 0,-3 3 0,3-12 0,-5 17 0,5-15 0,0-5 0,-1 9 0,2-16 0,0 5 0,-2 7 0,1-12 0,0 10 0,-3 6 0,-1 10 0,0-5 0,2-1 0,3-25 0,-4 26 0,4-19 0,-5 19 0,0 1 0,4-20 0,-4 19 0,2-9 0,3-13 0,-2 13 0,1-4 0,1-4 0,-4 19 0,5-19 0,-4 16 0,0 0 0,3-13 0,-7 37 0,9-49 0,1 0 0,-3 22 0,1-2 0,-2 7 0,0 7 0,2-26 0,-1 14 0,2-20 0,0 1 0,0 37 0,1-29 0,0 35 0,1-9 0,0-19 0,2 19 0,-2-32 0,0 30 0,-1-22 0,1 29 0,0-9 0,-1-14 0,-1 12 0,0-27 0,-4 38 0,4-28 0,-5 38 0,-3 2 0,4-29-386,-4 28 386,6-46 0,1 0 0,-5 27 0,3-21 0,-3 20 0,-1-11 0,-11 25 0,6-15 0,-6 10 0,3-17 0,6-16 0,-6 16 0,9-21 0,-15 26 0,9-20 0,-10 20 0,8-18 386,-12 16-386,1-4 0,-3 3 0,-3 5 0,-2 1 0,-5 6 0,1-2 0,14-18 0,2-2 0,-15 18 0,19-23 0,-11 8 0,9-7 0,-2-1 0,13-14 0,-23 20 0,16-16 0,-17 16 0,2-2 0,14-12 0,-15 14 0,19-19 0,-14 10 0,-2 0 0,5-5 0,-12 9 0,-1-1 0,7-8 0,-9 5 0,-1-3 0,16-8 0,-11 3 0,9-5 0,-11-4 0,-1-2 0,0 1 0,-29-5-351,48 0 351,-1 0 0,-15-1 0,-2 0 0,2 1 0,0 0 0,-4-1 0,3 0 0,1 0 0,-12-6 0,-1-1 0,2-1 0,9-4 0,-2-4 0,7-1 0,-2-2 0,5 3 0,-1 0 0,-8-5 0,-1-1 0,1 3 0,4 2 0,4 5-69,-14-9 69,21 12 0,1 0 0,-8-6 0,-17-16 0,6 1 0,-3-3 0,18 4 0,3 0 0,3 5 0,-1-3 0,-1-4 0,2 2 0,2 3 0,-2-4 0,0-2 0,2 4 0,10 15 420,-15-36-420,8 16 0,-8-18 0,5 13 0,8 19 0,-2-3 0,6 12 0,-5-13 0,-11-25 0,6 15 0,-6-13 0,12 26 0,-13-26 0,7 13 0,0 3 0,1 2 0,5 10 0,-12-24 0,15 31 0,-6-10 0,2 3 0,-16-25 0,9 17-232,-9-15 232,17 34 0,0-1 0,-19-17 0,4 5 0,-3 1 0,-1 0 0,0 2 0,-17-5 0,29 18 0,-15-3 0,-4 1 0,-18 3 0,15-1 0,-2 4 0,4 8 0,2 4 232,-7 10-232,11 0 0,3 4 0,-5 22 0,7-6 0,7 6 0,13-24 0,-5 28 0,9-4 0,3 0 0,-4 16-552,5-14 1,1-5 551,3-13 0,8 24 0,2 3 0,-2-7 0,2 4 0,2 5 0,-3-9 0,1-3 0,-5-11 0,0 0-530,6 15 0,-1-1 530,0 1 0,-8-24 0,-1 0 0,14 31 0,-11-25 975,11 24-975,-1-14 0,10 13 0,-2-6-541,2-1 541,-16-28 1117,12 15-1117,-3-5 0,2 2 0,1 1 0,1-1-432,11 14 432,-23-29-64,8 9 0,2 2 64,5 5 0,7 9 0,0-2 0,-12-10 240,13 12-240,-26-27 0,1-1 0,27 29 0,1 1 0,-6-5 0,-1 0 0,4 2 56,-3 0-56,-27-30 41,20 16-41,-14-14 0,14 13 0,8-1 0,-19-12 0,19 12 339,-25-16-339,0-1 0,34 18 0,-25-13 0,25 13 0,-12-9 0,-9-4 0,12 4 0,17 7 0,-30-14 0,30 14 0,-38-17 0,29 11 0,-24-9 397,17 6-397,-10-5 0,11-1 0,2-1 0,4 3 49,-5-4 1,0 0-50,12 3 0,-6-2 0,12 2 0,3-5 0,-33-4 0,28 0 0,-28-2 0,6-1 0,5-1 0,3-3 0,0 0 0,-5 2 0,0-1 0,-1 0 0,3-3 0,20-6 0,-4-1 0,-8 2 0,8-2 0,3-1 0,-22 5 0,-5 1 0,3-1-315,0 0 1,-1 1 314,-11 2 0,35-15 0,-28 12 0,24-12 0,-34 15 0,30-16 0,-23 11 0,23-13 0,-30 18 0,32-17 0,-25 12 0,26-11 0,-20 9 0,10-3 0,-5 2 0,0 3 0,-20 9 0,34-18 0,-26 12-207,25-15 207,-34 19 0,0 0 0,24-9 0,-18 8 0,18-7 0,-6 3 0,10-4 0,-5 2 0,-1-1 0,-24 9 615,13-7-615,2-3 0,1 0 0,3-3 0,-17 10 0,12-7 0,-3 3 110,6-5 1,6-4-111,5-9 0,0-1 0,-7 8 0,-1 0-337,1-5 0,-8 3 337,-16 11 0,7-6 0,9-18 0,-6 10 0,8-19 0,-18 28 0,13-26 0,-11 23 0,5-14 0,-8 20 0,3-9 0,2-9 0,7-15 0,-5 14-209,-1-1 209,-9 21 659,0-1-659,7-33 0,-4 15 0,5-20 0,-7 14 0,3-19 0,-2 8 0,1-10 0,-1 6-973,-1 11 0,0 1 973,1-9 0,0-4 0,-2 16 0,-3 20 0,1 0 0,2-8 0,-2 6 0,5-36 0,-3 19 0,-3 7 0,1-2 0,0-26 0,1 14 0,1-12 0,0-1 0,-2 9-1023,0 4 1,0 1 1022,3-22 0,0-9 0,0 22 0,-4 28 1530,1 1-1530,0 0 0,0-1 0,3-9 0,0-2 0,0 1 0,0 1 0,0 0 0,-1 0 0,4-27 0,-4 18-490,2-17 490,-5 36 0,0-1 0,2-16 0,0-2 0,-1 2 0,1-5 0,-1-4 0,2-11 0,-2 16 0,1 4 0,-1 1 0,1 10 0,2-9 0,-1-1 0,0 9 0,3-24 2398,-2 22-2398,2-20 0,-2 14 113,0-13-113,-4 21 0,-1 5 0,2-33 0,-2 28-544,3-21 544,-3 26 313,0-3 1,0-6-314,0-18 0,1 0 0,-2 13 0,0 1 0,1-10 0,-1 5 0,-1 13 0,0-9 0,-1-2 0,1-5 0,-1 0 0,0 2 0,0 20 0,0-36 0,-1 32-342,1-21 342,0 30 0,-1-1 280,0-17 1,-2-7-281,-1 0 0,-2-2 0,2 4 0,1-4 0,-1 5 0,-2-2 0,0 5-389,-1-16 389,3 39 0,1 2 0,-10-27 0,7 21 0,-13-33 0,3 14 0,0 2 0,-3-6 174,4 6 0,-2-1-174,2 7 0,0 2 0,-11-19 0,-6-2 0,-1 0 0,0 6-82,9 17 1,3 5 81,11 15-25,-27-19 1,-8-2 24,-2 4 0,2-3 0,0 0-433,6 11 433,20 10 0,-13-4 0,-2-1 0,5 4 0,-33-6 0,0 3 0,30 9 0,-5-1 0,-3 2 0,-11 7 0,26-3 0,-29 5 0,41-4 537,-20 4-537,6 0 0,-3 0 50,8-2-50,-22 5 0,7-3 0,-12 3 0,20-4 0,16-4 461,0 1-461,-27 5 0,20-4 0,-21 4 0,26-5 0,-35 5 0,12-3 0,0-1 0,1 0 0,5-1 0,-16 1 0,26-4 0,-3 2 0,8-1 0,10 0 0,-22 7 0,16-3 0,-17 5 0,20-4 0,-3 3 0,-10 6 0,8-4 0,-5 4 0,12-10 0,-3 4 0,-6 5 0,5-3 0,-4 2 0,10-7 0,-4 3 0,2 1 0,-10 17 0,9-11 0,-4 10 0,10-13 0,0 8 0,0 43 0,2-21 0,3-1 0,2-1 0,2-9 0,4 4 0,-3-17 0,1 0 0,12 23 0,-7-19 0,11 18 0,-6-19 0,17 22 0,-11-17 0,12 13 0,-16-22 0,17 10 0,-10-7 0,19 11 0,-28-20 0,25 17 0,-22-15-1107,13 8 1107,-19-13 0,1 1 0,-2-1 0,20 13 0,-14-7 0,9 8 0,-19-10 0,-5-1 0</inkml:trace>
  <inkml:trace contextRef="#ctx0" brushRef="#br0" timeOffset="13784">6915 9371 5734,'13'0'0,"1"0"0,-5 4 0,3 1 0,29 24 0,-11-5 0,-2-2 0,0 2 0,-1 6 0,-1 0 0,7 8 0,-11-11 0,-1 0 0,6 10 0,-4-4 0,0 0 0,10 15-542,-10-15 0,-2-2 542,-2-4 0,8 9 0,4 5 0,1 2 0,5 5-577,-6-7 0,-2-2 577,-13-15 0,6 8 0,11 21 0,-9-16 947,5 11-947,4 11 0,-19-31-327,17 28 327,-24-40 0,-1-2 0,8 32 0,-7-24 1243,6 29-1243,-11-10 0,0-15 0,-2 10 0,-2-14 0,0-10 0,-1 8 375,0-10-375,-5 1 0,2-2 0,-3-1 0,3-1 0,-7 8 0,4-3 0,-5 10 0,9-12 0,-3 9 0,1-2 0,-10 25 0,-6 17 0,3-13-319,2 2 319,14-36 0,-4 9 0,-5 11 0,4-7 0,-4 4 0,6-17 0,-7 6 0,3-3 0,-4 2 319,6-8-319,-20 8 0,-4-5 0,-2 3 0,4-10 0,11-6 0,4-1 0,-4-2 0,-11-9 0,-14-10 0,7 3 0,-12-14 0,25 10 0,2-1 0,-15-19 0,14 17 0,3 1 0,1-3 0,11 15 0,-4-6 0,-12-14 0,9 13 0,-9-8 0,12 37 0,6-2 0,-3 14 0,8-7 0,0 1 0,0 29 0,1-8 0,1 14 0,1-16 0,3 4 0,1 1 0,1 0 0,0 1 0,1-1 0,6 4 0,8 20 0,-10-29 0,1 0-498,-1 0 1,1-2 497,6 16 0,5 13 0,1 0 0,-3-9 0,2 9 0,0-4 0,-6-20 0,5 10 0,2 3 0,1 2-524,-2-3 0,-2-5 524,-10-22 0,3 10 0,2 8 0,0 2 0,1 4 0,0 1 0,-3-3 882,-9-20-882,8 38 0,-8-33 0,5 32 0,-7-37 0,6 39 0,-5-35 0,4 31 0,-4-32 0,2 10 0,2 0 0,-2-3 0,2 5 0,-1-3 0,-5-20 1161,0 16-1161,-1-18 0,-1 5 0,-4 19 0,-1 2 0,1-11 0,-1 11 0,0-2 0,1-22 0,-5 10 0,2-7 0,-4 6 0,6-12 0,-2-1 0,-12 22 0,7-16 0,-9 17 0,-7 6 0,15-20 0,-15 19 0,0-6 0,14-17 0,-14 17 0,18-22 0,0-1 0,-5 4 0,-3 1 0,0 0 0,0-3 0,5-3 0,-27 12 0,19-10 0,-20 9 0,27-14 0,-37 7 0,26-8 0,-27 5 0,26-9 0,-11 0 0,7-1 0,-5-2 0,17-2 0,-13-8 0,-1-2 0,1 1-307,-2-1 1,2-1 306,11 3 0,0 0 0,-10-8 0,-1-1 0,2 0 0,-1 0 0,2 0 0,11 7 0,-20-20 0,16 14 0,-3-4 0,-3-3 0,3-2 0,1 1 0,-13-15 0,11 12 0,-1-1 0,4 3 0,2 2 0,-8-9 0,3 3 0,0-1 0,-6-8 0,5 5-337,-1-1 337,17 23 591,-18-27-591,1-16 0,-1 6 0,7 0 0,8 7 0,6 22 0,-7-27 0,10 33 0,-3-43 0,4 34 0,-2-29 0,2 1 0,1 26 179,0-6 1,0-4-180,0-19 0,1 14-323,1-7 323,1 33 0,0-7 0,1-10 0,0-3 0,0 0-204,1 1 1,-1 3 203,-2 17 0,-2-29 0,0 10 0,-1 0 0,-1 0 0,1 4 0,-2-5 309,-6-11-309,1 13 0,-6-16 0,-10-3 0,14 31 0,-12-20 0,14 25 0,-1-1 0,-12-12 0,-11-6 0,-12-8 0,7 3 0,13 9 0,0-1 19,-13-6 0,-6-5 0,13 8-19,18 6 0,4 9 0,-6-16 0,0-2 0,3 6-251,-1-4 1,2 4 250,10 17 0,4-34 0,-1 24 0,3-27 0,-2 32 0,5-18 0,0-1 0,0-2 0,5-11-208,-4 13 0,0 4 208,-2 17 0,1 0 0,6-12 0,1-3 0,0 5 0,1-4 0,3-5 0,10-2 0,-1 3 0,0-1 239,0 1 1,1-1-240,9-5 0,-20 22 0,18-20 0,-24 29 0,2-5 0,16-14 0,-11 11 802,9-9-802,-8 9 0,1 1 0,1-4 0,-5 6 0,-2 3 0,18-21 0,-12 13 0,13-12 0,-5 6 0,-12 13 0,12-13 0,-7 7 0,24-25 0,-17 17-319,14-13 319,-34 32 0,13-13 0,-10 10 0,11-9 0,-7 8 0,5-4 0,14-12 0,-10 11 319,23-18-319,-28 25 0,21-15 0,-8 11 0,-8 5 0,16-2 0,-24 10 0,16-2 0,-15 4 0,18 2 0,4 1 0,-2 1-289,0-1 0,-2 1 289,-11 1 0,-7-2 0,31 8 0,-24-4 0,23 4 0,-2 10 0,-25-8 0,22 14 0,-34-10 0,0 2 0,-2 2 0</inkml:trace>
  <inkml:trace contextRef="#ctx0" brushRef="#br0" timeOffset="19492">12936 8999 5734,'-15'-13'0,"-2"-1"0,-1 1 0,-34-12 0,21 13 0,-25-8 0,16 20 0,-10 18 0,-3 6 0,20-10 0,0 1-987,-24 16 0,5 4 987,7 8 0,1 7-188,14-10 1,-1 9-1,3 7 188,12-9 0,2 7 0,3 2 0,0-1 0,-2-3-638,-5 1 0,-1-3 0,1 0 0,3 3 638,4 10 0,2 3 0,5-1 0,4-2 0,10 6 0,7-3 0,-1-6 0,-2-4 0,1 0 0,-2-9 0,2 6 0,1-1 0,-2-8-323,3-1 1,0-4 322,0-1 0,4 3 0,10 7 0,9 8 0,1 1 0,-5-9 0,-2 0 0,5-1 0,-4-10 0,10 8 0,5 3 0,0-2 0,-4-5 0,-9-10 0,2-5 0,-1-5 0,4 2 0,8 3 0,-1-1 0,-9-7 0,16-2 0,3-8 0,15-1 0,-9-2 0,-24-2 0,3-2 0,1-4 0,13-3 0,6-1 0,0-1 0,-6 0 0,-11 0 0,2-3 0,-3-2 0,5-1 0,8-2 0,-2 0 0,-12 1 0,11-12 0,-12-1 0,8-7 0,-6 4 0,-10 5 0,0 0 0,9-8 0,5-3 0,-9 3 0,2-12 0,-8 3 0,4-10 0,-3 3 0,-1-1 0,-1-1 0,2 0 0,2-5 0,-6 6 0,-7 8 0,-4 1 0,6-13 0,0-7 0,-8 9 0,0-6 0,0-2 0,0 5 0,0 2 0,0 3 0,-1-3 0,-2-1 0,1-5 0,-3 3 0,-3 10 0,-6 11 0,-2 4 0,3 1 0,-7-6 0,-14-9 0,-12-15 0,-8-7 0,-2-2 0,1 6 0,7 12 0,4 6 0,1 8 0,-4-6 0,2 0 0,-4-9 0,-4-5 0,-1 0 0,0 4 0,2 9 0,4 13 0,-10 10 0,1 9 0,1-4 0,-7 1 0,-5 1 0,-13-2 0,-5-1 0,2 2 0,9 1 0,6 2 0,6 2 0,-6-2 0,-5 0 0,-7-2 0,-3-1 0,1 2 0,5 1 0,4 3 0,2 2 0,3 1 0,1 1 0,-2 0 0,3 2 0,-2-1 0,-1 0 0,-3-1 0,1 0 0,6 3 0,-10 2 0,5 4 0,2 2 0,-3 9 0,5 12 0,-6 11 0,0 4 0,5-6 0,7-7 0,3-3 0,-2 6 0,-5 12 0,-1 1 0,1 0 0,0-1 0</inkml:trace>
  <inkml:trace contextRef="#ctx0" brushRef="#br0" timeOffset="20168">13202 9246 5734,'-10'5'0,"1"0"0,0 2 0,0 1 0,-27 26 0,-11 13 0,0 0 0,17-16 0,3-2 0,7-8 0,-10 11 0,17-17 0,-4 3 0,8-7 0,-2 3 0</inkml:trace>
  <inkml:trace contextRef="#ctx0" brushRef="#br0" timeOffset="20384">12914 9303 5734,'22'32'0,"-8"-14"0,6 7 0,2 4 0,15 13 0,-3-5 0,-2-2 0</inkml:trace>
  <inkml:trace contextRef="#ctx0" brushRef="#br0" timeOffset="20567">13441 9215 5734,'2'11'0,"-1"0"0</inkml:trace>
  <inkml:trace contextRef="#ctx0" brushRef="#br0" timeOffset="20921">13685 9122 5734,'-27'26'0,"1"0"0,-3 4 0,-1 1 0,-5 10 0,0-1 0,10-9 0,2-4 0,-6 11 0</inkml:trace>
  <inkml:trace contextRef="#ctx0" brushRef="#br0" timeOffset="21250">13693 9412 5734,'-7'0'0</inkml:trace>
  <inkml:trace contextRef="#ctx0" brushRef="#br0" timeOffset="21420">13674 9710 5734,'-16'-5'0,"3"0"0</inkml:trace>
  <inkml:trace contextRef="#ctx0" brushRef="#br0" timeOffset="21552">13165 10130 5734,'-4'-9'0,"2"2"0</inkml:trace>
  <inkml:trace contextRef="#ctx0" brushRef="#br0" timeOffset="21867">13018 9657 5734,'-9'-6'0,"1"-6"0,8 8 0,3-4 0,5 7 0,19 8 0,-9 0 0,14 7 0</inkml:trace>
  <inkml:trace contextRef="#ctx0" brushRef="#br0" timeOffset="22018">13347 10137 5734,'3'6'0,"2"0"0,2-1 0</inkml:trace>
  <inkml:trace contextRef="#ctx0" brushRef="#br0" timeOffset="22185">13398 10646 5734,'-15'-2'0,"57"-18"0,-16 12 0,9-2 0,-1-1 0</inkml:trace>
  <inkml:trace contextRef="#ctx0" brushRef="#br0" timeOffset="22333">13853 10571 5734,'7'-35'0,"0"13"0,11-8 0,-2 15 0,13-5 0,-5 4 0,9-5 0</inkml:trace>
  <inkml:trace contextRef="#ctx0" brushRef="#br0" timeOffset="22486">14189 9856 5734,'-9'-38'0,"-1"1"0,6 2 0,2 0 0,2-4 0,2 2 0,6-8 0,4 16 0</inkml:trace>
  <inkml:trace contextRef="#ctx0" brushRef="#br0" timeOffset="22638">14055 9357 5734,'-3'-31'0,"1"5"0,3 22 0,1 0 0</inkml:trace>
  <inkml:trace contextRef="#ctx0" brushRef="#br0" timeOffset="22804">13561 9729 5734,'-32'-1'0,"5"2"0,23 1 0</inkml:trace>
  <inkml:trace contextRef="#ctx0" brushRef="#br0" timeOffset="22952">12502 10452 5734,'12'-2'0,"1"0"0,0 0 0,3 1 0,0 1 0</inkml:trace>
  <inkml:trace contextRef="#ctx0" brushRef="#br0" timeOffset="23114">12770 10860 5734,'39'-3'0,"-6"1"0</inkml:trace>
  <inkml:trace contextRef="#ctx0" brushRef="#br0" timeOffset="23302">13340 10928 5734,'31'-28'0,"0"0"0,-3 2 0,-1 4 0,-1 11 0,1-1 0</inkml:trace>
  <inkml:trace contextRef="#ctx0" brushRef="#br0" timeOffset="23433">13904 10512 5734,'22'-27'0,"0"-1"0,16-18 0</inkml:trace>
  <inkml:trace contextRef="#ctx0" brushRef="#br0" timeOffset="23591">14384 10019 5734,'10'-52'0,"-4"26"0,6-12 0,-5 30 0</inkml:trace>
  <inkml:trace contextRef="#ctx0" brushRef="#br0" timeOffset="23759">14453 9264 5734,'4'-19'0,"9"-20"0,-7 19 0,6-14 0,-9 23 0</inkml:trace>
  <inkml:trace contextRef="#ctx0" brushRef="#br0" timeOffset="23952">13638 8842 5734,'-39'-32'0,"-1"-6"0,28 25 0,-5-6 0,11 13 0,1 3 0,-3 4 0,1 4 0,-3 4 0</inkml:trace>
  <inkml:trace contextRef="#ctx0" brushRef="#br0" timeOffset="24104">12834 9340 5734,'-3'37'0,"1"-6"0,6-9 0</inkml:trace>
  <inkml:trace contextRef="#ctx0" brushRef="#br0" timeOffset="24587">13649 10972 5734,'-18'13'0,"52"-14"0,-7-4 0,6-2 0,1 0 0</inkml:trace>
  <inkml:trace contextRef="#ctx0" brushRef="#br0" timeOffset="24745">14325 10646 5734,'15'-32'0,"0"3"0</inkml:trace>
  <inkml:trace contextRef="#ctx0" brushRef="#br0" timeOffset="25258">13220 10736 5734,'13'0'0,"-2"-1"0</inkml:trace>
  <inkml:trace contextRef="#ctx0" brushRef="#br0" timeOffset="25428">13682 10820 5734,'-7'-6'0,"2"3"0,-1 1 0</inkml:trace>
  <inkml:trace contextRef="#ctx0" brushRef="#br0" timeOffset="37522">19574 9944 5734,'-19'24'0,"-5"4"0,-3 4 0,6-8 0,-3 5 0,8-5 0,-1 3 0,-18 28 0,8-12 0,-1 1 0,11-20 0,4-6 0,-9 6 0,-1 3 0,-1 0 0,-22 22 0,34-36 0,-19 20 0,15-16 0,-13 16 0,21-22 0,0 2 0,-4 10 0,3-7 0,-2 8 0,2-4 0,3-5 0,-9 28 0,7-22 0,-9 27 0,7-15 0,0 0 0,-1 6 0,-6 27 0,16-12 0,0-26 0,2 6 0,2 4 0,8 14 0,1 2 0,3-2 0,7 3 0,1-1 0,-4-13-634,7 15 1,0-5 633,-11-30-773,27 28 773,-20-25 0,25 23 0,-18-22 0,-1-2 0,9 8 0,-8-8 0,-2-2 0,4 1 0,-1-4 0,1 0 0,9 6 0,14 1 0,-2-3 0,-20-11-190,3 1 0,-3-2 190,-12-6 1104,-2 0-1104,28 7 0,-22-5 842,36 10-842,-28-4 0,2 1 0,-6 0 0,-14-6 0,1 1 0,33 26 0,-28-18 0,30 23 0,-39-30 0,39 22 0,-30-19 0,29 15 0,-36-21 0,1 1 474,0-1-474,21 9 0,3 2 0,-10-5-255,11 5 1,-4-2 254,-20-11 0,10 1 0,14 0 0,-7-2 0,17-1 0,-26-3 0,39 0 0,-32-1-353,23 0 353,-30 2 0,14-1 0,7 0 0,-3-1 0,1-1 0,7 1 0,-1-1-259,-8 0 1,-4-1 258,0-2 0,6 0 0,5-2 0,7 1 0,0-1 0,-4 0 0,0 1-280,-3 1 0,-6 1 280,-15 2-168,34-1 168,-29 1 0,25-1 0,-37 3 0,35-4 0,-26 3 0,26-2 0,-34 2 0,25 1 0,-20 0 0,18 0 0,-24 0 923,36 1-923,-4-2 0,11 1-437,-21-3 437,-21 2 0,24-4 0,-18 3 0,18-2 870,-25 3-870,0 0 197,0 0-197,39-2 0,-30 1 0,15-1 0,0 0 0,-13 2 0,16-3 0,-25 3 0,4-2 0,10-3 0,-7 1 0,2-1 491,-20 4-491,1 1 0,29-4 0,-23 3 0,22-2 63,-30 4-63,0 0 0,23-4 0,-15 2 0,28-6 0,-18-1 0,-3 1 0,1-6 0,-1 2 0,-7 2 0,10-3 0,-16 7 0,3-2 0,-1-2 0,13-15 0,-6 3 0,4-7 0,-12 12 0,10-29 0,-11 22-333,10-24 333,-12 29 0,-1-1-3,8-31 3,-4 11 0,-1-2 0,-1-6 0,0-6 0,-1 0 0,-3 16 0,0 0-528,1-11 0,-1 5 528,-2 13 0,1-27 0,1-3 0,-2 7 0,1-5 0,0-2 0,-2-1 0,-2 22 0,1-22 297,-2 29-297,-1-19 0,0-9 0,0 8 0,-1-1-533,1-11 0,-1 1 533,0 15 0,0 7 0,-1 2 0,-3-23 0,-2-4 0,0 4 482,0 1 0,-1-5-482,-3 17 0,0 4 0,-3-16 0,3 19 0,0-5 0,0 5 0,1 9 0,1 2-420,-1-4 0,1 1 420,-5-9 0,4 15 1085,-7-15-1085,3 6 0,-1-1 0,-8-17 0,8 20 0,0-2 0,-1 1 0,-1 1 0,-7-19-247,5 12 1,0-1 246,-7-12 322,3 14 0,-4 0-322,5 9 0,-1 1 0,-4-4 0,1 2-676,-11-7 676,15 22-49,-10-5 1,-4 0 48,5 7 0,-1 1 0,-14-9 0,-3 2 0,0 9 0,3 3-600,-11 0 600,21 5 0,2 2 0,-4-1 0,-7 1 0,-1 1 0,-6-1 0,5 1 0,2 1 0,6 2 0,0 1 185,-19 1-185,16 3 0,0 0 0,7-2 0,0 2-217,-8 1 0,3 0 217,-5 3 0,-2 0 0,5 3 0,-12 5 0,-2 1 0,7-2 0,-3 2 0,0 1 0,5-3 0,-6 0 0,-1 3 0,6 1 0,2 4 0,5 3 0,3-1 0,-3 4 1,1 4-1,4-2 0,-4 5 0,0 0 0,6-3 181,0 3 0,3 1-181,4-3 0,0 3 0,2 0 0,-9 21 0,4-3 0,10-18 0,0-1-650,-12 22 0,3-5 650,7-13 0,-13 16-413,11-19 1,-6 7 0,-1 2 0,4-7 412,-1 4 0,0 0 0,-9 11 0,-5 6 0,10-13-456,8-11 456,0 0 7,0-1-7,1 0 0,-8 12 0,-1 3 0,2 1 0,6-11 0,-3 6 0,5-3 0,7-4 0,2-3 0,-2 1 0,1 0 0,1 4 0,2-3 0,2-2 0,-1 15 0,1 0 0,1-5 67,2-2 0,0-1 0,3-12 0,0 0 0</inkml:trace>
  <inkml:trace contextRef="#ctx0" brushRef="#br0" timeOffset="39619">20959 12194 5734,'-8'-8'0,"-1"1"0,-29-3 0,-12 6 0,-5-3 0,1 8 0,12 3 0,-4 3 0,-9 2 0,-7 2 0,8-2 0,-7 1 0,-1 0 0,6 0-968,7-1 1,4-1 0,-2 1 967,-10 1 0,-1 1 0,10-3 0,3 1-310,2-2 1,-9 1-1,4 1 310,4-2 0,0 1 0,-4 1 0,-4 0 0,6-1 0,-16 5 0,10 0 0,-9 4 0,6-2 0,13-3 0,0 1-428,-12 2 1,-7 2 0,11-2 427,3 3 763,3 2 0,0 2-763,-11 9 0,11-8 0,2 1 964,6 3-964,-12 19 0,22-20-294,0 2 1,1-1 293,8-7 0,-6 8 0,0 0 0,5-3 0,-17 20 1610,23-32-1610,1 1 0,-29 31 0,23-23 325,-15 18 1,-1 9-326,13-4 0,2 0 0,-2-7 0,1 1 0,2 7 0,6 4 0,8 3 0,4-3 0,0 17-311,0-12 0,1-4 311,3-13 0,15 13 0,10 12 0,-5-8 0,2 4 0,-3-12 0,6 13 0,1-2 0,-8-16 0,-1-9 0,0 0 0,-2-1 148,-5-7-148,4 14 0,2 0 0,1 2 0,6 11 0,-5-14 0,5 5 0,1-4 0,6 0 0,1-3 0,-1 3 0,-1-2-510,2-3 0,-4-6 510,-5-6 0,0-1 629,2 2 0,7 2-629,18 6 0,3 0 0,-13-4 0,1-2-694,11 4 0,-5-6 694,-14-9 0,7 0 0,2 1 0,4 3 0,-5-3 0,-1-1 0,-9-2 0,15 4 0,-4-6 0,17 1 0,6 1 0,-2-1 0,-13-1-935,3 2 1,-1 1 934,-2-4 0,13 3 0,2-1 0,-8-1 0,-20-2 0,-12-1 0,-1 0 0,7 2 0,2 1 0,13 1 525,-15-3 0,4 1-525,10-4 0,-2-1 0,-3-1-349,0 0 1,-1-1 348,-10-2 1200,18-1 0,5 0-1200,10-1 0,-12-2 0,8 0 0,-9 0 0,10-2 0,-18 0 0,4-1 0,18-7 0,-4 0 0,-3 2 0,-15 2 0,8-1 0,-5-1 0,-4-2 0,-6 1-279,23-6 279,-15 1 0,-1 0 0,6-3 0,-5 0 0,1 0 0,10-4-63,-18 8 1,-3 1 62,-5 2 99,5-2 0,3-2-99,18-10 0,-18 10 0,1-1 0,-8 2 0,-3 2 0,7-4 0,11-5 0,-16 7 0,5-3 0,0-1 0,4-3 0,-4 3 0,-1-1 0,5-4 0,-8 3 0,1 0 0,15-11 140,-17 12 1,1-2-141,18-17 0,-1-2 0,1-2 0,-17 16 0,-1 0-46,16-15 1,-6 5 45,-21 16 0,0 1 428,8-9-428,-1-9 0,5-11 0,-4 7 0,-8 13 0,-1 1 0,8-14 0,3-5 0,-7 6 0,-10-9 0,-5 2 0,-1-1 0,-1 16 0,-1-1 0,2-19 0,-3-1 0,-7 11 0,-2 3 0,0-14-434,-2 14 0,-1 3 434,-3 12 0,-2 0 1095,-10-16-1095,-7-2-609,-5 8 0,-16-12 0,-7-3 1,2 1-1,10 9 609,-3-4 0,-1 2-328,4 3 0,-10-7 0,-2-2 0,5 6 0,12 13 328,-11 1 3,-1 4-3,14 9 0,-7-2 0,-2 2 0,0 1 0,-2 2 0,-4-1-1,-8 0 0,-7-2 0,0 2 1,6 1 0,6 2 0,4 2 0,-2 1 0,-15-1 0,-2 3 0,11 1 0,23 2 0,0 2 0,-9 1 0,-11 0 0,-5 0 0,-1 2 0,4 0 0,-1 2 0,3 2 0,-2 0 0,-8 2 0,10-1 0,-6 1 0,-5 0 0,-2 1 0,0 0 0,2 0 0,4 0 0,7 0 0,-12 1 0,8 1 0,1-1 0,-2 2 0,2 0 0,-6 2 0,2 0 0,6-2 0,13-1 0,-19 3 0</inkml:trace>
  <inkml:trace contextRef="#ctx0" brushRef="#br0" timeOffset="41811">25429 8628 5734,'-33'23'0,"-2"1"0,-19 12 0,17-12 0,-5 5 0,1-2 0,-8 7 0,0 0-1404,7-5 0,-1 1 0,5-2 1404,4-2 0,5-3 0,-13 12 1068,-1-1-1068,8-5 0,-3 4 0,-7 8 0,1-1 0,7-7 0,2-1 38,-1 3 1,6-5-39,16-13 0,-7 8 0,11-15 0,-5 7 0</inkml:trace>
  <inkml:trace contextRef="#ctx0" brushRef="#br0" timeOffset="42095">24606 8938 5734,'-13'12'0,"-8"23"0,1 6 0,3-6 0,-6 17 0,8 6 0,25-8 0,7-3 0,-5 15 0,10-14 0,8-8 0,17-24 0,-4-16 0,9-5 0,-4 0 0,-6 3 0,0-2 0,5-6 0,0-1 0,0 1 0</inkml:trace>
  <inkml:trace contextRef="#ctx0" brushRef="#br0" timeOffset="48928">10173 7966 5734,'-4'10'0,"0"1"0,-1 0 0,-19 35 0,7-17 0,-16 27 0,3-11 0,1-4 0,-2 1 0,9-11 0,0-1-896,-10 13 1,1-4 895,2-3 0,-1-1 0,-8 13 0,-2 1 0,3-5 208,1 0 0,1 0-208,4-4 0,16-22 0,-9 12 0,18-26 0,1-1 0</inkml:trace>
  <inkml:trace contextRef="#ctx0" brushRef="#br0" timeOffset="49251">9512 8421 5734,'-16'51'0,"6"-14"0,-1 0 0,2-3 0,0-1 0,-1 3 0,2-3 0,4 3 0,0 16 0,1-14 0,2 7 0,2-31 0,17 12 0,1-15 0,18 4 0,28-33 0,-24 4-127,-9 2 1,-1-1 126,0-2-138,2-2 0,1 0 0,1 0 1</inkml:trace>
  <inkml:trace contextRef="#ctx0" brushRef="#br0" timeOffset="51503">6028 8261 5734,'11'27'0,"4"16"0,3 14 0,-1 2 0,-6-24 0,-1-1-389,7 25 1,-2-2 388,-4-5 0,0 1 0,-3-14 0,1 0 0,1 11 252,2 1-252,-3-19 129,4 11-129,-1-11 0,-1-1 0,-6-24 0</inkml:trace>
  <inkml:trace contextRef="#ctx0" brushRef="#br0" timeOffset="51880">6097 9156 5734,'31'21'0,"1"1"0,6 3 0,-5-4 0,-14-11 0,11 7 0,-21-12 0,2 0 0,-5-3 0,1 0 0,-6-4 0,15-24 0,-5 10 0,11-21 0,-10 15 0,6-12 0,1-4 0,6-13-654,-5 11 1,-1 2 653,0-3-139,-1 3 0,-4 10 1,4-7-1</inkml:trace>
  <inkml:trace contextRef="#ctx0" brushRef="#br0" timeOffset="61794">17523 5339 5734,'38'-10'0,"-1"0"0,20-3 0,5 1 0,-13 6 0,1 0 0,-1 1-2379,15-3 0,1 1 2379,-15 2 0,3 1 0,-8 1 0,-10 2 0,-1-1 300,28-1 0,5 0-300,-20 1 0,0 0 0,1 1 0,-1-1 0,1 0 0,-2 0-223,19 0 1,-7 0 222,3 0 0,-3 0 0,-2 0 0,-3-1 0,11 1 0,-8-1 0,-18 1 0,0 0 364,14-1 0,5 1 0,-14 0-364,-19-1 137,-9 2 0,-10 0 0,1-1 0</inkml:trace>
  <inkml:trace contextRef="#ctx0" brushRef="#br0" timeOffset="63446">6624 7065 5734,'34'0'0,"2"1"0,11 1 0,14 1 0,-8 0 0,-15-1 0,0-1 0,12 3 0,9-1 0,4-1 0,-4-2 0,6-1 0,2-1 0,-4 0 0,-7 0-1887,-9 1 0,-5-1 0,6 0 1887,12 0 0,12-1 0,3 0 0,-5 0 0,-13 0 0,-7-1 0,0-2-15,3 1 0,9-1 1,6-1-1,2 0 1,-3 1 14,-1 1 0,-1 1 0,1 0 0,0 0 0,2-1 0,-7 0 0,2 0 0,0-1 0,0 1 0,-1 0 0,-3 1 0,2 0 0,-1 1 0,-1 0 0,-5 1 0,-6 0 0,10-1 0,1 2 0,-10 1 0,8 0 0,6 0 0,0 1 0,-3-1 0,-8 1 0,5-1 0,-6 1 0,5 0 0,4 0 0,7 0 0,3 0 0,0 1 0,-4 0 0,5 0 0,-1 1 0,-4 0 0,-6-1 0,-12 0 0,-6-1 0,6 1 0,11 0 0,5 0 0,5 1 0,3-2 0,-9-1 0,3-1 0,2 0 0,1 0 0,1-1 0,-2 1 0,-10-1 0,-2 1 0,0-1 0,0 1 0,2-1 0,2 0 0,2 1 0,-4 0 0,2 0 0,3 0 0,2 0 0,0 0 0,1 1 0,-2-1 0,-2 0 0,-3 0 0,-3 0 0,10 0 0,-3-1 0,-3 0 0,-2 1 0,-2 0 0,-2 0 0,11 0 0,-3 2 0,-4-1 0,-6 0 0,5 1 0,-6 0 0,-10 1 0,1-1 0,12 1 0,3 0 67,-12 0 1,3 2 0,7-1-68,-5 0 0,7 1 0,4 0 0,0-1 0,-1 1 0,-6-1-51,0 1 0,-4-1 0,0 0 1,4 0 50,3 0 0,7 1 0,3 0 0,-3 0 0,-7-1 0,-11-1 685,-5 0 0,-2-1-685,17 1 0,13 0 0,3 1 0,-7-2 0,-6 0 0,-3 0 0,3 0 278,-2 0 0,5 0 0,-1 0 0,-4 0-278,3-2 0,-4 0 0,-2 0 0,12-3 0,-4 0 0,-6 1 0,-2 0-471,6-1 0,-7 0 471,-7 0 0,0-2 1807,-1 2-1807,19-4 0,-4 2 0,3-1 0,-23 3 0,1-1 0,17-1 0,0 0 0,-18 3 0,-2-1 0,-5 1 0,1 1 0,6-2 0,1 1 0,4 0 0,2 0 0,9-1 0,1 0 0,-13 1 0,0 0-449,9 0 1,-6-1 448,-14 1 0,4 0 0,1-1 0,-1 0 0,29-3 516,-49 5-516,12-4 1450,-15 2-1450,12-3 149,-18-9-149,-4 7 0,-2-9 0,-5 10 0</inkml:trace>
  <inkml:trace contextRef="#ctx0" brushRef="#br0" timeOffset="83392">12050 12473 5734,'22'-35'0,"0"3"0,-2 3 0,0-1 0,4-4 0,-4 6 0,3-6 0,5-6 0,4-4 0,-4 6 0,10-15 0,-8 12 0,4-7 0,-2 4 0,-3-1 0,-5 5 0,5-4-323,-5 5 1,-5 6 322,-15 23 0,8-10 0,-5 10 0,8-13 0,3 2 0,-6 6 0,5-7 0,-10 11 0</inkml:trace>
  <inkml:trace contextRef="#ctx0" brushRef="#br0" timeOffset="83779">12315 11586 5734,'37'-14'0,"0"0"0,-5 0 0,5 2 0,1 1 0,11 1 0,-26 4 0,23-3 0,-36 7 0,3 0 0,-3 1 0,-1-1 0,-4 2 0,-3 1 0,-1 1 0,4 13 0,-2-5 0,5 17 0,-5-14 0,3 6 0,2 7 0,-2-9 0,4 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09T07:05:51.09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3792 5806 5734,'-1'-5'0,"1"1"0,2 2 0,17-5 0,9 5 0,5-3 0,12 7 0,10 4-1131,-4-4 0,10 0 1,-5 0 1130,-7 0 0,-1 0 0,8-1 0,4 0 0,-10-1-719,1-3 719,0 0 0,6-1 0,3 0 0,5-1-512,-7 0 0,-2 1 512,-10-1-150,4 1 0,17-3 0,2 0 1,-12 1 149,-12 2 0,0 0 0,7-1 0,12-1 0,4-1 0,-7 2 0,-14 1 445,9 0-445,-8 1 0,0-1 0,10 2 0,-24 1 0,3-1 580,-26 2-580,-1 0 1110,10 0-1110,-9 1 3289,8 0-3289,-12 1 310,0 0-310,2-2 0,5-1 0,10-3 0,-7 1 0,3 1 0,-11 2 0,5-2 0,-2 1 0,17-1 0,11-2 0,2-1 0,6 1-434,-4-1 1,-3 1 433,-18 3 0,0 0 0,35-4 0,-23 2 0,27-2 0,-31 2 0,16-2 0,-6-1 0,8-1 0,-5 0 0,-9 2 0,-1 0 0,34-5 0,-3-1 0,-15 4 0,-20 3 0,6-3 867,-33 8-867,-10-1 0,2 1 0,-4 0 0</inkml:trace>
  <inkml:trace contextRef="#ctx0" brushRef="#br0" timeOffset="4655">4181 7154 5734,'15'7'0,"8"4"0,29 5 0,13-2 0,0 0 0,-21-9 0,5-1 0,-7-1 0,11 1 0,2-1 0,2 2 0,-10-1 0,-6-1 0,10 1-633,-6 0 1,0 0 632,-6-1 0,2 0 0,0-1 0,17-2 0,7-1 0,-12 0 0,0-1-634,-8 0 0,2 1 0,-3-1 634,2-1 0,-5 0 0,3 0 0,1-1 0,6-1 0,2 0 0,8 0-462,5-2 0,-1 1 462,-7 0 0,-23 3 0,7-2-411,6 0 0,9-2 0,1 0 1,-8 1 410,-1 0 0,-1 0 0,3-1 0,9 0 0,-2-1 0,-12 2 485,12-2-485,-20 2 0,7-1-162,17-2 0,10-1 1,-6 1 161,-10 1 0,-1 1 0,9-1 0,4-2 0,-13 4 0,-10 2 0,-2 0 603,11 0 1,4 0-604,-13 2 0,1-1 0,12 0 0,0 0 0,-13 1 0,-5 0 260,0 1-260,8-1 0,2-1 0,-4 2 1027,-5-1 0,-1 0-1027,-7 2 402,1-1 0,7 1-402,20 0 0,2 0 0,-16 0 0,-1 1 185,11-2 1,-2 2-186,-11 3 0,-6 0 0,5 0-422,-1 0 0,-2 1 422,-11-1 0,15 4 0,2 1 0,-3-1 0,6 2 0,2 1 0,-2 3 0,-8-2 0,3 3 701,-20-6-701,-2-1 0,28 9 0,5 0 0,-12-2 0,10 2 0,-1-1 0,-18-6 0,26 5 0,-18-4 0,-6-3 0,-3 0 0,-4-3 0,8 0 0,2 0 0,-2-1 0,29 3 0,-24-4 0,14 0 0,2-1 0,2 1-235,-3 0 0,-6-1 235,-25 0 867,11-1-867,0 0 0,3-1 0,23 1 15,-24-1 0,-1 1-15,14-1 0,-22-1 0,11-1 0,5 0 0,-8 2 0,0 0 0,5-3 0,-1 2-224,24 1 224,-37-1 0,35 0 0,-27 1 0,24-1 0,-35 1 0,-2 0 0,16 0 0,3 0 0,-6-1 0,21 0 0,-2-1 0,-29 1 0,25-1 0,-35 0 0,29-2 0,-23 1 217,21-2-217,-22 1 0,10-1 0,-5 0 0,4 0 0,28-9 0,-23 5 0,1-2 0,-1 0 0,-12 1 0,-1-2 0,-17 6 0,0-1 0</inkml:trace>
  <inkml:trace contextRef="#ctx0" brushRef="#br0" timeOffset="12051">7115 8516 5734,'46'4'0,"-8"0"0,0 0 0,23 2 0,-29-3 0,3 1 0,14 0 0,-2-1 0,9-1 0,-19 0 0,4-2 0,8-1 0,4-1 0,-6 0 0,14-1-291,-17 1 0,5-1 0,-5 1 291,11 0 0,-11-1 0,6 0 0,-4 0 0,-7 1 0,0 0-586,31-3 0,-7 1 586,-30 3 0,21-1 0,2 0 0,-7 1 0,3-1 0,3 0 0,-9 2 0,-5-1 0,1 1 0,6 0 0,3 0 0,-15 1 0,-1-1 0,16 1 0,2 0 0,-12 0 0,-1-1-321,3 1 0,-4-1 321,-11 0 522,10-1-522,30 2 0,-25-2 982,16 3-982,-43-2 0,1 0 0,16 2 0,-17-1 769,17 1-769,-23-1 0,-1 0 0,-4-1 414,-2 1-414,-2 0 0,0 0 0,-3 1 0</inkml:trace>
  <inkml:trace contextRef="#ctx0" brushRef="#br0" timeOffset="14230">11679 8724 5734,'37'7'0,"18"2"0,3 0 0,4 1-1745,-1-1 0,0-1 1745,-8-3 0,3-1 429,-15-1 1,9-1-430,5 0 0,9-1 0,3 0 0,-8-1-710,-9 1 1,-4 0-1,4 0 710,9 0 0,7 0 0,-1 0 0,-5-1 0,-7 0 0,-3 0 0,3 0 0,4-1 0,5 1 0,1 0 0,-3 0 0,5-1 0,-4 1 0,3-1-67,-10 1 1,1 0 0,0-1 0,0 1 66,15 0 0,-1 1 0,-7-1-338,-11 1 0,0 0 338,14 0 0,6 0 0,-12 0 0,6 2 66,-2 0-66,-10 2 0,9 1 0,-6-1 377,-16-2 1,0 1-378,11 1 0,6 1 0,-5-1 0,-9-1 0,-6 0-354,15 0 354,-13 0 0,0-2 0,1 0 0,-2 0 2078,-1-2-2078,11 0 0,4 0 0,-11-1 0,1 0-542,11 1 1,-1-1 541,14-2 0,-10 0 0,-1-1 0,-1 0 0,12-1 0,-2-1 0,-23 2 277,2 0 0,10-1 1,-5 1-278,-8 1 0,0-1 0,29-1 0,-4 0 0,-6 1 0,-18 2 855,0 0-855,16 0 0,2 1 0,2 0-215,-3 0 0,0 1 215,1 1 0,-21 1 0,0-1 0,26 1 0,-28 0 0,-2 0 0,1-1 0,0 0 0,7-1 0,1 1 0,-2 0 655,0-1 0,-3 0-655,-8 0 0,7-3 0,-8 1 1099,0-1-1099,-17 2 0,13-4 0,-14 2 573,9-3-573,-17 3 0,8-5 0,-5 4 0,7-4 0,-9 4 0,8-5 0,-5 4 0,5-4 0,-8 5 0,1 0 0,-1 1 0,0-1 0,2-3 0,-1 3 0,1-2 0,-1 4 0,-2 0 0,5-4 0,-2 3 0,4-4 0,-5 2 0,7-14 0,-1-3 0,0-1 0,-3 4 0,-4 8 0,3-13 0,-1 4 0,2-6 0,-4 11 0,3-20 0,-3 17 0,2-19 0,-4 23 0,-1-10 0,2-2 0,-2-2 0,1 1 0,-1-10 0,-1 0 0,0 1 0,-1-18 0,-2-8 0,-2 7 0,-1 2 0,2 11 0,1 2 0,-3-11 0,1 3 0,-2 0 0,-5 3 0,-4-8 0,1 5 0,5 11 0,-3-1 0,-9-3 0,-9-8 0,-3-2 0,-2 4 0,4 11 0,-10 3 0,-1 6 0,-1-9 0,-3-3 0,-4 5 0,-8 9 0,-4 5 0,9 4-1111,18 6 0,1 1 1111,-13-4 0,-6 0 0,6 3 0,11 6 0,0 3 0,-28 3 0,-3 2 0,20-2 0,0 0 0,-17 5 0,0 0 0</inkml:trace>
  <inkml:trace contextRef="#ctx0" brushRef="#br0" timeOffset="15314">11500 7305 5734,'-21'11'0,"-1"3"0,-12 12 0,1 9 0,-1 4 0,-11 9-349,12-8 0,2 1 349,1 9 0,10-7 0,-1 9 0,1-3 0,2 1 0,0 1-637,0 0 0,0 3 0,4-7 637,7 18 0,6-17 0,3-15 0,3 4 0,6 13 0,4 6 0,-1-4 0,-2-6 0,0 0 0,3 4 0,2 3 0,-1-10 0,2-6 0</inkml:trace>
  <inkml:trace contextRef="#ctx0" brushRef="#br0" timeOffset="16214">12144 7046 5734,'51'-11'0,"-1"-1"0,1 1 0,0-1 0,6-1 0,7-1 0,-1-1 0,-4 2 0,-10 2-1314,-1 1 1,-2 1 1313,4-2 0,8-2 0,0 0 0,-11 3 0,-9 2 0,-1 0 0,12-1 0,5-2 0,-3 1 0,1 0 0,1-1 112,-8 3 1,5-1-1,3-1 1,0 1-113,6-1 0,3 1 0,0-1 0,-4 1-780,1 0 1,-3 0-1,1 1 780,-4 0 0,1 1 0,-1 0 0,-9 1 0,-8 2 0,1 1-187,7 1 0,9-1 0,2 1 1,-3 0 186,3 0 0,-3 2 0,6-1-95,0 1 1,8 0 0,2 0 0,-3 1 0,-8 0 94,-5 0 0,-6 0 0,1 1 0,8 1 0,0 0 0,-9-1 0,3 1 0,12-1 0,5 0 0,-17-1 0,1 0 482,-5 0 1,4 0 0,1 0-483,6 0 0,3 1 0,-7 0 0,-4 0 0,-3 1 203,21 1 0,-6 0-203,-10 3 0,-24-3 3150,12 1-3150,3-1 0,1 0 0,7 1 0,-10-2 0,0 0 0</inkml:trace>
  <inkml:trace contextRef="#ctx0" brushRef="#br0" timeOffset="27576">18851 10989 5734,'16'3'0,"9"3"0,29 6 0,-14-3-1665,22 4 1665,-28-5 0,16-1 0,14 1 0,-7-1 0,-18-2 0,2-1 0,10 2 0,10 0 0,4-1 0,-1-1-814,1-4 0,2-2 1,-1 0-1,-5 0 814,-3 2 0,-4 0 0,3-1 0,7-1 0,7-1 0,-4 0 0,-12 1 0,-15 0 0,-2 1 223,7-1 0,5 1 1,5-1-224,-5 2 0,5 0 0,2 1 0,0-1 0,-5 0-495,14 0 0,-3-1 1,2 1 494,-1 1 0,5 0 0,-4 0 0,-11 0 0,-13 1 0,-6-1 0,2 1 0,1 0 0,10 1 0,7 1 0,4 0 0,6 1 0,-5 0 0,1-1 0,-1 1 0,-3 0 0,3-1 0,-10 0 0,6-1 0,-2-1 0,9-1 0,3-1 0,-30 1 0,1-1 0,29 0 0,-3 1 0,-7-2 0,0 1 0,-4 0 0,10 1 0,-4-1 0,-5 1 0,0 0 371,2-1 0,4 1 0,3 0-371,-9 0 0,2 0 0,0-1 0,-2 1 0,8-1 0,-3 1 0,2-1-279,-7 0 1,3 1 0,-2 0 0,-3-1 278,1 0 0,-3 0 0,-8 0 0,7 1 801,-16-1 0,5-1-801,12 1 0,7-1 0,-6 0 0,-6 0 0,0 0 143,8 0 1,5 0 0,-11 0-144,1 0 0,-13 0 0,1 0 0,1-2 0,-1 1 0,16-2 2775,-6-1-2775,-30 4 0,12-3 0,-15 3 142,7-4 1,-20 4 0,-1-1 0</inkml:trace>
  <inkml:trace contextRef="#ctx0" brushRef="#br0" timeOffset="29201">24753 9931 5734,'41'5'0,"-4"0"0,4 1 0,21 7 0,-12-3-481,5 0 481,-43-7 118,5 5-118,-10 7 0,1 2 0,-11 4 0,-12 12 0,-1 3 0,1-2 0,-2 3 0,0 3 0,6-3 0,2-3 0,0 7-265,1-4 0,1-1 265,5-3-2,5 33 2,2-28 0,1 0 0,0 0 0,0 0-323,2-2 1,1-4 322,4 3 0,4 7 0,1 1 0,0 0 0,-1-3 0,-1-2 0,-8-16 0,-2-2-98,-3 16 98,-4-17 822,-15 20-822,-32-15 2,-9-1-2,0-14 0,-1-5 0,-4-1 0,20-7 0,0 1 0</inkml:trace>
  <inkml:trace contextRef="#ctx0" brushRef="#br0" timeOffset="30684">18913 9694 5734,'-6'-8'0,"-1"0"0,-27-5 0,14 8 0,-21-4 0,20 9 0,-28 13 0,0 17 0,21-12 0,0 3 0,5 4 0,5 4 0,4 9 0,5 1 0,-5 9-625,8-13 1,2-1 624,4-4 0,2 2 297,1 0-297,6 24 0,2 4 0,-1-3 0,1 0 0,2 7 0,-3-14 0,0 1 0,-1-4 0,-1-8 0,-2 2 0,4 16 0,0 7 0,-2-11 0,-4 0 0,-5-17 0,0-4 0,-4-3 0,-4 4 0,-1 0 0,-1-4 655,-8 21-655,9-31 0,-6 15 0,4-4 0,-1 0 0,9-12 0,7-14 0,19 3 0,22-5 0,4 2 0,12-7 0,-8 5 0,-1 2 0,-2-1 0,-3 2 0,1 0 0</inkml:trace>
  <inkml:trace contextRef="#ctx0" brushRef="#br0" timeOffset="45359">26089 10034 5734,'-9'-1'0,"-14"4"0,-13 5 0,-3 3 0,-9 1-1047,5 1 1,1-1 1046,11-1 645,-14 4-645,3 0 0,0 0 0,-13 4 0,-3 3 0,4-1 0,26-9 0,-24 11 0,43-17 342,-6 8-342,9-7 0,-4 5 0,9-10 276,0 1 1,1-1-1,1 0 1</inkml:trace>
  <inkml:trace contextRef="#ctx0" brushRef="#br0" timeOffset="45734">25391 10022 5734,'-23'26'0,"11"-11"0,-14 16 0,7-9 0,-9 10 0,4-7 0,0 2 0,-15 20 0,17-17 0,3-2 0,5-2 0,10 2 0,38-8 0,13-3 0,5-5 0,3-2 0,8-3-230,-20-4 1,-4-1 229,-10-1 0,11 1 0,-11 0 0,9 2 0</inkml:trace>
  <inkml:trace contextRef="#ctx0" brushRef="#br0" timeOffset="58309">10918 13798 5734,'13'-20'0,"2"0"0,8-2 0,24-4 0,6-1 0,3-3-408,-1 4 1,1 4 407,2 8 0,4 6 0,5 1 0,-15 1 0,2 0 0,-3 1 0,4 0 0,-2 0 0,8-1 0,5-1-748,-5-1 1,10-2-1,-1 0 1,-6 1 747,-14 3 0,-5 0 0,4-1-423,9-2 0,6-1 1,-3 1-1,-15 2 423,3-1-97,3 1 1,2 1 96,12-1 0,-17 2 0,-2 2 0,-1 1 0,-12-1 0,0 0 0,3 0 0,22-4 292,-48 5-292,24-7 0,-17 6 0,21-5 0,-25 6 0</inkml:trace>
  <inkml:trace contextRef="#ctx0" brushRef="#br0" timeOffset="59346">19771 13823 5734,'38'14'0,"0"1"0,20 4 0,-15-4 0,3 0 0,1-5 0,0-3-1693,-10-1 1,0-2 1692,8 2 0,1-2 0,-9-1 0,-3-1 701,17-1-701,-15-1 0,4 0 0,7-2 0,6-1 0,-2 1 0,8-1 0,0 0-352,-10 1 1,1-1 0,-5 0 351,19-1 0,-23 1 0,-1 1 0,20 0 0,-23 1 0,0 0 0,19 0 1129,-1 1-1129,-44 1 52,4 2 1,-3-1 0,2 0 0</inkml:trace>
  <inkml:trace contextRef="#ctx0" brushRef="#br0" timeOffset="59998">22611 13961 5734,'45'5'0,"1"0"0,1 1 0,4 1 0,-4 0 0,-1-2 0,-2 1 0,11 2 0,4-1 0,-8-2 0,4-2 0,5-2-1063,2-3 0,6-1 0,0-1 0,-6 1 1063,-5 3 0,-5 0 0,3-1 0,5-2 0,6-1 0,-7 0 0,-20 2 860,-23 2-860,27 2 0,-21-1 0,16 3 0,-30-3 0,-4 1 0</inkml:trace>
  <inkml:trace contextRef="#ctx0" brushRef="#br0" timeOffset="62148">13858 11009 5734,'15'3'0,"9"3"0,26-1 0,6 0 0,3 2-1522,2-3 1,-2-1 1521,-15-4-616,4-4 0,17-2 0,1 0 1,-11 1 615,-8 1 0,0 0 0,8-1 0,12-2 0,-4 1 0,-15 1 1007,-5 2-1007,12-1 0,-6 1 0,-1 0 0,4 1 0,-10 2 0,-10 5 0,-30 2 0,-2 8 0,-3-3 0,0 2 0,1 1 0</inkml:trace>
  <inkml:trace contextRef="#ctx0" brushRef="#br0" timeOffset="63383">20590 14081 5734,'13'3'0,"0"0"0,22 6 0,-14-4 0,18 6 0,-7-3-1418,19-1 1,17 0 0,-8-2 1417,-18 0 0,0 0 0,19 1 0,7-1 0,-4-1 349,-7-5 1,-3 0-350,3 0 0,4-1 0,0 1 0,4-2 0,-5 1 0,-1 0 0,-5 0-199,1-1 1,-7 0 198,-11 0 0,0 0 0,7-1 0,6-2 0,7 0 0,-5 0 0,-2 1 0,-1 0 683,0-1 0,2 0 0,-16 2-683,-23 2 200,10 2-200,-12-1 539,6 1-539,-12 0 0,-2 0 0,-1 2 0,0-1 0,-2 1 0</inkml:trace>
  <inkml:trace contextRef="#ctx0" brushRef="#br0" timeOffset="69524">14482 15240 5734,'18'9'0,"2"0"0,26 16 0,-19-11-754,21 12 754,-26-17 0,0 1 245,24 6-245,5-7 0,3-1 0,-17-2 0,-1 0-587,21-1 0,-4-3 587,-10-6-31,-4-2 0,8-2 0,1 0 31,3 0 0,0 0 0,1 0-637,0 0 0,1-1 0,-2 1 637,15-2 0,-3 2-705,-8 2 0,-5 3 705,4-1 390,1 1 1,6-1-391,-2 0 0,1 0 0,0-1 0,4-1 0,-17 1 0,5-1 0,1 0 0,-4 0-473,4-1 0,-2-1 1,-2 1 472,12-3 0,-5 1 0,-15 2 0,-4 1 834,23-1-834,-27 3 0,23-1 1463,-25 2-1463,20-3 0,-15 2-178,10-3 178,-28 4 2446,42-4-2446,-24 2 0,22-2 900,-38 5-900,0-1 0,-10 2 0,11-1 269,-14 2-269,-1 1 0,-3 0 0,-2 0 0,0 0 0</inkml:trace>
  <inkml:trace contextRef="#ctx0" brushRef="#br0" timeOffset="73795">17318 14277 5734,'10'25'0,"0"3"0,-1 8 0,0 3 0,3 14-202,-2-1 1,1 6 201,1 4 0,0 1-1557,-1-7 1,-1 0 1556,3 7 0,-2-4 0,-4-23 0,-1-5 251,3 13-251,-3-1 0,2 14 0,-9 9 0,-23-9 0,-13 3 0,6-2 0,18-10 0,4 0 0,-6-3 0,-23 3 0,-1-1 0,1 1 0</inkml:trace>
  <inkml:trace contextRef="#ctx0" brushRef="#br0" timeOffset="74476">14513 14261 5734,'-54'38'0,"-1"0"0,0-1 0,20-12 0,2 0-1183,-17 13 0,-5 5 1,15-7 1182,21-5 0,2 4 1019,5 2-1019,12 10 0,5 12 0,0-6 0,-1-13 0,2 0-476,2 16 0,2 7 0,2-9 476,-2-22 0,5-1 0,6 10 0,6 9 0,2 1 0,-4-7-863,0-1 0,0-1 863,-1-1 0,2 6 0,3-1 0,0-7 0,22 9 0,0-11-26,-16-14 1,1-1 25,18 14 0,-1-5 0,2-17 0,-17-10 0,-1-4 0,2-2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200">
                <a:latin typeface="Tahoma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363" y="0"/>
            <a:ext cx="41608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200">
                <a:latin typeface="Tahoma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43200" y="547688"/>
            <a:ext cx="4114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3" y="3475038"/>
            <a:ext cx="7038975" cy="329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8488"/>
            <a:ext cx="4160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200">
                <a:latin typeface="Tahoma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363" y="6948488"/>
            <a:ext cx="41608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200">
                <a:latin typeface="Tahoma" pitchFamily="34" charset="0"/>
              </a:defRPr>
            </a:lvl1pPr>
          </a:lstStyle>
          <a:p>
            <a:fld id="{077C5485-9747-4CF4-B9B9-77ADA2DD224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.VnTime" pitchFamily="34" charset="0"/>
        <a:ea typeface="MS PGothic" pitchFamily="34" charset="-128"/>
        <a:cs typeface="+mn-cs"/>
      </a:defRPr>
    </a:lvl5pPr>
    <a:lvl6pPr marL="2285740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C5485-9747-4CF4-B9B9-77ADA2DD2249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13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875" y="1122363"/>
            <a:ext cx="7715250" cy="2387600"/>
          </a:xfrm>
        </p:spPr>
        <p:txBody>
          <a:bodyPr anchor="b"/>
          <a:lstStyle>
            <a:lvl1pPr algn="ctr">
              <a:defRPr sz="506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75" y="3602038"/>
            <a:ext cx="7715250" cy="1655762"/>
          </a:xfrm>
        </p:spPr>
        <p:txBody>
          <a:bodyPr/>
          <a:lstStyle>
            <a:lvl1pPr marL="0" indent="0" algn="ctr">
              <a:buNone/>
              <a:defRPr sz="2025"/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B53E1D-A0B1-4171-ABED-667787C30A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012" y="404665"/>
            <a:ext cx="8874125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018" y="1340768"/>
            <a:ext cx="8907119" cy="4752528"/>
          </a:xfrm>
        </p:spPr>
        <p:txBody>
          <a:bodyPr/>
          <a:lstStyle>
            <a:lvl1pPr>
              <a:defRPr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EEBBBD-F88C-4D0A-B00C-08302391C972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C51A7-BEEA-471D-933F-7E35BC04A3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873" y="1709739"/>
            <a:ext cx="8872538" cy="2852737"/>
          </a:xfrm>
        </p:spPr>
        <p:txBody>
          <a:bodyPr anchor="b"/>
          <a:lstStyle>
            <a:lvl1pPr>
              <a:defRPr sz="506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873" y="4589464"/>
            <a:ext cx="8872538" cy="1500187"/>
          </a:xfrm>
        </p:spPr>
        <p:txBody>
          <a:bodyPr/>
          <a:lstStyle>
            <a:lvl1pPr marL="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1pPr>
            <a:lvl2pPr marL="38578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771571" indent="0">
              <a:buNone/>
              <a:defRPr sz="1519">
                <a:solidFill>
                  <a:schemeClr val="tx1">
                    <a:tint val="75000"/>
                  </a:schemeClr>
                </a:solidFill>
              </a:defRPr>
            </a:lvl3pPr>
            <a:lvl4pPr marL="115735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marL="154314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marL="192892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marL="231471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marL="270049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marL="30862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D9EDF6-B61E-473A-9275-BAC1BDA0029B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B2AA1-AEA7-40B9-AD8E-776A8F6897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1825625"/>
            <a:ext cx="437197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794" y="1825625"/>
            <a:ext cx="437197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FBD08F-42E1-467C-8482-6F32381C3348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EFCDD-D768-4613-87BA-5A10354114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365126"/>
            <a:ext cx="887253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571" y="1681163"/>
            <a:ext cx="4351883" cy="823912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571" y="2505075"/>
            <a:ext cx="435188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7794" y="1681163"/>
            <a:ext cx="4373315" cy="823912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7794" y="2505075"/>
            <a:ext cx="437331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3E18D6-E874-45EF-BDE1-3F1C6A343A99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B50A5-30BD-43BB-AD4F-B4E94F8C7D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F168BB-F8B5-4B60-A2D9-15D6AAE85ECB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9E71C2-40FC-46B0-9F54-054079C07F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DEA76D-4E6C-45C2-96AE-CD5B5C8A3520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EBE714-6393-4BF3-9D63-6DB1C693A1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2" y="457200"/>
            <a:ext cx="3317825" cy="160020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315" y="987426"/>
            <a:ext cx="5207794" cy="4873625"/>
          </a:xfrm>
        </p:spPr>
        <p:txBody>
          <a:bodyPr/>
          <a:lstStyle>
            <a:lvl1pPr>
              <a:defRPr sz="2700"/>
            </a:lvl1pPr>
            <a:lvl2pPr>
              <a:defRPr sz="2363"/>
            </a:lvl2pPr>
            <a:lvl3pPr>
              <a:defRPr sz="2025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2" y="2057400"/>
            <a:ext cx="3317825" cy="3811588"/>
          </a:xfrm>
        </p:spPr>
        <p:txBody>
          <a:bodyPr/>
          <a:lstStyle>
            <a:lvl1pPr marL="0" indent="0">
              <a:buNone/>
              <a:defRPr sz="1350"/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F56404-7C0A-4A70-80C7-58B4E18C2E79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71977B-8A15-43E3-BB9A-6FACCCB6FD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2" y="457200"/>
            <a:ext cx="3317825" cy="160020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73315" y="987426"/>
            <a:ext cx="5207794" cy="4873625"/>
          </a:xfrm>
        </p:spPr>
        <p:txBody>
          <a:bodyPr rtlCol="0">
            <a:normAutofit/>
          </a:bodyPr>
          <a:lstStyle>
            <a:lvl1pPr marL="0" indent="0">
              <a:buNone/>
              <a:defRPr sz="2700"/>
            </a:lvl1pPr>
            <a:lvl2pPr marL="385785" indent="0">
              <a:buNone/>
              <a:defRPr sz="2363"/>
            </a:lvl2pPr>
            <a:lvl3pPr marL="771571" indent="0">
              <a:buNone/>
              <a:defRPr sz="2025"/>
            </a:lvl3pPr>
            <a:lvl4pPr marL="1157356" indent="0">
              <a:buNone/>
              <a:defRPr sz="1688"/>
            </a:lvl4pPr>
            <a:lvl5pPr marL="1543141" indent="0">
              <a:buNone/>
              <a:defRPr sz="1688"/>
            </a:lvl5pPr>
            <a:lvl6pPr marL="1928927" indent="0">
              <a:buNone/>
              <a:defRPr sz="1688"/>
            </a:lvl6pPr>
            <a:lvl7pPr marL="2314712" indent="0">
              <a:buNone/>
              <a:defRPr sz="1688"/>
            </a:lvl7pPr>
            <a:lvl8pPr marL="2700498" indent="0">
              <a:buNone/>
              <a:defRPr sz="1688"/>
            </a:lvl8pPr>
            <a:lvl9pPr marL="3086283" indent="0">
              <a:buNone/>
              <a:defRPr sz="168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2" y="2057400"/>
            <a:ext cx="3317825" cy="3811588"/>
          </a:xfrm>
        </p:spPr>
        <p:txBody>
          <a:bodyPr/>
          <a:lstStyle>
            <a:lvl1pPr marL="0" indent="0">
              <a:buNone/>
              <a:defRPr sz="1350"/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15D99E-F75E-417A-B6DD-B1DB5382627C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88D9EC-88E8-42BE-9803-E404DECFA4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19DB2C-0737-4180-B000-8EBA7417F610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0F31E5-861C-45F9-89E8-388DE9690F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365125"/>
            <a:ext cx="2218134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1" y="365125"/>
            <a:ext cx="652581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34FEE0-FC62-4A35-BD96-9CA27BB140EB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D42D-A0F9-49AA-A49A-5E2A0AE1E1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06438" y="365125"/>
            <a:ext cx="8874125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06438" y="1825625"/>
            <a:ext cx="8874125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6438" y="6356350"/>
            <a:ext cx="2314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898989"/>
                </a:solidFill>
              </a:defRPr>
            </a:lvl1pPr>
          </a:lstStyle>
          <a:p>
            <a:fld id="{B21F9BC8-E4BD-4D0E-B6BB-10632FDE541F}" type="datetimeFigureOut">
              <a:rPr lang="en-US"/>
              <a:pPr/>
              <a:t>5/14/24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363" y="6356350"/>
            <a:ext cx="347186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898989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5988" y="6356350"/>
            <a:ext cx="2314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898989"/>
                </a:solidFill>
              </a:defRPr>
            </a:lvl1pPr>
          </a:lstStyle>
          <a:p>
            <a:fld id="{96B54179-4137-4CBB-A5F3-054D60058EF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hf hdr="0" ftr="0" dt="0"/>
  <p:txStyles>
    <p:titleStyle>
      <a:lvl1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2pPr>
      <a:lvl3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3pPr>
      <a:lvl4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4pPr>
      <a:lvl5pPr algn="l" defTabSz="771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5pPr>
      <a:lvl6pPr marL="4572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6pPr>
      <a:lvl7pPr marL="9144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7pPr>
      <a:lvl8pPr marL="13716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8pPr>
      <a:lvl9pPr marL="1828800" algn="l" defTabSz="771525" rtl="0" fontAlgn="base">
        <a:lnSpc>
          <a:spcPct val="90000"/>
        </a:lnSpc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 Light" charset="0"/>
        </a:defRPr>
      </a:lvl9pPr>
    </p:titleStyle>
    <p:bodyStyle>
      <a:lvl1pPr marL="192088" indent="-192088" algn="l" defTabSz="771525" rtl="0" eaLnBrk="0" fontAlgn="base" hangingPunct="0">
        <a:lnSpc>
          <a:spcPct val="90000"/>
        </a:lnSpc>
        <a:spcBef>
          <a:spcPts val="850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63613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49375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35138" indent="-192088" algn="l" defTabSz="771525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21819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507605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893390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279176" indent="-192893" algn="l" defTabSz="771571" rtl="0" eaLnBrk="1" latinLnBrk="0" hangingPunct="1">
        <a:lnSpc>
          <a:spcPct val="90000"/>
        </a:lnSpc>
        <a:spcBef>
          <a:spcPts val="422"/>
        </a:spcBef>
        <a:buFont typeface="Arial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27050" y="3500438"/>
            <a:ext cx="9477375" cy="223281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4000" b="1" dirty="0">
                <a:solidFill>
                  <a:schemeClr val="bg1"/>
                </a:solidFill>
                <a:ea typeface="MS PGothic" pitchFamily="34" charset="-128"/>
              </a:rPr>
              <a:t>HỌC MÁY</a:t>
            </a:r>
            <a:br>
              <a:rPr lang="en-US" sz="4000" dirty="0">
                <a:ea typeface="MS PGothic" pitchFamily="34" charset="-128"/>
              </a:rPr>
            </a:br>
            <a:r>
              <a:rPr lang="en-US" altLang="en-US" sz="4000" b="1" dirty="0" err="1">
                <a:solidFill>
                  <a:schemeClr val="bg1"/>
                </a:solidFill>
                <a:ea typeface="ＭＳ Ｐゴシック" panose="020B0600070205080204" pitchFamily="34" charset="-128"/>
              </a:rPr>
              <a:t>Lec</a:t>
            </a:r>
            <a:r>
              <a:rPr lang="en-US" altLang="en-US" sz="4000" b="1" dirty="0">
                <a:solidFill>
                  <a:schemeClr val="bg1"/>
                </a:solidFill>
                <a:ea typeface="ＭＳ Ｐゴシック" panose="020B0600070205080204" pitchFamily="34" charset="-128"/>
              </a:rPr>
              <a:t> 7. </a:t>
            </a:r>
            <a:r>
              <a:rPr lang="en-US" altLang="en-US" sz="4000" b="1" dirty="0" err="1">
                <a:solidFill>
                  <a:schemeClr val="bg1"/>
                </a:solidFill>
                <a:ea typeface="ＭＳ Ｐゴシック" panose="020B0600070205080204" pitchFamily="34" charset="-128"/>
              </a:rPr>
              <a:t>K-nearest neighbors</a:t>
            </a:r>
            <a:endParaRPr lang="en-US" sz="4000" dirty="0">
              <a:ea typeface="MS PGothic" pitchFamily="34" charset="-128"/>
            </a:endParaRPr>
          </a:p>
        </p:txBody>
      </p:sp>
      <p:sp>
        <p:nvSpPr>
          <p:cNvPr id="15362" name="Rectangle 22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74EA467-8A07-4E6F-9E13-CD60ADF26F12}" type="slidenum">
              <a:rPr lang="en-US" sz="1200">
                <a:solidFill>
                  <a:schemeClr val="tx1"/>
                </a:solidFill>
              </a:rPr>
              <a:pPr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5363" name="Rectangle 10"/>
          <p:cNvSpPr>
            <a:spLocks noChangeArrowheads="1"/>
          </p:cNvSpPr>
          <p:nvPr/>
        </p:nvSpPr>
        <p:spPr bwMode="auto">
          <a:xfrm>
            <a:off x="771525" y="3200400"/>
            <a:ext cx="908685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9990" tIns="46795" rIns="89990" bIns="46795" anchor="ctr"/>
          <a:lstStyle/>
          <a:p>
            <a:pPr eaLnBrk="1" hangingPunct="1"/>
            <a:endParaRPr lang="vi-VN"/>
          </a:p>
        </p:txBody>
      </p:sp>
      <p:sp>
        <p:nvSpPr>
          <p:cNvPr id="242702" name="Rectangle 14"/>
          <p:cNvSpPr>
            <a:spLocks noChangeArrowheads="1"/>
          </p:cNvSpPr>
          <p:nvPr/>
        </p:nvSpPr>
        <p:spPr bwMode="auto">
          <a:xfrm>
            <a:off x="4414838" y="2357438"/>
            <a:ext cx="5589587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9" tIns="45715" rIns="91429" bIns="45715" anchor="b" anchorCtr="1"/>
          <a:lstStyle/>
          <a:p>
            <a:pPr algn="ctr" eaLnBrk="1" hangingPunct="1"/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BỘ MÔN KHOA HỌC MÁY TÍNH</a:t>
            </a:r>
          </a:p>
          <a:p>
            <a:pPr algn="ctr" eaLnBrk="1" hangingPunct="1"/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www.fit.nuce.edu.vn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AE7B-E2CC-9A4B-9175-98E9D035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-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4C621-A288-B941-A3F5-6AD18FB62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760"/>
              </a:lnSpc>
            </a:pPr>
            <a:r>
              <a:rPr lang="vi-VN" dirty="0"/>
              <a:t>K-nearest neighbors</a:t>
            </a:r>
          </a:p>
          <a:p>
            <a:pPr>
              <a:lnSpc>
                <a:spcPts val="2760"/>
              </a:lnSpc>
            </a:pP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05ADF-06DA-3C4A-99A2-2D07E1BD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56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AE7B-E2CC-9A4B-9175-98E9D035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 toán phân lớp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4C621-A288-B941-A3F5-6AD18FB62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38" y="1514203"/>
            <a:ext cx="8874125" cy="4351338"/>
          </a:xfrm>
        </p:spPr>
        <p:txBody>
          <a:bodyPr/>
          <a:lstStyle/>
          <a:p>
            <a:pPr marL="381000" marR="187960" indent="-342900">
              <a:lnSpc>
                <a:spcPct val="98200"/>
              </a:lnSpc>
              <a:spcBef>
                <a:spcPts val="145"/>
              </a:spcBef>
              <a:buClr>
                <a:srgbClr val="4472C4"/>
              </a:buClr>
              <a:buFont typeface="Wingdings" pitchFamily="2" charset="2"/>
              <a:buChar char="v"/>
              <a:tabLst>
                <a:tab pos="266700" algn="l"/>
                <a:tab pos="7197090" algn="l"/>
              </a:tabLst>
            </a:pPr>
            <a:r>
              <a:rPr lang="en-US" sz="2800" dirty="0">
                <a:latin typeface="+mj-lt"/>
              </a:rPr>
              <a:t>Supervised learning: Học cách xác định hàm y = f(x) từ tập dữ liệu huấn luyện gồm {{x</a:t>
            </a:r>
            <a:r>
              <a:rPr lang="en-US" sz="2800" baseline="-25000" dirty="0">
                <a:latin typeface="+mj-lt"/>
              </a:rPr>
              <a:t>1</a:t>
            </a:r>
            <a:r>
              <a:rPr lang="en-US" sz="2800" dirty="0">
                <a:latin typeface="+mj-lt"/>
              </a:rPr>
              <a:t>, x</a:t>
            </a:r>
            <a:r>
              <a:rPr lang="en-US" sz="2800" baseline="-25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, …, x</a:t>
            </a:r>
            <a:r>
              <a:rPr lang="en-US" sz="2800" baseline="-25000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}; {y</a:t>
            </a:r>
            <a:r>
              <a:rPr lang="en-US" sz="2800" baseline="-25000" dirty="0">
                <a:latin typeface="+mj-lt"/>
              </a:rPr>
              <a:t>1</a:t>
            </a:r>
            <a:r>
              <a:rPr lang="en-US" sz="2800" dirty="0">
                <a:latin typeface="+mj-lt"/>
              </a:rPr>
              <a:t>, y</a:t>
            </a:r>
            <a:r>
              <a:rPr lang="en-US" sz="2800" baseline="-25000" dirty="0">
                <a:latin typeface="+mj-lt"/>
              </a:rPr>
              <a:t>2</a:t>
            </a:r>
            <a:r>
              <a:rPr lang="en-US" sz="2800" dirty="0">
                <a:latin typeface="+mj-lt"/>
              </a:rPr>
              <a:t>,…, y</a:t>
            </a:r>
            <a:r>
              <a:rPr lang="en-US" sz="2800" baseline="-25000" dirty="0">
                <a:latin typeface="+mj-lt"/>
              </a:rPr>
              <a:t>N</a:t>
            </a:r>
            <a:r>
              <a:rPr lang="en-US" sz="2800" dirty="0">
                <a:latin typeface="+mj-lt"/>
              </a:rPr>
              <a:t>}} sao cho y</a:t>
            </a:r>
            <a:r>
              <a:rPr lang="en-US" sz="2800" baseline="-25000" dirty="0">
                <a:latin typeface="+mj-lt"/>
              </a:rPr>
              <a:t>i</a:t>
            </a:r>
            <a:r>
              <a:rPr lang="en-US" sz="2800" dirty="0">
                <a:latin typeface="+mj-lt"/>
              </a:rPr>
              <a:t> ≅ f(x</a:t>
            </a:r>
            <a:r>
              <a:rPr lang="en-US" sz="2800" baseline="-25000" dirty="0">
                <a:latin typeface="+mj-lt"/>
              </a:rPr>
              <a:t>i</a:t>
            </a:r>
            <a:r>
              <a:rPr lang="en-US" sz="2800" dirty="0">
                <a:latin typeface="+mj-lt"/>
              </a:rPr>
              <a:t>) với mọi i.</a:t>
            </a:r>
          </a:p>
          <a:p>
            <a:pPr marL="1152525" marR="187960" lvl="2" indent="-342900">
              <a:lnSpc>
                <a:spcPct val="98200"/>
              </a:lnSpc>
              <a:spcBef>
                <a:spcPts val="145"/>
              </a:spcBef>
              <a:buClr>
                <a:srgbClr val="4472C4"/>
              </a:buClr>
              <a:buFont typeface="Courier New" panose="02070309020205020404" pitchFamily="49" charset="0"/>
              <a:buChar char="o"/>
              <a:tabLst>
                <a:tab pos="266700" algn="l"/>
                <a:tab pos="7197090" algn="l"/>
              </a:tabLst>
            </a:pPr>
            <a:r>
              <a:rPr lang="en-US" sz="2000" spc="35" dirty="0">
                <a:latin typeface="+mj-lt"/>
              </a:rPr>
              <a:t>Mỗi điểm dữ liệu có nhãn tương ứng</a:t>
            </a:r>
            <a:r>
              <a:rPr lang="en-US" sz="2800" spc="-35" dirty="0">
                <a:latin typeface="+mj-lt"/>
              </a:rPr>
              <a:t>.</a:t>
            </a:r>
          </a:p>
          <a:p>
            <a:pPr marL="381000" marR="187960" indent="-342900">
              <a:lnSpc>
                <a:spcPct val="98200"/>
              </a:lnSpc>
              <a:spcBef>
                <a:spcPts val="145"/>
              </a:spcBef>
              <a:buClr>
                <a:srgbClr val="4472C4"/>
              </a:buClr>
              <a:buFont typeface="Wingdings" pitchFamily="2" charset="2"/>
              <a:buChar char="v"/>
              <a:tabLst>
                <a:tab pos="266700" algn="l"/>
                <a:tab pos="7197090" algn="l"/>
              </a:tabLst>
            </a:pPr>
            <a:r>
              <a:rPr lang="en-US" sz="2800" dirty="0">
                <a:latin typeface="+mj-lt"/>
              </a:rPr>
              <a:t>Phân đa lớp: Đầu ra y nhận giá trị một trong số các giá trị của tập các nhãn:</a:t>
            </a:r>
            <a:endParaRPr lang="en-US" sz="2800">
              <a:latin typeface="+mj-lt"/>
            </a:endParaRPr>
          </a:p>
          <a:p>
            <a:pPr marL="1152525" marR="187960" lvl="2" indent="-342900">
              <a:lnSpc>
                <a:spcPct val="98200"/>
              </a:lnSpc>
              <a:spcBef>
                <a:spcPts val="145"/>
              </a:spcBef>
              <a:buClr>
                <a:srgbClr val="4472C4"/>
              </a:buClr>
              <a:buFont typeface="Courier New" panose="02070309020205020404" pitchFamily="49" charset="0"/>
              <a:buChar char="o"/>
              <a:tabLst>
                <a:tab pos="266700" algn="l"/>
                <a:tab pos="7197090" algn="l"/>
              </a:tabLst>
            </a:pPr>
            <a:r>
              <a:rPr lang="en-US" sz="2400">
                <a:latin typeface="+mj-lt"/>
              </a:rPr>
              <a:t>y in {normal, spam}</a:t>
            </a:r>
          </a:p>
          <a:p>
            <a:pPr marL="1152525" marR="187960" lvl="2" indent="-342900">
              <a:lnSpc>
                <a:spcPct val="98200"/>
              </a:lnSpc>
              <a:spcBef>
                <a:spcPts val="145"/>
              </a:spcBef>
              <a:buClr>
                <a:srgbClr val="4472C4"/>
              </a:buClr>
              <a:buFont typeface="Courier New" panose="02070309020205020404" pitchFamily="49" charset="0"/>
              <a:buChar char="o"/>
              <a:tabLst>
                <a:tab pos="266700" algn="l"/>
                <a:tab pos="7197090" algn="l"/>
              </a:tabLst>
            </a:pPr>
            <a:r>
              <a:rPr lang="en-US" sz="2400">
                <a:latin typeface="+mj-lt"/>
              </a:rPr>
              <a:t>y in {fake, real}</a:t>
            </a:r>
            <a:endParaRPr lang="en-US" sz="280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05ADF-06DA-3C4A-99A2-2D07E1BD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18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AE7B-E2CC-9A4B-9175-98E9D035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Xác định đối tượng thuộc lớp nào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05ADF-06DA-3C4A-99A2-2D07E1BD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4</a:t>
            </a:fld>
            <a:endParaRPr lang="en-US"/>
          </a:p>
        </p:txBody>
      </p:sp>
      <p:grpSp>
        <p:nvGrpSpPr>
          <p:cNvPr id="101" name="object 5">
            <a:extLst>
              <a:ext uri="{FF2B5EF4-FFF2-40B4-BE49-F238E27FC236}">
                <a16:creationId xmlns:a16="http://schemas.microsoft.com/office/drawing/2014/main" id="{38CCEA76-CA9A-A84D-87F6-657626009A20}"/>
              </a:ext>
            </a:extLst>
          </p:cNvPr>
          <p:cNvGrpSpPr/>
          <p:nvPr/>
        </p:nvGrpSpPr>
        <p:grpSpPr>
          <a:xfrm>
            <a:off x="1111052" y="1511159"/>
            <a:ext cx="6934199" cy="1203999"/>
            <a:chOff x="1066800" y="1742401"/>
            <a:chExt cx="6934199" cy="1203999"/>
          </a:xfrm>
        </p:grpSpPr>
        <p:sp>
          <p:nvSpPr>
            <p:cNvPr id="103" name="object 7">
              <a:extLst>
                <a:ext uri="{FF2B5EF4-FFF2-40B4-BE49-F238E27FC236}">
                  <a16:creationId xmlns:a16="http://schemas.microsoft.com/office/drawing/2014/main" id="{64B5BCAA-A0BB-A746-841F-15B9057D3273}"/>
                </a:ext>
              </a:extLst>
            </p:cNvPr>
            <p:cNvSpPr/>
            <p:nvPr/>
          </p:nvSpPr>
          <p:spPr>
            <a:xfrm>
              <a:off x="1438757" y="2063559"/>
              <a:ext cx="246684" cy="2466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8">
              <a:extLst>
                <a:ext uri="{FF2B5EF4-FFF2-40B4-BE49-F238E27FC236}">
                  <a16:creationId xmlns:a16="http://schemas.microsoft.com/office/drawing/2014/main" id="{796D4AA2-5E52-1743-BDCE-EA2C06E782E2}"/>
                </a:ext>
              </a:extLst>
            </p:cNvPr>
            <p:cNvSpPr/>
            <p:nvPr/>
          </p:nvSpPr>
          <p:spPr>
            <a:xfrm>
              <a:off x="1438757" y="2063559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341"/>
                  </a:moveTo>
                  <a:lnTo>
                    <a:pt x="9692" y="75331"/>
                  </a:lnTo>
                  <a:lnTo>
                    <a:pt x="36125" y="36125"/>
                  </a:lnTo>
                  <a:lnTo>
                    <a:pt x="75331" y="9692"/>
                  </a:lnTo>
                  <a:lnTo>
                    <a:pt x="123341" y="0"/>
                  </a:lnTo>
                  <a:lnTo>
                    <a:pt x="171350" y="9692"/>
                  </a:lnTo>
                  <a:lnTo>
                    <a:pt x="210556" y="36125"/>
                  </a:lnTo>
                  <a:lnTo>
                    <a:pt x="236989" y="75331"/>
                  </a:lnTo>
                  <a:lnTo>
                    <a:pt x="246682" y="123341"/>
                  </a:lnTo>
                  <a:lnTo>
                    <a:pt x="236989" y="171350"/>
                  </a:lnTo>
                  <a:lnTo>
                    <a:pt x="210556" y="210556"/>
                  </a:lnTo>
                  <a:lnTo>
                    <a:pt x="171350" y="236989"/>
                  </a:lnTo>
                  <a:lnTo>
                    <a:pt x="123341" y="246682"/>
                  </a:lnTo>
                  <a:lnTo>
                    <a:pt x="75331" y="236989"/>
                  </a:lnTo>
                  <a:lnTo>
                    <a:pt x="36125" y="210556"/>
                  </a:lnTo>
                  <a:lnTo>
                    <a:pt x="9692" y="171350"/>
                  </a:lnTo>
                  <a:lnTo>
                    <a:pt x="0" y="12334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9">
              <a:extLst>
                <a:ext uri="{FF2B5EF4-FFF2-40B4-BE49-F238E27FC236}">
                  <a16:creationId xmlns:a16="http://schemas.microsoft.com/office/drawing/2014/main" id="{00051D19-0887-5941-A0D4-7C3E1DAEE402}"/>
                </a:ext>
              </a:extLst>
            </p:cNvPr>
            <p:cNvSpPr/>
            <p:nvPr/>
          </p:nvSpPr>
          <p:spPr>
            <a:xfrm>
              <a:off x="1562096" y="1989449"/>
              <a:ext cx="0" cy="74295"/>
            </a:xfrm>
            <a:custGeom>
              <a:avLst/>
              <a:gdLst/>
              <a:ahLst/>
              <a:cxnLst/>
              <a:rect l="l" t="t" r="r" b="b"/>
              <a:pathLst>
                <a:path h="74294">
                  <a:moveTo>
                    <a:pt x="0" y="7411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345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">
              <a:extLst>
                <a:ext uri="{FF2B5EF4-FFF2-40B4-BE49-F238E27FC236}">
                  <a16:creationId xmlns:a16="http://schemas.microsoft.com/office/drawing/2014/main" id="{81DC4AE0-7E72-294B-96B8-0F350D3CEF1F}"/>
                </a:ext>
              </a:extLst>
            </p:cNvPr>
            <p:cNvSpPr/>
            <p:nvPr/>
          </p:nvSpPr>
          <p:spPr>
            <a:xfrm>
              <a:off x="1438757" y="1742757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123342" y="0"/>
                  </a:moveTo>
                  <a:lnTo>
                    <a:pt x="75330" y="9694"/>
                  </a:lnTo>
                  <a:lnTo>
                    <a:pt x="36125" y="36129"/>
                  </a:lnTo>
                  <a:lnTo>
                    <a:pt x="9692" y="75336"/>
                  </a:lnTo>
                  <a:lnTo>
                    <a:pt x="0" y="123342"/>
                  </a:lnTo>
                  <a:lnTo>
                    <a:pt x="9692" y="171353"/>
                  </a:lnTo>
                  <a:lnTo>
                    <a:pt x="36125" y="210559"/>
                  </a:lnTo>
                  <a:lnTo>
                    <a:pt x="75330" y="236992"/>
                  </a:lnTo>
                  <a:lnTo>
                    <a:pt x="123342" y="246684"/>
                  </a:lnTo>
                  <a:lnTo>
                    <a:pt x="171353" y="236992"/>
                  </a:lnTo>
                  <a:lnTo>
                    <a:pt x="210559" y="210559"/>
                  </a:lnTo>
                  <a:lnTo>
                    <a:pt x="236992" y="171353"/>
                  </a:lnTo>
                  <a:lnTo>
                    <a:pt x="246684" y="123342"/>
                  </a:lnTo>
                  <a:lnTo>
                    <a:pt x="236992" y="75336"/>
                  </a:lnTo>
                  <a:lnTo>
                    <a:pt x="210559" y="36129"/>
                  </a:lnTo>
                  <a:lnTo>
                    <a:pt x="171353" y="9694"/>
                  </a:lnTo>
                  <a:lnTo>
                    <a:pt x="123342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1">
              <a:extLst>
                <a:ext uri="{FF2B5EF4-FFF2-40B4-BE49-F238E27FC236}">
                  <a16:creationId xmlns:a16="http://schemas.microsoft.com/office/drawing/2014/main" id="{0C3C83A9-599F-4346-928D-D7BD45492D6A}"/>
                </a:ext>
              </a:extLst>
            </p:cNvPr>
            <p:cNvSpPr/>
            <p:nvPr/>
          </p:nvSpPr>
          <p:spPr>
            <a:xfrm>
              <a:off x="1438757" y="1742757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341"/>
                  </a:moveTo>
                  <a:lnTo>
                    <a:pt x="9692" y="75331"/>
                  </a:lnTo>
                  <a:lnTo>
                    <a:pt x="36125" y="36125"/>
                  </a:lnTo>
                  <a:lnTo>
                    <a:pt x="75331" y="9692"/>
                  </a:lnTo>
                  <a:lnTo>
                    <a:pt x="123341" y="0"/>
                  </a:lnTo>
                  <a:lnTo>
                    <a:pt x="171350" y="9692"/>
                  </a:lnTo>
                  <a:lnTo>
                    <a:pt x="210556" y="36125"/>
                  </a:lnTo>
                  <a:lnTo>
                    <a:pt x="236989" y="75331"/>
                  </a:lnTo>
                  <a:lnTo>
                    <a:pt x="246682" y="123341"/>
                  </a:lnTo>
                  <a:lnTo>
                    <a:pt x="236989" y="171350"/>
                  </a:lnTo>
                  <a:lnTo>
                    <a:pt x="210556" y="210556"/>
                  </a:lnTo>
                  <a:lnTo>
                    <a:pt x="171350" y="236989"/>
                  </a:lnTo>
                  <a:lnTo>
                    <a:pt x="123341" y="246682"/>
                  </a:lnTo>
                  <a:lnTo>
                    <a:pt x="75331" y="236989"/>
                  </a:lnTo>
                  <a:lnTo>
                    <a:pt x="36125" y="210556"/>
                  </a:lnTo>
                  <a:lnTo>
                    <a:pt x="9692" y="171350"/>
                  </a:lnTo>
                  <a:lnTo>
                    <a:pt x="0" y="12334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2">
              <a:extLst>
                <a:ext uri="{FF2B5EF4-FFF2-40B4-BE49-F238E27FC236}">
                  <a16:creationId xmlns:a16="http://schemas.microsoft.com/office/drawing/2014/main" id="{6179E51C-8668-6249-88B9-B3FC7ABE61DA}"/>
                </a:ext>
              </a:extLst>
            </p:cNvPr>
            <p:cNvSpPr/>
            <p:nvPr/>
          </p:nvSpPr>
          <p:spPr>
            <a:xfrm>
              <a:off x="1685442" y="2186898"/>
              <a:ext cx="74295" cy="0"/>
            </a:xfrm>
            <a:custGeom>
              <a:avLst/>
              <a:gdLst/>
              <a:ahLst/>
              <a:cxnLst/>
              <a:rect l="l" t="t" r="r" b="b"/>
              <a:pathLst>
                <a:path w="74294">
                  <a:moveTo>
                    <a:pt x="0" y="0"/>
                  </a:moveTo>
                  <a:lnTo>
                    <a:pt x="74110" y="0"/>
                  </a:lnTo>
                </a:path>
              </a:pathLst>
            </a:custGeom>
            <a:ln w="25400">
              <a:solidFill>
                <a:srgbClr val="345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3">
              <a:extLst>
                <a:ext uri="{FF2B5EF4-FFF2-40B4-BE49-F238E27FC236}">
                  <a16:creationId xmlns:a16="http://schemas.microsoft.com/office/drawing/2014/main" id="{BCEE3EEE-4E90-CE40-A9E3-0DE6DEE7A276}"/>
                </a:ext>
              </a:extLst>
            </p:cNvPr>
            <p:cNvSpPr/>
            <p:nvPr/>
          </p:nvSpPr>
          <p:spPr>
            <a:xfrm>
              <a:off x="1759546" y="2063559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123342" y="0"/>
                  </a:moveTo>
                  <a:lnTo>
                    <a:pt x="75336" y="9692"/>
                  </a:lnTo>
                  <a:lnTo>
                    <a:pt x="36129" y="36125"/>
                  </a:lnTo>
                  <a:lnTo>
                    <a:pt x="9694" y="75330"/>
                  </a:lnTo>
                  <a:lnTo>
                    <a:pt x="0" y="123342"/>
                  </a:lnTo>
                  <a:lnTo>
                    <a:pt x="9694" y="171348"/>
                  </a:lnTo>
                  <a:lnTo>
                    <a:pt x="36129" y="210554"/>
                  </a:lnTo>
                  <a:lnTo>
                    <a:pt x="75336" y="236990"/>
                  </a:lnTo>
                  <a:lnTo>
                    <a:pt x="123342" y="246684"/>
                  </a:lnTo>
                  <a:lnTo>
                    <a:pt x="171353" y="236990"/>
                  </a:lnTo>
                  <a:lnTo>
                    <a:pt x="210559" y="210554"/>
                  </a:lnTo>
                  <a:lnTo>
                    <a:pt x="236992" y="171348"/>
                  </a:lnTo>
                  <a:lnTo>
                    <a:pt x="246684" y="123342"/>
                  </a:lnTo>
                  <a:lnTo>
                    <a:pt x="236992" y="75330"/>
                  </a:lnTo>
                  <a:lnTo>
                    <a:pt x="210559" y="36125"/>
                  </a:lnTo>
                  <a:lnTo>
                    <a:pt x="171353" y="9692"/>
                  </a:lnTo>
                  <a:lnTo>
                    <a:pt x="123342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4">
              <a:extLst>
                <a:ext uri="{FF2B5EF4-FFF2-40B4-BE49-F238E27FC236}">
                  <a16:creationId xmlns:a16="http://schemas.microsoft.com/office/drawing/2014/main" id="{15BAE479-565F-9749-A454-CEB718E574A9}"/>
                </a:ext>
              </a:extLst>
            </p:cNvPr>
            <p:cNvSpPr/>
            <p:nvPr/>
          </p:nvSpPr>
          <p:spPr>
            <a:xfrm>
              <a:off x="1759546" y="2063559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341"/>
                  </a:moveTo>
                  <a:lnTo>
                    <a:pt x="9692" y="75331"/>
                  </a:lnTo>
                  <a:lnTo>
                    <a:pt x="36125" y="36125"/>
                  </a:lnTo>
                  <a:lnTo>
                    <a:pt x="75331" y="9692"/>
                  </a:lnTo>
                  <a:lnTo>
                    <a:pt x="123341" y="0"/>
                  </a:lnTo>
                  <a:lnTo>
                    <a:pt x="171350" y="9692"/>
                  </a:lnTo>
                  <a:lnTo>
                    <a:pt x="210556" y="36125"/>
                  </a:lnTo>
                  <a:lnTo>
                    <a:pt x="236989" y="75331"/>
                  </a:lnTo>
                  <a:lnTo>
                    <a:pt x="246682" y="123341"/>
                  </a:lnTo>
                  <a:lnTo>
                    <a:pt x="236989" y="171350"/>
                  </a:lnTo>
                  <a:lnTo>
                    <a:pt x="210556" y="210556"/>
                  </a:lnTo>
                  <a:lnTo>
                    <a:pt x="171350" y="236989"/>
                  </a:lnTo>
                  <a:lnTo>
                    <a:pt x="123341" y="246682"/>
                  </a:lnTo>
                  <a:lnTo>
                    <a:pt x="75331" y="236989"/>
                  </a:lnTo>
                  <a:lnTo>
                    <a:pt x="36125" y="210556"/>
                  </a:lnTo>
                  <a:lnTo>
                    <a:pt x="9692" y="171350"/>
                  </a:lnTo>
                  <a:lnTo>
                    <a:pt x="0" y="12334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5">
              <a:extLst>
                <a:ext uri="{FF2B5EF4-FFF2-40B4-BE49-F238E27FC236}">
                  <a16:creationId xmlns:a16="http://schemas.microsoft.com/office/drawing/2014/main" id="{39303554-05BE-9F4E-A965-93E70A4221C1}"/>
                </a:ext>
              </a:extLst>
            </p:cNvPr>
            <p:cNvSpPr/>
            <p:nvPr/>
          </p:nvSpPr>
          <p:spPr>
            <a:xfrm>
              <a:off x="1562103" y="2310244"/>
              <a:ext cx="0" cy="74295"/>
            </a:xfrm>
            <a:custGeom>
              <a:avLst/>
              <a:gdLst/>
              <a:ahLst/>
              <a:cxnLst/>
              <a:rect l="l" t="t" r="r" b="b"/>
              <a:pathLst>
                <a:path h="74294">
                  <a:moveTo>
                    <a:pt x="0" y="0"/>
                  </a:moveTo>
                  <a:lnTo>
                    <a:pt x="0" y="74110"/>
                  </a:lnTo>
                </a:path>
              </a:pathLst>
            </a:custGeom>
            <a:ln w="25400">
              <a:solidFill>
                <a:srgbClr val="345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6">
              <a:extLst>
                <a:ext uri="{FF2B5EF4-FFF2-40B4-BE49-F238E27FC236}">
                  <a16:creationId xmlns:a16="http://schemas.microsoft.com/office/drawing/2014/main" id="{3D0504D7-150F-3443-9E14-A06E99466E83}"/>
                </a:ext>
              </a:extLst>
            </p:cNvPr>
            <p:cNvSpPr/>
            <p:nvPr/>
          </p:nvSpPr>
          <p:spPr>
            <a:xfrm>
              <a:off x="1438757" y="2384348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123342" y="0"/>
                  </a:moveTo>
                  <a:lnTo>
                    <a:pt x="75330" y="9692"/>
                  </a:lnTo>
                  <a:lnTo>
                    <a:pt x="36125" y="36125"/>
                  </a:lnTo>
                  <a:lnTo>
                    <a:pt x="9692" y="75330"/>
                  </a:lnTo>
                  <a:lnTo>
                    <a:pt x="0" y="123342"/>
                  </a:lnTo>
                  <a:lnTo>
                    <a:pt x="9692" y="171353"/>
                  </a:lnTo>
                  <a:lnTo>
                    <a:pt x="36125" y="210559"/>
                  </a:lnTo>
                  <a:lnTo>
                    <a:pt x="75330" y="236992"/>
                  </a:lnTo>
                  <a:lnTo>
                    <a:pt x="123342" y="246684"/>
                  </a:lnTo>
                  <a:lnTo>
                    <a:pt x="171353" y="236992"/>
                  </a:lnTo>
                  <a:lnTo>
                    <a:pt x="210559" y="210559"/>
                  </a:lnTo>
                  <a:lnTo>
                    <a:pt x="236992" y="171353"/>
                  </a:lnTo>
                  <a:lnTo>
                    <a:pt x="246684" y="123342"/>
                  </a:lnTo>
                  <a:lnTo>
                    <a:pt x="236992" y="75330"/>
                  </a:lnTo>
                  <a:lnTo>
                    <a:pt x="210559" y="36125"/>
                  </a:lnTo>
                  <a:lnTo>
                    <a:pt x="171353" y="9692"/>
                  </a:lnTo>
                  <a:lnTo>
                    <a:pt x="123342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7">
              <a:extLst>
                <a:ext uri="{FF2B5EF4-FFF2-40B4-BE49-F238E27FC236}">
                  <a16:creationId xmlns:a16="http://schemas.microsoft.com/office/drawing/2014/main" id="{6984A3DB-37CC-2446-A575-25305ABB3FE3}"/>
                </a:ext>
              </a:extLst>
            </p:cNvPr>
            <p:cNvSpPr/>
            <p:nvPr/>
          </p:nvSpPr>
          <p:spPr>
            <a:xfrm>
              <a:off x="1438757" y="2384348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341"/>
                  </a:moveTo>
                  <a:lnTo>
                    <a:pt x="9692" y="75331"/>
                  </a:lnTo>
                  <a:lnTo>
                    <a:pt x="36125" y="36125"/>
                  </a:lnTo>
                  <a:lnTo>
                    <a:pt x="75331" y="9692"/>
                  </a:lnTo>
                  <a:lnTo>
                    <a:pt x="123341" y="0"/>
                  </a:lnTo>
                  <a:lnTo>
                    <a:pt x="171350" y="9692"/>
                  </a:lnTo>
                  <a:lnTo>
                    <a:pt x="210556" y="36125"/>
                  </a:lnTo>
                  <a:lnTo>
                    <a:pt x="236989" y="75331"/>
                  </a:lnTo>
                  <a:lnTo>
                    <a:pt x="246682" y="123341"/>
                  </a:lnTo>
                  <a:lnTo>
                    <a:pt x="236989" y="171350"/>
                  </a:lnTo>
                  <a:lnTo>
                    <a:pt x="210556" y="210556"/>
                  </a:lnTo>
                  <a:lnTo>
                    <a:pt x="171350" y="236989"/>
                  </a:lnTo>
                  <a:lnTo>
                    <a:pt x="123341" y="246682"/>
                  </a:lnTo>
                  <a:lnTo>
                    <a:pt x="75331" y="236989"/>
                  </a:lnTo>
                  <a:lnTo>
                    <a:pt x="36125" y="210556"/>
                  </a:lnTo>
                  <a:lnTo>
                    <a:pt x="9692" y="171350"/>
                  </a:lnTo>
                  <a:lnTo>
                    <a:pt x="0" y="12334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8">
              <a:extLst>
                <a:ext uri="{FF2B5EF4-FFF2-40B4-BE49-F238E27FC236}">
                  <a16:creationId xmlns:a16="http://schemas.microsoft.com/office/drawing/2014/main" id="{49FBD461-8733-1143-B42B-CDF2D89E125A}"/>
                </a:ext>
              </a:extLst>
            </p:cNvPr>
            <p:cNvSpPr/>
            <p:nvPr/>
          </p:nvSpPr>
          <p:spPr>
            <a:xfrm>
              <a:off x="1364647" y="2186892"/>
              <a:ext cx="74295" cy="0"/>
            </a:xfrm>
            <a:custGeom>
              <a:avLst/>
              <a:gdLst/>
              <a:ahLst/>
              <a:cxnLst/>
              <a:rect l="l" t="t" r="r" b="b"/>
              <a:pathLst>
                <a:path w="74294">
                  <a:moveTo>
                    <a:pt x="74110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345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9">
              <a:extLst>
                <a:ext uri="{FF2B5EF4-FFF2-40B4-BE49-F238E27FC236}">
                  <a16:creationId xmlns:a16="http://schemas.microsoft.com/office/drawing/2014/main" id="{7B09BAEC-313A-B148-A99A-801D77A01905}"/>
                </a:ext>
              </a:extLst>
            </p:cNvPr>
            <p:cNvSpPr/>
            <p:nvPr/>
          </p:nvSpPr>
          <p:spPr>
            <a:xfrm>
              <a:off x="1117964" y="2063559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5" h="247014">
                  <a:moveTo>
                    <a:pt x="123341" y="0"/>
                  </a:moveTo>
                  <a:lnTo>
                    <a:pt x="75331" y="9692"/>
                  </a:lnTo>
                  <a:lnTo>
                    <a:pt x="36125" y="36125"/>
                  </a:lnTo>
                  <a:lnTo>
                    <a:pt x="9692" y="75330"/>
                  </a:lnTo>
                  <a:lnTo>
                    <a:pt x="0" y="123342"/>
                  </a:lnTo>
                  <a:lnTo>
                    <a:pt x="9692" y="171348"/>
                  </a:lnTo>
                  <a:lnTo>
                    <a:pt x="36125" y="210554"/>
                  </a:lnTo>
                  <a:lnTo>
                    <a:pt x="75331" y="236990"/>
                  </a:lnTo>
                  <a:lnTo>
                    <a:pt x="123341" y="246684"/>
                  </a:lnTo>
                  <a:lnTo>
                    <a:pt x="171348" y="236990"/>
                  </a:lnTo>
                  <a:lnTo>
                    <a:pt x="210551" y="210554"/>
                  </a:lnTo>
                  <a:lnTo>
                    <a:pt x="236983" y="171348"/>
                  </a:lnTo>
                  <a:lnTo>
                    <a:pt x="246675" y="123342"/>
                  </a:lnTo>
                  <a:lnTo>
                    <a:pt x="236983" y="75330"/>
                  </a:lnTo>
                  <a:lnTo>
                    <a:pt x="210551" y="36125"/>
                  </a:lnTo>
                  <a:lnTo>
                    <a:pt x="171348" y="9692"/>
                  </a:lnTo>
                  <a:lnTo>
                    <a:pt x="123341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20">
              <a:extLst>
                <a:ext uri="{FF2B5EF4-FFF2-40B4-BE49-F238E27FC236}">
                  <a16:creationId xmlns:a16="http://schemas.microsoft.com/office/drawing/2014/main" id="{E28B5D94-9455-0D4A-98BE-90C604E2E703}"/>
                </a:ext>
              </a:extLst>
            </p:cNvPr>
            <p:cNvSpPr/>
            <p:nvPr/>
          </p:nvSpPr>
          <p:spPr>
            <a:xfrm>
              <a:off x="1117964" y="2063559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5" h="247014">
                  <a:moveTo>
                    <a:pt x="0" y="123341"/>
                  </a:moveTo>
                  <a:lnTo>
                    <a:pt x="9692" y="75331"/>
                  </a:lnTo>
                  <a:lnTo>
                    <a:pt x="36125" y="36125"/>
                  </a:lnTo>
                  <a:lnTo>
                    <a:pt x="75331" y="9692"/>
                  </a:lnTo>
                  <a:lnTo>
                    <a:pt x="123341" y="0"/>
                  </a:lnTo>
                  <a:lnTo>
                    <a:pt x="171350" y="9692"/>
                  </a:lnTo>
                  <a:lnTo>
                    <a:pt x="210556" y="36125"/>
                  </a:lnTo>
                  <a:lnTo>
                    <a:pt x="236989" y="75331"/>
                  </a:lnTo>
                  <a:lnTo>
                    <a:pt x="246682" y="123341"/>
                  </a:lnTo>
                  <a:lnTo>
                    <a:pt x="236989" y="171350"/>
                  </a:lnTo>
                  <a:lnTo>
                    <a:pt x="210556" y="210556"/>
                  </a:lnTo>
                  <a:lnTo>
                    <a:pt x="171350" y="236989"/>
                  </a:lnTo>
                  <a:lnTo>
                    <a:pt x="123341" y="246682"/>
                  </a:lnTo>
                  <a:lnTo>
                    <a:pt x="75331" y="236989"/>
                  </a:lnTo>
                  <a:lnTo>
                    <a:pt x="36125" y="210556"/>
                  </a:lnTo>
                  <a:lnTo>
                    <a:pt x="9692" y="171350"/>
                  </a:lnTo>
                  <a:lnTo>
                    <a:pt x="0" y="12334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21">
              <a:extLst>
                <a:ext uri="{FF2B5EF4-FFF2-40B4-BE49-F238E27FC236}">
                  <a16:creationId xmlns:a16="http://schemas.microsoft.com/office/drawing/2014/main" id="{F3C4A837-D184-F347-B102-6272ECD44D32}"/>
                </a:ext>
              </a:extLst>
            </p:cNvPr>
            <p:cNvSpPr/>
            <p:nvPr/>
          </p:nvSpPr>
          <p:spPr>
            <a:xfrm>
              <a:off x="1066800" y="1742401"/>
              <a:ext cx="990600" cy="889000"/>
            </a:xfrm>
            <a:custGeom>
              <a:avLst/>
              <a:gdLst/>
              <a:ahLst/>
              <a:cxnLst/>
              <a:rect l="l" t="t" r="r" b="b"/>
              <a:pathLst>
                <a:path w="990600" h="889000">
                  <a:moveTo>
                    <a:pt x="0" y="0"/>
                  </a:moveTo>
                  <a:lnTo>
                    <a:pt x="990600" y="0"/>
                  </a:lnTo>
                  <a:lnTo>
                    <a:pt x="990600" y="889000"/>
                  </a:lnTo>
                  <a:lnTo>
                    <a:pt x="0" y="88900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22">
              <a:extLst>
                <a:ext uri="{FF2B5EF4-FFF2-40B4-BE49-F238E27FC236}">
                  <a16:creationId xmlns:a16="http://schemas.microsoft.com/office/drawing/2014/main" id="{72F88C4F-383C-B047-93CA-CFD507CD64F5}"/>
                </a:ext>
              </a:extLst>
            </p:cNvPr>
            <p:cNvSpPr/>
            <p:nvPr/>
          </p:nvSpPr>
          <p:spPr>
            <a:xfrm>
              <a:off x="3705415" y="2067890"/>
              <a:ext cx="285750" cy="186055"/>
            </a:xfrm>
            <a:custGeom>
              <a:avLst/>
              <a:gdLst/>
              <a:ahLst/>
              <a:cxnLst/>
              <a:rect l="l" t="t" r="r" b="b"/>
              <a:pathLst>
                <a:path w="285750" h="186055">
                  <a:moveTo>
                    <a:pt x="254457" y="0"/>
                  </a:moveTo>
                  <a:lnTo>
                    <a:pt x="30911" y="0"/>
                  </a:lnTo>
                  <a:lnTo>
                    <a:pt x="18875" y="2429"/>
                  </a:lnTo>
                  <a:lnTo>
                    <a:pt x="9050" y="9055"/>
                  </a:lnTo>
                  <a:lnTo>
                    <a:pt x="2427" y="18880"/>
                  </a:lnTo>
                  <a:lnTo>
                    <a:pt x="0" y="30911"/>
                  </a:lnTo>
                  <a:lnTo>
                    <a:pt x="0" y="154571"/>
                  </a:lnTo>
                  <a:lnTo>
                    <a:pt x="2427" y="166609"/>
                  </a:lnTo>
                  <a:lnTo>
                    <a:pt x="9050" y="176439"/>
                  </a:lnTo>
                  <a:lnTo>
                    <a:pt x="18875" y="183066"/>
                  </a:lnTo>
                  <a:lnTo>
                    <a:pt x="30911" y="185496"/>
                  </a:lnTo>
                  <a:lnTo>
                    <a:pt x="254457" y="185496"/>
                  </a:lnTo>
                  <a:lnTo>
                    <a:pt x="266488" y="183066"/>
                  </a:lnTo>
                  <a:lnTo>
                    <a:pt x="276313" y="176439"/>
                  </a:lnTo>
                  <a:lnTo>
                    <a:pt x="282939" y="166609"/>
                  </a:lnTo>
                  <a:lnTo>
                    <a:pt x="285369" y="154571"/>
                  </a:lnTo>
                  <a:lnTo>
                    <a:pt x="285369" y="30911"/>
                  </a:lnTo>
                  <a:lnTo>
                    <a:pt x="282939" y="18880"/>
                  </a:lnTo>
                  <a:lnTo>
                    <a:pt x="276313" y="9055"/>
                  </a:lnTo>
                  <a:lnTo>
                    <a:pt x="266488" y="2429"/>
                  </a:lnTo>
                  <a:lnTo>
                    <a:pt x="254457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23">
              <a:extLst>
                <a:ext uri="{FF2B5EF4-FFF2-40B4-BE49-F238E27FC236}">
                  <a16:creationId xmlns:a16="http://schemas.microsoft.com/office/drawing/2014/main" id="{03BEC2EB-0000-594A-8689-A270FA6DE1FA}"/>
                </a:ext>
              </a:extLst>
            </p:cNvPr>
            <p:cNvSpPr/>
            <p:nvPr/>
          </p:nvSpPr>
          <p:spPr>
            <a:xfrm>
              <a:off x="3705415" y="2067890"/>
              <a:ext cx="285750" cy="186055"/>
            </a:xfrm>
            <a:custGeom>
              <a:avLst/>
              <a:gdLst/>
              <a:ahLst/>
              <a:cxnLst/>
              <a:rect l="l" t="t" r="r" b="b"/>
              <a:pathLst>
                <a:path w="285750" h="186055">
                  <a:moveTo>
                    <a:pt x="0" y="30916"/>
                  </a:moveTo>
                  <a:lnTo>
                    <a:pt x="2429" y="18882"/>
                  </a:lnTo>
                  <a:lnTo>
                    <a:pt x="9055" y="9055"/>
                  </a:lnTo>
                  <a:lnTo>
                    <a:pt x="18882" y="2429"/>
                  </a:lnTo>
                  <a:lnTo>
                    <a:pt x="30916" y="0"/>
                  </a:lnTo>
                  <a:lnTo>
                    <a:pt x="254460" y="0"/>
                  </a:lnTo>
                  <a:lnTo>
                    <a:pt x="266494" y="2429"/>
                  </a:lnTo>
                  <a:lnTo>
                    <a:pt x="276321" y="9055"/>
                  </a:lnTo>
                  <a:lnTo>
                    <a:pt x="282947" y="18882"/>
                  </a:lnTo>
                  <a:lnTo>
                    <a:pt x="285377" y="30916"/>
                  </a:lnTo>
                  <a:lnTo>
                    <a:pt x="285377" y="154579"/>
                  </a:lnTo>
                  <a:lnTo>
                    <a:pt x="282947" y="166612"/>
                  </a:lnTo>
                  <a:lnTo>
                    <a:pt x="276321" y="176439"/>
                  </a:lnTo>
                  <a:lnTo>
                    <a:pt x="266494" y="183065"/>
                  </a:lnTo>
                  <a:lnTo>
                    <a:pt x="254460" y="185495"/>
                  </a:lnTo>
                  <a:lnTo>
                    <a:pt x="30916" y="185495"/>
                  </a:lnTo>
                  <a:lnTo>
                    <a:pt x="18882" y="183065"/>
                  </a:lnTo>
                  <a:lnTo>
                    <a:pt x="9055" y="176439"/>
                  </a:lnTo>
                  <a:lnTo>
                    <a:pt x="2429" y="166612"/>
                  </a:lnTo>
                  <a:lnTo>
                    <a:pt x="0" y="154579"/>
                  </a:lnTo>
                  <a:lnTo>
                    <a:pt x="0" y="3091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24">
              <a:extLst>
                <a:ext uri="{FF2B5EF4-FFF2-40B4-BE49-F238E27FC236}">
                  <a16:creationId xmlns:a16="http://schemas.microsoft.com/office/drawing/2014/main" id="{9168B050-1D95-1E43-8886-94EA0D68DFF3}"/>
                </a:ext>
              </a:extLst>
            </p:cNvPr>
            <p:cNvSpPr/>
            <p:nvPr/>
          </p:nvSpPr>
          <p:spPr>
            <a:xfrm>
              <a:off x="3992743" y="2190039"/>
              <a:ext cx="161290" cy="132715"/>
            </a:xfrm>
            <a:custGeom>
              <a:avLst/>
              <a:gdLst/>
              <a:ahLst/>
              <a:cxnLst/>
              <a:rect l="l" t="t" r="r" b="b"/>
              <a:pathLst>
                <a:path w="161289" h="132714">
                  <a:moveTo>
                    <a:pt x="0" y="0"/>
                  </a:moveTo>
                  <a:lnTo>
                    <a:pt x="47125" y="24088"/>
                  </a:lnTo>
                  <a:lnTo>
                    <a:pt x="90131" y="54477"/>
                  </a:lnTo>
                  <a:lnTo>
                    <a:pt x="128396" y="90655"/>
                  </a:lnTo>
                  <a:lnTo>
                    <a:pt x="161295" y="132113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25">
              <a:extLst>
                <a:ext uri="{FF2B5EF4-FFF2-40B4-BE49-F238E27FC236}">
                  <a16:creationId xmlns:a16="http://schemas.microsoft.com/office/drawing/2014/main" id="{6C9EA5F3-C775-0448-948C-276335025A44}"/>
                </a:ext>
              </a:extLst>
            </p:cNvPr>
            <p:cNvSpPr/>
            <p:nvPr/>
          </p:nvSpPr>
          <p:spPr>
            <a:xfrm>
              <a:off x="4057789" y="2323909"/>
              <a:ext cx="285750" cy="186055"/>
            </a:xfrm>
            <a:custGeom>
              <a:avLst/>
              <a:gdLst/>
              <a:ahLst/>
              <a:cxnLst/>
              <a:rect l="l" t="t" r="r" b="b"/>
              <a:pathLst>
                <a:path w="285750" h="186055">
                  <a:moveTo>
                    <a:pt x="254469" y="0"/>
                  </a:moveTo>
                  <a:lnTo>
                    <a:pt x="30924" y="0"/>
                  </a:lnTo>
                  <a:lnTo>
                    <a:pt x="18886" y="2429"/>
                  </a:lnTo>
                  <a:lnTo>
                    <a:pt x="9056" y="9055"/>
                  </a:lnTo>
                  <a:lnTo>
                    <a:pt x="2429" y="18880"/>
                  </a:lnTo>
                  <a:lnTo>
                    <a:pt x="0" y="30911"/>
                  </a:lnTo>
                  <a:lnTo>
                    <a:pt x="0" y="154571"/>
                  </a:lnTo>
                  <a:lnTo>
                    <a:pt x="2429" y="166609"/>
                  </a:lnTo>
                  <a:lnTo>
                    <a:pt x="9056" y="176439"/>
                  </a:lnTo>
                  <a:lnTo>
                    <a:pt x="18886" y="183066"/>
                  </a:lnTo>
                  <a:lnTo>
                    <a:pt x="30924" y="185496"/>
                  </a:lnTo>
                  <a:lnTo>
                    <a:pt x="254469" y="185496"/>
                  </a:lnTo>
                  <a:lnTo>
                    <a:pt x="266500" y="183066"/>
                  </a:lnTo>
                  <a:lnTo>
                    <a:pt x="276326" y="176439"/>
                  </a:lnTo>
                  <a:lnTo>
                    <a:pt x="282952" y="166609"/>
                  </a:lnTo>
                  <a:lnTo>
                    <a:pt x="285381" y="154571"/>
                  </a:lnTo>
                  <a:lnTo>
                    <a:pt x="285381" y="30911"/>
                  </a:lnTo>
                  <a:lnTo>
                    <a:pt x="282952" y="18880"/>
                  </a:lnTo>
                  <a:lnTo>
                    <a:pt x="276326" y="9055"/>
                  </a:lnTo>
                  <a:lnTo>
                    <a:pt x="266500" y="2429"/>
                  </a:lnTo>
                  <a:lnTo>
                    <a:pt x="254469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26">
              <a:extLst>
                <a:ext uri="{FF2B5EF4-FFF2-40B4-BE49-F238E27FC236}">
                  <a16:creationId xmlns:a16="http://schemas.microsoft.com/office/drawing/2014/main" id="{E3C7E265-C337-074D-A496-64895CC02A2B}"/>
                </a:ext>
              </a:extLst>
            </p:cNvPr>
            <p:cNvSpPr/>
            <p:nvPr/>
          </p:nvSpPr>
          <p:spPr>
            <a:xfrm>
              <a:off x="4057789" y="2323909"/>
              <a:ext cx="285750" cy="186055"/>
            </a:xfrm>
            <a:custGeom>
              <a:avLst/>
              <a:gdLst/>
              <a:ahLst/>
              <a:cxnLst/>
              <a:rect l="l" t="t" r="r" b="b"/>
              <a:pathLst>
                <a:path w="285750" h="186055">
                  <a:moveTo>
                    <a:pt x="0" y="30916"/>
                  </a:moveTo>
                  <a:lnTo>
                    <a:pt x="2429" y="18882"/>
                  </a:lnTo>
                  <a:lnTo>
                    <a:pt x="9055" y="9055"/>
                  </a:lnTo>
                  <a:lnTo>
                    <a:pt x="18882" y="2429"/>
                  </a:lnTo>
                  <a:lnTo>
                    <a:pt x="30916" y="0"/>
                  </a:lnTo>
                  <a:lnTo>
                    <a:pt x="254460" y="0"/>
                  </a:lnTo>
                  <a:lnTo>
                    <a:pt x="266494" y="2429"/>
                  </a:lnTo>
                  <a:lnTo>
                    <a:pt x="276321" y="9055"/>
                  </a:lnTo>
                  <a:lnTo>
                    <a:pt x="282947" y="18882"/>
                  </a:lnTo>
                  <a:lnTo>
                    <a:pt x="285377" y="30916"/>
                  </a:lnTo>
                  <a:lnTo>
                    <a:pt x="285377" y="154579"/>
                  </a:lnTo>
                  <a:lnTo>
                    <a:pt x="282947" y="166612"/>
                  </a:lnTo>
                  <a:lnTo>
                    <a:pt x="276321" y="176439"/>
                  </a:lnTo>
                  <a:lnTo>
                    <a:pt x="266494" y="183065"/>
                  </a:lnTo>
                  <a:lnTo>
                    <a:pt x="254460" y="185495"/>
                  </a:lnTo>
                  <a:lnTo>
                    <a:pt x="30916" y="185495"/>
                  </a:lnTo>
                  <a:lnTo>
                    <a:pt x="18882" y="183065"/>
                  </a:lnTo>
                  <a:lnTo>
                    <a:pt x="9055" y="176439"/>
                  </a:lnTo>
                  <a:lnTo>
                    <a:pt x="2429" y="166612"/>
                  </a:lnTo>
                  <a:lnTo>
                    <a:pt x="0" y="154579"/>
                  </a:lnTo>
                  <a:lnTo>
                    <a:pt x="0" y="3091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27">
              <a:extLst>
                <a:ext uri="{FF2B5EF4-FFF2-40B4-BE49-F238E27FC236}">
                  <a16:creationId xmlns:a16="http://schemas.microsoft.com/office/drawing/2014/main" id="{E0286DA3-05E0-8048-B25A-7C6857BCBA77}"/>
                </a:ext>
              </a:extLst>
            </p:cNvPr>
            <p:cNvSpPr/>
            <p:nvPr/>
          </p:nvSpPr>
          <p:spPr>
            <a:xfrm>
              <a:off x="4156710" y="2511775"/>
              <a:ext cx="61594" cy="224790"/>
            </a:xfrm>
            <a:custGeom>
              <a:avLst/>
              <a:gdLst/>
              <a:ahLst/>
              <a:cxnLst/>
              <a:rect l="l" t="t" r="r" b="b"/>
              <a:pathLst>
                <a:path w="61595" h="224789">
                  <a:moveTo>
                    <a:pt x="61395" y="0"/>
                  </a:moveTo>
                  <a:lnTo>
                    <a:pt x="60835" y="47488"/>
                  </a:lnTo>
                  <a:lnTo>
                    <a:pt x="54262" y="94233"/>
                  </a:lnTo>
                  <a:lnTo>
                    <a:pt x="41830" y="139675"/>
                  </a:lnTo>
                  <a:lnTo>
                    <a:pt x="23692" y="183255"/>
                  </a:lnTo>
                  <a:lnTo>
                    <a:pt x="0" y="224416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28">
              <a:extLst>
                <a:ext uri="{FF2B5EF4-FFF2-40B4-BE49-F238E27FC236}">
                  <a16:creationId xmlns:a16="http://schemas.microsoft.com/office/drawing/2014/main" id="{8DE41319-C604-1145-8384-3D09A4188733}"/>
                </a:ext>
              </a:extLst>
            </p:cNvPr>
            <p:cNvSpPr/>
            <p:nvPr/>
          </p:nvSpPr>
          <p:spPr>
            <a:xfrm>
              <a:off x="3923195" y="2738158"/>
              <a:ext cx="285750" cy="186055"/>
            </a:xfrm>
            <a:custGeom>
              <a:avLst/>
              <a:gdLst/>
              <a:ahLst/>
              <a:cxnLst/>
              <a:rect l="l" t="t" r="r" b="b"/>
              <a:pathLst>
                <a:path w="285750" h="186055">
                  <a:moveTo>
                    <a:pt x="254457" y="0"/>
                  </a:moveTo>
                  <a:lnTo>
                    <a:pt x="30911" y="0"/>
                  </a:lnTo>
                  <a:lnTo>
                    <a:pt x="18880" y="2429"/>
                  </a:lnTo>
                  <a:lnTo>
                    <a:pt x="9055" y="9055"/>
                  </a:lnTo>
                  <a:lnTo>
                    <a:pt x="2429" y="18880"/>
                  </a:lnTo>
                  <a:lnTo>
                    <a:pt x="0" y="30911"/>
                  </a:lnTo>
                  <a:lnTo>
                    <a:pt x="0" y="154584"/>
                  </a:lnTo>
                  <a:lnTo>
                    <a:pt x="2429" y="166615"/>
                  </a:lnTo>
                  <a:lnTo>
                    <a:pt x="9055" y="176441"/>
                  </a:lnTo>
                  <a:lnTo>
                    <a:pt x="18880" y="183066"/>
                  </a:lnTo>
                  <a:lnTo>
                    <a:pt x="30911" y="185496"/>
                  </a:lnTo>
                  <a:lnTo>
                    <a:pt x="254457" y="185496"/>
                  </a:lnTo>
                  <a:lnTo>
                    <a:pt x="266495" y="183066"/>
                  </a:lnTo>
                  <a:lnTo>
                    <a:pt x="276325" y="176441"/>
                  </a:lnTo>
                  <a:lnTo>
                    <a:pt x="282951" y="166615"/>
                  </a:lnTo>
                  <a:lnTo>
                    <a:pt x="285381" y="154584"/>
                  </a:lnTo>
                  <a:lnTo>
                    <a:pt x="285381" y="30911"/>
                  </a:lnTo>
                  <a:lnTo>
                    <a:pt x="282951" y="18880"/>
                  </a:lnTo>
                  <a:lnTo>
                    <a:pt x="276325" y="9055"/>
                  </a:lnTo>
                  <a:lnTo>
                    <a:pt x="266495" y="2429"/>
                  </a:lnTo>
                  <a:lnTo>
                    <a:pt x="254457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29">
              <a:extLst>
                <a:ext uri="{FF2B5EF4-FFF2-40B4-BE49-F238E27FC236}">
                  <a16:creationId xmlns:a16="http://schemas.microsoft.com/office/drawing/2014/main" id="{CFC54B93-25DA-4D42-9C1B-0DB5B76F10D8}"/>
                </a:ext>
              </a:extLst>
            </p:cNvPr>
            <p:cNvSpPr/>
            <p:nvPr/>
          </p:nvSpPr>
          <p:spPr>
            <a:xfrm>
              <a:off x="3923195" y="2738158"/>
              <a:ext cx="285750" cy="186055"/>
            </a:xfrm>
            <a:custGeom>
              <a:avLst/>
              <a:gdLst/>
              <a:ahLst/>
              <a:cxnLst/>
              <a:rect l="l" t="t" r="r" b="b"/>
              <a:pathLst>
                <a:path w="285750" h="186055">
                  <a:moveTo>
                    <a:pt x="0" y="30916"/>
                  </a:moveTo>
                  <a:lnTo>
                    <a:pt x="2429" y="18882"/>
                  </a:lnTo>
                  <a:lnTo>
                    <a:pt x="9055" y="9055"/>
                  </a:lnTo>
                  <a:lnTo>
                    <a:pt x="18882" y="2429"/>
                  </a:lnTo>
                  <a:lnTo>
                    <a:pt x="30916" y="0"/>
                  </a:lnTo>
                  <a:lnTo>
                    <a:pt x="254460" y="0"/>
                  </a:lnTo>
                  <a:lnTo>
                    <a:pt x="266494" y="2429"/>
                  </a:lnTo>
                  <a:lnTo>
                    <a:pt x="276321" y="9055"/>
                  </a:lnTo>
                  <a:lnTo>
                    <a:pt x="282947" y="18882"/>
                  </a:lnTo>
                  <a:lnTo>
                    <a:pt x="285377" y="30916"/>
                  </a:lnTo>
                  <a:lnTo>
                    <a:pt x="285377" y="154579"/>
                  </a:lnTo>
                  <a:lnTo>
                    <a:pt x="282947" y="166612"/>
                  </a:lnTo>
                  <a:lnTo>
                    <a:pt x="276321" y="176439"/>
                  </a:lnTo>
                  <a:lnTo>
                    <a:pt x="266494" y="183065"/>
                  </a:lnTo>
                  <a:lnTo>
                    <a:pt x="254460" y="185495"/>
                  </a:lnTo>
                  <a:lnTo>
                    <a:pt x="30916" y="185495"/>
                  </a:lnTo>
                  <a:lnTo>
                    <a:pt x="18882" y="183065"/>
                  </a:lnTo>
                  <a:lnTo>
                    <a:pt x="9055" y="176439"/>
                  </a:lnTo>
                  <a:lnTo>
                    <a:pt x="2429" y="166612"/>
                  </a:lnTo>
                  <a:lnTo>
                    <a:pt x="0" y="154579"/>
                  </a:lnTo>
                  <a:lnTo>
                    <a:pt x="0" y="3091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30">
              <a:extLst>
                <a:ext uri="{FF2B5EF4-FFF2-40B4-BE49-F238E27FC236}">
                  <a16:creationId xmlns:a16="http://schemas.microsoft.com/office/drawing/2014/main" id="{718CC3BB-C99D-A948-A21A-5FB4EC82696D}"/>
                </a:ext>
              </a:extLst>
            </p:cNvPr>
            <p:cNvSpPr/>
            <p:nvPr/>
          </p:nvSpPr>
          <p:spPr>
            <a:xfrm>
              <a:off x="3774470" y="2894285"/>
              <a:ext cx="147320" cy="7620"/>
            </a:xfrm>
            <a:custGeom>
              <a:avLst/>
              <a:gdLst/>
              <a:ahLst/>
              <a:cxnLst/>
              <a:rect l="l" t="t" r="r" b="b"/>
              <a:pathLst>
                <a:path w="147320" h="7619">
                  <a:moveTo>
                    <a:pt x="147249" y="0"/>
                  </a:moveTo>
                  <a:lnTo>
                    <a:pt x="110575" y="5541"/>
                  </a:lnTo>
                  <a:lnTo>
                    <a:pt x="73624" y="7388"/>
                  </a:lnTo>
                  <a:lnTo>
                    <a:pt x="36673" y="5541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31">
              <a:extLst>
                <a:ext uri="{FF2B5EF4-FFF2-40B4-BE49-F238E27FC236}">
                  <a16:creationId xmlns:a16="http://schemas.microsoft.com/office/drawing/2014/main" id="{AF980EFA-F386-2248-9BB2-332823AA05F4}"/>
                </a:ext>
              </a:extLst>
            </p:cNvPr>
            <p:cNvSpPr/>
            <p:nvPr/>
          </p:nvSpPr>
          <p:spPr>
            <a:xfrm>
              <a:off x="3487623" y="2738158"/>
              <a:ext cx="285750" cy="186055"/>
            </a:xfrm>
            <a:custGeom>
              <a:avLst/>
              <a:gdLst/>
              <a:ahLst/>
              <a:cxnLst/>
              <a:rect l="l" t="t" r="r" b="b"/>
              <a:pathLst>
                <a:path w="285750" h="186055">
                  <a:moveTo>
                    <a:pt x="254469" y="0"/>
                  </a:moveTo>
                  <a:lnTo>
                    <a:pt x="30924" y="0"/>
                  </a:lnTo>
                  <a:lnTo>
                    <a:pt x="18886" y="2429"/>
                  </a:lnTo>
                  <a:lnTo>
                    <a:pt x="9056" y="9055"/>
                  </a:lnTo>
                  <a:lnTo>
                    <a:pt x="2429" y="18880"/>
                  </a:lnTo>
                  <a:lnTo>
                    <a:pt x="0" y="30911"/>
                  </a:lnTo>
                  <a:lnTo>
                    <a:pt x="0" y="154584"/>
                  </a:lnTo>
                  <a:lnTo>
                    <a:pt x="2429" y="166615"/>
                  </a:lnTo>
                  <a:lnTo>
                    <a:pt x="9056" y="176441"/>
                  </a:lnTo>
                  <a:lnTo>
                    <a:pt x="18886" y="183066"/>
                  </a:lnTo>
                  <a:lnTo>
                    <a:pt x="30924" y="185496"/>
                  </a:lnTo>
                  <a:lnTo>
                    <a:pt x="254469" y="185496"/>
                  </a:lnTo>
                  <a:lnTo>
                    <a:pt x="266500" y="183066"/>
                  </a:lnTo>
                  <a:lnTo>
                    <a:pt x="276326" y="176441"/>
                  </a:lnTo>
                  <a:lnTo>
                    <a:pt x="282952" y="166615"/>
                  </a:lnTo>
                  <a:lnTo>
                    <a:pt x="285381" y="154584"/>
                  </a:lnTo>
                  <a:lnTo>
                    <a:pt x="285381" y="30911"/>
                  </a:lnTo>
                  <a:lnTo>
                    <a:pt x="282952" y="18880"/>
                  </a:lnTo>
                  <a:lnTo>
                    <a:pt x="276326" y="9055"/>
                  </a:lnTo>
                  <a:lnTo>
                    <a:pt x="266500" y="2429"/>
                  </a:lnTo>
                  <a:lnTo>
                    <a:pt x="254469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32">
              <a:extLst>
                <a:ext uri="{FF2B5EF4-FFF2-40B4-BE49-F238E27FC236}">
                  <a16:creationId xmlns:a16="http://schemas.microsoft.com/office/drawing/2014/main" id="{0A5181AD-3910-8846-AC0E-A7039E15DFC9}"/>
                </a:ext>
              </a:extLst>
            </p:cNvPr>
            <p:cNvSpPr/>
            <p:nvPr/>
          </p:nvSpPr>
          <p:spPr>
            <a:xfrm>
              <a:off x="3487623" y="2738158"/>
              <a:ext cx="285750" cy="186055"/>
            </a:xfrm>
            <a:custGeom>
              <a:avLst/>
              <a:gdLst/>
              <a:ahLst/>
              <a:cxnLst/>
              <a:rect l="l" t="t" r="r" b="b"/>
              <a:pathLst>
                <a:path w="285750" h="186055">
                  <a:moveTo>
                    <a:pt x="0" y="30916"/>
                  </a:moveTo>
                  <a:lnTo>
                    <a:pt x="2429" y="18882"/>
                  </a:lnTo>
                  <a:lnTo>
                    <a:pt x="9055" y="9055"/>
                  </a:lnTo>
                  <a:lnTo>
                    <a:pt x="18882" y="2429"/>
                  </a:lnTo>
                  <a:lnTo>
                    <a:pt x="30916" y="0"/>
                  </a:lnTo>
                  <a:lnTo>
                    <a:pt x="254460" y="0"/>
                  </a:lnTo>
                  <a:lnTo>
                    <a:pt x="266494" y="2429"/>
                  </a:lnTo>
                  <a:lnTo>
                    <a:pt x="276321" y="9055"/>
                  </a:lnTo>
                  <a:lnTo>
                    <a:pt x="282947" y="18882"/>
                  </a:lnTo>
                  <a:lnTo>
                    <a:pt x="285377" y="30916"/>
                  </a:lnTo>
                  <a:lnTo>
                    <a:pt x="285377" y="154579"/>
                  </a:lnTo>
                  <a:lnTo>
                    <a:pt x="282947" y="166612"/>
                  </a:lnTo>
                  <a:lnTo>
                    <a:pt x="276321" y="176439"/>
                  </a:lnTo>
                  <a:lnTo>
                    <a:pt x="266494" y="183065"/>
                  </a:lnTo>
                  <a:lnTo>
                    <a:pt x="254460" y="185495"/>
                  </a:lnTo>
                  <a:lnTo>
                    <a:pt x="30916" y="185495"/>
                  </a:lnTo>
                  <a:lnTo>
                    <a:pt x="18882" y="183065"/>
                  </a:lnTo>
                  <a:lnTo>
                    <a:pt x="9055" y="176439"/>
                  </a:lnTo>
                  <a:lnTo>
                    <a:pt x="2429" y="166612"/>
                  </a:lnTo>
                  <a:lnTo>
                    <a:pt x="0" y="154579"/>
                  </a:lnTo>
                  <a:lnTo>
                    <a:pt x="0" y="3091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33">
              <a:extLst>
                <a:ext uri="{FF2B5EF4-FFF2-40B4-BE49-F238E27FC236}">
                  <a16:creationId xmlns:a16="http://schemas.microsoft.com/office/drawing/2014/main" id="{B1356709-6C83-6C4E-9C6F-CB248E6A1C1C}"/>
                </a:ext>
              </a:extLst>
            </p:cNvPr>
            <p:cNvSpPr/>
            <p:nvPr/>
          </p:nvSpPr>
          <p:spPr>
            <a:xfrm>
              <a:off x="3478084" y="2511776"/>
              <a:ext cx="61594" cy="224790"/>
            </a:xfrm>
            <a:custGeom>
              <a:avLst/>
              <a:gdLst/>
              <a:ahLst/>
              <a:cxnLst/>
              <a:rect l="l" t="t" r="r" b="b"/>
              <a:pathLst>
                <a:path w="61595" h="224789">
                  <a:moveTo>
                    <a:pt x="61394" y="224416"/>
                  </a:moveTo>
                  <a:lnTo>
                    <a:pt x="37702" y="183255"/>
                  </a:lnTo>
                  <a:lnTo>
                    <a:pt x="19564" y="139675"/>
                  </a:lnTo>
                  <a:lnTo>
                    <a:pt x="7132" y="94233"/>
                  </a:lnTo>
                  <a:lnTo>
                    <a:pt x="560" y="47488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34">
              <a:extLst>
                <a:ext uri="{FF2B5EF4-FFF2-40B4-BE49-F238E27FC236}">
                  <a16:creationId xmlns:a16="http://schemas.microsoft.com/office/drawing/2014/main" id="{14FF7D0C-0290-C54D-8782-D2267399A5CE}"/>
                </a:ext>
              </a:extLst>
            </p:cNvPr>
            <p:cNvSpPr/>
            <p:nvPr/>
          </p:nvSpPr>
          <p:spPr>
            <a:xfrm>
              <a:off x="3353028" y="2323909"/>
              <a:ext cx="285750" cy="186055"/>
            </a:xfrm>
            <a:custGeom>
              <a:avLst/>
              <a:gdLst/>
              <a:ahLst/>
              <a:cxnLst/>
              <a:rect l="l" t="t" r="r" b="b"/>
              <a:pathLst>
                <a:path w="285750" h="186055">
                  <a:moveTo>
                    <a:pt x="254457" y="0"/>
                  </a:moveTo>
                  <a:lnTo>
                    <a:pt x="30911" y="0"/>
                  </a:lnTo>
                  <a:lnTo>
                    <a:pt x="18880" y="2429"/>
                  </a:lnTo>
                  <a:lnTo>
                    <a:pt x="9055" y="9055"/>
                  </a:lnTo>
                  <a:lnTo>
                    <a:pt x="2429" y="18880"/>
                  </a:lnTo>
                  <a:lnTo>
                    <a:pt x="0" y="30911"/>
                  </a:lnTo>
                  <a:lnTo>
                    <a:pt x="0" y="154571"/>
                  </a:lnTo>
                  <a:lnTo>
                    <a:pt x="2429" y="166609"/>
                  </a:lnTo>
                  <a:lnTo>
                    <a:pt x="9055" y="176439"/>
                  </a:lnTo>
                  <a:lnTo>
                    <a:pt x="18880" y="183066"/>
                  </a:lnTo>
                  <a:lnTo>
                    <a:pt x="30911" y="185496"/>
                  </a:lnTo>
                  <a:lnTo>
                    <a:pt x="254457" y="185496"/>
                  </a:lnTo>
                  <a:lnTo>
                    <a:pt x="266493" y="183066"/>
                  </a:lnTo>
                  <a:lnTo>
                    <a:pt x="276318" y="176439"/>
                  </a:lnTo>
                  <a:lnTo>
                    <a:pt x="282941" y="166609"/>
                  </a:lnTo>
                  <a:lnTo>
                    <a:pt x="285369" y="154571"/>
                  </a:lnTo>
                  <a:lnTo>
                    <a:pt x="285369" y="30911"/>
                  </a:lnTo>
                  <a:lnTo>
                    <a:pt x="282941" y="18880"/>
                  </a:lnTo>
                  <a:lnTo>
                    <a:pt x="276318" y="9055"/>
                  </a:lnTo>
                  <a:lnTo>
                    <a:pt x="266493" y="2429"/>
                  </a:lnTo>
                  <a:lnTo>
                    <a:pt x="254457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35">
              <a:extLst>
                <a:ext uri="{FF2B5EF4-FFF2-40B4-BE49-F238E27FC236}">
                  <a16:creationId xmlns:a16="http://schemas.microsoft.com/office/drawing/2014/main" id="{826A25F9-341E-8E4F-A8F0-3DDAEFE78348}"/>
                </a:ext>
              </a:extLst>
            </p:cNvPr>
            <p:cNvSpPr/>
            <p:nvPr/>
          </p:nvSpPr>
          <p:spPr>
            <a:xfrm>
              <a:off x="3353028" y="2323909"/>
              <a:ext cx="285750" cy="186055"/>
            </a:xfrm>
            <a:custGeom>
              <a:avLst/>
              <a:gdLst/>
              <a:ahLst/>
              <a:cxnLst/>
              <a:rect l="l" t="t" r="r" b="b"/>
              <a:pathLst>
                <a:path w="285750" h="186055">
                  <a:moveTo>
                    <a:pt x="0" y="30916"/>
                  </a:moveTo>
                  <a:lnTo>
                    <a:pt x="2429" y="18882"/>
                  </a:lnTo>
                  <a:lnTo>
                    <a:pt x="9055" y="9055"/>
                  </a:lnTo>
                  <a:lnTo>
                    <a:pt x="18882" y="2429"/>
                  </a:lnTo>
                  <a:lnTo>
                    <a:pt x="30916" y="0"/>
                  </a:lnTo>
                  <a:lnTo>
                    <a:pt x="254460" y="0"/>
                  </a:lnTo>
                  <a:lnTo>
                    <a:pt x="266494" y="2429"/>
                  </a:lnTo>
                  <a:lnTo>
                    <a:pt x="276321" y="9055"/>
                  </a:lnTo>
                  <a:lnTo>
                    <a:pt x="282947" y="18882"/>
                  </a:lnTo>
                  <a:lnTo>
                    <a:pt x="285377" y="30916"/>
                  </a:lnTo>
                  <a:lnTo>
                    <a:pt x="285377" y="154579"/>
                  </a:lnTo>
                  <a:lnTo>
                    <a:pt x="282947" y="166612"/>
                  </a:lnTo>
                  <a:lnTo>
                    <a:pt x="276321" y="176439"/>
                  </a:lnTo>
                  <a:lnTo>
                    <a:pt x="266494" y="183065"/>
                  </a:lnTo>
                  <a:lnTo>
                    <a:pt x="254460" y="185495"/>
                  </a:lnTo>
                  <a:lnTo>
                    <a:pt x="30916" y="185495"/>
                  </a:lnTo>
                  <a:lnTo>
                    <a:pt x="18882" y="183065"/>
                  </a:lnTo>
                  <a:lnTo>
                    <a:pt x="9055" y="176439"/>
                  </a:lnTo>
                  <a:lnTo>
                    <a:pt x="2429" y="166612"/>
                  </a:lnTo>
                  <a:lnTo>
                    <a:pt x="0" y="154579"/>
                  </a:lnTo>
                  <a:lnTo>
                    <a:pt x="0" y="3091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36">
              <a:extLst>
                <a:ext uri="{FF2B5EF4-FFF2-40B4-BE49-F238E27FC236}">
                  <a16:creationId xmlns:a16="http://schemas.microsoft.com/office/drawing/2014/main" id="{FE4AE0B4-99A3-6945-AD27-CFE5CA3A0563}"/>
                </a:ext>
              </a:extLst>
            </p:cNvPr>
            <p:cNvSpPr/>
            <p:nvPr/>
          </p:nvSpPr>
          <p:spPr>
            <a:xfrm>
              <a:off x="3542151" y="2190040"/>
              <a:ext cx="161290" cy="132715"/>
            </a:xfrm>
            <a:custGeom>
              <a:avLst/>
              <a:gdLst/>
              <a:ahLst/>
              <a:cxnLst/>
              <a:rect l="l" t="t" r="r" b="b"/>
              <a:pathLst>
                <a:path w="161289" h="132714">
                  <a:moveTo>
                    <a:pt x="0" y="132113"/>
                  </a:moveTo>
                  <a:lnTo>
                    <a:pt x="32898" y="90655"/>
                  </a:lnTo>
                  <a:lnTo>
                    <a:pt x="71162" y="54477"/>
                  </a:lnTo>
                  <a:lnTo>
                    <a:pt x="114169" y="24088"/>
                  </a:lnTo>
                  <a:lnTo>
                    <a:pt x="161294" y="0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37">
              <a:extLst>
                <a:ext uri="{FF2B5EF4-FFF2-40B4-BE49-F238E27FC236}">
                  <a16:creationId xmlns:a16="http://schemas.microsoft.com/office/drawing/2014/main" id="{7F48388A-4164-ED40-8A45-14CC0838EA04}"/>
                </a:ext>
              </a:extLst>
            </p:cNvPr>
            <p:cNvSpPr/>
            <p:nvPr/>
          </p:nvSpPr>
          <p:spPr>
            <a:xfrm>
              <a:off x="3352800" y="2057400"/>
              <a:ext cx="990600" cy="889000"/>
            </a:xfrm>
            <a:custGeom>
              <a:avLst/>
              <a:gdLst/>
              <a:ahLst/>
              <a:cxnLst/>
              <a:rect l="l" t="t" r="r" b="b"/>
              <a:pathLst>
                <a:path w="990600" h="889000">
                  <a:moveTo>
                    <a:pt x="0" y="0"/>
                  </a:moveTo>
                  <a:lnTo>
                    <a:pt x="990600" y="0"/>
                  </a:lnTo>
                  <a:lnTo>
                    <a:pt x="990600" y="889000"/>
                  </a:lnTo>
                  <a:lnTo>
                    <a:pt x="0" y="88900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38">
              <a:extLst>
                <a:ext uri="{FF2B5EF4-FFF2-40B4-BE49-F238E27FC236}">
                  <a16:creationId xmlns:a16="http://schemas.microsoft.com/office/drawing/2014/main" id="{AB8C58E5-5208-AB49-8308-718DA968D714}"/>
                </a:ext>
              </a:extLst>
            </p:cNvPr>
            <p:cNvSpPr/>
            <p:nvPr/>
          </p:nvSpPr>
          <p:spPr>
            <a:xfrm>
              <a:off x="7011174" y="2048979"/>
              <a:ext cx="274955" cy="274955"/>
            </a:xfrm>
            <a:custGeom>
              <a:avLst/>
              <a:gdLst/>
              <a:ahLst/>
              <a:cxnLst/>
              <a:rect l="l" t="t" r="r" b="b"/>
              <a:pathLst>
                <a:path w="274954" h="274955">
                  <a:moveTo>
                    <a:pt x="137363" y="0"/>
                  </a:moveTo>
                  <a:lnTo>
                    <a:pt x="93948" y="7003"/>
                  </a:lnTo>
                  <a:lnTo>
                    <a:pt x="56241" y="26505"/>
                  </a:lnTo>
                  <a:lnTo>
                    <a:pt x="26505" y="56243"/>
                  </a:lnTo>
                  <a:lnTo>
                    <a:pt x="7003" y="93954"/>
                  </a:lnTo>
                  <a:lnTo>
                    <a:pt x="0" y="137375"/>
                  </a:lnTo>
                  <a:lnTo>
                    <a:pt x="7003" y="180790"/>
                  </a:lnTo>
                  <a:lnTo>
                    <a:pt x="26505" y="218498"/>
                  </a:lnTo>
                  <a:lnTo>
                    <a:pt x="56241" y="248234"/>
                  </a:lnTo>
                  <a:lnTo>
                    <a:pt x="93948" y="267735"/>
                  </a:lnTo>
                  <a:lnTo>
                    <a:pt x="137363" y="274739"/>
                  </a:lnTo>
                  <a:lnTo>
                    <a:pt x="180784" y="267735"/>
                  </a:lnTo>
                  <a:lnTo>
                    <a:pt x="218495" y="248234"/>
                  </a:lnTo>
                  <a:lnTo>
                    <a:pt x="248233" y="218498"/>
                  </a:lnTo>
                  <a:lnTo>
                    <a:pt x="267735" y="180790"/>
                  </a:lnTo>
                  <a:lnTo>
                    <a:pt x="274739" y="137375"/>
                  </a:lnTo>
                  <a:lnTo>
                    <a:pt x="267735" y="93954"/>
                  </a:lnTo>
                  <a:lnTo>
                    <a:pt x="248233" y="56243"/>
                  </a:lnTo>
                  <a:lnTo>
                    <a:pt x="218495" y="26505"/>
                  </a:lnTo>
                  <a:lnTo>
                    <a:pt x="180784" y="7003"/>
                  </a:lnTo>
                  <a:lnTo>
                    <a:pt x="137363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39">
              <a:extLst>
                <a:ext uri="{FF2B5EF4-FFF2-40B4-BE49-F238E27FC236}">
                  <a16:creationId xmlns:a16="http://schemas.microsoft.com/office/drawing/2014/main" id="{0BAB5C87-C7EE-6347-8004-1D19DEFF3054}"/>
                </a:ext>
              </a:extLst>
            </p:cNvPr>
            <p:cNvSpPr/>
            <p:nvPr/>
          </p:nvSpPr>
          <p:spPr>
            <a:xfrm>
              <a:off x="7011174" y="2048979"/>
              <a:ext cx="274955" cy="274955"/>
            </a:xfrm>
            <a:custGeom>
              <a:avLst/>
              <a:gdLst/>
              <a:ahLst/>
              <a:cxnLst/>
              <a:rect l="l" t="t" r="r" b="b"/>
              <a:pathLst>
                <a:path w="274954" h="274955">
                  <a:moveTo>
                    <a:pt x="0" y="137368"/>
                  </a:moveTo>
                  <a:lnTo>
                    <a:pt x="7003" y="93949"/>
                  </a:lnTo>
                  <a:lnTo>
                    <a:pt x="26504" y="56240"/>
                  </a:lnTo>
                  <a:lnTo>
                    <a:pt x="56240" y="26504"/>
                  </a:lnTo>
                  <a:lnTo>
                    <a:pt x="93949" y="7003"/>
                  </a:lnTo>
                  <a:lnTo>
                    <a:pt x="137368" y="0"/>
                  </a:lnTo>
                  <a:lnTo>
                    <a:pt x="180786" y="7003"/>
                  </a:lnTo>
                  <a:lnTo>
                    <a:pt x="218495" y="26504"/>
                  </a:lnTo>
                  <a:lnTo>
                    <a:pt x="248232" y="56240"/>
                  </a:lnTo>
                  <a:lnTo>
                    <a:pt x="267733" y="93949"/>
                  </a:lnTo>
                  <a:lnTo>
                    <a:pt x="274736" y="137368"/>
                  </a:lnTo>
                  <a:lnTo>
                    <a:pt x="267733" y="180786"/>
                  </a:lnTo>
                  <a:lnTo>
                    <a:pt x="248232" y="218495"/>
                  </a:lnTo>
                  <a:lnTo>
                    <a:pt x="218495" y="248232"/>
                  </a:lnTo>
                  <a:lnTo>
                    <a:pt x="180786" y="267733"/>
                  </a:lnTo>
                  <a:lnTo>
                    <a:pt x="137368" y="274736"/>
                  </a:lnTo>
                  <a:lnTo>
                    <a:pt x="93949" y="267733"/>
                  </a:lnTo>
                  <a:lnTo>
                    <a:pt x="56240" y="248232"/>
                  </a:lnTo>
                  <a:lnTo>
                    <a:pt x="26504" y="218495"/>
                  </a:lnTo>
                  <a:lnTo>
                    <a:pt x="7003" y="180786"/>
                  </a:lnTo>
                  <a:lnTo>
                    <a:pt x="0" y="13736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40">
              <a:extLst>
                <a:ext uri="{FF2B5EF4-FFF2-40B4-BE49-F238E27FC236}">
                  <a16:creationId xmlns:a16="http://schemas.microsoft.com/office/drawing/2014/main" id="{E4B50E56-CC5A-5343-96F4-4D5814D962A3}"/>
                </a:ext>
              </a:extLst>
            </p:cNvPr>
            <p:cNvSpPr/>
            <p:nvPr/>
          </p:nvSpPr>
          <p:spPr>
            <a:xfrm>
              <a:off x="7089991" y="2367279"/>
              <a:ext cx="117475" cy="116839"/>
            </a:xfrm>
            <a:custGeom>
              <a:avLst/>
              <a:gdLst/>
              <a:ahLst/>
              <a:cxnLst/>
              <a:rect l="l" t="t" r="r" b="b"/>
              <a:pathLst>
                <a:path w="117475" h="116839">
                  <a:moveTo>
                    <a:pt x="117106" y="39370"/>
                  </a:moveTo>
                  <a:lnTo>
                    <a:pt x="77292" y="39370"/>
                  </a:lnTo>
                  <a:lnTo>
                    <a:pt x="77292" y="0"/>
                  </a:lnTo>
                  <a:lnTo>
                    <a:pt x="39814" y="0"/>
                  </a:lnTo>
                  <a:lnTo>
                    <a:pt x="39814" y="39370"/>
                  </a:lnTo>
                  <a:lnTo>
                    <a:pt x="0" y="39370"/>
                  </a:lnTo>
                  <a:lnTo>
                    <a:pt x="0" y="77470"/>
                  </a:lnTo>
                  <a:lnTo>
                    <a:pt x="39814" y="77470"/>
                  </a:lnTo>
                  <a:lnTo>
                    <a:pt x="39814" y="116840"/>
                  </a:lnTo>
                  <a:lnTo>
                    <a:pt x="77292" y="116840"/>
                  </a:lnTo>
                  <a:lnTo>
                    <a:pt x="77292" y="77470"/>
                  </a:lnTo>
                  <a:lnTo>
                    <a:pt x="117106" y="77470"/>
                  </a:lnTo>
                  <a:lnTo>
                    <a:pt x="117106" y="39370"/>
                  </a:lnTo>
                  <a:close/>
                </a:path>
              </a:pathLst>
            </a:custGeom>
            <a:solidFill>
              <a:srgbClr val="B0BC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41">
              <a:extLst>
                <a:ext uri="{FF2B5EF4-FFF2-40B4-BE49-F238E27FC236}">
                  <a16:creationId xmlns:a16="http://schemas.microsoft.com/office/drawing/2014/main" id="{DB3DE705-C3AF-A946-B06D-67EC17F94822}"/>
                </a:ext>
              </a:extLst>
            </p:cNvPr>
            <p:cNvSpPr/>
            <p:nvPr/>
          </p:nvSpPr>
          <p:spPr>
            <a:xfrm>
              <a:off x="7011174" y="2527680"/>
              <a:ext cx="274955" cy="274955"/>
            </a:xfrm>
            <a:custGeom>
              <a:avLst/>
              <a:gdLst/>
              <a:ahLst/>
              <a:cxnLst/>
              <a:rect l="l" t="t" r="r" b="b"/>
              <a:pathLst>
                <a:path w="274954" h="274955">
                  <a:moveTo>
                    <a:pt x="137363" y="0"/>
                  </a:moveTo>
                  <a:lnTo>
                    <a:pt x="93948" y="7003"/>
                  </a:lnTo>
                  <a:lnTo>
                    <a:pt x="56241" y="26505"/>
                  </a:lnTo>
                  <a:lnTo>
                    <a:pt x="26505" y="56243"/>
                  </a:lnTo>
                  <a:lnTo>
                    <a:pt x="7003" y="93954"/>
                  </a:lnTo>
                  <a:lnTo>
                    <a:pt x="0" y="137375"/>
                  </a:lnTo>
                  <a:lnTo>
                    <a:pt x="7003" y="180790"/>
                  </a:lnTo>
                  <a:lnTo>
                    <a:pt x="26505" y="218498"/>
                  </a:lnTo>
                  <a:lnTo>
                    <a:pt x="56241" y="248234"/>
                  </a:lnTo>
                  <a:lnTo>
                    <a:pt x="93948" y="267735"/>
                  </a:lnTo>
                  <a:lnTo>
                    <a:pt x="137363" y="274739"/>
                  </a:lnTo>
                  <a:lnTo>
                    <a:pt x="180784" y="267735"/>
                  </a:lnTo>
                  <a:lnTo>
                    <a:pt x="218495" y="248234"/>
                  </a:lnTo>
                  <a:lnTo>
                    <a:pt x="248233" y="218498"/>
                  </a:lnTo>
                  <a:lnTo>
                    <a:pt x="267735" y="180790"/>
                  </a:lnTo>
                  <a:lnTo>
                    <a:pt x="274739" y="137375"/>
                  </a:lnTo>
                  <a:lnTo>
                    <a:pt x="267735" y="93954"/>
                  </a:lnTo>
                  <a:lnTo>
                    <a:pt x="248233" y="56243"/>
                  </a:lnTo>
                  <a:lnTo>
                    <a:pt x="218495" y="26505"/>
                  </a:lnTo>
                  <a:lnTo>
                    <a:pt x="180784" y="7003"/>
                  </a:lnTo>
                  <a:lnTo>
                    <a:pt x="137363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42">
              <a:extLst>
                <a:ext uri="{FF2B5EF4-FFF2-40B4-BE49-F238E27FC236}">
                  <a16:creationId xmlns:a16="http://schemas.microsoft.com/office/drawing/2014/main" id="{3720454F-47CB-8C4E-99B6-98F32A80058B}"/>
                </a:ext>
              </a:extLst>
            </p:cNvPr>
            <p:cNvSpPr/>
            <p:nvPr/>
          </p:nvSpPr>
          <p:spPr>
            <a:xfrm>
              <a:off x="7011174" y="2527680"/>
              <a:ext cx="274955" cy="274955"/>
            </a:xfrm>
            <a:custGeom>
              <a:avLst/>
              <a:gdLst/>
              <a:ahLst/>
              <a:cxnLst/>
              <a:rect l="l" t="t" r="r" b="b"/>
              <a:pathLst>
                <a:path w="274954" h="274955">
                  <a:moveTo>
                    <a:pt x="0" y="137368"/>
                  </a:moveTo>
                  <a:lnTo>
                    <a:pt x="7003" y="93949"/>
                  </a:lnTo>
                  <a:lnTo>
                    <a:pt x="26504" y="56240"/>
                  </a:lnTo>
                  <a:lnTo>
                    <a:pt x="56240" y="26504"/>
                  </a:lnTo>
                  <a:lnTo>
                    <a:pt x="93949" y="7003"/>
                  </a:lnTo>
                  <a:lnTo>
                    <a:pt x="137368" y="0"/>
                  </a:lnTo>
                  <a:lnTo>
                    <a:pt x="180786" y="7003"/>
                  </a:lnTo>
                  <a:lnTo>
                    <a:pt x="218495" y="26504"/>
                  </a:lnTo>
                  <a:lnTo>
                    <a:pt x="248232" y="56240"/>
                  </a:lnTo>
                  <a:lnTo>
                    <a:pt x="267733" y="93949"/>
                  </a:lnTo>
                  <a:lnTo>
                    <a:pt x="274736" y="137368"/>
                  </a:lnTo>
                  <a:lnTo>
                    <a:pt x="267733" y="180786"/>
                  </a:lnTo>
                  <a:lnTo>
                    <a:pt x="248232" y="218495"/>
                  </a:lnTo>
                  <a:lnTo>
                    <a:pt x="218495" y="248232"/>
                  </a:lnTo>
                  <a:lnTo>
                    <a:pt x="180786" y="267733"/>
                  </a:lnTo>
                  <a:lnTo>
                    <a:pt x="137368" y="274736"/>
                  </a:lnTo>
                  <a:lnTo>
                    <a:pt x="93949" y="267733"/>
                  </a:lnTo>
                  <a:lnTo>
                    <a:pt x="56240" y="248232"/>
                  </a:lnTo>
                  <a:lnTo>
                    <a:pt x="26504" y="218495"/>
                  </a:lnTo>
                  <a:lnTo>
                    <a:pt x="7003" y="180786"/>
                  </a:lnTo>
                  <a:lnTo>
                    <a:pt x="0" y="13736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43">
              <a:extLst>
                <a:ext uri="{FF2B5EF4-FFF2-40B4-BE49-F238E27FC236}">
                  <a16:creationId xmlns:a16="http://schemas.microsoft.com/office/drawing/2014/main" id="{12E3C46B-8E1E-8E4A-8342-2C19F99119AF}"/>
                </a:ext>
              </a:extLst>
            </p:cNvPr>
            <p:cNvSpPr/>
            <p:nvPr/>
          </p:nvSpPr>
          <p:spPr>
            <a:xfrm>
              <a:off x="7327125" y="2374595"/>
              <a:ext cx="87363" cy="1022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44">
              <a:extLst>
                <a:ext uri="{FF2B5EF4-FFF2-40B4-BE49-F238E27FC236}">
                  <a16:creationId xmlns:a16="http://schemas.microsoft.com/office/drawing/2014/main" id="{B7AEB9BB-EDE0-D146-9087-0A4437845B67}"/>
                </a:ext>
              </a:extLst>
            </p:cNvPr>
            <p:cNvSpPr/>
            <p:nvPr/>
          </p:nvSpPr>
          <p:spPr>
            <a:xfrm>
              <a:off x="7450747" y="2150960"/>
              <a:ext cx="549910" cy="549910"/>
            </a:xfrm>
            <a:custGeom>
              <a:avLst/>
              <a:gdLst/>
              <a:ahLst/>
              <a:cxnLst/>
              <a:rect l="l" t="t" r="r" b="b"/>
              <a:pathLst>
                <a:path w="549909" h="549910">
                  <a:moveTo>
                    <a:pt x="274739" y="0"/>
                  </a:moveTo>
                  <a:lnTo>
                    <a:pt x="225356" y="4426"/>
                  </a:lnTo>
                  <a:lnTo>
                    <a:pt x="178876" y="17189"/>
                  </a:lnTo>
                  <a:lnTo>
                    <a:pt x="136076" y="37511"/>
                  </a:lnTo>
                  <a:lnTo>
                    <a:pt x="97731" y="64617"/>
                  </a:lnTo>
                  <a:lnTo>
                    <a:pt x="64617" y="97731"/>
                  </a:lnTo>
                  <a:lnTo>
                    <a:pt x="37511" y="136076"/>
                  </a:lnTo>
                  <a:lnTo>
                    <a:pt x="17189" y="178876"/>
                  </a:lnTo>
                  <a:lnTo>
                    <a:pt x="4426" y="225356"/>
                  </a:lnTo>
                  <a:lnTo>
                    <a:pt x="0" y="274739"/>
                  </a:lnTo>
                  <a:lnTo>
                    <a:pt x="4426" y="324121"/>
                  </a:lnTo>
                  <a:lnTo>
                    <a:pt x="17189" y="370601"/>
                  </a:lnTo>
                  <a:lnTo>
                    <a:pt x="37511" y="413401"/>
                  </a:lnTo>
                  <a:lnTo>
                    <a:pt x="64617" y="451746"/>
                  </a:lnTo>
                  <a:lnTo>
                    <a:pt x="97731" y="484860"/>
                  </a:lnTo>
                  <a:lnTo>
                    <a:pt x="136076" y="511966"/>
                  </a:lnTo>
                  <a:lnTo>
                    <a:pt x="178876" y="532288"/>
                  </a:lnTo>
                  <a:lnTo>
                    <a:pt x="225356" y="545051"/>
                  </a:lnTo>
                  <a:lnTo>
                    <a:pt x="274739" y="549478"/>
                  </a:lnTo>
                  <a:lnTo>
                    <a:pt x="324125" y="545051"/>
                  </a:lnTo>
                  <a:lnTo>
                    <a:pt x="370606" y="532288"/>
                  </a:lnTo>
                  <a:lnTo>
                    <a:pt x="413407" y="511966"/>
                  </a:lnTo>
                  <a:lnTo>
                    <a:pt x="451752" y="484860"/>
                  </a:lnTo>
                  <a:lnTo>
                    <a:pt x="484864" y="451746"/>
                  </a:lnTo>
                  <a:lnTo>
                    <a:pt x="511969" y="413401"/>
                  </a:lnTo>
                  <a:lnTo>
                    <a:pt x="532290" y="370601"/>
                  </a:lnTo>
                  <a:lnTo>
                    <a:pt x="545051" y="324121"/>
                  </a:lnTo>
                  <a:lnTo>
                    <a:pt x="549478" y="274739"/>
                  </a:lnTo>
                  <a:lnTo>
                    <a:pt x="545051" y="225356"/>
                  </a:lnTo>
                  <a:lnTo>
                    <a:pt x="532290" y="178876"/>
                  </a:lnTo>
                  <a:lnTo>
                    <a:pt x="511969" y="136076"/>
                  </a:lnTo>
                  <a:lnTo>
                    <a:pt x="484864" y="97731"/>
                  </a:lnTo>
                  <a:lnTo>
                    <a:pt x="451752" y="64617"/>
                  </a:lnTo>
                  <a:lnTo>
                    <a:pt x="413407" y="37511"/>
                  </a:lnTo>
                  <a:lnTo>
                    <a:pt x="370606" y="17189"/>
                  </a:lnTo>
                  <a:lnTo>
                    <a:pt x="324125" y="4426"/>
                  </a:lnTo>
                  <a:lnTo>
                    <a:pt x="274739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45">
              <a:extLst>
                <a:ext uri="{FF2B5EF4-FFF2-40B4-BE49-F238E27FC236}">
                  <a16:creationId xmlns:a16="http://schemas.microsoft.com/office/drawing/2014/main" id="{41D7543A-3EE7-2140-8AB8-FA4CE5633C53}"/>
                </a:ext>
              </a:extLst>
            </p:cNvPr>
            <p:cNvSpPr/>
            <p:nvPr/>
          </p:nvSpPr>
          <p:spPr>
            <a:xfrm>
              <a:off x="7450747" y="2150960"/>
              <a:ext cx="549910" cy="549910"/>
            </a:xfrm>
            <a:custGeom>
              <a:avLst/>
              <a:gdLst/>
              <a:ahLst/>
              <a:cxnLst/>
              <a:rect l="l" t="t" r="r" b="b"/>
              <a:pathLst>
                <a:path w="549909" h="549910">
                  <a:moveTo>
                    <a:pt x="0" y="274736"/>
                  </a:moveTo>
                  <a:lnTo>
                    <a:pt x="4426" y="225352"/>
                  </a:lnTo>
                  <a:lnTo>
                    <a:pt x="17188" y="178872"/>
                  </a:lnTo>
                  <a:lnTo>
                    <a:pt x="37509" y="136071"/>
                  </a:lnTo>
                  <a:lnTo>
                    <a:pt x="64614" y="97727"/>
                  </a:lnTo>
                  <a:lnTo>
                    <a:pt x="97727" y="64614"/>
                  </a:lnTo>
                  <a:lnTo>
                    <a:pt x="136071" y="37509"/>
                  </a:lnTo>
                  <a:lnTo>
                    <a:pt x="178872" y="17188"/>
                  </a:lnTo>
                  <a:lnTo>
                    <a:pt x="225352" y="4426"/>
                  </a:lnTo>
                  <a:lnTo>
                    <a:pt x="274736" y="0"/>
                  </a:lnTo>
                  <a:lnTo>
                    <a:pt x="324120" y="4426"/>
                  </a:lnTo>
                  <a:lnTo>
                    <a:pt x="370600" y="17188"/>
                  </a:lnTo>
                  <a:lnTo>
                    <a:pt x="413401" y="37509"/>
                  </a:lnTo>
                  <a:lnTo>
                    <a:pt x="451745" y="64614"/>
                  </a:lnTo>
                  <a:lnTo>
                    <a:pt x="484858" y="97727"/>
                  </a:lnTo>
                  <a:lnTo>
                    <a:pt x="511963" y="136071"/>
                  </a:lnTo>
                  <a:lnTo>
                    <a:pt x="532285" y="178872"/>
                  </a:lnTo>
                  <a:lnTo>
                    <a:pt x="545046" y="225352"/>
                  </a:lnTo>
                  <a:lnTo>
                    <a:pt x="549473" y="274736"/>
                  </a:lnTo>
                  <a:lnTo>
                    <a:pt x="545046" y="324120"/>
                  </a:lnTo>
                  <a:lnTo>
                    <a:pt x="532285" y="370600"/>
                  </a:lnTo>
                  <a:lnTo>
                    <a:pt x="511963" y="413401"/>
                  </a:lnTo>
                  <a:lnTo>
                    <a:pt x="484858" y="451745"/>
                  </a:lnTo>
                  <a:lnTo>
                    <a:pt x="451745" y="484858"/>
                  </a:lnTo>
                  <a:lnTo>
                    <a:pt x="413401" y="511963"/>
                  </a:lnTo>
                  <a:lnTo>
                    <a:pt x="370600" y="532285"/>
                  </a:lnTo>
                  <a:lnTo>
                    <a:pt x="324120" y="545046"/>
                  </a:lnTo>
                  <a:lnTo>
                    <a:pt x="274736" y="549473"/>
                  </a:lnTo>
                  <a:lnTo>
                    <a:pt x="225352" y="545046"/>
                  </a:lnTo>
                  <a:lnTo>
                    <a:pt x="178872" y="532285"/>
                  </a:lnTo>
                  <a:lnTo>
                    <a:pt x="136071" y="511963"/>
                  </a:lnTo>
                  <a:lnTo>
                    <a:pt x="97727" y="484858"/>
                  </a:lnTo>
                  <a:lnTo>
                    <a:pt x="64614" y="451745"/>
                  </a:lnTo>
                  <a:lnTo>
                    <a:pt x="37509" y="413401"/>
                  </a:lnTo>
                  <a:lnTo>
                    <a:pt x="17188" y="370600"/>
                  </a:lnTo>
                  <a:lnTo>
                    <a:pt x="4426" y="324120"/>
                  </a:lnTo>
                  <a:lnTo>
                    <a:pt x="0" y="27473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46">
              <a:extLst>
                <a:ext uri="{FF2B5EF4-FFF2-40B4-BE49-F238E27FC236}">
                  <a16:creationId xmlns:a16="http://schemas.microsoft.com/office/drawing/2014/main" id="{7F9A6F1A-658A-2C42-A351-E85639C82BD7}"/>
                </a:ext>
              </a:extLst>
            </p:cNvPr>
            <p:cNvSpPr/>
            <p:nvPr/>
          </p:nvSpPr>
          <p:spPr>
            <a:xfrm>
              <a:off x="7010399" y="1981200"/>
              <a:ext cx="990600" cy="889000"/>
            </a:xfrm>
            <a:custGeom>
              <a:avLst/>
              <a:gdLst/>
              <a:ahLst/>
              <a:cxnLst/>
              <a:rect l="l" t="t" r="r" b="b"/>
              <a:pathLst>
                <a:path w="990600" h="889000">
                  <a:moveTo>
                    <a:pt x="0" y="0"/>
                  </a:moveTo>
                  <a:lnTo>
                    <a:pt x="990600" y="0"/>
                  </a:lnTo>
                  <a:lnTo>
                    <a:pt x="990600" y="889000"/>
                  </a:lnTo>
                  <a:lnTo>
                    <a:pt x="0" y="8890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" name="object 48">
            <a:extLst>
              <a:ext uri="{FF2B5EF4-FFF2-40B4-BE49-F238E27FC236}">
                <a16:creationId xmlns:a16="http://schemas.microsoft.com/office/drawing/2014/main" id="{E6FB2443-6EFC-8C48-AC11-E41190856817}"/>
              </a:ext>
            </a:extLst>
          </p:cNvPr>
          <p:cNvGrpSpPr/>
          <p:nvPr/>
        </p:nvGrpSpPr>
        <p:grpSpPr>
          <a:xfrm>
            <a:off x="1106289" y="3479748"/>
            <a:ext cx="1000125" cy="914400"/>
            <a:chOff x="1062037" y="3710990"/>
            <a:chExt cx="1000125" cy="914400"/>
          </a:xfrm>
        </p:grpSpPr>
        <p:sp>
          <p:nvSpPr>
            <p:cNvPr id="145" name="object 49">
              <a:extLst>
                <a:ext uri="{FF2B5EF4-FFF2-40B4-BE49-F238E27FC236}">
                  <a16:creationId xmlns:a16="http://schemas.microsoft.com/office/drawing/2014/main" id="{BAB55892-7279-CF45-9C3C-4304136AACAC}"/>
                </a:ext>
              </a:extLst>
            </p:cNvPr>
            <p:cNvSpPr/>
            <p:nvPr/>
          </p:nvSpPr>
          <p:spPr>
            <a:xfrm>
              <a:off x="1315542" y="3921544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5">
                  <a:moveTo>
                    <a:pt x="246557" y="0"/>
                  </a:moveTo>
                  <a:lnTo>
                    <a:pt x="196868" y="5009"/>
                  </a:lnTo>
                  <a:lnTo>
                    <a:pt x="150586" y="19375"/>
                  </a:lnTo>
                  <a:lnTo>
                    <a:pt x="108705" y="42108"/>
                  </a:lnTo>
                  <a:lnTo>
                    <a:pt x="72215" y="72215"/>
                  </a:lnTo>
                  <a:lnTo>
                    <a:pt x="42108" y="108705"/>
                  </a:lnTo>
                  <a:lnTo>
                    <a:pt x="19375" y="150586"/>
                  </a:lnTo>
                  <a:lnTo>
                    <a:pt x="5009" y="196868"/>
                  </a:lnTo>
                  <a:lnTo>
                    <a:pt x="0" y="246557"/>
                  </a:lnTo>
                  <a:lnTo>
                    <a:pt x="5009" y="296247"/>
                  </a:lnTo>
                  <a:lnTo>
                    <a:pt x="19375" y="342528"/>
                  </a:lnTo>
                  <a:lnTo>
                    <a:pt x="42108" y="384410"/>
                  </a:lnTo>
                  <a:lnTo>
                    <a:pt x="72215" y="420900"/>
                  </a:lnTo>
                  <a:lnTo>
                    <a:pt x="108705" y="451007"/>
                  </a:lnTo>
                  <a:lnTo>
                    <a:pt x="150586" y="473739"/>
                  </a:lnTo>
                  <a:lnTo>
                    <a:pt x="196868" y="488106"/>
                  </a:lnTo>
                  <a:lnTo>
                    <a:pt x="246557" y="493115"/>
                  </a:lnTo>
                  <a:lnTo>
                    <a:pt x="296247" y="488106"/>
                  </a:lnTo>
                  <a:lnTo>
                    <a:pt x="342528" y="473739"/>
                  </a:lnTo>
                  <a:lnTo>
                    <a:pt x="384410" y="451007"/>
                  </a:lnTo>
                  <a:lnTo>
                    <a:pt x="420900" y="420900"/>
                  </a:lnTo>
                  <a:lnTo>
                    <a:pt x="451007" y="384410"/>
                  </a:lnTo>
                  <a:lnTo>
                    <a:pt x="473739" y="342528"/>
                  </a:lnTo>
                  <a:lnTo>
                    <a:pt x="488106" y="296247"/>
                  </a:lnTo>
                  <a:lnTo>
                    <a:pt x="493115" y="246557"/>
                  </a:lnTo>
                  <a:lnTo>
                    <a:pt x="488106" y="196868"/>
                  </a:lnTo>
                  <a:lnTo>
                    <a:pt x="473739" y="150586"/>
                  </a:lnTo>
                  <a:lnTo>
                    <a:pt x="451007" y="108705"/>
                  </a:lnTo>
                  <a:lnTo>
                    <a:pt x="420900" y="72215"/>
                  </a:lnTo>
                  <a:lnTo>
                    <a:pt x="384410" y="42108"/>
                  </a:lnTo>
                  <a:lnTo>
                    <a:pt x="342528" y="19375"/>
                  </a:lnTo>
                  <a:lnTo>
                    <a:pt x="296247" y="5009"/>
                  </a:lnTo>
                  <a:lnTo>
                    <a:pt x="246557" y="0"/>
                  </a:lnTo>
                  <a:close/>
                </a:path>
              </a:pathLst>
            </a:custGeom>
            <a:solidFill>
              <a:srgbClr val="4472C4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50">
              <a:extLst>
                <a:ext uri="{FF2B5EF4-FFF2-40B4-BE49-F238E27FC236}">
                  <a16:creationId xmlns:a16="http://schemas.microsoft.com/office/drawing/2014/main" id="{19CC935D-2ADF-2347-9861-C3B7AA263D76}"/>
                </a:ext>
              </a:extLst>
            </p:cNvPr>
            <p:cNvSpPr/>
            <p:nvPr/>
          </p:nvSpPr>
          <p:spPr>
            <a:xfrm>
              <a:off x="1315542" y="3921544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5">
                  <a:moveTo>
                    <a:pt x="0" y="246558"/>
                  </a:moveTo>
                  <a:lnTo>
                    <a:pt x="5009" y="196868"/>
                  </a:lnTo>
                  <a:lnTo>
                    <a:pt x="19375" y="150586"/>
                  </a:lnTo>
                  <a:lnTo>
                    <a:pt x="42108" y="108705"/>
                  </a:lnTo>
                  <a:lnTo>
                    <a:pt x="72215" y="72215"/>
                  </a:lnTo>
                  <a:lnTo>
                    <a:pt x="108705" y="42108"/>
                  </a:lnTo>
                  <a:lnTo>
                    <a:pt x="150586" y="19375"/>
                  </a:lnTo>
                  <a:lnTo>
                    <a:pt x="196868" y="5009"/>
                  </a:lnTo>
                  <a:lnTo>
                    <a:pt x="246558" y="0"/>
                  </a:lnTo>
                  <a:lnTo>
                    <a:pt x="296248" y="5009"/>
                  </a:lnTo>
                  <a:lnTo>
                    <a:pt x="342530" y="19375"/>
                  </a:lnTo>
                  <a:lnTo>
                    <a:pt x="384411" y="42108"/>
                  </a:lnTo>
                  <a:lnTo>
                    <a:pt x="420901" y="72215"/>
                  </a:lnTo>
                  <a:lnTo>
                    <a:pt x="451008" y="108705"/>
                  </a:lnTo>
                  <a:lnTo>
                    <a:pt x="473741" y="150586"/>
                  </a:lnTo>
                  <a:lnTo>
                    <a:pt x="488108" y="196868"/>
                  </a:lnTo>
                  <a:lnTo>
                    <a:pt x="493117" y="246558"/>
                  </a:lnTo>
                  <a:lnTo>
                    <a:pt x="488108" y="296248"/>
                  </a:lnTo>
                  <a:lnTo>
                    <a:pt x="473741" y="342530"/>
                  </a:lnTo>
                  <a:lnTo>
                    <a:pt x="451008" y="384411"/>
                  </a:lnTo>
                  <a:lnTo>
                    <a:pt x="420901" y="420901"/>
                  </a:lnTo>
                  <a:lnTo>
                    <a:pt x="384411" y="451008"/>
                  </a:lnTo>
                  <a:lnTo>
                    <a:pt x="342530" y="473741"/>
                  </a:lnTo>
                  <a:lnTo>
                    <a:pt x="296248" y="488108"/>
                  </a:lnTo>
                  <a:lnTo>
                    <a:pt x="246558" y="493117"/>
                  </a:lnTo>
                  <a:lnTo>
                    <a:pt x="196868" y="488108"/>
                  </a:lnTo>
                  <a:lnTo>
                    <a:pt x="150586" y="473741"/>
                  </a:lnTo>
                  <a:lnTo>
                    <a:pt x="108705" y="451008"/>
                  </a:lnTo>
                  <a:lnTo>
                    <a:pt x="72215" y="420901"/>
                  </a:lnTo>
                  <a:lnTo>
                    <a:pt x="42108" y="384411"/>
                  </a:lnTo>
                  <a:lnTo>
                    <a:pt x="19375" y="342530"/>
                  </a:lnTo>
                  <a:lnTo>
                    <a:pt x="5009" y="296248"/>
                  </a:lnTo>
                  <a:lnTo>
                    <a:pt x="0" y="24655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51">
              <a:extLst>
                <a:ext uri="{FF2B5EF4-FFF2-40B4-BE49-F238E27FC236}">
                  <a16:creationId xmlns:a16="http://schemas.microsoft.com/office/drawing/2014/main" id="{65FC8D19-7730-A448-AE75-52F4C0E75F8E}"/>
                </a:ext>
              </a:extLst>
            </p:cNvPr>
            <p:cNvSpPr/>
            <p:nvPr/>
          </p:nvSpPr>
          <p:spPr>
            <a:xfrm>
              <a:off x="1438821" y="3723690"/>
              <a:ext cx="246557" cy="24655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52">
              <a:extLst>
                <a:ext uri="{FF2B5EF4-FFF2-40B4-BE49-F238E27FC236}">
                  <a16:creationId xmlns:a16="http://schemas.microsoft.com/office/drawing/2014/main" id="{700C0CC7-43FB-BA43-90BD-9CCDC93DBEB2}"/>
                </a:ext>
              </a:extLst>
            </p:cNvPr>
            <p:cNvSpPr/>
            <p:nvPr/>
          </p:nvSpPr>
          <p:spPr>
            <a:xfrm>
              <a:off x="1438821" y="3723690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279"/>
                  </a:moveTo>
                  <a:lnTo>
                    <a:pt x="9687" y="75293"/>
                  </a:lnTo>
                  <a:lnTo>
                    <a:pt x="36107" y="36107"/>
                  </a:lnTo>
                  <a:lnTo>
                    <a:pt x="75293" y="9687"/>
                  </a:lnTo>
                  <a:lnTo>
                    <a:pt x="123279" y="0"/>
                  </a:lnTo>
                  <a:lnTo>
                    <a:pt x="171264" y="9687"/>
                  </a:lnTo>
                  <a:lnTo>
                    <a:pt x="210450" y="36107"/>
                  </a:lnTo>
                  <a:lnTo>
                    <a:pt x="236870" y="75293"/>
                  </a:lnTo>
                  <a:lnTo>
                    <a:pt x="246558" y="123279"/>
                  </a:lnTo>
                  <a:lnTo>
                    <a:pt x="236870" y="171264"/>
                  </a:lnTo>
                  <a:lnTo>
                    <a:pt x="210450" y="210450"/>
                  </a:lnTo>
                  <a:lnTo>
                    <a:pt x="171264" y="236870"/>
                  </a:lnTo>
                  <a:lnTo>
                    <a:pt x="123279" y="246558"/>
                  </a:lnTo>
                  <a:lnTo>
                    <a:pt x="75293" y="236870"/>
                  </a:lnTo>
                  <a:lnTo>
                    <a:pt x="36107" y="210450"/>
                  </a:lnTo>
                  <a:lnTo>
                    <a:pt x="9687" y="171264"/>
                  </a:lnTo>
                  <a:lnTo>
                    <a:pt x="0" y="12327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53">
              <a:extLst>
                <a:ext uri="{FF2B5EF4-FFF2-40B4-BE49-F238E27FC236}">
                  <a16:creationId xmlns:a16="http://schemas.microsoft.com/office/drawing/2014/main" id="{952D4D70-96DB-EA48-A5C7-05037E981682}"/>
                </a:ext>
              </a:extLst>
            </p:cNvPr>
            <p:cNvSpPr/>
            <p:nvPr/>
          </p:nvSpPr>
          <p:spPr>
            <a:xfrm>
              <a:off x="1759953" y="4044823"/>
              <a:ext cx="246557" cy="24655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54">
              <a:extLst>
                <a:ext uri="{FF2B5EF4-FFF2-40B4-BE49-F238E27FC236}">
                  <a16:creationId xmlns:a16="http://schemas.microsoft.com/office/drawing/2014/main" id="{498569A3-888D-9D46-ABDA-B3CDC8E1E375}"/>
                </a:ext>
              </a:extLst>
            </p:cNvPr>
            <p:cNvSpPr/>
            <p:nvPr/>
          </p:nvSpPr>
          <p:spPr>
            <a:xfrm>
              <a:off x="1759953" y="4044823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279"/>
                  </a:moveTo>
                  <a:lnTo>
                    <a:pt x="9687" y="75293"/>
                  </a:lnTo>
                  <a:lnTo>
                    <a:pt x="36107" y="36107"/>
                  </a:lnTo>
                  <a:lnTo>
                    <a:pt x="75293" y="9687"/>
                  </a:lnTo>
                  <a:lnTo>
                    <a:pt x="123279" y="0"/>
                  </a:lnTo>
                  <a:lnTo>
                    <a:pt x="171264" y="9687"/>
                  </a:lnTo>
                  <a:lnTo>
                    <a:pt x="210450" y="36107"/>
                  </a:lnTo>
                  <a:lnTo>
                    <a:pt x="236870" y="75293"/>
                  </a:lnTo>
                  <a:lnTo>
                    <a:pt x="246558" y="123279"/>
                  </a:lnTo>
                  <a:lnTo>
                    <a:pt x="236870" y="171264"/>
                  </a:lnTo>
                  <a:lnTo>
                    <a:pt x="210450" y="210450"/>
                  </a:lnTo>
                  <a:lnTo>
                    <a:pt x="171264" y="236870"/>
                  </a:lnTo>
                  <a:lnTo>
                    <a:pt x="123279" y="246558"/>
                  </a:lnTo>
                  <a:lnTo>
                    <a:pt x="75293" y="236870"/>
                  </a:lnTo>
                  <a:lnTo>
                    <a:pt x="36107" y="210450"/>
                  </a:lnTo>
                  <a:lnTo>
                    <a:pt x="9687" y="171264"/>
                  </a:lnTo>
                  <a:lnTo>
                    <a:pt x="0" y="12327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55">
              <a:extLst>
                <a:ext uri="{FF2B5EF4-FFF2-40B4-BE49-F238E27FC236}">
                  <a16:creationId xmlns:a16="http://schemas.microsoft.com/office/drawing/2014/main" id="{A643F380-4A6A-C642-9A4A-F3C6B6070271}"/>
                </a:ext>
              </a:extLst>
            </p:cNvPr>
            <p:cNvSpPr/>
            <p:nvPr/>
          </p:nvSpPr>
          <p:spPr>
            <a:xfrm>
              <a:off x="1438821" y="4365955"/>
              <a:ext cx="246557" cy="24655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56">
              <a:extLst>
                <a:ext uri="{FF2B5EF4-FFF2-40B4-BE49-F238E27FC236}">
                  <a16:creationId xmlns:a16="http://schemas.microsoft.com/office/drawing/2014/main" id="{E400281B-381A-3149-90EA-0A932E557A6E}"/>
                </a:ext>
              </a:extLst>
            </p:cNvPr>
            <p:cNvSpPr/>
            <p:nvPr/>
          </p:nvSpPr>
          <p:spPr>
            <a:xfrm>
              <a:off x="1438821" y="4365955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279"/>
                  </a:moveTo>
                  <a:lnTo>
                    <a:pt x="9687" y="75293"/>
                  </a:lnTo>
                  <a:lnTo>
                    <a:pt x="36107" y="36107"/>
                  </a:lnTo>
                  <a:lnTo>
                    <a:pt x="75293" y="9687"/>
                  </a:lnTo>
                  <a:lnTo>
                    <a:pt x="123279" y="0"/>
                  </a:lnTo>
                  <a:lnTo>
                    <a:pt x="171264" y="9687"/>
                  </a:lnTo>
                  <a:lnTo>
                    <a:pt x="210450" y="36107"/>
                  </a:lnTo>
                  <a:lnTo>
                    <a:pt x="236870" y="75293"/>
                  </a:lnTo>
                  <a:lnTo>
                    <a:pt x="246558" y="123279"/>
                  </a:lnTo>
                  <a:lnTo>
                    <a:pt x="236870" y="171264"/>
                  </a:lnTo>
                  <a:lnTo>
                    <a:pt x="210450" y="210450"/>
                  </a:lnTo>
                  <a:lnTo>
                    <a:pt x="171264" y="236870"/>
                  </a:lnTo>
                  <a:lnTo>
                    <a:pt x="123279" y="246558"/>
                  </a:lnTo>
                  <a:lnTo>
                    <a:pt x="75293" y="236870"/>
                  </a:lnTo>
                  <a:lnTo>
                    <a:pt x="36107" y="210450"/>
                  </a:lnTo>
                  <a:lnTo>
                    <a:pt x="9687" y="171264"/>
                  </a:lnTo>
                  <a:lnTo>
                    <a:pt x="0" y="12327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57">
              <a:extLst>
                <a:ext uri="{FF2B5EF4-FFF2-40B4-BE49-F238E27FC236}">
                  <a16:creationId xmlns:a16="http://schemas.microsoft.com/office/drawing/2014/main" id="{18FF6B23-45EE-964B-A009-DD161B4C7021}"/>
                </a:ext>
              </a:extLst>
            </p:cNvPr>
            <p:cNvSpPr/>
            <p:nvPr/>
          </p:nvSpPr>
          <p:spPr>
            <a:xfrm>
              <a:off x="1117687" y="4044823"/>
              <a:ext cx="246559" cy="24655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58">
              <a:extLst>
                <a:ext uri="{FF2B5EF4-FFF2-40B4-BE49-F238E27FC236}">
                  <a16:creationId xmlns:a16="http://schemas.microsoft.com/office/drawing/2014/main" id="{1A99AB60-EF39-0247-A32E-1D01AC61A531}"/>
                </a:ext>
              </a:extLst>
            </p:cNvPr>
            <p:cNvSpPr/>
            <p:nvPr/>
          </p:nvSpPr>
          <p:spPr>
            <a:xfrm>
              <a:off x="1117687" y="4044823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5" h="247014">
                  <a:moveTo>
                    <a:pt x="0" y="123279"/>
                  </a:moveTo>
                  <a:lnTo>
                    <a:pt x="9687" y="75293"/>
                  </a:lnTo>
                  <a:lnTo>
                    <a:pt x="36107" y="36107"/>
                  </a:lnTo>
                  <a:lnTo>
                    <a:pt x="75293" y="9687"/>
                  </a:lnTo>
                  <a:lnTo>
                    <a:pt x="123279" y="0"/>
                  </a:lnTo>
                  <a:lnTo>
                    <a:pt x="171264" y="9687"/>
                  </a:lnTo>
                  <a:lnTo>
                    <a:pt x="210450" y="36107"/>
                  </a:lnTo>
                  <a:lnTo>
                    <a:pt x="236870" y="75293"/>
                  </a:lnTo>
                  <a:lnTo>
                    <a:pt x="246558" y="123279"/>
                  </a:lnTo>
                  <a:lnTo>
                    <a:pt x="236870" y="171264"/>
                  </a:lnTo>
                  <a:lnTo>
                    <a:pt x="210450" y="210450"/>
                  </a:lnTo>
                  <a:lnTo>
                    <a:pt x="171264" y="236870"/>
                  </a:lnTo>
                  <a:lnTo>
                    <a:pt x="123279" y="246558"/>
                  </a:lnTo>
                  <a:lnTo>
                    <a:pt x="75293" y="236870"/>
                  </a:lnTo>
                  <a:lnTo>
                    <a:pt x="36107" y="210450"/>
                  </a:lnTo>
                  <a:lnTo>
                    <a:pt x="9687" y="171264"/>
                  </a:lnTo>
                  <a:lnTo>
                    <a:pt x="0" y="12327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59">
              <a:extLst>
                <a:ext uri="{FF2B5EF4-FFF2-40B4-BE49-F238E27FC236}">
                  <a16:creationId xmlns:a16="http://schemas.microsoft.com/office/drawing/2014/main" id="{4FE4A168-CA53-3346-80CD-B5F1FC9EC7E0}"/>
                </a:ext>
              </a:extLst>
            </p:cNvPr>
            <p:cNvSpPr/>
            <p:nvPr/>
          </p:nvSpPr>
          <p:spPr>
            <a:xfrm>
              <a:off x="1066800" y="3723602"/>
              <a:ext cx="990600" cy="889000"/>
            </a:xfrm>
            <a:custGeom>
              <a:avLst/>
              <a:gdLst/>
              <a:ahLst/>
              <a:cxnLst/>
              <a:rect l="l" t="t" r="r" b="b"/>
              <a:pathLst>
                <a:path w="990600" h="889000">
                  <a:moveTo>
                    <a:pt x="0" y="0"/>
                  </a:moveTo>
                  <a:lnTo>
                    <a:pt x="990600" y="0"/>
                  </a:lnTo>
                  <a:lnTo>
                    <a:pt x="990600" y="889000"/>
                  </a:lnTo>
                  <a:lnTo>
                    <a:pt x="0" y="8890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6" name="object 60">
            <a:extLst>
              <a:ext uri="{FF2B5EF4-FFF2-40B4-BE49-F238E27FC236}">
                <a16:creationId xmlns:a16="http://schemas.microsoft.com/office/drawing/2014/main" id="{D45BB6E0-789B-CE46-8B40-2B2EB38FB5C0}"/>
              </a:ext>
            </a:extLst>
          </p:cNvPr>
          <p:cNvGrpSpPr/>
          <p:nvPr/>
        </p:nvGrpSpPr>
        <p:grpSpPr>
          <a:xfrm>
            <a:off x="3689444" y="3573995"/>
            <a:ext cx="1016000" cy="898525"/>
            <a:chOff x="3645192" y="3805237"/>
            <a:chExt cx="1016000" cy="898525"/>
          </a:xfrm>
        </p:grpSpPr>
        <p:sp>
          <p:nvSpPr>
            <p:cNvPr id="157" name="object 61">
              <a:extLst>
                <a:ext uri="{FF2B5EF4-FFF2-40B4-BE49-F238E27FC236}">
                  <a16:creationId xmlns:a16="http://schemas.microsoft.com/office/drawing/2014/main" id="{21E85C78-2F3A-D746-AA4B-9BF0475A6574}"/>
                </a:ext>
              </a:extLst>
            </p:cNvPr>
            <p:cNvSpPr/>
            <p:nvPr/>
          </p:nvSpPr>
          <p:spPr>
            <a:xfrm>
              <a:off x="3657892" y="4183786"/>
              <a:ext cx="353695" cy="141605"/>
            </a:xfrm>
            <a:custGeom>
              <a:avLst/>
              <a:gdLst/>
              <a:ahLst/>
              <a:cxnLst/>
              <a:rect l="l" t="t" r="r" b="b"/>
              <a:pathLst>
                <a:path w="353695" h="141604">
                  <a:moveTo>
                    <a:pt x="282854" y="0"/>
                  </a:moveTo>
                  <a:lnTo>
                    <a:pt x="0" y="0"/>
                  </a:lnTo>
                  <a:lnTo>
                    <a:pt x="70713" y="70713"/>
                  </a:lnTo>
                  <a:lnTo>
                    <a:pt x="0" y="141427"/>
                  </a:lnTo>
                  <a:lnTo>
                    <a:pt x="282854" y="141427"/>
                  </a:lnTo>
                  <a:lnTo>
                    <a:pt x="353580" y="70713"/>
                  </a:lnTo>
                  <a:lnTo>
                    <a:pt x="282854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62">
              <a:extLst>
                <a:ext uri="{FF2B5EF4-FFF2-40B4-BE49-F238E27FC236}">
                  <a16:creationId xmlns:a16="http://schemas.microsoft.com/office/drawing/2014/main" id="{6C7A59F8-D802-AF42-99A3-71FA31031E53}"/>
                </a:ext>
              </a:extLst>
            </p:cNvPr>
            <p:cNvSpPr/>
            <p:nvPr/>
          </p:nvSpPr>
          <p:spPr>
            <a:xfrm>
              <a:off x="3657892" y="4183786"/>
              <a:ext cx="353695" cy="141605"/>
            </a:xfrm>
            <a:custGeom>
              <a:avLst/>
              <a:gdLst/>
              <a:ahLst/>
              <a:cxnLst/>
              <a:rect l="l" t="t" r="r" b="b"/>
              <a:pathLst>
                <a:path w="353695" h="141604">
                  <a:moveTo>
                    <a:pt x="0" y="0"/>
                  </a:moveTo>
                  <a:lnTo>
                    <a:pt x="282863" y="0"/>
                  </a:lnTo>
                  <a:lnTo>
                    <a:pt x="353578" y="70715"/>
                  </a:lnTo>
                  <a:lnTo>
                    <a:pt x="282863" y="141431"/>
                  </a:lnTo>
                  <a:lnTo>
                    <a:pt x="0" y="141431"/>
                  </a:lnTo>
                  <a:lnTo>
                    <a:pt x="70715" y="7071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63">
              <a:extLst>
                <a:ext uri="{FF2B5EF4-FFF2-40B4-BE49-F238E27FC236}">
                  <a16:creationId xmlns:a16="http://schemas.microsoft.com/office/drawing/2014/main" id="{FB05B0F2-307A-0E41-938F-523EDBA63189}"/>
                </a:ext>
              </a:extLst>
            </p:cNvPr>
            <p:cNvSpPr/>
            <p:nvPr/>
          </p:nvSpPr>
          <p:spPr>
            <a:xfrm>
              <a:off x="3976103" y="4183786"/>
              <a:ext cx="353695" cy="141605"/>
            </a:xfrm>
            <a:custGeom>
              <a:avLst/>
              <a:gdLst/>
              <a:ahLst/>
              <a:cxnLst/>
              <a:rect l="l" t="t" r="r" b="b"/>
              <a:pathLst>
                <a:path w="353695" h="141604">
                  <a:moveTo>
                    <a:pt x="282867" y="0"/>
                  </a:moveTo>
                  <a:lnTo>
                    <a:pt x="0" y="0"/>
                  </a:lnTo>
                  <a:lnTo>
                    <a:pt x="70726" y="70713"/>
                  </a:lnTo>
                  <a:lnTo>
                    <a:pt x="0" y="141427"/>
                  </a:lnTo>
                  <a:lnTo>
                    <a:pt x="282867" y="141427"/>
                  </a:lnTo>
                  <a:lnTo>
                    <a:pt x="353580" y="70713"/>
                  </a:lnTo>
                  <a:lnTo>
                    <a:pt x="282867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64">
              <a:extLst>
                <a:ext uri="{FF2B5EF4-FFF2-40B4-BE49-F238E27FC236}">
                  <a16:creationId xmlns:a16="http://schemas.microsoft.com/office/drawing/2014/main" id="{517E2163-BF69-864E-A572-80E7A4FBD46F}"/>
                </a:ext>
              </a:extLst>
            </p:cNvPr>
            <p:cNvSpPr/>
            <p:nvPr/>
          </p:nvSpPr>
          <p:spPr>
            <a:xfrm>
              <a:off x="3976103" y="4183786"/>
              <a:ext cx="353695" cy="141605"/>
            </a:xfrm>
            <a:custGeom>
              <a:avLst/>
              <a:gdLst/>
              <a:ahLst/>
              <a:cxnLst/>
              <a:rect l="l" t="t" r="r" b="b"/>
              <a:pathLst>
                <a:path w="353695" h="141604">
                  <a:moveTo>
                    <a:pt x="0" y="0"/>
                  </a:moveTo>
                  <a:lnTo>
                    <a:pt x="282863" y="0"/>
                  </a:lnTo>
                  <a:lnTo>
                    <a:pt x="353578" y="70715"/>
                  </a:lnTo>
                  <a:lnTo>
                    <a:pt x="282863" y="141431"/>
                  </a:lnTo>
                  <a:lnTo>
                    <a:pt x="0" y="141431"/>
                  </a:lnTo>
                  <a:lnTo>
                    <a:pt x="70715" y="7071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65">
              <a:extLst>
                <a:ext uri="{FF2B5EF4-FFF2-40B4-BE49-F238E27FC236}">
                  <a16:creationId xmlns:a16="http://schemas.microsoft.com/office/drawing/2014/main" id="{E72F713C-7B8C-8646-9C00-DEE380B98AE3}"/>
                </a:ext>
              </a:extLst>
            </p:cNvPr>
            <p:cNvSpPr/>
            <p:nvPr/>
          </p:nvSpPr>
          <p:spPr>
            <a:xfrm>
              <a:off x="4294327" y="4183786"/>
              <a:ext cx="353695" cy="141605"/>
            </a:xfrm>
            <a:custGeom>
              <a:avLst/>
              <a:gdLst/>
              <a:ahLst/>
              <a:cxnLst/>
              <a:rect l="l" t="t" r="r" b="b"/>
              <a:pathLst>
                <a:path w="353695" h="141604">
                  <a:moveTo>
                    <a:pt x="282867" y="0"/>
                  </a:moveTo>
                  <a:lnTo>
                    <a:pt x="0" y="0"/>
                  </a:lnTo>
                  <a:lnTo>
                    <a:pt x="70713" y="70713"/>
                  </a:lnTo>
                  <a:lnTo>
                    <a:pt x="0" y="141427"/>
                  </a:lnTo>
                  <a:lnTo>
                    <a:pt x="282867" y="141427"/>
                  </a:lnTo>
                  <a:lnTo>
                    <a:pt x="353580" y="70713"/>
                  </a:lnTo>
                  <a:lnTo>
                    <a:pt x="282867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66">
              <a:extLst>
                <a:ext uri="{FF2B5EF4-FFF2-40B4-BE49-F238E27FC236}">
                  <a16:creationId xmlns:a16="http://schemas.microsoft.com/office/drawing/2014/main" id="{8F028458-A37D-E449-B702-DFC1E2A63A28}"/>
                </a:ext>
              </a:extLst>
            </p:cNvPr>
            <p:cNvSpPr/>
            <p:nvPr/>
          </p:nvSpPr>
          <p:spPr>
            <a:xfrm>
              <a:off x="4294327" y="4183786"/>
              <a:ext cx="353695" cy="141605"/>
            </a:xfrm>
            <a:custGeom>
              <a:avLst/>
              <a:gdLst/>
              <a:ahLst/>
              <a:cxnLst/>
              <a:rect l="l" t="t" r="r" b="b"/>
              <a:pathLst>
                <a:path w="353695" h="141604">
                  <a:moveTo>
                    <a:pt x="0" y="0"/>
                  </a:moveTo>
                  <a:lnTo>
                    <a:pt x="282863" y="0"/>
                  </a:lnTo>
                  <a:lnTo>
                    <a:pt x="353578" y="70715"/>
                  </a:lnTo>
                  <a:lnTo>
                    <a:pt x="282863" y="141431"/>
                  </a:lnTo>
                  <a:lnTo>
                    <a:pt x="0" y="141431"/>
                  </a:lnTo>
                  <a:lnTo>
                    <a:pt x="70715" y="7071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67">
              <a:extLst>
                <a:ext uri="{FF2B5EF4-FFF2-40B4-BE49-F238E27FC236}">
                  <a16:creationId xmlns:a16="http://schemas.microsoft.com/office/drawing/2014/main" id="{636E9B41-D1B3-1E44-8E14-8EE271C7E239}"/>
                </a:ext>
              </a:extLst>
            </p:cNvPr>
            <p:cNvSpPr/>
            <p:nvPr/>
          </p:nvSpPr>
          <p:spPr>
            <a:xfrm>
              <a:off x="3657600" y="3810000"/>
              <a:ext cx="990600" cy="889000"/>
            </a:xfrm>
            <a:custGeom>
              <a:avLst/>
              <a:gdLst/>
              <a:ahLst/>
              <a:cxnLst/>
              <a:rect l="l" t="t" r="r" b="b"/>
              <a:pathLst>
                <a:path w="990600" h="889000">
                  <a:moveTo>
                    <a:pt x="0" y="0"/>
                  </a:moveTo>
                  <a:lnTo>
                    <a:pt x="990600" y="0"/>
                  </a:lnTo>
                  <a:lnTo>
                    <a:pt x="990600" y="889000"/>
                  </a:lnTo>
                  <a:lnTo>
                    <a:pt x="0" y="8890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4" name="object 68">
            <a:extLst>
              <a:ext uri="{FF2B5EF4-FFF2-40B4-BE49-F238E27FC236}">
                <a16:creationId xmlns:a16="http://schemas.microsoft.com/office/drawing/2014/main" id="{35D337FB-EBD4-7340-9A70-2A84BE9CD34A}"/>
              </a:ext>
            </a:extLst>
          </p:cNvPr>
          <p:cNvGrpSpPr/>
          <p:nvPr/>
        </p:nvGrpSpPr>
        <p:grpSpPr>
          <a:xfrm>
            <a:off x="2325489" y="5395086"/>
            <a:ext cx="1000125" cy="914400"/>
            <a:chOff x="2281237" y="5626328"/>
            <a:chExt cx="1000125" cy="914400"/>
          </a:xfrm>
        </p:grpSpPr>
        <p:sp>
          <p:nvSpPr>
            <p:cNvPr id="165" name="object 69">
              <a:extLst>
                <a:ext uri="{FF2B5EF4-FFF2-40B4-BE49-F238E27FC236}">
                  <a16:creationId xmlns:a16="http://schemas.microsoft.com/office/drawing/2014/main" id="{0E04496D-A48E-AD4E-A283-AB057A84247D}"/>
                </a:ext>
              </a:extLst>
            </p:cNvPr>
            <p:cNvSpPr/>
            <p:nvPr/>
          </p:nvSpPr>
          <p:spPr>
            <a:xfrm>
              <a:off x="2439301" y="5741314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30" h="684529">
                  <a:moveTo>
                    <a:pt x="683996" y="341985"/>
                  </a:moveTo>
                  <a:lnTo>
                    <a:pt x="680872" y="295579"/>
                  </a:lnTo>
                  <a:lnTo>
                    <a:pt x="671779" y="251079"/>
                  </a:lnTo>
                  <a:lnTo>
                    <a:pt x="657110" y="208876"/>
                  </a:lnTo>
                  <a:lnTo>
                    <a:pt x="652259" y="199212"/>
                  </a:lnTo>
                  <a:lnTo>
                    <a:pt x="652259" y="341985"/>
                  </a:lnTo>
                  <a:lnTo>
                    <a:pt x="648893" y="387832"/>
                  </a:lnTo>
                  <a:lnTo>
                    <a:pt x="639114" y="431596"/>
                  </a:lnTo>
                  <a:lnTo>
                    <a:pt x="623417" y="472782"/>
                  </a:lnTo>
                  <a:lnTo>
                    <a:pt x="602272" y="510933"/>
                  </a:lnTo>
                  <a:lnTo>
                    <a:pt x="576148" y="545541"/>
                  </a:lnTo>
                  <a:lnTo>
                    <a:pt x="545541" y="576148"/>
                  </a:lnTo>
                  <a:lnTo>
                    <a:pt x="510933" y="602259"/>
                  </a:lnTo>
                  <a:lnTo>
                    <a:pt x="472782" y="623417"/>
                  </a:lnTo>
                  <a:lnTo>
                    <a:pt x="431596" y="639114"/>
                  </a:lnTo>
                  <a:lnTo>
                    <a:pt x="387845" y="648881"/>
                  </a:lnTo>
                  <a:lnTo>
                    <a:pt x="341998" y="652246"/>
                  </a:lnTo>
                  <a:lnTo>
                    <a:pt x="296138" y="648881"/>
                  </a:lnTo>
                  <a:lnTo>
                    <a:pt x="252387" y="639114"/>
                  </a:lnTo>
                  <a:lnTo>
                    <a:pt x="211201" y="623417"/>
                  </a:lnTo>
                  <a:lnTo>
                    <a:pt x="173050" y="602259"/>
                  </a:lnTo>
                  <a:lnTo>
                    <a:pt x="138442" y="576148"/>
                  </a:lnTo>
                  <a:lnTo>
                    <a:pt x="107835" y="545541"/>
                  </a:lnTo>
                  <a:lnTo>
                    <a:pt x="81711" y="510933"/>
                  </a:lnTo>
                  <a:lnTo>
                    <a:pt x="60566" y="472782"/>
                  </a:lnTo>
                  <a:lnTo>
                    <a:pt x="44869" y="431596"/>
                  </a:lnTo>
                  <a:lnTo>
                    <a:pt x="35090" y="387832"/>
                  </a:lnTo>
                  <a:lnTo>
                    <a:pt x="31737" y="341985"/>
                  </a:lnTo>
                  <a:lnTo>
                    <a:pt x="35090" y="296138"/>
                  </a:lnTo>
                  <a:lnTo>
                    <a:pt x="44869" y="252387"/>
                  </a:lnTo>
                  <a:lnTo>
                    <a:pt x="60566" y="211188"/>
                  </a:lnTo>
                  <a:lnTo>
                    <a:pt x="81711" y="173050"/>
                  </a:lnTo>
                  <a:lnTo>
                    <a:pt x="107835" y="138442"/>
                  </a:lnTo>
                  <a:lnTo>
                    <a:pt x="138442" y="107835"/>
                  </a:lnTo>
                  <a:lnTo>
                    <a:pt x="173050" y="81711"/>
                  </a:lnTo>
                  <a:lnTo>
                    <a:pt x="211201" y="60566"/>
                  </a:lnTo>
                  <a:lnTo>
                    <a:pt x="252387" y="44869"/>
                  </a:lnTo>
                  <a:lnTo>
                    <a:pt x="296138" y="35090"/>
                  </a:lnTo>
                  <a:lnTo>
                    <a:pt x="341998" y="31737"/>
                  </a:lnTo>
                  <a:lnTo>
                    <a:pt x="387845" y="35090"/>
                  </a:lnTo>
                  <a:lnTo>
                    <a:pt x="431596" y="44869"/>
                  </a:lnTo>
                  <a:lnTo>
                    <a:pt x="472782" y="60566"/>
                  </a:lnTo>
                  <a:lnTo>
                    <a:pt x="510933" y="81711"/>
                  </a:lnTo>
                  <a:lnTo>
                    <a:pt x="545541" y="107835"/>
                  </a:lnTo>
                  <a:lnTo>
                    <a:pt x="576148" y="138442"/>
                  </a:lnTo>
                  <a:lnTo>
                    <a:pt x="602272" y="173050"/>
                  </a:lnTo>
                  <a:lnTo>
                    <a:pt x="623417" y="211188"/>
                  </a:lnTo>
                  <a:lnTo>
                    <a:pt x="639114" y="252387"/>
                  </a:lnTo>
                  <a:lnTo>
                    <a:pt x="648893" y="296138"/>
                  </a:lnTo>
                  <a:lnTo>
                    <a:pt x="652259" y="341985"/>
                  </a:lnTo>
                  <a:lnTo>
                    <a:pt x="652259" y="199212"/>
                  </a:lnTo>
                  <a:lnTo>
                    <a:pt x="612724" y="133007"/>
                  </a:lnTo>
                  <a:lnTo>
                    <a:pt x="583819" y="100164"/>
                  </a:lnTo>
                  <a:lnTo>
                    <a:pt x="550976" y="71259"/>
                  </a:lnTo>
                  <a:lnTo>
                    <a:pt x="514604" y="46685"/>
                  </a:lnTo>
                  <a:lnTo>
                    <a:pt x="475107" y="26873"/>
                  </a:lnTo>
                  <a:lnTo>
                    <a:pt x="432904" y="12217"/>
                  </a:lnTo>
                  <a:lnTo>
                    <a:pt x="388404" y="3124"/>
                  </a:lnTo>
                  <a:lnTo>
                    <a:pt x="341998" y="0"/>
                  </a:lnTo>
                  <a:lnTo>
                    <a:pt x="295579" y="3124"/>
                  </a:lnTo>
                  <a:lnTo>
                    <a:pt x="251079" y="12217"/>
                  </a:lnTo>
                  <a:lnTo>
                    <a:pt x="208876" y="26873"/>
                  </a:lnTo>
                  <a:lnTo>
                    <a:pt x="169379" y="46685"/>
                  </a:lnTo>
                  <a:lnTo>
                    <a:pt x="133007" y="71259"/>
                  </a:lnTo>
                  <a:lnTo>
                    <a:pt x="100164" y="100164"/>
                  </a:lnTo>
                  <a:lnTo>
                    <a:pt x="71259" y="133007"/>
                  </a:lnTo>
                  <a:lnTo>
                    <a:pt x="46685" y="169379"/>
                  </a:lnTo>
                  <a:lnTo>
                    <a:pt x="26873" y="208876"/>
                  </a:lnTo>
                  <a:lnTo>
                    <a:pt x="12204" y="251079"/>
                  </a:lnTo>
                  <a:lnTo>
                    <a:pt x="3111" y="295579"/>
                  </a:lnTo>
                  <a:lnTo>
                    <a:pt x="0" y="341985"/>
                  </a:lnTo>
                  <a:lnTo>
                    <a:pt x="3111" y="388391"/>
                  </a:lnTo>
                  <a:lnTo>
                    <a:pt x="12204" y="432904"/>
                  </a:lnTo>
                  <a:lnTo>
                    <a:pt x="26873" y="475107"/>
                  </a:lnTo>
                  <a:lnTo>
                    <a:pt x="46685" y="514604"/>
                  </a:lnTo>
                  <a:lnTo>
                    <a:pt x="71259" y="550976"/>
                  </a:lnTo>
                  <a:lnTo>
                    <a:pt x="100164" y="583819"/>
                  </a:lnTo>
                  <a:lnTo>
                    <a:pt x="133007" y="612724"/>
                  </a:lnTo>
                  <a:lnTo>
                    <a:pt x="169379" y="637298"/>
                  </a:lnTo>
                  <a:lnTo>
                    <a:pt x="208876" y="657110"/>
                  </a:lnTo>
                  <a:lnTo>
                    <a:pt x="251079" y="671766"/>
                  </a:lnTo>
                  <a:lnTo>
                    <a:pt x="295579" y="680859"/>
                  </a:lnTo>
                  <a:lnTo>
                    <a:pt x="341998" y="683983"/>
                  </a:lnTo>
                  <a:lnTo>
                    <a:pt x="388404" y="680859"/>
                  </a:lnTo>
                  <a:lnTo>
                    <a:pt x="432904" y="671766"/>
                  </a:lnTo>
                  <a:lnTo>
                    <a:pt x="475107" y="657110"/>
                  </a:lnTo>
                  <a:lnTo>
                    <a:pt x="514604" y="637298"/>
                  </a:lnTo>
                  <a:lnTo>
                    <a:pt x="550976" y="612724"/>
                  </a:lnTo>
                  <a:lnTo>
                    <a:pt x="583819" y="583819"/>
                  </a:lnTo>
                  <a:lnTo>
                    <a:pt x="612724" y="550976"/>
                  </a:lnTo>
                  <a:lnTo>
                    <a:pt x="637298" y="514604"/>
                  </a:lnTo>
                  <a:lnTo>
                    <a:pt x="657110" y="475107"/>
                  </a:lnTo>
                  <a:lnTo>
                    <a:pt x="671779" y="432904"/>
                  </a:lnTo>
                  <a:lnTo>
                    <a:pt x="680872" y="388391"/>
                  </a:lnTo>
                  <a:lnTo>
                    <a:pt x="683996" y="341985"/>
                  </a:lnTo>
                  <a:close/>
                </a:path>
              </a:pathLst>
            </a:custGeom>
            <a:solidFill>
              <a:srgbClr val="B0BC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70">
              <a:extLst>
                <a:ext uri="{FF2B5EF4-FFF2-40B4-BE49-F238E27FC236}">
                  <a16:creationId xmlns:a16="http://schemas.microsoft.com/office/drawing/2014/main" id="{C0D90516-C93F-F044-9EC0-3CAC28512F15}"/>
                </a:ext>
              </a:extLst>
            </p:cNvPr>
            <p:cNvSpPr/>
            <p:nvPr/>
          </p:nvSpPr>
          <p:spPr>
            <a:xfrm>
              <a:off x="2623858" y="5925858"/>
              <a:ext cx="314960" cy="314960"/>
            </a:xfrm>
            <a:custGeom>
              <a:avLst/>
              <a:gdLst/>
              <a:ahLst/>
              <a:cxnLst/>
              <a:rect l="l" t="t" r="r" b="b"/>
              <a:pathLst>
                <a:path w="314960" h="314960">
                  <a:moveTo>
                    <a:pt x="157441" y="0"/>
                  </a:moveTo>
                  <a:lnTo>
                    <a:pt x="107676" y="8026"/>
                  </a:lnTo>
                  <a:lnTo>
                    <a:pt x="64456" y="30376"/>
                  </a:lnTo>
                  <a:lnTo>
                    <a:pt x="30375" y="64458"/>
                  </a:lnTo>
                  <a:lnTo>
                    <a:pt x="8026" y="107677"/>
                  </a:lnTo>
                  <a:lnTo>
                    <a:pt x="0" y="157440"/>
                  </a:lnTo>
                  <a:lnTo>
                    <a:pt x="8026" y="207204"/>
                  </a:lnTo>
                  <a:lnTo>
                    <a:pt x="30375" y="250423"/>
                  </a:lnTo>
                  <a:lnTo>
                    <a:pt x="64456" y="284505"/>
                  </a:lnTo>
                  <a:lnTo>
                    <a:pt x="107676" y="306856"/>
                  </a:lnTo>
                  <a:lnTo>
                    <a:pt x="157441" y="314882"/>
                  </a:lnTo>
                  <a:lnTo>
                    <a:pt x="207207" y="306856"/>
                  </a:lnTo>
                  <a:lnTo>
                    <a:pt x="250426" y="284505"/>
                  </a:lnTo>
                  <a:lnTo>
                    <a:pt x="284507" y="250423"/>
                  </a:lnTo>
                  <a:lnTo>
                    <a:pt x="306857" y="207204"/>
                  </a:lnTo>
                  <a:lnTo>
                    <a:pt x="314883" y="157440"/>
                  </a:lnTo>
                  <a:lnTo>
                    <a:pt x="306857" y="107677"/>
                  </a:lnTo>
                  <a:lnTo>
                    <a:pt x="284507" y="64458"/>
                  </a:lnTo>
                  <a:lnTo>
                    <a:pt x="250426" y="30376"/>
                  </a:lnTo>
                  <a:lnTo>
                    <a:pt x="207207" y="8026"/>
                  </a:lnTo>
                  <a:lnTo>
                    <a:pt x="157441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71">
              <a:extLst>
                <a:ext uri="{FF2B5EF4-FFF2-40B4-BE49-F238E27FC236}">
                  <a16:creationId xmlns:a16="http://schemas.microsoft.com/office/drawing/2014/main" id="{55226C8E-0908-4F43-9FC9-15861708C904}"/>
                </a:ext>
              </a:extLst>
            </p:cNvPr>
            <p:cNvSpPr/>
            <p:nvPr/>
          </p:nvSpPr>
          <p:spPr>
            <a:xfrm>
              <a:off x="2623858" y="5925858"/>
              <a:ext cx="314960" cy="314960"/>
            </a:xfrm>
            <a:custGeom>
              <a:avLst/>
              <a:gdLst/>
              <a:ahLst/>
              <a:cxnLst/>
              <a:rect l="l" t="t" r="r" b="b"/>
              <a:pathLst>
                <a:path w="314960" h="314960">
                  <a:moveTo>
                    <a:pt x="0" y="157441"/>
                  </a:moveTo>
                  <a:lnTo>
                    <a:pt x="8026" y="107677"/>
                  </a:lnTo>
                  <a:lnTo>
                    <a:pt x="30377" y="64458"/>
                  </a:lnTo>
                  <a:lnTo>
                    <a:pt x="64458" y="30377"/>
                  </a:lnTo>
                  <a:lnTo>
                    <a:pt x="107677" y="8026"/>
                  </a:lnTo>
                  <a:lnTo>
                    <a:pt x="157441" y="0"/>
                  </a:lnTo>
                  <a:lnTo>
                    <a:pt x="207205" y="8026"/>
                  </a:lnTo>
                  <a:lnTo>
                    <a:pt x="250424" y="30377"/>
                  </a:lnTo>
                  <a:lnTo>
                    <a:pt x="284506" y="64458"/>
                  </a:lnTo>
                  <a:lnTo>
                    <a:pt x="306856" y="107677"/>
                  </a:lnTo>
                  <a:lnTo>
                    <a:pt x="314883" y="157441"/>
                  </a:lnTo>
                  <a:lnTo>
                    <a:pt x="306856" y="207205"/>
                  </a:lnTo>
                  <a:lnTo>
                    <a:pt x="284506" y="250424"/>
                  </a:lnTo>
                  <a:lnTo>
                    <a:pt x="250424" y="284506"/>
                  </a:lnTo>
                  <a:lnTo>
                    <a:pt x="207205" y="306856"/>
                  </a:lnTo>
                  <a:lnTo>
                    <a:pt x="157441" y="314883"/>
                  </a:lnTo>
                  <a:lnTo>
                    <a:pt x="107677" y="306856"/>
                  </a:lnTo>
                  <a:lnTo>
                    <a:pt x="64458" y="284506"/>
                  </a:lnTo>
                  <a:lnTo>
                    <a:pt x="30377" y="250424"/>
                  </a:lnTo>
                  <a:lnTo>
                    <a:pt x="8026" y="207205"/>
                  </a:lnTo>
                  <a:lnTo>
                    <a:pt x="0" y="15744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72">
              <a:extLst>
                <a:ext uri="{FF2B5EF4-FFF2-40B4-BE49-F238E27FC236}">
                  <a16:creationId xmlns:a16="http://schemas.microsoft.com/office/drawing/2014/main" id="{66ADF30C-701C-6F42-9F87-204A1AD968AB}"/>
                </a:ext>
              </a:extLst>
            </p:cNvPr>
            <p:cNvSpPr/>
            <p:nvPr/>
          </p:nvSpPr>
          <p:spPr>
            <a:xfrm>
              <a:off x="2658389" y="5626328"/>
              <a:ext cx="245818" cy="24581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73">
              <a:extLst>
                <a:ext uri="{FF2B5EF4-FFF2-40B4-BE49-F238E27FC236}">
                  <a16:creationId xmlns:a16="http://schemas.microsoft.com/office/drawing/2014/main" id="{88FB8E7E-9F2A-734A-9EA1-1B60BDBC77C0}"/>
                </a:ext>
              </a:extLst>
            </p:cNvPr>
            <p:cNvSpPr/>
            <p:nvPr/>
          </p:nvSpPr>
          <p:spPr>
            <a:xfrm>
              <a:off x="2992450" y="5960389"/>
              <a:ext cx="245818" cy="24581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74">
              <a:extLst>
                <a:ext uri="{FF2B5EF4-FFF2-40B4-BE49-F238E27FC236}">
                  <a16:creationId xmlns:a16="http://schemas.microsoft.com/office/drawing/2014/main" id="{DD43C53D-6CC8-8C4A-BCDF-34E10494F8C9}"/>
                </a:ext>
              </a:extLst>
            </p:cNvPr>
            <p:cNvSpPr/>
            <p:nvPr/>
          </p:nvSpPr>
          <p:spPr>
            <a:xfrm>
              <a:off x="2658389" y="6294450"/>
              <a:ext cx="245818" cy="24581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75">
              <a:extLst>
                <a:ext uri="{FF2B5EF4-FFF2-40B4-BE49-F238E27FC236}">
                  <a16:creationId xmlns:a16="http://schemas.microsoft.com/office/drawing/2014/main" id="{96221EB7-7788-244A-84AA-9F50A1E14804}"/>
                </a:ext>
              </a:extLst>
            </p:cNvPr>
            <p:cNvSpPr/>
            <p:nvPr/>
          </p:nvSpPr>
          <p:spPr>
            <a:xfrm>
              <a:off x="2324328" y="5960389"/>
              <a:ext cx="245818" cy="24581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76">
              <a:extLst>
                <a:ext uri="{FF2B5EF4-FFF2-40B4-BE49-F238E27FC236}">
                  <a16:creationId xmlns:a16="http://schemas.microsoft.com/office/drawing/2014/main" id="{51003E88-BD37-9A4E-80A6-D8DF951BE560}"/>
                </a:ext>
              </a:extLst>
            </p:cNvPr>
            <p:cNvSpPr/>
            <p:nvPr/>
          </p:nvSpPr>
          <p:spPr>
            <a:xfrm>
              <a:off x="2286000" y="5638800"/>
              <a:ext cx="990600" cy="889000"/>
            </a:xfrm>
            <a:custGeom>
              <a:avLst/>
              <a:gdLst/>
              <a:ahLst/>
              <a:cxnLst/>
              <a:rect l="l" t="t" r="r" b="b"/>
              <a:pathLst>
                <a:path w="990600" h="889000">
                  <a:moveTo>
                    <a:pt x="0" y="0"/>
                  </a:moveTo>
                  <a:lnTo>
                    <a:pt x="990600" y="0"/>
                  </a:lnTo>
                  <a:lnTo>
                    <a:pt x="990600" y="889000"/>
                  </a:lnTo>
                  <a:lnTo>
                    <a:pt x="0" y="8890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3" name="object 77">
            <a:extLst>
              <a:ext uri="{FF2B5EF4-FFF2-40B4-BE49-F238E27FC236}">
                <a16:creationId xmlns:a16="http://schemas.microsoft.com/office/drawing/2014/main" id="{C803E738-79FC-654C-AE8C-453B78DBA0F7}"/>
              </a:ext>
            </a:extLst>
          </p:cNvPr>
          <p:cNvGrpSpPr/>
          <p:nvPr/>
        </p:nvGrpSpPr>
        <p:grpSpPr>
          <a:xfrm>
            <a:off x="7049889" y="4401997"/>
            <a:ext cx="1381125" cy="1287145"/>
            <a:chOff x="7005637" y="4633239"/>
            <a:chExt cx="1381125" cy="1287145"/>
          </a:xfrm>
        </p:grpSpPr>
        <p:sp>
          <p:nvSpPr>
            <p:cNvPr id="174" name="object 78">
              <a:extLst>
                <a:ext uri="{FF2B5EF4-FFF2-40B4-BE49-F238E27FC236}">
                  <a16:creationId xmlns:a16="http://schemas.microsoft.com/office/drawing/2014/main" id="{630ACFDA-50C9-2F4B-B7C0-98976422A0B2}"/>
                </a:ext>
              </a:extLst>
            </p:cNvPr>
            <p:cNvSpPr/>
            <p:nvPr/>
          </p:nvSpPr>
          <p:spPr>
            <a:xfrm>
              <a:off x="7518299" y="4680853"/>
              <a:ext cx="525780" cy="560705"/>
            </a:xfrm>
            <a:custGeom>
              <a:avLst/>
              <a:gdLst/>
              <a:ahLst/>
              <a:cxnLst/>
              <a:rect l="l" t="t" r="r" b="b"/>
              <a:pathLst>
                <a:path w="525779" h="560704">
                  <a:moveTo>
                    <a:pt x="0" y="262837"/>
                  </a:moveTo>
                  <a:lnTo>
                    <a:pt x="4233" y="215592"/>
                  </a:lnTo>
                  <a:lnTo>
                    <a:pt x="16440" y="171125"/>
                  </a:lnTo>
                  <a:lnTo>
                    <a:pt x="35878" y="130178"/>
                  </a:lnTo>
                  <a:lnTo>
                    <a:pt x="61805" y="93494"/>
                  </a:lnTo>
                  <a:lnTo>
                    <a:pt x="93478" y="61816"/>
                  </a:lnTo>
                  <a:lnTo>
                    <a:pt x="130155" y="35885"/>
                  </a:lnTo>
                  <a:lnTo>
                    <a:pt x="171094" y="16443"/>
                  </a:lnTo>
                  <a:lnTo>
                    <a:pt x="215553" y="4234"/>
                  </a:lnTo>
                  <a:lnTo>
                    <a:pt x="262790" y="0"/>
                  </a:lnTo>
                  <a:lnTo>
                    <a:pt x="310028" y="4234"/>
                  </a:lnTo>
                  <a:lnTo>
                    <a:pt x="354487" y="16443"/>
                  </a:lnTo>
                  <a:lnTo>
                    <a:pt x="395426" y="35885"/>
                  </a:lnTo>
                  <a:lnTo>
                    <a:pt x="432104" y="61816"/>
                  </a:lnTo>
                  <a:lnTo>
                    <a:pt x="463776" y="93494"/>
                  </a:lnTo>
                  <a:lnTo>
                    <a:pt x="489703" y="130178"/>
                  </a:lnTo>
                  <a:lnTo>
                    <a:pt x="509141" y="171125"/>
                  </a:lnTo>
                  <a:lnTo>
                    <a:pt x="521348" y="215592"/>
                  </a:lnTo>
                  <a:lnTo>
                    <a:pt x="525581" y="262837"/>
                  </a:lnTo>
                  <a:lnTo>
                    <a:pt x="521667" y="308156"/>
                  </a:lnTo>
                  <a:lnTo>
                    <a:pt x="510323" y="351179"/>
                  </a:lnTo>
                  <a:lnTo>
                    <a:pt x="492145" y="391162"/>
                  </a:lnTo>
                  <a:lnTo>
                    <a:pt x="467731" y="427362"/>
                  </a:lnTo>
                  <a:lnTo>
                    <a:pt x="437677" y="459034"/>
                  </a:lnTo>
                  <a:lnTo>
                    <a:pt x="402581" y="485436"/>
                  </a:lnTo>
                  <a:lnTo>
                    <a:pt x="363040" y="505822"/>
                  </a:lnTo>
                  <a:lnTo>
                    <a:pt x="319649" y="519449"/>
                  </a:lnTo>
                  <a:lnTo>
                    <a:pt x="316749" y="560522"/>
                  </a:lnTo>
                  <a:lnTo>
                    <a:pt x="246642" y="491546"/>
                  </a:lnTo>
                  <a:lnTo>
                    <a:pt x="327513" y="408079"/>
                  </a:lnTo>
                  <a:lnTo>
                    <a:pt x="324658" y="448516"/>
                  </a:lnTo>
                  <a:lnTo>
                    <a:pt x="365588" y="429423"/>
                  </a:lnTo>
                  <a:lnTo>
                    <a:pt x="400007" y="402429"/>
                  </a:lnTo>
                  <a:lnTo>
                    <a:pt x="427171" y="369020"/>
                  </a:lnTo>
                  <a:lnTo>
                    <a:pt x="446337" y="330682"/>
                  </a:lnTo>
                  <a:lnTo>
                    <a:pt x="456764" y="288902"/>
                  </a:lnTo>
                  <a:lnTo>
                    <a:pt x="457707" y="245164"/>
                  </a:lnTo>
                  <a:lnTo>
                    <a:pt x="448424" y="200955"/>
                  </a:lnTo>
                  <a:lnTo>
                    <a:pt x="429336" y="160015"/>
                  </a:lnTo>
                  <a:lnTo>
                    <a:pt x="402348" y="125588"/>
                  </a:lnTo>
                  <a:lnTo>
                    <a:pt x="368947" y="98417"/>
                  </a:lnTo>
                  <a:lnTo>
                    <a:pt x="330619" y="79246"/>
                  </a:lnTo>
                  <a:lnTo>
                    <a:pt x="288848" y="68817"/>
                  </a:lnTo>
                  <a:lnTo>
                    <a:pt x="245121" y="67873"/>
                  </a:lnTo>
                  <a:lnTo>
                    <a:pt x="200923" y="77158"/>
                  </a:lnTo>
                  <a:lnTo>
                    <a:pt x="156324" y="98610"/>
                  </a:lnTo>
                  <a:lnTo>
                    <a:pt x="119305" y="129762"/>
                  </a:lnTo>
                  <a:lnTo>
                    <a:pt x="91205" y="168755"/>
                  </a:lnTo>
                  <a:lnTo>
                    <a:pt x="73363" y="213733"/>
                  </a:lnTo>
                  <a:lnTo>
                    <a:pt x="67118" y="262837"/>
                  </a:lnTo>
                  <a:lnTo>
                    <a:pt x="0" y="262837"/>
                  </a:lnTo>
                  <a:close/>
                </a:path>
              </a:pathLst>
            </a:custGeom>
            <a:ln w="25400">
              <a:solidFill>
                <a:srgbClr val="3D4B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79">
              <a:extLst>
                <a:ext uri="{FF2B5EF4-FFF2-40B4-BE49-F238E27FC236}">
                  <a16:creationId xmlns:a16="http://schemas.microsoft.com/office/drawing/2014/main" id="{DA5BCA33-2507-4B49-BC9F-710BB1026626}"/>
                </a:ext>
              </a:extLst>
            </p:cNvPr>
            <p:cNvSpPr/>
            <p:nvPr/>
          </p:nvSpPr>
          <p:spPr>
            <a:xfrm>
              <a:off x="7348659" y="5032269"/>
              <a:ext cx="448945" cy="560705"/>
            </a:xfrm>
            <a:custGeom>
              <a:avLst/>
              <a:gdLst/>
              <a:ahLst/>
              <a:cxnLst/>
              <a:rect l="l" t="t" r="r" b="b"/>
              <a:pathLst>
                <a:path w="448945" h="560704">
                  <a:moveTo>
                    <a:pt x="272474" y="0"/>
                  </a:moveTo>
                  <a:lnTo>
                    <a:pt x="226425" y="2299"/>
                  </a:lnTo>
                  <a:lnTo>
                    <a:pt x="182249" y="12421"/>
                  </a:lnTo>
                  <a:lnTo>
                    <a:pt x="140831" y="29802"/>
                  </a:lnTo>
                  <a:lnTo>
                    <a:pt x="103056" y="53876"/>
                  </a:lnTo>
                  <a:lnTo>
                    <a:pt x="69809" y="84081"/>
                  </a:lnTo>
                  <a:lnTo>
                    <a:pt x="41975" y="119851"/>
                  </a:lnTo>
                  <a:lnTo>
                    <a:pt x="20440" y="160623"/>
                  </a:lnTo>
                  <a:lnTo>
                    <a:pt x="6088" y="205833"/>
                  </a:lnTo>
                  <a:lnTo>
                    <a:pt x="0" y="252874"/>
                  </a:lnTo>
                  <a:lnTo>
                    <a:pt x="2296" y="298928"/>
                  </a:lnTo>
                  <a:lnTo>
                    <a:pt x="12414" y="343111"/>
                  </a:lnTo>
                  <a:lnTo>
                    <a:pt x="29790" y="384535"/>
                  </a:lnTo>
                  <a:lnTo>
                    <a:pt x="53858" y="422317"/>
                  </a:lnTo>
                  <a:lnTo>
                    <a:pt x="84056" y="455570"/>
                  </a:lnTo>
                  <a:lnTo>
                    <a:pt x="119818" y="483410"/>
                  </a:lnTo>
                  <a:lnTo>
                    <a:pt x="160582" y="504950"/>
                  </a:lnTo>
                  <a:lnTo>
                    <a:pt x="205783" y="519307"/>
                  </a:lnTo>
                  <a:lnTo>
                    <a:pt x="208691" y="560382"/>
                  </a:lnTo>
                  <a:lnTo>
                    <a:pt x="278795" y="491405"/>
                  </a:lnTo>
                  <a:lnTo>
                    <a:pt x="197921" y="407940"/>
                  </a:lnTo>
                  <a:lnTo>
                    <a:pt x="200779" y="448377"/>
                  </a:lnTo>
                  <a:lnTo>
                    <a:pt x="179683" y="439953"/>
                  </a:lnTo>
                  <a:lnTo>
                    <a:pt x="141234" y="416186"/>
                  </a:lnTo>
                  <a:lnTo>
                    <a:pt x="96208" y="365687"/>
                  </a:lnTo>
                  <a:lnTo>
                    <a:pt x="77499" y="326142"/>
                  </a:lnTo>
                  <a:lnTo>
                    <a:pt x="68147" y="284107"/>
                  </a:lnTo>
                  <a:lnTo>
                    <a:pt x="68151" y="241243"/>
                  </a:lnTo>
                  <a:lnTo>
                    <a:pt x="77511" y="199211"/>
                  </a:lnTo>
                  <a:lnTo>
                    <a:pt x="96228" y="159671"/>
                  </a:lnTo>
                  <a:lnTo>
                    <a:pt x="124300" y="124286"/>
                  </a:lnTo>
                  <a:lnTo>
                    <a:pt x="159684" y="96216"/>
                  </a:lnTo>
                  <a:lnTo>
                    <a:pt x="199218" y="77504"/>
                  </a:lnTo>
                  <a:lnTo>
                    <a:pt x="241242" y="68151"/>
                  </a:lnTo>
                  <a:lnTo>
                    <a:pt x="284096" y="68156"/>
                  </a:lnTo>
                  <a:lnTo>
                    <a:pt x="326117" y="77520"/>
                  </a:lnTo>
                  <a:lnTo>
                    <a:pt x="365645" y="96243"/>
                  </a:lnTo>
                  <a:lnTo>
                    <a:pt x="401020" y="124324"/>
                  </a:lnTo>
                  <a:lnTo>
                    <a:pt x="448480" y="76864"/>
                  </a:lnTo>
                  <a:lnTo>
                    <a:pt x="420276" y="52396"/>
                  </a:lnTo>
                  <a:lnTo>
                    <a:pt x="389048" y="32265"/>
                  </a:lnTo>
                  <a:lnTo>
                    <a:pt x="355295" y="16739"/>
                  </a:lnTo>
                  <a:lnTo>
                    <a:pt x="319511" y="6087"/>
                  </a:lnTo>
                  <a:lnTo>
                    <a:pt x="272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80">
              <a:extLst>
                <a:ext uri="{FF2B5EF4-FFF2-40B4-BE49-F238E27FC236}">
                  <a16:creationId xmlns:a16="http://schemas.microsoft.com/office/drawing/2014/main" id="{7E4A8D93-D358-2E44-91BC-1C0A6B6E9BFD}"/>
                </a:ext>
              </a:extLst>
            </p:cNvPr>
            <p:cNvSpPr/>
            <p:nvPr/>
          </p:nvSpPr>
          <p:spPr>
            <a:xfrm>
              <a:off x="7348651" y="5032273"/>
              <a:ext cx="448945" cy="560705"/>
            </a:xfrm>
            <a:custGeom>
              <a:avLst/>
              <a:gdLst/>
              <a:ahLst/>
              <a:cxnLst/>
              <a:rect l="l" t="t" r="r" b="b"/>
              <a:pathLst>
                <a:path w="448945" h="560704">
                  <a:moveTo>
                    <a:pt x="448491" y="76861"/>
                  </a:moveTo>
                  <a:lnTo>
                    <a:pt x="401030" y="124321"/>
                  </a:lnTo>
                  <a:lnTo>
                    <a:pt x="365654" y="96239"/>
                  </a:lnTo>
                  <a:lnTo>
                    <a:pt x="326125" y="77516"/>
                  </a:lnTo>
                  <a:lnTo>
                    <a:pt x="284103" y="68152"/>
                  </a:lnTo>
                  <a:lnTo>
                    <a:pt x="241249" y="68147"/>
                  </a:lnTo>
                  <a:lnTo>
                    <a:pt x="199225" y="77501"/>
                  </a:lnTo>
                  <a:lnTo>
                    <a:pt x="159691" y="96214"/>
                  </a:lnTo>
                  <a:lnTo>
                    <a:pt x="124309" y="124288"/>
                  </a:lnTo>
                  <a:lnTo>
                    <a:pt x="96233" y="159672"/>
                  </a:lnTo>
                  <a:lnTo>
                    <a:pt x="77515" y="199210"/>
                  </a:lnTo>
                  <a:lnTo>
                    <a:pt x="68153" y="241243"/>
                  </a:lnTo>
                  <a:lnTo>
                    <a:pt x="68148" y="284107"/>
                  </a:lnTo>
                  <a:lnTo>
                    <a:pt x="77499" y="326141"/>
                  </a:lnTo>
                  <a:lnTo>
                    <a:pt x="96208" y="365685"/>
                  </a:lnTo>
                  <a:lnTo>
                    <a:pt x="124275" y="401076"/>
                  </a:lnTo>
                  <a:lnTo>
                    <a:pt x="159776" y="429184"/>
                  </a:lnTo>
                  <a:lnTo>
                    <a:pt x="200785" y="448377"/>
                  </a:lnTo>
                  <a:lnTo>
                    <a:pt x="197930" y="407941"/>
                  </a:lnTo>
                  <a:lnTo>
                    <a:pt x="278801" y="491408"/>
                  </a:lnTo>
                  <a:lnTo>
                    <a:pt x="208694" y="560383"/>
                  </a:lnTo>
                  <a:lnTo>
                    <a:pt x="205794" y="519311"/>
                  </a:lnTo>
                  <a:lnTo>
                    <a:pt x="160591" y="504954"/>
                  </a:lnTo>
                  <a:lnTo>
                    <a:pt x="119826" y="483413"/>
                  </a:lnTo>
                  <a:lnTo>
                    <a:pt x="84062" y="455573"/>
                  </a:lnTo>
                  <a:lnTo>
                    <a:pt x="53864" y="422319"/>
                  </a:lnTo>
                  <a:lnTo>
                    <a:pt x="29794" y="384536"/>
                  </a:lnTo>
                  <a:lnTo>
                    <a:pt x="12417" y="343111"/>
                  </a:lnTo>
                  <a:lnTo>
                    <a:pt x="2298" y="298928"/>
                  </a:lnTo>
                  <a:lnTo>
                    <a:pt x="0" y="252872"/>
                  </a:lnTo>
                  <a:lnTo>
                    <a:pt x="6086" y="205830"/>
                  </a:lnTo>
                  <a:lnTo>
                    <a:pt x="20441" y="160620"/>
                  </a:lnTo>
                  <a:lnTo>
                    <a:pt x="41978" y="119848"/>
                  </a:lnTo>
                  <a:lnTo>
                    <a:pt x="69813" y="84077"/>
                  </a:lnTo>
                  <a:lnTo>
                    <a:pt x="103061" y="53873"/>
                  </a:lnTo>
                  <a:lnTo>
                    <a:pt x="140837" y="29799"/>
                  </a:lnTo>
                  <a:lnTo>
                    <a:pt x="182255" y="12420"/>
                  </a:lnTo>
                  <a:lnTo>
                    <a:pt x="226430" y="2298"/>
                  </a:lnTo>
                  <a:lnTo>
                    <a:pt x="272478" y="0"/>
                  </a:lnTo>
                  <a:lnTo>
                    <a:pt x="319512" y="6087"/>
                  </a:lnTo>
                  <a:lnTo>
                    <a:pt x="355299" y="16737"/>
                  </a:lnTo>
                  <a:lnTo>
                    <a:pt x="389054" y="32263"/>
                  </a:lnTo>
                  <a:lnTo>
                    <a:pt x="420282" y="52395"/>
                  </a:lnTo>
                  <a:lnTo>
                    <a:pt x="448491" y="76862"/>
                  </a:lnTo>
                  <a:close/>
                </a:path>
              </a:pathLst>
            </a:custGeom>
            <a:ln w="25400">
              <a:solidFill>
                <a:srgbClr val="3D4B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81">
              <a:extLst>
                <a:ext uri="{FF2B5EF4-FFF2-40B4-BE49-F238E27FC236}">
                  <a16:creationId xmlns:a16="http://schemas.microsoft.com/office/drawing/2014/main" id="{BA2BD9DE-3E5A-EE4D-B09D-75C73ECD4D5F}"/>
                </a:ext>
              </a:extLst>
            </p:cNvPr>
            <p:cNvSpPr/>
            <p:nvPr/>
          </p:nvSpPr>
          <p:spPr>
            <a:xfrm>
              <a:off x="7518958" y="5383542"/>
              <a:ext cx="524510" cy="523875"/>
            </a:xfrm>
            <a:custGeom>
              <a:avLst/>
              <a:gdLst/>
              <a:ahLst/>
              <a:cxnLst/>
              <a:rect l="l" t="t" r="r" b="b"/>
              <a:pathLst>
                <a:path w="524509" h="523875">
                  <a:moveTo>
                    <a:pt x="284918" y="0"/>
                  </a:moveTo>
                  <a:lnTo>
                    <a:pt x="240159" y="8"/>
                  </a:lnTo>
                  <a:lnTo>
                    <a:pt x="195927" y="7616"/>
                  </a:lnTo>
                  <a:lnTo>
                    <a:pt x="153269" y="22823"/>
                  </a:lnTo>
                  <a:lnTo>
                    <a:pt x="113234" y="45629"/>
                  </a:lnTo>
                  <a:lnTo>
                    <a:pt x="76873" y="76035"/>
                  </a:lnTo>
                  <a:lnTo>
                    <a:pt x="124180" y="123342"/>
                  </a:lnTo>
                  <a:lnTo>
                    <a:pt x="153989" y="98882"/>
                  </a:lnTo>
                  <a:lnTo>
                    <a:pt x="187677" y="80880"/>
                  </a:lnTo>
                  <a:lnTo>
                    <a:pt x="224218" y="69764"/>
                  </a:lnTo>
                  <a:lnTo>
                    <a:pt x="262585" y="65964"/>
                  </a:lnTo>
                  <a:lnTo>
                    <a:pt x="307455" y="71135"/>
                  </a:lnTo>
                  <a:lnTo>
                    <a:pt x="348645" y="85864"/>
                  </a:lnTo>
                  <a:lnTo>
                    <a:pt x="384981" y="108976"/>
                  </a:lnTo>
                  <a:lnTo>
                    <a:pt x="415287" y="139296"/>
                  </a:lnTo>
                  <a:lnTo>
                    <a:pt x="438388" y="175650"/>
                  </a:lnTo>
                  <a:lnTo>
                    <a:pt x="453110" y="216861"/>
                  </a:lnTo>
                  <a:lnTo>
                    <a:pt x="458279" y="261756"/>
                  </a:lnTo>
                  <a:lnTo>
                    <a:pt x="453110" y="306649"/>
                  </a:lnTo>
                  <a:lnTo>
                    <a:pt x="438388" y="347859"/>
                  </a:lnTo>
                  <a:lnTo>
                    <a:pt x="415287" y="384213"/>
                  </a:lnTo>
                  <a:lnTo>
                    <a:pt x="384981" y="414533"/>
                  </a:lnTo>
                  <a:lnTo>
                    <a:pt x="348645" y="437646"/>
                  </a:lnTo>
                  <a:lnTo>
                    <a:pt x="307455" y="452376"/>
                  </a:lnTo>
                  <a:lnTo>
                    <a:pt x="262585" y="457547"/>
                  </a:lnTo>
                  <a:lnTo>
                    <a:pt x="217719" y="452376"/>
                  </a:lnTo>
                  <a:lnTo>
                    <a:pt x="176532" y="437646"/>
                  </a:lnTo>
                  <a:lnTo>
                    <a:pt x="140199" y="414533"/>
                  </a:lnTo>
                  <a:lnTo>
                    <a:pt x="109895" y="384213"/>
                  </a:lnTo>
                  <a:lnTo>
                    <a:pt x="86794" y="347859"/>
                  </a:lnTo>
                  <a:lnTo>
                    <a:pt x="72072" y="306649"/>
                  </a:lnTo>
                  <a:lnTo>
                    <a:pt x="66903" y="261756"/>
                  </a:lnTo>
                  <a:lnTo>
                    <a:pt x="0" y="261756"/>
                  </a:lnTo>
                  <a:lnTo>
                    <a:pt x="5093" y="313258"/>
                  </a:lnTo>
                  <a:lnTo>
                    <a:pt x="19996" y="362311"/>
                  </a:lnTo>
                  <a:lnTo>
                    <a:pt x="44137" y="407534"/>
                  </a:lnTo>
                  <a:lnTo>
                    <a:pt x="76949" y="447549"/>
                  </a:lnTo>
                  <a:lnTo>
                    <a:pt x="113322" y="477939"/>
                  </a:lnTo>
                  <a:lnTo>
                    <a:pt x="153365" y="500729"/>
                  </a:lnTo>
                  <a:lnTo>
                    <a:pt x="196028" y="515919"/>
                  </a:lnTo>
                  <a:lnTo>
                    <a:pt x="240264" y="523510"/>
                  </a:lnTo>
                  <a:lnTo>
                    <a:pt x="285023" y="523501"/>
                  </a:lnTo>
                  <a:lnTo>
                    <a:pt x="329255" y="515893"/>
                  </a:lnTo>
                  <a:lnTo>
                    <a:pt x="371914" y="500686"/>
                  </a:lnTo>
                  <a:lnTo>
                    <a:pt x="411948" y="477880"/>
                  </a:lnTo>
                  <a:lnTo>
                    <a:pt x="448310" y="447476"/>
                  </a:lnTo>
                  <a:lnTo>
                    <a:pt x="478687" y="411087"/>
                  </a:lnTo>
                  <a:lnTo>
                    <a:pt x="501466" y="371027"/>
                  </a:lnTo>
                  <a:lnTo>
                    <a:pt x="516650" y="328346"/>
                  </a:lnTo>
                  <a:lnTo>
                    <a:pt x="524236" y="284093"/>
                  </a:lnTo>
                  <a:lnTo>
                    <a:pt x="524227" y="239316"/>
                  </a:lnTo>
                  <a:lnTo>
                    <a:pt x="516621" y="195065"/>
                  </a:lnTo>
                  <a:lnTo>
                    <a:pt x="501420" y="152389"/>
                  </a:lnTo>
                  <a:lnTo>
                    <a:pt x="478624" y="112338"/>
                  </a:lnTo>
                  <a:lnTo>
                    <a:pt x="448233" y="75959"/>
                  </a:lnTo>
                  <a:lnTo>
                    <a:pt x="411860" y="45570"/>
                  </a:lnTo>
                  <a:lnTo>
                    <a:pt x="371818" y="22780"/>
                  </a:lnTo>
                  <a:lnTo>
                    <a:pt x="329154" y="7590"/>
                  </a:lnTo>
                  <a:lnTo>
                    <a:pt x="2849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82">
              <a:extLst>
                <a:ext uri="{FF2B5EF4-FFF2-40B4-BE49-F238E27FC236}">
                  <a16:creationId xmlns:a16="http://schemas.microsoft.com/office/drawing/2014/main" id="{D11BC556-6E39-D04C-9D1A-EF18CC4164D9}"/>
                </a:ext>
              </a:extLst>
            </p:cNvPr>
            <p:cNvSpPr/>
            <p:nvPr/>
          </p:nvSpPr>
          <p:spPr>
            <a:xfrm>
              <a:off x="7518958" y="5383548"/>
              <a:ext cx="524510" cy="523875"/>
            </a:xfrm>
            <a:custGeom>
              <a:avLst/>
              <a:gdLst/>
              <a:ahLst/>
              <a:cxnLst/>
              <a:rect l="l" t="t" r="r" b="b"/>
              <a:pathLst>
                <a:path w="524509" h="523875">
                  <a:moveTo>
                    <a:pt x="76874" y="76034"/>
                  </a:moveTo>
                  <a:lnTo>
                    <a:pt x="113236" y="45630"/>
                  </a:lnTo>
                  <a:lnTo>
                    <a:pt x="153271" y="22824"/>
                  </a:lnTo>
                  <a:lnTo>
                    <a:pt x="195929" y="7617"/>
                  </a:lnTo>
                  <a:lnTo>
                    <a:pt x="240162" y="9"/>
                  </a:lnTo>
                  <a:lnTo>
                    <a:pt x="284920" y="0"/>
                  </a:lnTo>
                  <a:lnTo>
                    <a:pt x="329156" y="7590"/>
                  </a:lnTo>
                  <a:lnTo>
                    <a:pt x="371821" y="22780"/>
                  </a:lnTo>
                  <a:lnTo>
                    <a:pt x="411864" y="45570"/>
                  </a:lnTo>
                  <a:lnTo>
                    <a:pt x="448239" y="75960"/>
                  </a:lnTo>
                  <a:lnTo>
                    <a:pt x="478631" y="112336"/>
                  </a:lnTo>
                  <a:lnTo>
                    <a:pt x="501428" y="152387"/>
                  </a:lnTo>
                  <a:lnTo>
                    <a:pt x="516629" y="195062"/>
                  </a:lnTo>
                  <a:lnTo>
                    <a:pt x="524234" y="239313"/>
                  </a:lnTo>
                  <a:lnTo>
                    <a:pt x="524243" y="284090"/>
                  </a:lnTo>
                  <a:lnTo>
                    <a:pt x="516655" y="328343"/>
                  </a:lnTo>
                  <a:lnTo>
                    <a:pt x="501471" y="371025"/>
                  </a:lnTo>
                  <a:lnTo>
                    <a:pt x="478690" y="411084"/>
                  </a:lnTo>
                  <a:lnTo>
                    <a:pt x="448313" y="447473"/>
                  </a:lnTo>
                  <a:lnTo>
                    <a:pt x="411951" y="477878"/>
                  </a:lnTo>
                  <a:lnTo>
                    <a:pt x="371916" y="500684"/>
                  </a:lnTo>
                  <a:lnTo>
                    <a:pt x="329258" y="515891"/>
                  </a:lnTo>
                  <a:lnTo>
                    <a:pt x="285026" y="523499"/>
                  </a:lnTo>
                  <a:lnTo>
                    <a:pt x="240267" y="523508"/>
                  </a:lnTo>
                  <a:lnTo>
                    <a:pt x="196031" y="515918"/>
                  </a:lnTo>
                  <a:lnTo>
                    <a:pt x="153367" y="500728"/>
                  </a:lnTo>
                  <a:lnTo>
                    <a:pt x="113323" y="477938"/>
                  </a:lnTo>
                  <a:lnTo>
                    <a:pt x="76949" y="447548"/>
                  </a:lnTo>
                  <a:lnTo>
                    <a:pt x="44140" y="407533"/>
                  </a:lnTo>
                  <a:lnTo>
                    <a:pt x="19998" y="362309"/>
                  </a:lnTo>
                  <a:lnTo>
                    <a:pt x="5094" y="313257"/>
                  </a:lnTo>
                  <a:lnTo>
                    <a:pt x="0" y="261754"/>
                  </a:lnTo>
                  <a:lnTo>
                    <a:pt x="66909" y="261753"/>
                  </a:lnTo>
                  <a:lnTo>
                    <a:pt x="72077" y="306646"/>
                  </a:lnTo>
                  <a:lnTo>
                    <a:pt x="86798" y="347857"/>
                  </a:lnTo>
                  <a:lnTo>
                    <a:pt x="109898" y="384211"/>
                  </a:lnTo>
                  <a:lnTo>
                    <a:pt x="140203" y="414531"/>
                  </a:lnTo>
                  <a:lnTo>
                    <a:pt x="176536" y="437644"/>
                  </a:lnTo>
                  <a:lnTo>
                    <a:pt x="217725" y="452373"/>
                  </a:lnTo>
                  <a:lnTo>
                    <a:pt x="262594" y="457544"/>
                  </a:lnTo>
                  <a:lnTo>
                    <a:pt x="307462" y="452373"/>
                  </a:lnTo>
                  <a:lnTo>
                    <a:pt x="348651" y="437644"/>
                  </a:lnTo>
                  <a:lnTo>
                    <a:pt x="384985" y="414531"/>
                  </a:lnTo>
                  <a:lnTo>
                    <a:pt x="415289" y="384211"/>
                  </a:lnTo>
                  <a:lnTo>
                    <a:pt x="438389" y="347857"/>
                  </a:lnTo>
                  <a:lnTo>
                    <a:pt x="453111" y="306646"/>
                  </a:lnTo>
                  <a:lnTo>
                    <a:pt x="458279" y="261753"/>
                  </a:lnTo>
                  <a:lnTo>
                    <a:pt x="453111" y="216860"/>
                  </a:lnTo>
                  <a:lnTo>
                    <a:pt x="438389" y="175650"/>
                  </a:lnTo>
                  <a:lnTo>
                    <a:pt x="415289" y="139296"/>
                  </a:lnTo>
                  <a:lnTo>
                    <a:pt x="384985" y="108976"/>
                  </a:lnTo>
                  <a:lnTo>
                    <a:pt x="348651" y="85863"/>
                  </a:lnTo>
                  <a:lnTo>
                    <a:pt x="307462" y="71134"/>
                  </a:lnTo>
                  <a:lnTo>
                    <a:pt x="262594" y="65963"/>
                  </a:lnTo>
                  <a:lnTo>
                    <a:pt x="224226" y="69763"/>
                  </a:lnTo>
                  <a:lnTo>
                    <a:pt x="187684" y="80877"/>
                  </a:lnTo>
                  <a:lnTo>
                    <a:pt x="153995" y="98880"/>
                  </a:lnTo>
                  <a:lnTo>
                    <a:pt x="124187" y="123346"/>
                  </a:lnTo>
                  <a:lnTo>
                    <a:pt x="76874" y="76034"/>
                  </a:lnTo>
                  <a:close/>
                </a:path>
              </a:pathLst>
            </a:custGeom>
            <a:ln w="25400">
              <a:solidFill>
                <a:srgbClr val="3D4B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83">
              <a:extLst>
                <a:ext uri="{FF2B5EF4-FFF2-40B4-BE49-F238E27FC236}">
                  <a16:creationId xmlns:a16="http://schemas.microsoft.com/office/drawing/2014/main" id="{F9ADC108-447C-2240-8A0F-C9740BED93F1}"/>
                </a:ext>
              </a:extLst>
            </p:cNvPr>
            <p:cNvSpPr/>
            <p:nvPr/>
          </p:nvSpPr>
          <p:spPr>
            <a:xfrm>
              <a:off x="7010400" y="4638001"/>
              <a:ext cx="1371600" cy="1270000"/>
            </a:xfrm>
            <a:custGeom>
              <a:avLst/>
              <a:gdLst/>
              <a:ahLst/>
              <a:cxnLst/>
              <a:rect l="l" t="t" r="r" b="b"/>
              <a:pathLst>
                <a:path w="1371600" h="1270000">
                  <a:moveTo>
                    <a:pt x="0" y="0"/>
                  </a:moveTo>
                  <a:lnTo>
                    <a:pt x="1371600" y="0"/>
                  </a:lnTo>
                  <a:lnTo>
                    <a:pt x="1371600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84">
            <a:extLst>
              <a:ext uri="{FF2B5EF4-FFF2-40B4-BE49-F238E27FC236}">
                <a16:creationId xmlns:a16="http://schemas.microsoft.com/office/drawing/2014/main" id="{C2EA9EE0-955E-614C-9314-BB733DEA7441}"/>
              </a:ext>
            </a:extLst>
          </p:cNvPr>
          <p:cNvSpPr txBox="1"/>
          <p:nvPr/>
        </p:nvSpPr>
        <p:spPr>
          <a:xfrm>
            <a:off x="4047292" y="316372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1" name="object 85">
            <a:extLst>
              <a:ext uri="{FF2B5EF4-FFF2-40B4-BE49-F238E27FC236}">
                <a16:creationId xmlns:a16="http://schemas.microsoft.com/office/drawing/2014/main" id="{7F1855C3-4898-8248-8F7D-1C3F46B24E63}"/>
              </a:ext>
            </a:extLst>
          </p:cNvPr>
          <p:cNvSpPr txBox="1"/>
          <p:nvPr/>
        </p:nvSpPr>
        <p:spPr>
          <a:xfrm>
            <a:off x="2408991" y="5059578"/>
            <a:ext cx="81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008000"/>
                </a:solidFill>
                <a:latin typeface="Verdana"/>
                <a:cs typeface="Verdana"/>
              </a:rPr>
              <a:t>Class</a:t>
            </a:r>
            <a:r>
              <a:rPr sz="1800" spc="-21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008000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2" name="object 86">
            <a:extLst>
              <a:ext uri="{FF2B5EF4-FFF2-40B4-BE49-F238E27FC236}">
                <a16:creationId xmlns:a16="http://schemas.microsoft.com/office/drawing/2014/main" id="{21F68E6E-F8C6-4B4C-97E6-C2B274A1B94A}"/>
              </a:ext>
            </a:extLst>
          </p:cNvPr>
          <p:cNvSpPr txBox="1"/>
          <p:nvPr/>
        </p:nvSpPr>
        <p:spPr>
          <a:xfrm>
            <a:off x="7285792" y="4096410"/>
            <a:ext cx="81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Verdana"/>
                <a:cs typeface="Verdana"/>
              </a:rPr>
              <a:t>Class</a:t>
            </a:r>
            <a:r>
              <a:rPr sz="1800" spc="-210" dirty="0">
                <a:latin typeface="Verdana"/>
                <a:cs typeface="Verdana"/>
              </a:rPr>
              <a:t> </a:t>
            </a:r>
            <a:r>
              <a:rPr sz="1800" spc="105" dirty="0"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3" name="object 87">
            <a:extLst>
              <a:ext uri="{FF2B5EF4-FFF2-40B4-BE49-F238E27FC236}">
                <a16:creationId xmlns:a16="http://schemas.microsoft.com/office/drawing/2014/main" id="{4180E301-EADE-A74F-8BA8-AE6D39023B13}"/>
              </a:ext>
            </a:extLst>
          </p:cNvPr>
          <p:cNvSpPr txBox="1"/>
          <p:nvPr/>
        </p:nvSpPr>
        <p:spPr>
          <a:xfrm>
            <a:off x="7129378" y="1411122"/>
            <a:ext cx="81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Verdana"/>
                <a:cs typeface="Verdana"/>
              </a:rPr>
              <a:t>Class</a:t>
            </a:r>
            <a:r>
              <a:rPr sz="1800" spc="-210" dirty="0">
                <a:latin typeface="Verdana"/>
                <a:cs typeface="Verdana"/>
              </a:rPr>
              <a:t> </a:t>
            </a:r>
            <a:r>
              <a:rPr sz="1800" spc="105" dirty="0"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4" name="object 88">
            <a:extLst>
              <a:ext uri="{FF2B5EF4-FFF2-40B4-BE49-F238E27FC236}">
                <a16:creationId xmlns:a16="http://schemas.microsoft.com/office/drawing/2014/main" id="{65248ECD-85CE-C841-8350-F2F52CD09FD2}"/>
              </a:ext>
            </a:extLst>
          </p:cNvPr>
          <p:cNvSpPr txBox="1"/>
          <p:nvPr/>
        </p:nvSpPr>
        <p:spPr>
          <a:xfrm>
            <a:off x="3475792" y="1478178"/>
            <a:ext cx="81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008000"/>
                </a:solidFill>
                <a:latin typeface="Verdana"/>
                <a:cs typeface="Verdana"/>
              </a:rPr>
              <a:t>Class</a:t>
            </a:r>
            <a:r>
              <a:rPr sz="1800" spc="-21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008000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5" name="object 89">
            <a:extLst>
              <a:ext uri="{FF2B5EF4-FFF2-40B4-BE49-F238E27FC236}">
                <a16:creationId xmlns:a16="http://schemas.microsoft.com/office/drawing/2014/main" id="{147AAFB0-88A9-3941-B874-E5730F5B916F}"/>
              </a:ext>
            </a:extLst>
          </p:cNvPr>
          <p:cNvSpPr txBox="1"/>
          <p:nvPr/>
        </p:nvSpPr>
        <p:spPr>
          <a:xfrm>
            <a:off x="1189791" y="3166769"/>
            <a:ext cx="81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008000"/>
                </a:solidFill>
                <a:latin typeface="Verdana"/>
                <a:cs typeface="Verdana"/>
              </a:rPr>
              <a:t>Class</a:t>
            </a:r>
            <a:r>
              <a:rPr sz="1800" spc="-21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008000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6" name="object 90">
            <a:extLst>
              <a:ext uri="{FF2B5EF4-FFF2-40B4-BE49-F238E27FC236}">
                <a16:creationId xmlns:a16="http://schemas.microsoft.com/office/drawing/2014/main" id="{DA658D40-5AFF-1D44-A37D-6E7924E303D0}"/>
              </a:ext>
            </a:extLst>
          </p:cNvPr>
          <p:cNvSpPr txBox="1"/>
          <p:nvPr/>
        </p:nvSpPr>
        <p:spPr>
          <a:xfrm>
            <a:off x="1189791" y="1173378"/>
            <a:ext cx="81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008000"/>
                </a:solidFill>
                <a:latin typeface="Verdana"/>
                <a:cs typeface="Verdana"/>
              </a:rPr>
              <a:t>Class</a:t>
            </a:r>
            <a:r>
              <a:rPr sz="1800" spc="-21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008000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5130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AE7B-E2CC-9A4B-9175-98E9D035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Học dựa trên láng giềng (1)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4C621-A288-B941-A3F5-6AD18FB62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863" y="1114730"/>
            <a:ext cx="8874125" cy="5256582"/>
          </a:xfrm>
        </p:spPr>
        <p:txBody>
          <a:bodyPr/>
          <a:lstStyle/>
          <a:p>
            <a:pPr marL="355600" marR="956944" indent="-342900">
              <a:lnSpc>
                <a:spcPts val="2590"/>
              </a:lnSpc>
              <a:spcBef>
                <a:spcPts val="225"/>
              </a:spcBef>
              <a:buClr>
                <a:srgbClr val="4472C4"/>
              </a:buClr>
              <a:buFont typeface="Wingdings" pitchFamily="2" charset="2"/>
              <a:buChar char="v"/>
              <a:tabLst>
                <a:tab pos="241300" algn="l"/>
              </a:tabLst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K-nearest neighbors (KNN) </a:t>
            </a:r>
            <a:r>
              <a:rPr lang="en-US" dirty="0"/>
              <a:t>là một trong những thuật toán đơn giản nhất trong ML, các tên gọi khác:</a:t>
            </a:r>
            <a:endParaRPr lang="en-US"/>
          </a:p>
          <a:p>
            <a:pPr marL="469900" lvl="1" indent="-228600">
              <a:lnSpc>
                <a:spcPct val="100000"/>
              </a:lnSpc>
              <a:spcBef>
                <a:spcPts val="1085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dirty="0"/>
              <a:t>Instance-based learning</a:t>
            </a:r>
            <a:endParaRPr lang="en-US" sz="2400"/>
          </a:p>
          <a:p>
            <a:pPr marL="469900" lvl="1" indent="-228600">
              <a:lnSpc>
                <a:spcPct val="100000"/>
              </a:lnSpc>
              <a:spcBef>
                <a:spcPts val="1200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dirty="0"/>
              <a:t>Lazy learning</a:t>
            </a:r>
            <a:endParaRPr lang="en-US" sz="2400"/>
          </a:p>
          <a:p>
            <a:pPr marL="469900" lvl="1" indent="-228600">
              <a:lnSpc>
                <a:spcPct val="100000"/>
              </a:lnSpc>
              <a:spcBef>
                <a:spcPts val="1200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dirty="0"/>
              <a:t>Memory-based learning</a:t>
            </a:r>
            <a:endParaRPr lang="en-US" sz="2400"/>
          </a:p>
          <a:p>
            <a:pPr marL="355600" indent="-342900">
              <a:lnSpc>
                <a:spcPct val="100000"/>
              </a:lnSpc>
              <a:spcBef>
                <a:spcPts val="1195"/>
              </a:spcBef>
              <a:buClr>
                <a:srgbClr val="4472C4"/>
              </a:buClr>
              <a:buFont typeface="Wingdings" pitchFamily="2" charset="2"/>
              <a:buChar char="v"/>
              <a:tabLst>
                <a:tab pos="241300" algn="l"/>
              </a:tabLst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Ý tưởng chính</a:t>
            </a:r>
            <a:endParaRPr lang="en-US" b="1">
              <a:solidFill>
                <a:schemeClr val="accent1">
                  <a:lumMod val="75000"/>
                </a:schemeClr>
              </a:solidFill>
            </a:endParaRPr>
          </a:p>
          <a:p>
            <a:pPr marL="469900" lvl="1" indent="-228600">
              <a:lnSpc>
                <a:spcPct val="100000"/>
              </a:lnSpc>
              <a:spcBef>
                <a:spcPts val="1255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spc="-95" dirty="0">
                <a:cs typeface="Verdana"/>
              </a:rPr>
              <a:t>Không có giả định hàm cụ thể nào được học </a:t>
            </a:r>
            <a:endParaRPr lang="en-US" sz="2400">
              <a:cs typeface="Verdana"/>
            </a:endParaRPr>
          </a:p>
          <a:p>
            <a:pPr marL="469900" lvl="1" indent="-228600">
              <a:lnSpc>
                <a:spcPct val="100000"/>
              </a:lnSpc>
              <a:spcBef>
                <a:spcPts val="1200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spc="-40" dirty="0">
                <a:cs typeface="Verdana"/>
              </a:rPr>
              <a:t>Pha học đơn giản là lưu trữ tất cả dữ liệu trong training set</a:t>
            </a:r>
          </a:p>
          <a:p>
            <a:pPr marL="469900" lvl="1" indent="-228600">
              <a:lnSpc>
                <a:spcPct val="100000"/>
              </a:lnSpc>
              <a:spcBef>
                <a:spcPts val="1200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spc="-40" dirty="0">
                <a:cs typeface="Verdana"/>
              </a:rPr>
              <a:t>Dự đoán đầu ra của một ví dụ dựa trên việc xem xét các </a:t>
            </a:r>
            <a:r>
              <a:rPr lang="en-US" sz="2400" spc="-40" dirty="0">
                <a:solidFill>
                  <a:schemeClr val="accent1">
                    <a:lumMod val="75000"/>
                  </a:schemeClr>
                </a:solidFill>
                <a:cs typeface="Verdana"/>
              </a:rPr>
              <a:t>hàng xóm gần nó nhất </a:t>
            </a:r>
            <a:r>
              <a:rPr lang="en-US" sz="2400" spc="-40" dirty="0">
                <a:cs typeface="Verdana"/>
              </a:rPr>
              <a:t>trong tập dữ liệu huấn luyện</a:t>
            </a:r>
            <a:endParaRPr lang="en-US" sz="2400">
              <a:cs typeface="Verdana"/>
            </a:endParaRPr>
          </a:p>
          <a:p>
            <a:pPr marL="355600" indent="-342900">
              <a:lnSpc>
                <a:spcPts val="2610"/>
              </a:lnSpc>
              <a:spcBef>
                <a:spcPts val="1215"/>
              </a:spcBef>
              <a:buClr>
                <a:srgbClr val="4472C4"/>
              </a:buClr>
              <a:buFont typeface="Wingdings" pitchFamily="2" charset="2"/>
              <a:buChar char="v"/>
              <a:tabLst>
                <a:tab pos="241300" algn="l"/>
              </a:tabLs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Vì vậy KNN được gọi là thuật toán học không tham số</a:t>
            </a:r>
            <a:r>
              <a:rPr lang="en-US" sz="2200" spc="-15" dirty="0">
                <a:solidFill>
                  <a:schemeClr val="accent1">
                    <a:lumMod val="75000"/>
                  </a:schemeClr>
                </a:solidFill>
                <a:latin typeface="+mn-lt"/>
                <a:cs typeface="Verdana"/>
              </a:rPr>
              <a:t>.</a:t>
            </a:r>
            <a:endParaRPr lang="en-US" sz="2200">
              <a:solidFill>
                <a:schemeClr val="accent1">
                  <a:lumMod val="75000"/>
                </a:schemeClr>
              </a:solidFill>
              <a:latin typeface="+mn-lt"/>
              <a:cs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05ADF-06DA-3C4A-99A2-2D07E1BD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491C8-36A8-634D-90F3-C94C84D1F35E}"/>
              </a:ext>
            </a:extLst>
          </p:cNvPr>
          <p:cNvSpPr txBox="1"/>
          <p:nvPr/>
        </p:nvSpPr>
        <p:spPr>
          <a:xfrm>
            <a:off x="11538065" y="37906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88076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AE7B-E2CC-9A4B-9175-98E9D035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Học dựa trên láng giềng (2)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4C621-A288-B941-A3F5-6AD18FB62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863" y="1114730"/>
            <a:ext cx="8874125" cy="5256582"/>
          </a:xfrm>
        </p:spPr>
        <p:txBody>
          <a:bodyPr/>
          <a:lstStyle/>
          <a:p>
            <a:pPr marL="355600" marR="956944" indent="-342900">
              <a:lnSpc>
                <a:spcPts val="2590"/>
              </a:lnSpc>
              <a:spcBef>
                <a:spcPts val="225"/>
              </a:spcBef>
              <a:buClr>
                <a:srgbClr val="4472C4"/>
              </a:buClr>
              <a:buFont typeface="Wingdings" pitchFamily="2" charset="2"/>
              <a:buChar char="v"/>
              <a:tabLst>
                <a:tab pos="241300" algn="l"/>
              </a:tabLst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K-nearest neighbors (KNN) </a:t>
            </a:r>
            <a:r>
              <a:rPr lang="en-US" dirty="0"/>
              <a:t>là một trong những thuật toán đơn giản nhất trong ML, các tên gọi khác:</a:t>
            </a:r>
            <a:endParaRPr lang="en-US"/>
          </a:p>
          <a:p>
            <a:pPr marL="469900" lvl="1" indent="-228600">
              <a:lnSpc>
                <a:spcPct val="100000"/>
              </a:lnSpc>
              <a:spcBef>
                <a:spcPts val="1085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dirty="0"/>
              <a:t>Instance-based learning</a:t>
            </a:r>
            <a:endParaRPr lang="en-US" sz="2400"/>
          </a:p>
          <a:p>
            <a:pPr marL="469900" lvl="1" indent="-228600">
              <a:lnSpc>
                <a:spcPct val="100000"/>
              </a:lnSpc>
              <a:spcBef>
                <a:spcPts val="1200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dirty="0"/>
              <a:t>Lazy learning</a:t>
            </a:r>
            <a:endParaRPr lang="en-US" sz="2400"/>
          </a:p>
          <a:p>
            <a:pPr marL="469900" lvl="1" indent="-228600">
              <a:lnSpc>
                <a:spcPct val="100000"/>
              </a:lnSpc>
              <a:spcBef>
                <a:spcPts val="1200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dirty="0"/>
              <a:t>Memory-based learning</a:t>
            </a:r>
            <a:endParaRPr lang="en-US" sz="2400"/>
          </a:p>
          <a:p>
            <a:pPr marL="355600" indent="-342900">
              <a:lnSpc>
                <a:spcPct val="100000"/>
              </a:lnSpc>
              <a:spcBef>
                <a:spcPts val="1195"/>
              </a:spcBef>
              <a:buClr>
                <a:srgbClr val="4472C4"/>
              </a:buClr>
              <a:buFont typeface="Wingdings" pitchFamily="2" charset="2"/>
              <a:buChar char="v"/>
              <a:tabLst>
                <a:tab pos="241300" algn="l"/>
              </a:tabLst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Ý tưởng chính</a:t>
            </a:r>
            <a:endParaRPr lang="en-US" b="1">
              <a:solidFill>
                <a:schemeClr val="accent1">
                  <a:lumMod val="75000"/>
                </a:schemeClr>
              </a:solidFill>
            </a:endParaRPr>
          </a:p>
          <a:p>
            <a:pPr marL="469900" lvl="1" indent="-228600">
              <a:lnSpc>
                <a:spcPct val="100000"/>
              </a:lnSpc>
              <a:spcBef>
                <a:spcPts val="1255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spc="-95" dirty="0">
                <a:cs typeface="Verdana"/>
              </a:rPr>
              <a:t>Không có giả định hàm cụ thể nào được học </a:t>
            </a:r>
            <a:endParaRPr lang="en-US" sz="2400">
              <a:cs typeface="Verdana"/>
            </a:endParaRPr>
          </a:p>
          <a:p>
            <a:pPr marL="469900" lvl="1" indent="-228600">
              <a:lnSpc>
                <a:spcPct val="100000"/>
              </a:lnSpc>
              <a:spcBef>
                <a:spcPts val="1200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spc="-40" dirty="0">
                <a:cs typeface="Verdana"/>
              </a:rPr>
              <a:t>Pha học đơn giản là lưu trữ tất cả dữ liệu trong training set</a:t>
            </a:r>
          </a:p>
          <a:p>
            <a:pPr marL="469900" lvl="1" indent="-228600">
              <a:lnSpc>
                <a:spcPct val="100000"/>
              </a:lnSpc>
              <a:spcBef>
                <a:spcPts val="1200"/>
              </a:spcBef>
              <a:buSzPct val="50000"/>
              <a:buFont typeface="Wingdings"/>
              <a:buChar char=""/>
              <a:tabLst>
                <a:tab pos="469900" algn="l"/>
              </a:tabLst>
            </a:pPr>
            <a:r>
              <a:rPr lang="en-US" sz="2400" spc="-40" dirty="0">
                <a:cs typeface="Verdana"/>
              </a:rPr>
              <a:t>Dự đoán đầu ra của một ví dụ dựa trên việc xem xét các </a:t>
            </a:r>
            <a:r>
              <a:rPr lang="en-US" sz="2400" spc="-40" dirty="0">
                <a:solidFill>
                  <a:schemeClr val="accent1">
                    <a:lumMod val="75000"/>
                  </a:schemeClr>
                </a:solidFill>
                <a:cs typeface="Verdana"/>
              </a:rPr>
              <a:t>hàng xóm gần nó nhất </a:t>
            </a:r>
            <a:r>
              <a:rPr lang="en-US" sz="2400" spc="-40" dirty="0">
                <a:cs typeface="Verdana"/>
              </a:rPr>
              <a:t>trong tập dữ liệu huấn luyện</a:t>
            </a:r>
            <a:endParaRPr lang="en-US" sz="2400">
              <a:cs typeface="Verdana"/>
            </a:endParaRPr>
          </a:p>
          <a:p>
            <a:pPr marL="355600" indent="-342900">
              <a:lnSpc>
                <a:spcPts val="2610"/>
              </a:lnSpc>
              <a:spcBef>
                <a:spcPts val="1215"/>
              </a:spcBef>
              <a:buClr>
                <a:srgbClr val="4472C4"/>
              </a:buClr>
              <a:buFont typeface="Wingdings" pitchFamily="2" charset="2"/>
              <a:buChar char="v"/>
              <a:tabLst>
                <a:tab pos="241300" algn="l"/>
              </a:tabLst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Vì vậy KNN được gọi là thuật toán học không tham số</a:t>
            </a:r>
            <a:r>
              <a:rPr lang="en-US" sz="2200" spc="-15" dirty="0">
                <a:solidFill>
                  <a:schemeClr val="accent1">
                    <a:lumMod val="75000"/>
                  </a:schemeClr>
                </a:solidFill>
                <a:latin typeface="+mn-lt"/>
                <a:cs typeface="Verdana"/>
              </a:rPr>
              <a:t>.</a:t>
            </a:r>
            <a:endParaRPr lang="en-US" sz="2200">
              <a:solidFill>
                <a:schemeClr val="accent1">
                  <a:lumMod val="75000"/>
                </a:schemeClr>
              </a:solidFill>
              <a:latin typeface="+mn-lt"/>
              <a:cs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05ADF-06DA-3C4A-99A2-2D07E1BD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491C8-36A8-634D-90F3-C94C84D1F35E}"/>
              </a:ext>
            </a:extLst>
          </p:cNvPr>
          <p:cNvSpPr txBox="1"/>
          <p:nvPr/>
        </p:nvSpPr>
        <p:spPr>
          <a:xfrm>
            <a:off x="11538065" y="37906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7A32E-40CC-B348-8840-BE15A7FA3325}"/>
              </a:ext>
            </a:extLst>
          </p:cNvPr>
          <p:cNvSpPr txBox="1"/>
          <p:nvPr/>
        </p:nvSpPr>
        <p:spPr>
          <a:xfrm>
            <a:off x="-1778924" y="24771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1011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AE7B-E2CC-9A4B-9175-98E9D035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(clustering)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4C621-A288-B941-A3F5-6AD18FB62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37" y="1412776"/>
            <a:ext cx="8874125" cy="49435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vi-VN" sz="2400" dirty="0">
                <a:latin typeface="Calibri" panose="020F0502020204030204" pitchFamily="34" charset="0"/>
                <a:cs typeface="Calibri" panose="020F0502020204030204" pitchFamily="34" charset="0"/>
              </a:rPr>
              <a:t>Một số phương pháp phân cụm:</a:t>
            </a:r>
          </a:p>
          <a:p>
            <a:pPr lvl="1">
              <a:lnSpc>
                <a:spcPct val="10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cụm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(Partition-based clustering)</a:t>
            </a:r>
          </a:p>
          <a:p>
            <a:pPr lvl="1">
              <a:lnSpc>
                <a:spcPct val="10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cụm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(Hierarchical clustering)</a:t>
            </a:r>
          </a:p>
          <a:p>
            <a:pPr lvl="1">
              <a:lnSpc>
                <a:spcPct val="10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hỗn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(Mixture models)</a:t>
            </a:r>
          </a:p>
          <a:p>
            <a:pPr lvl="1">
              <a:lnSpc>
                <a:spcPct val="10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cụm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(Deep clustering)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chất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cụm</a:t>
            </a:r>
            <a:r>
              <a:rPr lang="en-US" sz="2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cụm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cụm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Chênh lệch giữa các điểm dữ liệu bên trong một cụm phải nhỏ.</a:t>
            </a:r>
          </a:p>
          <a:p>
            <a:pPr marL="385762" lvl="1" indent="0">
              <a:lnSpc>
                <a:spcPct val="100000"/>
              </a:lnSpc>
              <a:buNone/>
            </a:pPr>
            <a:endParaRPr lang="vi-V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05ADF-06DA-3C4A-99A2-2D07E1BD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61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1E62-5C69-0741-B7DC-7EFE3F01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Thuật toán phân cụm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A57E8-209B-4340-9777-90969EBC6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38" y="1514203"/>
            <a:ext cx="8874125" cy="4351338"/>
          </a:xfrm>
        </p:spPr>
        <p:txBody>
          <a:bodyPr/>
          <a:lstStyle/>
          <a:p>
            <a:r>
              <a:rPr lang="en-US" sz="2400" dirty="0"/>
              <a:t>K-means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giới</a:t>
            </a:r>
            <a:r>
              <a:rPr lang="en-US" sz="2400" dirty="0"/>
              <a:t> </a:t>
            </a:r>
            <a:r>
              <a:rPr lang="en-US" sz="2400" dirty="0" err="1"/>
              <a:t>thiệu</a:t>
            </a:r>
            <a:r>
              <a:rPr lang="en-US" sz="2400" dirty="0"/>
              <a:t> </a:t>
            </a:r>
            <a:r>
              <a:rPr lang="en-US" sz="2400" dirty="0" err="1"/>
              <a:t>năm</a:t>
            </a:r>
            <a:r>
              <a:rPr lang="en-US" sz="2400" dirty="0"/>
              <a:t> 1957 </a:t>
            </a:r>
            <a:r>
              <a:rPr lang="en-US" sz="2400" dirty="0" err="1"/>
              <a:t>bởi</a:t>
            </a:r>
            <a:r>
              <a:rPr lang="en-US" sz="2400" dirty="0"/>
              <a:t> Lloyd</a:t>
            </a:r>
          </a:p>
          <a:p>
            <a:r>
              <a:rPr lang="en-US" sz="2400" dirty="0"/>
              <a:t>K-means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r>
              <a:rPr lang="en-US" sz="2400" dirty="0"/>
              <a:t> </a:t>
            </a:r>
            <a:r>
              <a:rPr lang="en-US" sz="2400" dirty="0" err="1"/>
              <a:t>phổ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cụm</a:t>
            </a:r>
            <a:r>
              <a:rPr lang="en-US" sz="2400" dirty="0"/>
              <a:t>, </a:t>
            </a:r>
            <a:r>
              <a:rPr lang="en-US" sz="2400" dirty="0" err="1"/>
              <a:t>dựa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vùng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diễn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: D = {x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x</a:t>
            </a:r>
            <a:r>
              <a:rPr lang="en-US" sz="2400" baseline="-25000" dirty="0" err="1"/>
              <a:t>r</a:t>
            </a:r>
            <a:r>
              <a:rPr lang="en-US" sz="2400" dirty="0"/>
              <a:t> }, </a:t>
            </a:r>
            <a:r>
              <a:rPr lang="en-US" sz="2400" dirty="0" err="1"/>
              <a:t>với</a:t>
            </a:r>
            <a:r>
              <a:rPr lang="en-US" sz="2400" dirty="0"/>
              <a:t> x</a:t>
            </a:r>
            <a:r>
              <a:rPr lang="en-US" sz="2400" baseline="-25000" dirty="0"/>
              <a:t>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vector n </a:t>
            </a:r>
            <a:r>
              <a:rPr lang="en-US" sz="2400" dirty="0" err="1"/>
              <a:t>chiều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Euclidean. </a:t>
            </a:r>
          </a:p>
          <a:p>
            <a:r>
              <a:rPr lang="en-US" sz="2400" dirty="0"/>
              <a:t>K-means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cụm</a:t>
            </a:r>
            <a:r>
              <a:rPr lang="en-US" sz="2400" dirty="0"/>
              <a:t> D </a:t>
            </a:r>
            <a:r>
              <a:rPr lang="en-US" sz="2400" dirty="0" err="1"/>
              <a:t>thành</a:t>
            </a:r>
            <a:r>
              <a:rPr lang="en-US" sz="2400" dirty="0"/>
              <a:t> K </a:t>
            </a:r>
            <a:r>
              <a:rPr lang="en-US" sz="2400" dirty="0" err="1"/>
              <a:t>cụm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:</a:t>
            </a:r>
          </a:p>
          <a:p>
            <a:pPr lvl="1"/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cụm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trung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centroid. </a:t>
            </a:r>
          </a:p>
          <a:p>
            <a:pPr lvl="1"/>
            <a:r>
              <a:rPr lang="en-US" sz="2400" dirty="0"/>
              <a:t>K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hằng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trước</a:t>
            </a:r>
            <a:endParaRPr lang="en-V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0D580-37A7-B84E-8B22-EE92729D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77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8909-3BF9-1941-9B15-35EA1CB1A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Các bước trong thuật toán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777D7-68F4-EC44-A788-6440037C3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580"/>
              </a:lnSpc>
            </a:pPr>
            <a:r>
              <a:rPr lang="en-US" i="1" dirty="0" err="1"/>
              <a:t>Đầu</a:t>
            </a:r>
            <a:r>
              <a:rPr lang="en-US" i="1" dirty="0"/>
              <a:t> </a:t>
            </a:r>
            <a:r>
              <a:rPr lang="en-US" i="1" dirty="0" err="1"/>
              <a:t>vào</a:t>
            </a:r>
            <a:r>
              <a:rPr lang="en-US" i="1" dirty="0"/>
              <a:t>: </a:t>
            </a:r>
            <a:r>
              <a:rPr lang="en-US" dirty="0"/>
              <a:t>Cho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b="1" dirty="0"/>
              <a:t>D</a:t>
            </a:r>
            <a:r>
              <a:rPr lang="en-US" dirty="0"/>
              <a:t>,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/>
              <a:t>K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,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2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d(</a:t>
            </a:r>
            <a:r>
              <a:rPr lang="en-US" dirty="0" err="1"/>
              <a:t>x,y</a:t>
            </a:r>
            <a:r>
              <a:rPr lang="en-US"/>
              <a:t>) </a:t>
            </a:r>
          </a:p>
          <a:p>
            <a:pPr>
              <a:lnSpc>
                <a:spcPts val="3580"/>
              </a:lnSpc>
            </a:pPr>
            <a:r>
              <a:rPr lang="en-US" i="1">
                <a:solidFill>
                  <a:schemeClr val="accent1">
                    <a:lumMod val="75000"/>
                  </a:schemeClr>
                </a:solidFill>
              </a:rPr>
              <a:t>Khởi tạo: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Khởi tạo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K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điểm dữ liệu trong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làm các điểm trung tâm (centroid)</a:t>
            </a:r>
          </a:p>
          <a:p>
            <a:pPr>
              <a:lnSpc>
                <a:spcPts val="358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Lặp lại các bước sau </a:t>
            </a:r>
            <a:r>
              <a:rPr lang="en-US" sz="24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đến khi hội tụ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lvl="1">
              <a:lnSpc>
                <a:spcPts val="3580"/>
              </a:lnSpc>
            </a:pPr>
            <a:r>
              <a:rPr lang="en-US" sz="23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Bước 1: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Với mỗi điểm dữ liệu, </a:t>
            </a:r>
            <a:r>
              <a:rPr lang="en-US" sz="23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gán điểm dữ liệu đó vào cluster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có khoảng cách đến điểm trung tâm của cluster là nhỏ nhất.</a:t>
            </a:r>
          </a:p>
          <a:p>
            <a:pPr lvl="1">
              <a:lnSpc>
                <a:spcPts val="3580"/>
              </a:lnSpc>
            </a:pPr>
            <a:r>
              <a:rPr lang="en-US" sz="23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Bước 2: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Với mỗi cluster, </a:t>
            </a:r>
            <a:r>
              <a:rPr lang="en-US" sz="2300" i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xác định lại điểm trung tâm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của tất cả các điểm dữ liệu được gán vào cluster đó.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D34A3-05A8-854D-8231-724D096D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98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9230-DEB3-6847-ABDC-A22FD9BCD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K-means – Ví dụ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08575-34F7-8F4A-B255-D50AA4DA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10</a:t>
            </a:fld>
            <a:endParaRPr lang="en-US"/>
          </a:p>
        </p:txBody>
      </p:sp>
      <p:pic>
        <p:nvPicPr>
          <p:cNvPr id="18" name="Content Placeholder 17" descr="Chart, diagram, scatter chart&#10;&#10;Description automatically generated">
            <a:extLst>
              <a:ext uri="{FF2B5EF4-FFF2-40B4-BE49-F238E27FC236}">
                <a16:creationId xmlns:a16="http://schemas.microsoft.com/office/drawing/2014/main" id="{4DC977E5-3525-8847-8F84-C52A497DD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29" y="1341438"/>
            <a:ext cx="8894504" cy="4751387"/>
          </a:xfrm>
        </p:spPr>
      </p:pic>
    </p:spTree>
    <p:extLst>
      <p:ext uri="{BB962C8B-B14F-4D97-AF65-F5344CB8AC3E}">
        <p14:creationId xmlns:p14="http://schemas.microsoft.com/office/powerpoint/2010/main" val="415411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9230-DEB3-6847-ABDC-A22FD9BCD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K-means – Ví dụ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08575-34F7-8F4A-B255-D50AA4DA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11</a:t>
            </a:fld>
            <a:endParaRPr lang="en-US"/>
          </a:p>
        </p:txBody>
      </p:sp>
      <p:pic>
        <p:nvPicPr>
          <p:cNvPr id="5" name="Picture 4" descr="Diagram, shape, circle&#10;&#10;Description automatically generated">
            <a:extLst>
              <a:ext uri="{FF2B5EF4-FFF2-40B4-BE49-F238E27FC236}">
                <a16:creationId xmlns:a16="http://schemas.microsoft.com/office/drawing/2014/main" id="{2243D16C-5EC7-1E48-9A67-F733EDEA1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54" y="1198068"/>
            <a:ext cx="9070364" cy="494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76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2CBE2-7D45-AF43-9319-6E1ED8E3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K-means – Ví dụ 2</a:t>
            </a:r>
          </a:p>
        </p:txBody>
      </p:sp>
      <p:pic>
        <p:nvPicPr>
          <p:cNvPr id="6" name="Content Placeholder 5" descr="Chart, scatter chart&#10;&#10;Description automatically generated">
            <a:extLst>
              <a:ext uri="{FF2B5EF4-FFF2-40B4-BE49-F238E27FC236}">
                <a16:creationId xmlns:a16="http://schemas.microsoft.com/office/drawing/2014/main" id="{3419D171-D321-AC42-BD37-0298D03B0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176" y="1418782"/>
            <a:ext cx="4671796" cy="474595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42615-34DE-5341-93A3-007A91E57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6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60DF-2F5D-1E4B-B9BF-A802887EF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K-means – Điều kiện hội tụ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B6B14-CFEC-9442-B346-84386D887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VN" sz="2800"/>
              <a:t>Thuật toán hội tụ khi:</a:t>
            </a:r>
          </a:p>
          <a:p>
            <a:pPr lvl="1"/>
            <a:r>
              <a:rPr lang="en-VN" sz="2400"/>
              <a:t>Tại 1 vòng lặp: có ít các điểm dữ liệu được gán sang cluster khác hoặc</a:t>
            </a:r>
          </a:p>
          <a:p>
            <a:pPr lvl="1"/>
            <a:r>
              <a:rPr lang="en-VN" sz="2400"/>
              <a:t>Điểm trung tâm (centroid) không thay đổi nhiều hoặc</a:t>
            </a:r>
          </a:p>
          <a:p>
            <a:pPr lvl="1"/>
            <a:r>
              <a:rPr lang="en-VN" sz="2400"/>
              <a:t>Giá trị hàm mất mát không thay đổi nhiều:</a:t>
            </a:r>
          </a:p>
          <a:p>
            <a:endParaRPr lang="en-VN"/>
          </a:p>
          <a:p>
            <a:endParaRPr lang="en-VN"/>
          </a:p>
          <a:p>
            <a:endParaRPr lang="en-VN"/>
          </a:p>
          <a:p>
            <a:endParaRPr lang="en-VN"/>
          </a:p>
          <a:p>
            <a:pPr marL="0" indent="0">
              <a:buNone/>
            </a:pPr>
            <a:r>
              <a:rPr lang="en-VN" i="1"/>
              <a:t>Trong đó C</a:t>
            </a:r>
            <a:r>
              <a:rPr lang="en-VN" i="1" baseline="-25000"/>
              <a:t>i </a:t>
            </a:r>
            <a:r>
              <a:rPr lang="en-VN" i="1"/>
              <a:t>là cluster thứ i, m</a:t>
            </a:r>
            <a:r>
              <a:rPr lang="en-VN" i="1" baseline="-25000"/>
              <a:t>i</a:t>
            </a:r>
            <a:r>
              <a:rPr lang="en-VN" i="1"/>
              <a:t> là điểm trung tâm của cluster C</a:t>
            </a:r>
            <a:r>
              <a:rPr lang="en-VN" i="1" baseline="-25000"/>
              <a:t>i</a:t>
            </a:r>
            <a:r>
              <a:rPr lang="en-VN" i="1"/>
              <a:t> tương ứng.</a:t>
            </a:r>
            <a:endParaRPr lang="en-VN" i="1" baseline="-25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A0406-98C7-6947-A336-28B83941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13</a:t>
            </a:fld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B3B712C9-B576-8F45-B9CC-C9FDBB6B0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294" y="3717032"/>
            <a:ext cx="3916566" cy="137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73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60CD-14F7-BB42-90E6-04493448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K-means – Xác định trung tâm, khoảng cách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6FB88-1FDA-CE47-BAC0-5D17F2CAD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Tính lại điểm trung tâm của cluster C</a:t>
            </a:r>
            <a:r>
              <a:rPr lang="en-VN" baseline="-25000"/>
              <a:t>i</a:t>
            </a:r>
            <a:r>
              <a:rPr lang="en-VN"/>
              <a:t>:</a:t>
            </a:r>
          </a:p>
          <a:p>
            <a:endParaRPr lang="en-VN"/>
          </a:p>
          <a:p>
            <a:pPr marL="0" indent="0">
              <a:buNone/>
            </a:pPr>
            <a:endParaRPr lang="en-VN"/>
          </a:p>
          <a:p>
            <a:pPr marL="385762" lvl="1" indent="0">
              <a:buNone/>
            </a:pPr>
            <a:r>
              <a:rPr lang="en-VN" i="1">
                <a:solidFill>
                  <a:schemeClr val="tx1">
                    <a:lumMod val="95000"/>
                    <a:lumOff val="5000"/>
                  </a:schemeClr>
                </a:solidFill>
              </a:rPr>
              <a:t>Trong đó </a:t>
            </a:r>
            <a:r>
              <a:rPr lang="en-VN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m</a:t>
            </a:r>
            <a:r>
              <a:rPr lang="en-VN" b="1" i="1" baseline="-25000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VN" i="1" baseline="-25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VN" i="1">
                <a:solidFill>
                  <a:schemeClr val="tx1">
                    <a:lumMod val="95000"/>
                    <a:lumOff val="5000"/>
                  </a:schemeClr>
                </a:solidFill>
              </a:rPr>
              <a:t>là điểm trung tâm của cluster C</a:t>
            </a:r>
            <a:r>
              <a:rPr lang="en-VN" i="1" baseline="-25000">
                <a:solidFill>
                  <a:schemeClr val="tx1">
                    <a:lumMod val="95000"/>
                    <a:lumOff val="5000"/>
                  </a:schemeClr>
                </a:solidFill>
              </a:rPr>
              <a:t>i </a:t>
            </a:r>
            <a:r>
              <a:rPr lang="en-VN" i="1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VN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|C</a:t>
            </a:r>
            <a:r>
              <a:rPr lang="en-VN" b="1" i="1" baseline="-25000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VN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| </a:t>
            </a:r>
            <a:r>
              <a:rPr lang="en-VN" i="1">
                <a:solidFill>
                  <a:schemeClr val="tx1">
                    <a:lumMod val="95000"/>
                    <a:lumOff val="5000"/>
                  </a:schemeClr>
                </a:solidFill>
              </a:rPr>
              <a:t>là kích thước của C</a:t>
            </a:r>
            <a:r>
              <a:rPr lang="en-VN" i="1" baseline="-25000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</a:p>
          <a:p>
            <a:r>
              <a:rPr lang="en-VN"/>
              <a:t>Phép đo khoảng cách:</a:t>
            </a:r>
          </a:p>
          <a:p>
            <a:pPr lvl="1">
              <a:lnSpc>
                <a:spcPct val="150000"/>
              </a:lnSpc>
            </a:pPr>
            <a:r>
              <a:rPr lang="en-US"/>
              <a:t>Euclidean</a:t>
            </a:r>
          </a:p>
          <a:p>
            <a:pPr lvl="1"/>
            <a:endParaRPr lang="en-VN"/>
          </a:p>
          <a:p>
            <a:pPr lvl="1"/>
            <a:endParaRPr lang="en-VN"/>
          </a:p>
          <a:p>
            <a:pPr lvl="1"/>
            <a:endParaRPr lang="en-VN"/>
          </a:p>
          <a:p>
            <a:pPr lvl="1"/>
            <a:r>
              <a:rPr lang="en-VN"/>
              <a:t>Ngoài khoảng cách Euclidean, tuỳ thuộc vào từng bài toán có thể sử dụng phương pháp đo khác (cosine, manhattan...)</a:t>
            </a:r>
          </a:p>
          <a:p>
            <a:pPr lvl="1"/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B23C4-BABE-FE44-9CE1-CC1ABD84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14</a:t>
            </a:fld>
            <a:endParaRPr lang="en-US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45322FC4-78BA-A642-BB0B-5C895EB08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388" y="1657863"/>
            <a:ext cx="2376264" cy="936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15390D-97E2-3047-862C-C2A3489C8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097" y="3969708"/>
            <a:ext cx="7225953" cy="74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8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9240-BB76-784B-BEE9-71636D9D0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K-means –Thảo luận về cách tính khoảng cách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B0213-4CB0-0544-8EA3-8E454FB3A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VN" sz="2400"/>
              <a:t>Cách tính khoảng cách giữa 2 vector:</a:t>
            </a:r>
          </a:p>
          <a:p>
            <a:pPr lvl="1">
              <a:lnSpc>
                <a:spcPct val="150000"/>
              </a:lnSpc>
            </a:pPr>
            <a:r>
              <a:rPr lang="en-VN" sz="2200"/>
              <a:t>Mỗi cách tính khoảng cách thể hiện cách nhìn nhận về dữ liệu</a:t>
            </a:r>
          </a:p>
          <a:p>
            <a:pPr lvl="1">
              <a:lnSpc>
                <a:spcPct val="150000"/>
              </a:lnSpc>
            </a:pPr>
            <a:r>
              <a:rPr lang="en-VN" sz="2200"/>
              <a:t>Có vô số cách tính khoảng cách</a:t>
            </a:r>
          </a:p>
          <a:p>
            <a:pPr lvl="1">
              <a:lnSpc>
                <a:spcPct val="150000"/>
              </a:lnSpc>
            </a:pPr>
            <a:r>
              <a:rPr lang="en-VN" sz="2200"/>
              <a:t>Cách tính khoảng cách nào là tốt?</a:t>
            </a:r>
          </a:p>
          <a:p>
            <a:pPr>
              <a:lnSpc>
                <a:spcPct val="150000"/>
              </a:lnSpc>
            </a:pPr>
            <a:r>
              <a:rPr lang="en-VN"/>
              <a:t>Cách tính khoảng cách có thể sử dụng:</a:t>
            </a:r>
          </a:p>
          <a:p>
            <a:pPr lvl="1">
              <a:lnSpc>
                <a:spcPct val="150000"/>
              </a:lnSpc>
            </a:pPr>
            <a:r>
              <a:rPr lang="en-VN" sz="2200"/>
              <a:t>Cách tính khoảng cách giữa 2 đối tượng</a:t>
            </a:r>
          </a:p>
          <a:p>
            <a:pPr lvl="1"/>
            <a:endParaRPr lang="en-VN">
              <a:latin typeface="Beirut" pitchFamily="2" charset="-78"/>
              <a:cs typeface="Beirut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EB963-8DB1-844C-8384-8482431E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15</a:t>
            </a:fld>
            <a:endParaRPr lang="en-US"/>
          </a:p>
        </p:txBody>
      </p:sp>
      <p:pic>
        <p:nvPicPr>
          <p:cNvPr id="6" name="Picture 5" descr="Chart, surface chart&#10;&#10;Description automatically generated">
            <a:extLst>
              <a:ext uri="{FF2B5EF4-FFF2-40B4-BE49-F238E27FC236}">
                <a16:creationId xmlns:a16="http://schemas.microsoft.com/office/drawing/2014/main" id="{B5ECD317-E69D-1649-8A73-163335EA1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636" y="2852936"/>
            <a:ext cx="3690251" cy="338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28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FD66-606C-2A4A-A98B-FFCFAF8F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 - Ảnh hưởng của outlier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77EB7-F5C5-5D41-ACF0-488E607C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200"/>
              </a:lnSpc>
            </a:pPr>
            <a:r>
              <a:rPr lang="en-US" sz="2400"/>
              <a:t>Outlier là gì?</a:t>
            </a:r>
          </a:p>
          <a:p>
            <a:pPr>
              <a:lnSpc>
                <a:spcPts val="3200"/>
              </a:lnSpc>
            </a:pPr>
            <a:r>
              <a:rPr lang="en-US" sz="2400"/>
              <a:t>K-means nhạy cảm với các điểm </a:t>
            </a:r>
            <a:r>
              <a:rPr lang="en-US" sz="2400" b="1"/>
              <a:t>outlier</a:t>
            </a:r>
            <a:r>
              <a:rPr lang="en-US" sz="2400"/>
              <a:t>, ví dụ: Các điểm dữ liệu outlier ảnh hưởng lớn đến kết quả của việc phân cụm:</a:t>
            </a:r>
          </a:p>
          <a:p>
            <a:pPr lvl="1">
              <a:lnSpc>
                <a:spcPts val="3200"/>
              </a:lnSpc>
            </a:pP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Các điểm dữ liệu outlier có khoảng cách đến các điểm dữ liệu chuẩn rất lớn.</a:t>
            </a:r>
          </a:p>
          <a:p>
            <a:pPr lvl="1">
              <a:lnSpc>
                <a:spcPts val="3200"/>
              </a:lnSpc>
            </a:pP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Phân bố của các điểm outliner rất khác so với các điểm dữ liệu chuẩn</a:t>
            </a:r>
          </a:p>
          <a:p>
            <a:pPr lvl="1">
              <a:lnSpc>
                <a:spcPts val="3200"/>
              </a:lnSpc>
            </a:pP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Nhiễu hoặc lỗi của dữ liệu được thể hiện trong các điểm outlier</a:t>
            </a:r>
            <a:endParaRPr lang="en-VN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>
              <a:lnSpc>
                <a:spcPts val="3200"/>
              </a:lnSpc>
            </a:pPr>
            <a:endParaRPr lang="en-US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A3995-EA1E-AD42-A678-B81A6D1F7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10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2844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43A4E-F802-C84D-A7F2-D28D2FAB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055" y="457200"/>
            <a:ext cx="9205009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 eaLnBrk="1" hangingPunct="1"/>
            <a:r>
              <a:rPr lang="en-US" sz="5600">
                <a:solidFill>
                  <a:schemeClr val="tx1"/>
                </a:solidFill>
              </a:rPr>
              <a:t>K-means - Minh hoạ về oulier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54755" y="1850683"/>
            <a:ext cx="2777490" cy="18288"/>
          </a:xfrm>
          <a:custGeom>
            <a:avLst/>
            <a:gdLst>
              <a:gd name="connsiteX0" fmla="*/ 0 w 2777490"/>
              <a:gd name="connsiteY0" fmla="*/ 0 h 18288"/>
              <a:gd name="connsiteX1" fmla="*/ 666598 w 2777490"/>
              <a:gd name="connsiteY1" fmla="*/ 0 h 18288"/>
              <a:gd name="connsiteX2" fmla="*/ 1305420 w 2777490"/>
              <a:gd name="connsiteY2" fmla="*/ 0 h 18288"/>
              <a:gd name="connsiteX3" fmla="*/ 1944243 w 2777490"/>
              <a:gd name="connsiteY3" fmla="*/ 0 h 18288"/>
              <a:gd name="connsiteX4" fmla="*/ 2777490 w 2777490"/>
              <a:gd name="connsiteY4" fmla="*/ 0 h 18288"/>
              <a:gd name="connsiteX5" fmla="*/ 2777490 w 2777490"/>
              <a:gd name="connsiteY5" fmla="*/ 18288 h 18288"/>
              <a:gd name="connsiteX6" fmla="*/ 2027568 w 2777490"/>
              <a:gd name="connsiteY6" fmla="*/ 18288 h 18288"/>
              <a:gd name="connsiteX7" fmla="*/ 1360970 w 2777490"/>
              <a:gd name="connsiteY7" fmla="*/ 18288 h 18288"/>
              <a:gd name="connsiteX8" fmla="*/ 722147 w 2777490"/>
              <a:gd name="connsiteY8" fmla="*/ 18288 h 18288"/>
              <a:gd name="connsiteX9" fmla="*/ 0 w 2777490"/>
              <a:gd name="connsiteY9" fmla="*/ 18288 h 18288"/>
              <a:gd name="connsiteX10" fmla="*/ 0 w 2777490"/>
              <a:gd name="connsiteY10" fmla="*/ 0 h 18288"/>
              <a:gd name="connsiteX0" fmla="*/ 0 w 2777490"/>
              <a:gd name="connsiteY0" fmla="*/ 0 h 18288"/>
              <a:gd name="connsiteX1" fmla="*/ 638823 w 2777490"/>
              <a:gd name="connsiteY1" fmla="*/ 0 h 18288"/>
              <a:gd name="connsiteX2" fmla="*/ 1388745 w 2777490"/>
              <a:gd name="connsiteY2" fmla="*/ 0 h 18288"/>
              <a:gd name="connsiteX3" fmla="*/ 1999793 w 2777490"/>
              <a:gd name="connsiteY3" fmla="*/ 0 h 18288"/>
              <a:gd name="connsiteX4" fmla="*/ 2777490 w 2777490"/>
              <a:gd name="connsiteY4" fmla="*/ 0 h 18288"/>
              <a:gd name="connsiteX5" fmla="*/ 2777490 w 2777490"/>
              <a:gd name="connsiteY5" fmla="*/ 18288 h 18288"/>
              <a:gd name="connsiteX6" fmla="*/ 2110892 w 2777490"/>
              <a:gd name="connsiteY6" fmla="*/ 18288 h 18288"/>
              <a:gd name="connsiteX7" fmla="*/ 1360970 w 2777490"/>
              <a:gd name="connsiteY7" fmla="*/ 18288 h 18288"/>
              <a:gd name="connsiteX8" fmla="*/ 694373 w 2777490"/>
              <a:gd name="connsiteY8" fmla="*/ 18288 h 18288"/>
              <a:gd name="connsiteX9" fmla="*/ 0 w 2777490"/>
              <a:gd name="connsiteY9" fmla="*/ 18288 h 18288"/>
              <a:gd name="connsiteX10" fmla="*/ 0 w 277749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77490" h="18288" fill="none" extrusionOk="0">
                <a:moveTo>
                  <a:pt x="0" y="0"/>
                </a:moveTo>
                <a:cubicBezTo>
                  <a:pt x="144110" y="-42191"/>
                  <a:pt x="458357" y="-14996"/>
                  <a:pt x="666598" y="0"/>
                </a:cubicBezTo>
                <a:cubicBezTo>
                  <a:pt x="825958" y="-2586"/>
                  <a:pt x="967517" y="-14345"/>
                  <a:pt x="1305420" y="0"/>
                </a:cubicBezTo>
                <a:cubicBezTo>
                  <a:pt x="1621746" y="1547"/>
                  <a:pt x="1660566" y="7963"/>
                  <a:pt x="1944243" y="0"/>
                </a:cubicBezTo>
                <a:cubicBezTo>
                  <a:pt x="2198927" y="-46322"/>
                  <a:pt x="2507741" y="-42877"/>
                  <a:pt x="2777490" y="0"/>
                </a:cubicBezTo>
                <a:cubicBezTo>
                  <a:pt x="2775755" y="5314"/>
                  <a:pt x="2779426" y="12013"/>
                  <a:pt x="2777490" y="18288"/>
                </a:cubicBezTo>
                <a:cubicBezTo>
                  <a:pt x="2604087" y="39425"/>
                  <a:pt x="2337623" y="-3995"/>
                  <a:pt x="2027568" y="18288"/>
                </a:cubicBezTo>
                <a:cubicBezTo>
                  <a:pt x="1724241" y="47384"/>
                  <a:pt x="1683337" y="17796"/>
                  <a:pt x="1360970" y="18288"/>
                </a:cubicBezTo>
                <a:cubicBezTo>
                  <a:pt x="1041765" y="8459"/>
                  <a:pt x="1013282" y="40541"/>
                  <a:pt x="722147" y="18288"/>
                </a:cubicBezTo>
                <a:cubicBezTo>
                  <a:pt x="415658" y="-11390"/>
                  <a:pt x="248848" y="17723"/>
                  <a:pt x="0" y="18288"/>
                </a:cubicBezTo>
                <a:cubicBezTo>
                  <a:pt x="898" y="13406"/>
                  <a:pt x="19" y="4120"/>
                  <a:pt x="0" y="0"/>
                </a:cubicBezTo>
                <a:close/>
              </a:path>
              <a:path w="2777490" h="18288" stroke="0" extrusionOk="0">
                <a:moveTo>
                  <a:pt x="0" y="0"/>
                </a:moveTo>
                <a:cubicBezTo>
                  <a:pt x="173778" y="361"/>
                  <a:pt x="325745" y="-15379"/>
                  <a:pt x="638823" y="0"/>
                </a:cubicBezTo>
                <a:cubicBezTo>
                  <a:pt x="920585" y="-7635"/>
                  <a:pt x="1129285" y="37094"/>
                  <a:pt x="1388745" y="0"/>
                </a:cubicBezTo>
                <a:cubicBezTo>
                  <a:pt x="1634489" y="-19051"/>
                  <a:pt x="1822995" y="-16643"/>
                  <a:pt x="1999793" y="0"/>
                </a:cubicBezTo>
                <a:cubicBezTo>
                  <a:pt x="2141810" y="16495"/>
                  <a:pt x="2446522" y="6293"/>
                  <a:pt x="2777490" y="0"/>
                </a:cubicBezTo>
                <a:cubicBezTo>
                  <a:pt x="2776784" y="8377"/>
                  <a:pt x="2778882" y="13210"/>
                  <a:pt x="2777490" y="18288"/>
                </a:cubicBezTo>
                <a:cubicBezTo>
                  <a:pt x="2543415" y="26150"/>
                  <a:pt x="2341655" y="8453"/>
                  <a:pt x="2110892" y="18288"/>
                </a:cubicBezTo>
                <a:cubicBezTo>
                  <a:pt x="1861095" y="-5449"/>
                  <a:pt x="1699079" y="29123"/>
                  <a:pt x="1360970" y="18288"/>
                </a:cubicBezTo>
                <a:cubicBezTo>
                  <a:pt x="1054940" y="4824"/>
                  <a:pt x="842969" y="-27953"/>
                  <a:pt x="694373" y="18288"/>
                </a:cubicBezTo>
                <a:cubicBezTo>
                  <a:pt x="541102" y="66919"/>
                  <a:pt x="266496" y="-39467"/>
                  <a:pt x="0" y="18288"/>
                </a:cubicBezTo>
                <a:cubicBezTo>
                  <a:pt x="-445" y="10205"/>
                  <a:pt x="-140" y="6087"/>
                  <a:pt x="0" y="0"/>
                </a:cubicBezTo>
                <a:close/>
              </a:path>
              <a:path w="2777490" h="18288" fill="none" stroke="0" extrusionOk="0">
                <a:moveTo>
                  <a:pt x="0" y="0"/>
                </a:moveTo>
                <a:cubicBezTo>
                  <a:pt x="149854" y="-32690"/>
                  <a:pt x="489912" y="2261"/>
                  <a:pt x="666598" y="0"/>
                </a:cubicBezTo>
                <a:cubicBezTo>
                  <a:pt x="844349" y="18017"/>
                  <a:pt x="982355" y="3062"/>
                  <a:pt x="1305420" y="0"/>
                </a:cubicBezTo>
                <a:cubicBezTo>
                  <a:pt x="1616552" y="-9225"/>
                  <a:pt x="1660918" y="13806"/>
                  <a:pt x="1944243" y="0"/>
                </a:cubicBezTo>
                <a:cubicBezTo>
                  <a:pt x="2227797" y="25192"/>
                  <a:pt x="2465899" y="-26908"/>
                  <a:pt x="2777490" y="0"/>
                </a:cubicBezTo>
                <a:cubicBezTo>
                  <a:pt x="2776362" y="4917"/>
                  <a:pt x="2777588" y="13565"/>
                  <a:pt x="2777490" y="18288"/>
                </a:cubicBezTo>
                <a:cubicBezTo>
                  <a:pt x="2602899" y="-12371"/>
                  <a:pt x="2315531" y="-7530"/>
                  <a:pt x="2027568" y="18288"/>
                </a:cubicBezTo>
                <a:cubicBezTo>
                  <a:pt x="1721372" y="38942"/>
                  <a:pt x="1676150" y="23816"/>
                  <a:pt x="1360970" y="18288"/>
                </a:cubicBezTo>
                <a:cubicBezTo>
                  <a:pt x="1043068" y="15678"/>
                  <a:pt x="1021085" y="42241"/>
                  <a:pt x="722147" y="18288"/>
                </a:cubicBezTo>
                <a:cubicBezTo>
                  <a:pt x="448805" y="-19234"/>
                  <a:pt x="253380" y="4273"/>
                  <a:pt x="0" y="18288"/>
                </a:cubicBezTo>
                <a:cubicBezTo>
                  <a:pt x="913" y="12991"/>
                  <a:pt x="-1021" y="455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custGeom>
                    <a:avLst/>
                    <a:gdLst>
                      <a:gd name="connsiteX0" fmla="*/ 0 w 2777490"/>
                      <a:gd name="connsiteY0" fmla="*/ 0 h 18288"/>
                      <a:gd name="connsiteX1" fmla="*/ 666598 w 2777490"/>
                      <a:gd name="connsiteY1" fmla="*/ 0 h 18288"/>
                      <a:gd name="connsiteX2" fmla="*/ 1305420 w 2777490"/>
                      <a:gd name="connsiteY2" fmla="*/ 0 h 18288"/>
                      <a:gd name="connsiteX3" fmla="*/ 1944243 w 2777490"/>
                      <a:gd name="connsiteY3" fmla="*/ 0 h 18288"/>
                      <a:gd name="connsiteX4" fmla="*/ 2777490 w 2777490"/>
                      <a:gd name="connsiteY4" fmla="*/ 0 h 18288"/>
                      <a:gd name="connsiteX5" fmla="*/ 2777490 w 2777490"/>
                      <a:gd name="connsiteY5" fmla="*/ 18288 h 18288"/>
                      <a:gd name="connsiteX6" fmla="*/ 2027568 w 2777490"/>
                      <a:gd name="connsiteY6" fmla="*/ 18288 h 18288"/>
                      <a:gd name="connsiteX7" fmla="*/ 1360970 w 2777490"/>
                      <a:gd name="connsiteY7" fmla="*/ 18288 h 18288"/>
                      <a:gd name="connsiteX8" fmla="*/ 722147 w 2777490"/>
                      <a:gd name="connsiteY8" fmla="*/ 18288 h 18288"/>
                      <a:gd name="connsiteX9" fmla="*/ 0 w 2777490"/>
                      <a:gd name="connsiteY9" fmla="*/ 18288 h 18288"/>
                      <a:gd name="connsiteX10" fmla="*/ 0 w 2777490"/>
                      <a:gd name="connsiteY10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777490" h="18288" fill="none" extrusionOk="0">
                        <a:moveTo>
                          <a:pt x="0" y="0"/>
                        </a:moveTo>
                        <a:cubicBezTo>
                          <a:pt x="141799" y="-20732"/>
                          <a:pt x="497024" y="-30048"/>
                          <a:pt x="666598" y="0"/>
                        </a:cubicBezTo>
                        <a:cubicBezTo>
                          <a:pt x="836172" y="30048"/>
                          <a:pt x="993288" y="3842"/>
                          <a:pt x="1305420" y="0"/>
                        </a:cubicBezTo>
                        <a:cubicBezTo>
                          <a:pt x="1617552" y="-3842"/>
                          <a:pt x="1662731" y="10342"/>
                          <a:pt x="1944243" y="0"/>
                        </a:cubicBezTo>
                        <a:cubicBezTo>
                          <a:pt x="2225755" y="-10342"/>
                          <a:pt x="2505898" y="-30253"/>
                          <a:pt x="2777490" y="0"/>
                        </a:cubicBezTo>
                        <a:cubicBezTo>
                          <a:pt x="2776912" y="4771"/>
                          <a:pt x="2778243" y="12323"/>
                          <a:pt x="2777490" y="18288"/>
                        </a:cubicBezTo>
                        <a:cubicBezTo>
                          <a:pt x="2590049" y="-11197"/>
                          <a:pt x="2332015" y="-630"/>
                          <a:pt x="2027568" y="18288"/>
                        </a:cubicBezTo>
                        <a:cubicBezTo>
                          <a:pt x="1723121" y="37206"/>
                          <a:pt x="1680038" y="21559"/>
                          <a:pt x="1360970" y="18288"/>
                        </a:cubicBezTo>
                        <a:cubicBezTo>
                          <a:pt x="1041902" y="15017"/>
                          <a:pt x="1017234" y="42442"/>
                          <a:pt x="722147" y="18288"/>
                        </a:cubicBezTo>
                        <a:cubicBezTo>
                          <a:pt x="427060" y="-5866"/>
                          <a:pt x="257911" y="4278"/>
                          <a:pt x="0" y="18288"/>
                        </a:cubicBezTo>
                        <a:cubicBezTo>
                          <a:pt x="841" y="12879"/>
                          <a:pt x="-726" y="3977"/>
                          <a:pt x="0" y="0"/>
                        </a:cubicBezTo>
                        <a:close/>
                      </a:path>
                      <a:path w="2777490" h="18288" stroke="0" extrusionOk="0">
                        <a:moveTo>
                          <a:pt x="0" y="0"/>
                        </a:moveTo>
                        <a:cubicBezTo>
                          <a:pt x="141164" y="-30230"/>
                          <a:pt x="369085" y="-14375"/>
                          <a:pt x="638823" y="0"/>
                        </a:cubicBezTo>
                        <a:cubicBezTo>
                          <a:pt x="908561" y="14375"/>
                          <a:pt x="1128807" y="27363"/>
                          <a:pt x="1388745" y="0"/>
                        </a:cubicBezTo>
                        <a:cubicBezTo>
                          <a:pt x="1648683" y="-27363"/>
                          <a:pt x="1809429" y="-17790"/>
                          <a:pt x="1999793" y="0"/>
                        </a:cubicBezTo>
                        <a:cubicBezTo>
                          <a:pt x="2190157" y="17790"/>
                          <a:pt x="2426263" y="19386"/>
                          <a:pt x="2777490" y="0"/>
                        </a:cubicBezTo>
                        <a:cubicBezTo>
                          <a:pt x="2776876" y="8857"/>
                          <a:pt x="2777994" y="13619"/>
                          <a:pt x="2777490" y="18288"/>
                        </a:cubicBezTo>
                        <a:cubicBezTo>
                          <a:pt x="2543362" y="18280"/>
                          <a:pt x="2361623" y="8286"/>
                          <a:pt x="2110892" y="18288"/>
                        </a:cubicBezTo>
                        <a:cubicBezTo>
                          <a:pt x="1860161" y="28290"/>
                          <a:pt x="1676868" y="40355"/>
                          <a:pt x="1360970" y="18288"/>
                        </a:cubicBezTo>
                        <a:cubicBezTo>
                          <a:pt x="1045072" y="-3779"/>
                          <a:pt x="835529" y="1181"/>
                          <a:pt x="694373" y="18288"/>
                        </a:cubicBezTo>
                        <a:cubicBezTo>
                          <a:pt x="553217" y="35395"/>
                          <a:pt x="253027" y="-5334"/>
                          <a:pt x="0" y="18288"/>
                        </a:cubicBezTo>
                        <a:cubicBezTo>
                          <a:pt x="-487" y="10816"/>
                          <a:pt x="-839" y="60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0CA94877-E3F8-9A4A-9BDB-BCA98BA35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45" y="2642616"/>
            <a:ext cx="3780939" cy="3605784"/>
          </a:xfrm>
          <a:prstGeom prst="rect">
            <a:avLst/>
          </a:prstGeom>
        </p:spPr>
      </p:pic>
      <p:pic>
        <p:nvPicPr>
          <p:cNvPr id="12" name="Content Placeholder 11" descr="Chart, scatter chart&#10;&#10;Description automatically generated">
            <a:extLst>
              <a:ext uri="{FF2B5EF4-FFF2-40B4-BE49-F238E27FC236}">
                <a16:creationId xmlns:a16="http://schemas.microsoft.com/office/drawing/2014/main" id="{92465CAF-1D10-9249-BAA1-EA897DC70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51" y="2642616"/>
            <a:ext cx="4684522" cy="36057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55D27-88D6-794B-BA4A-5B9A1761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65193" y="6356350"/>
            <a:ext cx="231457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A8C51A7-BEEA-471D-933F-7E35BC04A30F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pPr>
                <a:spcAft>
                  <a:spcPts val="600"/>
                </a:spcAft>
              </a:pPr>
              <a:t>17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14172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2789-2D77-9C46-A158-832990A6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K-means – Khắc phục outlier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2A23-9957-AD42-BB11-9631ACBF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300"/>
              </a:lnSpc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Outlier removal</a:t>
            </a:r>
            <a:r>
              <a:rPr lang="en-US" b="1"/>
              <a:t>: </a:t>
            </a:r>
            <a:r>
              <a:rPr lang="en-US"/>
              <a:t>Có thể loại bỏ các điểm dữ liệu xa đáng kể so với điểm trung tâm (centroid) của các cluster so với các điểm dữ liệu khác.</a:t>
            </a:r>
          </a:p>
          <a:p>
            <a:pPr lvl="1">
              <a:lnSpc>
                <a:spcPts val="3300"/>
              </a:lnSpc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Việc loại bỏ có thể được thực hiện trước hoặc trong khi phân cụm.</a:t>
            </a:r>
          </a:p>
          <a:p>
            <a:pPr>
              <a:lnSpc>
                <a:spcPts val="3300"/>
              </a:lnSpc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Random sampling: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Thay vì phân cụm toàn bộ tập dữ liệu, chúng ta sẽ lấy ngẫu nhiên tập con S từ tập dữ liệu huấn luyện</a:t>
            </a:r>
            <a:r>
              <a:rPr lang="en-VN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lvl="1">
              <a:lnSpc>
                <a:spcPts val="3300"/>
              </a:lnSpc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được sử dụng để phân cụm, tập S lúc này sẽ có ít các điểm outlier hơn tập dữ liệu gốc.</a:t>
            </a:r>
          </a:p>
          <a:p>
            <a:pPr lvl="1">
              <a:lnSpc>
                <a:spcPts val="3300"/>
              </a:lnSpc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 khi phân cụm xong, tập dữ liệu còn lại sẽ được gán vào các cụm đã học được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C6491-821B-534D-A9A1-8930659F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09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D627-3C85-724F-8D3A-05E74F7C1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Các vấn đề gặp phải của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93E9-CB20-A24F-A538-E69B2C440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 b="1">
                <a:solidFill>
                  <a:schemeClr val="accent1">
                    <a:lumMod val="75000"/>
                  </a:schemeClr>
                </a:solidFill>
              </a:rPr>
              <a:t>Vấn đề 1: </a:t>
            </a:r>
            <a:r>
              <a:rPr lang="en-VN"/>
              <a:t>Chất lượng của K-means phụ thuộc vào việc khởi tạo các điểm centroid</a:t>
            </a:r>
          </a:p>
          <a:p>
            <a:pPr marL="0" indent="0">
              <a:buNone/>
            </a:pP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416C4-6DBF-9D46-BC44-7F9E1A3A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19</a:t>
            </a:fld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67E0FB93-2EAD-4147-8220-BE859AFEB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961" y="2243441"/>
            <a:ext cx="6626225" cy="39813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B6A564F-F61F-A741-9830-B4491DBC608C}"/>
                  </a:ext>
                </a:extLst>
              </p14:cNvPr>
              <p14:cNvContentPartPr/>
              <p14:nvPr/>
            </p14:nvContentPartPr>
            <p14:xfrm>
              <a:off x="383400" y="1759680"/>
              <a:ext cx="9524520" cy="4569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B6A564F-F61F-A741-9830-B4491DBC60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200" y="1743480"/>
                <a:ext cx="9556920" cy="460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864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D627-3C85-724F-8D3A-05E74F7C1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Các vấn đề gặp phải của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93E9-CB20-A24F-A538-E69B2C440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 b="1">
                <a:solidFill>
                  <a:schemeClr val="accent1">
                    <a:lumMod val="75000"/>
                  </a:schemeClr>
                </a:solidFill>
              </a:rPr>
              <a:t>Vấn đề 1: </a:t>
            </a:r>
            <a:r>
              <a:rPr lang="en-VN"/>
              <a:t>Chất lượng của K-means phụ thuộc vào việc khởi tạo các điểm centroid</a:t>
            </a:r>
          </a:p>
          <a:p>
            <a:pPr marL="0" indent="0">
              <a:buNone/>
            </a:pPr>
            <a:r>
              <a:rPr lang="en-VN" b="1">
                <a:solidFill>
                  <a:schemeClr val="accent1">
                    <a:lumMod val="75000"/>
                  </a:schemeClr>
                </a:solidFill>
              </a:rPr>
              <a:t>Giải pháp 1: </a:t>
            </a:r>
            <a:r>
              <a:rPr lang="en-VN">
                <a:solidFill>
                  <a:schemeClr val="tx1">
                    <a:lumMod val="95000"/>
                    <a:lumOff val="5000"/>
                  </a:schemeClr>
                </a:solidFill>
              </a:rPr>
              <a:t>Lặp lại nhiều lần thuật toán K-means:</a:t>
            </a:r>
          </a:p>
          <a:p>
            <a:r>
              <a:rPr lang="en-VN">
                <a:solidFill>
                  <a:schemeClr val="tx1">
                    <a:lumMod val="95000"/>
                    <a:lumOff val="5000"/>
                  </a:schemeClr>
                </a:solidFill>
              </a:rPr>
              <a:t>Mỗi lần chạy lại thuật toán K-means sẽ khởi tạo các điểm centroid khác nhau</a:t>
            </a:r>
          </a:p>
          <a:p>
            <a:r>
              <a:rPr lang="en-VN">
                <a:solidFill>
                  <a:schemeClr val="tx1">
                    <a:lumMod val="95000"/>
                    <a:lumOff val="5000"/>
                  </a:schemeClr>
                </a:solidFill>
              </a:rPr>
              <a:t>Sau quá trình học, tiến hành gộp các kết quả từ các lần chạy thành kết quả cuối cùng</a:t>
            </a:r>
          </a:p>
          <a:p>
            <a:pPr marL="0" indent="0">
              <a:buNone/>
            </a:pPr>
            <a:r>
              <a:rPr lang="en-VN" i="1">
                <a:solidFill>
                  <a:schemeClr val="accent1">
                    <a:lumMod val="75000"/>
                  </a:schemeClr>
                </a:solidFill>
              </a:rPr>
              <a:t>Q: Gộp thế nào?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416C4-6DBF-9D46-BC44-7F9E1A3A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20</a:t>
            </a:fld>
            <a:endParaRPr lang="en-US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1906CBD3-5FF8-C846-8EE3-D8E1992F3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372" y="3736041"/>
            <a:ext cx="5112568" cy="25012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98CAC43-0237-A043-9DE3-14E8C7ED2BA2}"/>
                  </a:ext>
                </a:extLst>
              </p14:cNvPr>
              <p14:cNvContentPartPr/>
              <p14:nvPr/>
            </p14:nvContentPartPr>
            <p14:xfrm>
              <a:off x="495720" y="2126160"/>
              <a:ext cx="8028360" cy="2411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98CAC43-0237-A043-9DE3-14E8C7ED2B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520" y="2109960"/>
                <a:ext cx="8060760" cy="244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8230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D627-3C85-724F-8D3A-05E74F7C1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Các vấn đề gặp phải của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93E9-CB20-A24F-A538-E69B2C440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 b="1">
                <a:solidFill>
                  <a:schemeClr val="accent1">
                    <a:lumMod val="75000"/>
                  </a:schemeClr>
                </a:solidFill>
              </a:rPr>
              <a:t>Vấn đề 1: </a:t>
            </a:r>
            <a:r>
              <a:rPr lang="en-VN"/>
              <a:t>Chất lượng của K-means phụ thuộc vào việc khởi tạo các điểm centroid</a:t>
            </a:r>
          </a:p>
          <a:p>
            <a:pPr marL="0" indent="0">
              <a:buNone/>
            </a:pPr>
            <a:r>
              <a:rPr lang="en-VN" b="1">
                <a:solidFill>
                  <a:schemeClr val="accent1">
                    <a:lumMod val="75000"/>
                  </a:schemeClr>
                </a:solidFill>
              </a:rPr>
              <a:t>Giải pháp 2: Thuật toán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K-means++ : </a:t>
            </a:r>
            <a:r>
              <a:rPr lang="en-US"/>
              <a:t>Để tìm ra cụm tốt nhất, chúng ta có thể lần lượt khởi tại các điểm trung tâm từ tập D tuần tự như sau:</a:t>
            </a:r>
          </a:p>
          <a:p>
            <a:pPr lvl="1">
              <a:lnSpc>
                <a:spcPts val="3060"/>
              </a:lnSpc>
            </a:pPr>
            <a:r>
              <a:rPr lang="en-US" sz="2300"/>
              <a:t>Lấy ngẫu nhiên điểm centroid đầu tiên m</a:t>
            </a:r>
            <a:r>
              <a:rPr lang="en-US" sz="2300" baseline="-25000"/>
              <a:t>1</a:t>
            </a:r>
          </a:p>
          <a:p>
            <a:pPr lvl="1">
              <a:lnSpc>
                <a:spcPts val="3060"/>
              </a:lnSpc>
            </a:pPr>
            <a:r>
              <a:rPr lang="en-US" sz="2300"/>
              <a:t>Lấy điểm centroid tiếp theo là điểm xa nhất so với m</a:t>
            </a:r>
            <a:r>
              <a:rPr lang="en-US" sz="2300" baseline="-25000"/>
              <a:t>1</a:t>
            </a:r>
          </a:p>
          <a:p>
            <a:pPr lvl="1">
              <a:lnSpc>
                <a:spcPts val="3060"/>
              </a:lnSpc>
            </a:pPr>
            <a:r>
              <a:rPr lang="en-US" sz="2300"/>
              <a:t>...</a:t>
            </a:r>
          </a:p>
          <a:p>
            <a:pPr lvl="1">
              <a:lnSpc>
                <a:spcPts val="3060"/>
              </a:lnSpc>
            </a:pPr>
            <a:r>
              <a:rPr lang="en-US" sz="2300"/>
              <a:t>Lấy điểm centroid thứ i (m</a:t>
            </a:r>
            <a:r>
              <a:rPr lang="en-US" sz="2300" baseline="-25000"/>
              <a:t>i</a:t>
            </a:r>
            <a:r>
              <a:rPr lang="en-US" sz="2300"/>
              <a:t>) là điểm xa nhất so với { m</a:t>
            </a:r>
            <a:r>
              <a:rPr lang="en-US" sz="2300" baseline="-25000"/>
              <a:t>1</a:t>
            </a:r>
            <a:r>
              <a:rPr lang="en-US" sz="2300"/>
              <a:t>,..., m</a:t>
            </a:r>
            <a:r>
              <a:rPr lang="en-US" sz="2300" baseline="-25000"/>
              <a:t>i-1</a:t>
            </a:r>
            <a:r>
              <a:rPr lang="en-US" sz="2300"/>
              <a:t>}</a:t>
            </a:r>
          </a:p>
          <a:p>
            <a:pPr lvl="1">
              <a:lnSpc>
                <a:spcPts val="3060"/>
              </a:lnSpc>
            </a:pPr>
            <a:r>
              <a:rPr lang="en-US" sz="2300"/>
              <a:t>...</a:t>
            </a:r>
          </a:p>
          <a:p>
            <a:r>
              <a:rPr lang="en-US"/>
              <a:t>Bằng cách này K-means sẽ hội tụ về gần kết quả tối ưu [Arthur, D.; Vassilvitskii, 2007]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416C4-6DBF-9D46-BC44-7F9E1A3A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460BD8-7EF4-574F-8317-28CEFCE19699}"/>
                  </a:ext>
                </a:extLst>
              </p14:cNvPr>
              <p14:cNvContentPartPr/>
              <p14:nvPr/>
            </p14:nvContentPartPr>
            <p14:xfrm>
              <a:off x="755640" y="1776240"/>
              <a:ext cx="8385120" cy="3977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460BD8-7EF4-574F-8317-28CEFCE196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440" y="1760040"/>
                <a:ext cx="8417520" cy="400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4158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D627-3C85-724F-8D3A-05E74F7C1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Các vấn đề gặp phải của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93E9-CB20-A24F-A538-E69B2C440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VN" b="1">
                <a:solidFill>
                  <a:schemeClr val="accent1">
                    <a:lumMod val="75000"/>
                  </a:schemeClr>
                </a:solidFill>
              </a:rPr>
              <a:t>Vấn đề 2: Khi sử dụng khoảng cách </a:t>
            </a:r>
            <a:r>
              <a:rPr lang="en-US"/>
              <a:t>Euclidean, K-means không thể phân cụm được các dữ liệu không có dạng hình cầu (non-spherical )</a:t>
            </a:r>
          </a:p>
          <a:p>
            <a:pPr marL="0" indent="0">
              <a:buNone/>
            </a:pPr>
            <a:endParaRPr lang="en-VN"/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416C4-6DBF-9D46-BC44-7F9E1A3A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22</a:t>
            </a:fld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FE51136F-4E00-D947-B9FE-4B89EC5D0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63" y="2427311"/>
            <a:ext cx="8724900" cy="3810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416E8C3-5851-9E41-A1F5-C95B4BF72F1F}"/>
                  </a:ext>
                </a:extLst>
              </p14:cNvPr>
              <p14:cNvContentPartPr/>
              <p14:nvPr/>
            </p14:nvContentPartPr>
            <p14:xfrm>
              <a:off x="1666440" y="1818720"/>
              <a:ext cx="7488360" cy="3700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416E8C3-5851-9E41-A1F5-C95B4BF72F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0240" y="1802520"/>
                <a:ext cx="7520760" cy="373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5094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F51E-988F-124F-ADCB-D6E2CD9D6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K-means – Tổng kết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B0227-D013-3A48-A903-CD342B9E4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Ưu điểm: </a:t>
            </a:r>
          </a:p>
          <a:p>
            <a:pPr lvl="1">
              <a:lnSpc>
                <a:spcPts val="3200"/>
              </a:lnSpc>
            </a:pPr>
            <a:r>
              <a:rPr lang="en-US" sz="2400"/>
              <a:t>Đơn giản</a:t>
            </a:r>
          </a:p>
          <a:p>
            <a:pPr lvl="1">
              <a:lnSpc>
                <a:spcPts val="3200"/>
              </a:lnSpc>
            </a:pPr>
            <a:r>
              <a:rPr lang="en-US" sz="2400"/>
              <a:t>Hiệu quả trong thực tế</a:t>
            </a:r>
          </a:p>
          <a:p>
            <a:pPr lvl="1">
              <a:lnSpc>
                <a:spcPts val="3200"/>
              </a:lnSpc>
            </a:pPr>
            <a:r>
              <a:rPr lang="en-US" sz="2400"/>
              <a:t>Đảm bảo hội tụ trong thời gian đa thức [Manthey &amp; Röglin, JACM, 2011]</a:t>
            </a:r>
          </a:p>
          <a:p>
            <a:pPr lvl="1">
              <a:lnSpc>
                <a:spcPts val="3200"/>
              </a:lnSpc>
            </a:pPr>
            <a:r>
              <a:rPr lang="en-US" sz="2400"/>
              <a:t>Linh hoạt trong việc lựa chọn phương pháp đo khoảng cách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Hạn chế:</a:t>
            </a:r>
          </a:p>
          <a:p>
            <a:pPr lvl="1">
              <a:lnSpc>
                <a:spcPts val="3180"/>
              </a:lnSpc>
            </a:pPr>
            <a:r>
              <a:rPr lang="en-US" sz="2400"/>
              <a:t>Việc lựa chọn các tính khoảng cách cho bài toán cụ thể khó.</a:t>
            </a:r>
          </a:p>
          <a:p>
            <a:pPr lvl="1">
              <a:lnSpc>
                <a:spcPts val="3180"/>
              </a:lnSpc>
            </a:pPr>
            <a:r>
              <a:rPr lang="en-US" sz="2400"/>
              <a:t>Nhạy cảm với các điểm dữ liệu outlier</a:t>
            </a:r>
            <a:endParaRPr lang="en-VN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60FA6-3CB0-EA47-AD26-EDE00524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9C79F5-8B09-1940-B7E5-0A23D5170387}"/>
                  </a:ext>
                </a:extLst>
              </p14:cNvPr>
              <p14:cNvContentPartPr/>
              <p14:nvPr/>
            </p14:nvContentPartPr>
            <p14:xfrm>
              <a:off x="1364760" y="2005200"/>
              <a:ext cx="8027640" cy="3675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9C79F5-8B09-1940-B7E5-0A23D51703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8560" y="1989000"/>
                <a:ext cx="8060040" cy="37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8919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28F2-9CB8-124B-9E15-58448532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684A7-12BC-5E43-A82F-38ECD5A30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EC315-479B-BB4C-A6AD-9F6CE8CC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24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A43F-EF02-0E4A-8A80-7BD5237B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18FF-4498-6C45-98C1-9994A9C4B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/>
              <a:t>Arthur, D.; Vassilvitskii, S. (2007). K-means++: the advantages of careful seeding. Proceedings of the 18th annual ACM-SIAM symposium on Discrete algorithms, pp. 1027–1035. </a:t>
            </a:r>
          </a:p>
          <a:p>
            <a:r>
              <a:rPr lang="en-US" sz="1800"/>
              <a:t>Arthur, D., Manthey, B., &amp; Röglin, H. (2011). Smoothed analysis of the k-means method. Journal of the ACM (JACM), 58(5), 19. </a:t>
            </a:r>
          </a:p>
          <a:p>
            <a:r>
              <a:rPr lang="en-US" sz="1800"/>
              <a:t>Bottou, Léon. Online learning and stochastic approximations. On-line learning in neural networks 17 (1998). </a:t>
            </a:r>
          </a:p>
          <a:p>
            <a:r>
              <a:rPr lang="en-US" sz="1800"/>
              <a:t>B. Liu. Web Data Mining: Exploring Hyperlinks, Contents, and Usage Data. Springer, 2006. </a:t>
            </a:r>
          </a:p>
          <a:p>
            <a:r>
              <a:rPr lang="en-US" sz="1800"/>
              <a:t>Lloyd, S., 1982. Least squares quantization in PCM. IEEE Trans. Inform. Theory 28, 129–137. Originally as an unpublished Bell laboratories Technical Note (1957). </a:t>
            </a:r>
          </a:p>
          <a:p>
            <a:r>
              <a:rPr lang="en-US" sz="1800"/>
              <a:t>Jain, A. K. (2010). Data clustering: 50 years beyond K-means. Pattern recognition letters, 31(8), 651-666.</a:t>
            </a:r>
          </a:p>
          <a:p>
            <a:r>
              <a:rPr lang="en-US" sz="1800"/>
              <a:t>Machine Learning and Data Mining lecture slide - Khoat Than, School of Information and Communication Technology Hanoi University of Science and Technology</a:t>
            </a:r>
            <a:endParaRPr lang="en-VN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3F764-84EA-E54D-9478-F872A510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C51A7-BEEA-471D-933F-7E35BC04A30F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7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Template" id="{0AF96A80-A828-A34E-A395-551D35D8BAE2}" vid="{38747540-D07E-8842-8803-D3EFDEFF576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22947</TotalTime>
  <Words>1623</Words>
  <Application>Microsoft Macintosh PowerPoint</Application>
  <PresentationFormat>35mm Slides</PresentationFormat>
  <Paragraphs>171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.VnTime</vt:lpstr>
      <vt:lpstr>Arial</vt:lpstr>
      <vt:lpstr>Beirut</vt:lpstr>
      <vt:lpstr>Calibri</vt:lpstr>
      <vt:lpstr>Calibri Light</vt:lpstr>
      <vt:lpstr>Courier New</vt:lpstr>
      <vt:lpstr>Tahoma</vt:lpstr>
      <vt:lpstr>Times New Roman</vt:lpstr>
      <vt:lpstr>Verdana</vt:lpstr>
      <vt:lpstr>Wingdings</vt:lpstr>
      <vt:lpstr>Office Theme</vt:lpstr>
      <vt:lpstr>HỌC MÁY Lec 7. K-nearest neighbors</vt:lpstr>
      <vt:lpstr>Thuật toán phân cụm - nội dung chính</vt:lpstr>
      <vt:lpstr>Bài toán phân lớp</vt:lpstr>
      <vt:lpstr>Xác định đối tượng thuộc lớp nào</vt:lpstr>
      <vt:lpstr>Học dựa trên láng giềng (1) </vt:lpstr>
      <vt:lpstr>Học dựa trên láng giềng (2) </vt:lpstr>
      <vt:lpstr>Bài toán phân cụm (clustering)</vt:lpstr>
      <vt:lpstr>Thuật toán phân cụm K-means</vt:lpstr>
      <vt:lpstr>Các bước trong thuật toán K-means</vt:lpstr>
      <vt:lpstr>K-means – Ví dụ 1</vt:lpstr>
      <vt:lpstr>K-means – Ví dụ 1</vt:lpstr>
      <vt:lpstr>K-means – Ví dụ 2</vt:lpstr>
      <vt:lpstr>K-means – Điều kiện hội tụ</vt:lpstr>
      <vt:lpstr>K-means – Xác định trung tâm, khoảng cách</vt:lpstr>
      <vt:lpstr>K-means –Thảo luận về cách tính khoảng cách</vt:lpstr>
      <vt:lpstr>K-means - Ảnh hưởng của outlier</vt:lpstr>
      <vt:lpstr>K-means - Minh hoạ về oulier</vt:lpstr>
      <vt:lpstr>K-means – Khắc phục outlier</vt:lpstr>
      <vt:lpstr>Các vấn đề gặp phải của K-means</vt:lpstr>
      <vt:lpstr>Các vấn đề gặp phải của K-means</vt:lpstr>
      <vt:lpstr>Các vấn đề gặp phải của K-means</vt:lpstr>
      <vt:lpstr>Các vấn đề gặp phải của K-means</vt:lpstr>
      <vt:lpstr>K-means – Tổng kết</vt:lpstr>
      <vt:lpstr>Implementation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ĐẠI CƯƠNG Chương 5. Ngôn ngữ lập trình C++</dc:title>
  <dc:creator>Dinh Anh Nguyen</dc:creator>
  <cp:lastModifiedBy>Nguyen Quy</cp:lastModifiedBy>
  <cp:revision>183</cp:revision>
  <cp:lastPrinted>2021-01-31T11:08:06Z</cp:lastPrinted>
  <dcterms:created xsi:type="dcterms:W3CDTF">2018-12-13T03:42:15Z</dcterms:created>
  <dcterms:modified xsi:type="dcterms:W3CDTF">2024-05-14T02:24:05Z</dcterms:modified>
</cp:coreProperties>
</file>