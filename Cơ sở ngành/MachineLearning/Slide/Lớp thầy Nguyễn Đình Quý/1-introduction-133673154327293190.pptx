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48.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66" r:id="rId3"/>
    <p:sldId id="26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3" r:id="rId29"/>
    <p:sldId id="295" r:id="rId30"/>
    <p:sldId id="294" r:id="rId31"/>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2016BC-4E55-4A01-B047-72C271EE2116}" v="282" dt="2024-05-06T18:03:26.23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8889" autoAdjust="0"/>
  </p:normalViewPr>
  <p:slideViewPr>
    <p:cSldViewPr>
      <p:cViewPr varScale="1">
        <p:scale>
          <a:sx n="104" d="100"/>
          <a:sy n="104" d="100"/>
        </p:scale>
        <p:origin x="1824" y="10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Đào Việt Cường" userId="0f13a9cd-9ec9-494e-9b0f-9b516429b511" providerId="ADAL" clId="{B62016BC-4E55-4A01-B047-72C271EE2116}"/>
    <pc:docChg chg="undo redo custSel addSld delSld modSld">
      <pc:chgData name="Đào Việt Cường" userId="0f13a9cd-9ec9-494e-9b0f-9b516429b511" providerId="ADAL" clId="{B62016BC-4E55-4A01-B047-72C271EE2116}" dt="2024-05-07T02:40:14.100" v="2480" actId="478"/>
      <pc:docMkLst>
        <pc:docMk/>
      </pc:docMkLst>
      <pc:sldChg chg="delSp mod">
        <pc:chgData name="Đào Việt Cường" userId="0f13a9cd-9ec9-494e-9b0f-9b516429b511" providerId="ADAL" clId="{B62016BC-4E55-4A01-B047-72C271EE2116}" dt="2024-05-07T02:40:14.100" v="2480" actId="478"/>
        <pc:sldMkLst>
          <pc:docMk/>
          <pc:sldMk cId="0" sldId="256"/>
        </pc:sldMkLst>
        <pc:spChg chg="del">
          <ac:chgData name="Đào Việt Cường" userId="0f13a9cd-9ec9-494e-9b0f-9b516429b511" providerId="ADAL" clId="{B62016BC-4E55-4A01-B047-72C271EE2116}" dt="2024-05-07T02:40:14.100" v="2480" actId="478"/>
          <ac:spMkLst>
            <pc:docMk/>
            <pc:sldMk cId="0" sldId="256"/>
            <ac:spMk id="4" creationId="{EE497705-1F5A-8EE1-2A55-694576586269}"/>
          </ac:spMkLst>
        </pc:spChg>
      </pc:sldChg>
      <pc:sldChg chg="modSp mod modTransition">
        <pc:chgData name="Đào Việt Cường" userId="0f13a9cd-9ec9-494e-9b0f-9b516429b511" providerId="ADAL" clId="{B62016BC-4E55-4A01-B047-72C271EE2116}" dt="2024-05-06T16:11:08.809" v="90"/>
        <pc:sldMkLst>
          <pc:docMk/>
          <pc:sldMk cId="0" sldId="268"/>
        </pc:sldMkLst>
        <pc:spChg chg="mod">
          <ac:chgData name="Đào Việt Cường" userId="0f13a9cd-9ec9-494e-9b0f-9b516429b511" providerId="ADAL" clId="{B62016BC-4E55-4A01-B047-72C271EE2116}" dt="2024-05-06T16:10:15.364" v="80" actId="14100"/>
          <ac:spMkLst>
            <pc:docMk/>
            <pc:sldMk cId="0" sldId="268"/>
            <ac:spMk id="2" creationId="{00000000-0000-0000-0000-000000000000}"/>
          </ac:spMkLst>
        </pc:spChg>
      </pc:sldChg>
      <pc:sldChg chg="addSp delSp modSp mod modTransition">
        <pc:chgData name="Đào Việt Cường" userId="0f13a9cd-9ec9-494e-9b0f-9b516429b511" providerId="ADAL" clId="{B62016BC-4E55-4A01-B047-72C271EE2116}" dt="2024-05-06T16:11:15.857" v="91" actId="478"/>
        <pc:sldMkLst>
          <pc:docMk/>
          <pc:sldMk cId="0" sldId="269"/>
        </pc:sldMkLst>
        <pc:spChg chg="del">
          <ac:chgData name="Đào Việt Cường" userId="0f13a9cd-9ec9-494e-9b0f-9b516429b511" providerId="ADAL" clId="{B62016BC-4E55-4A01-B047-72C271EE2116}" dt="2024-05-06T16:10:37.195" v="82" actId="478"/>
          <ac:spMkLst>
            <pc:docMk/>
            <pc:sldMk cId="0" sldId="269"/>
            <ac:spMk id="2" creationId="{00000000-0000-0000-0000-000000000000}"/>
          </ac:spMkLst>
        </pc:spChg>
        <pc:spChg chg="add del mod">
          <ac:chgData name="Đào Việt Cường" userId="0f13a9cd-9ec9-494e-9b0f-9b516429b511" providerId="ADAL" clId="{B62016BC-4E55-4A01-B047-72C271EE2116}" dt="2024-05-06T16:10:58.601" v="89" actId="20577"/>
          <ac:spMkLst>
            <pc:docMk/>
            <pc:sldMk cId="0" sldId="269"/>
            <ac:spMk id="8" creationId="{00000000-0000-0000-0000-000000000000}"/>
          </ac:spMkLst>
        </pc:spChg>
        <pc:spChg chg="add mod">
          <ac:chgData name="Đào Việt Cường" userId="0f13a9cd-9ec9-494e-9b0f-9b516429b511" providerId="ADAL" clId="{B62016BC-4E55-4A01-B047-72C271EE2116}" dt="2024-05-06T16:10:35.323" v="81"/>
          <ac:spMkLst>
            <pc:docMk/>
            <pc:sldMk cId="0" sldId="269"/>
            <ac:spMk id="9" creationId="{404AFFA7-86E8-E3E7-BEB7-1B460280F541}"/>
          </ac:spMkLst>
        </pc:spChg>
        <pc:spChg chg="add del mod">
          <ac:chgData name="Đào Việt Cường" userId="0f13a9cd-9ec9-494e-9b0f-9b516429b511" providerId="ADAL" clId="{B62016BC-4E55-4A01-B047-72C271EE2116}" dt="2024-05-06T16:11:15.857" v="91" actId="478"/>
          <ac:spMkLst>
            <pc:docMk/>
            <pc:sldMk cId="0" sldId="269"/>
            <ac:spMk id="11" creationId="{B259276F-033A-2B40-7B02-338BDD983FE9}"/>
          </ac:spMkLst>
        </pc:spChg>
      </pc:sldChg>
      <pc:sldChg chg="modSp mod">
        <pc:chgData name="Đào Việt Cường" userId="0f13a9cd-9ec9-494e-9b0f-9b516429b511" providerId="ADAL" clId="{B62016BC-4E55-4A01-B047-72C271EE2116}" dt="2024-05-06T17:29:08.940" v="1746" actId="122"/>
        <pc:sldMkLst>
          <pc:docMk/>
          <pc:sldMk cId="0" sldId="270"/>
        </pc:sldMkLst>
        <pc:spChg chg="mod">
          <ac:chgData name="Đào Việt Cường" userId="0f13a9cd-9ec9-494e-9b0f-9b516429b511" providerId="ADAL" clId="{B62016BC-4E55-4A01-B047-72C271EE2116}" dt="2024-05-06T17:29:08.940" v="1746" actId="122"/>
          <ac:spMkLst>
            <pc:docMk/>
            <pc:sldMk cId="0" sldId="270"/>
            <ac:spMk id="2" creationId="{00000000-0000-0000-0000-000000000000}"/>
          </ac:spMkLst>
        </pc:spChg>
      </pc:sldChg>
      <pc:sldChg chg="addSp delSp modSp mod">
        <pc:chgData name="Đào Việt Cường" userId="0f13a9cd-9ec9-494e-9b0f-9b516429b511" providerId="ADAL" clId="{B62016BC-4E55-4A01-B047-72C271EE2116}" dt="2024-05-06T16:15:25.690" v="333" actId="1035"/>
        <pc:sldMkLst>
          <pc:docMk/>
          <pc:sldMk cId="0" sldId="271"/>
        </pc:sldMkLst>
        <pc:spChg chg="del">
          <ac:chgData name="Đào Việt Cường" userId="0f13a9cd-9ec9-494e-9b0f-9b516429b511" providerId="ADAL" clId="{B62016BC-4E55-4A01-B047-72C271EE2116}" dt="2024-05-06T16:13:28.219" v="192" actId="478"/>
          <ac:spMkLst>
            <pc:docMk/>
            <pc:sldMk cId="0" sldId="271"/>
            <ac:spMk id="2" creationId="{00000000-0000-0000-0000-000000000000}"/>
          </ac:spMkLst>
        </pc:spChg>
        <pc:spChg chg="mod">
          <ac:chgData name="Đào Việt Cường" userId="0f13a9cd-9ec9-494e-9b0f-9b516429b511" providerId="ADAL" clId="{B62016BC-4E55-4A01-B047-72C271EE2116}" dt="2024-05-06T16:14:09.128" v="282" actId="1035"/>
          <ac:spMkLst>
            <pc:docMk/>
            <pc:sldMk cId="0" sldId="271"/>
            <ac:spMk id="6" creationId="{00000000-0000-0000-0000-000000000000}"/>
          </ac:spMkLst>
        </pc:spChg>
        <pc:spChg chg="mod">
          <ac:chgData name="Đào Việt Cường" userId="0f13a9cd-9ec9-494e-9b0f-9b516429b511" providerId="ADAL" clId="{B62016BC-4E55-4A01-B047-72C271EE2116}" dt="2024-05-06T16:14:34.918" v="322" actId="1037"/>
          <ac:spMkLst>
            <pc:docMk/>
            <pc:sldMk cId="0" sldId="271"/>
            <ac:spMk id="7" creationId="{00000000-0000-0000-0000-000000000000}"/>
          </ac:spMkLst>
        </pc:spChg>
        <pc:spChg chg="mod">
          <ac:chgData name="Đào Việt Cường" userId="0f13a9cd-9ec9-494e-9b0f-9b516429b511" providerId="ADAL" clId="{B62016BC-4E55-4A01-B047-72C271EE2116}" dt="2024-05-06T16:14:24.520" v="293" actId="1036"/>
          <ac:spMkLst>
            <pc:docMk/>
            <pc:sldMk cId="0" sldId="271"/>
            <ac:spMk id="8" creationId="{00000000-0000-0000-0000-000000000000}"/>
          </ac:spMkLst>
        </pc:spChg>
        <pc:spChg chg="mod">
          <ac:chgData name="Đào Việt Cường" userId="0f13a9cd-9ec9-494e-9b0f-9b516429b511" providerId="ADAL" clId="{B62016BC-4E55-4A01-B047-72C271EE2116}" dt="2024-05-06T16:14:09.128" v="282" actId="1035"/>
          <ac:spMkLst>
            <pc:docMk/>
            <pc:sldMk cId="0" sldId="271"/>
            <ac:spMk id="9" creationId="{00000000-0000-0000-0000-000000000000}"/>
          </ac:spMkLst>
        </pc:spChg>
        <pc:spChg chg="mod">
          <ac:chgData name="Đào Việt Cường" userId="0f13a9cd-9ec9-494e-9b0f-9b516429b511" providerId="ADAL" clId="{B62016BC-4E55-4A01-B047-72C271EE2116}" dt="2024-05-06T16:15:25.690" v="333" actId="1035"/>
          <ac:spMkLst>
            <pc:docMk/>
            <pc:sldMk cId="0" sldId="271"/>
            <ac:spMk id="10" creationId="{00000000-0000-0000-0000-000000000000}"/>
          </ac:spMkLst>
        </pc:spChg>
        <pc:spChg chg="mod">
          <ac:chgData name="Đào Việt Cường" userId="0f13a9cd-9ec9-494e-9b0f-9b516429b511" providerId="ADAL" clId="{B62016BC-4E55-4A01-B047-72C271EE2116}" dt="2024-05-06T16:15:25.690" v="333" actId="1035"/>
          <ac:spMkLst>
            <pc:docMk/>
            <pc:sldMk cId="0" sldId="271"/>
            <ac:spMk id="11" creationId="{00000000-0000-0000-0000-000000000000}"/>
          </ac:spMkLst>
        </pc:spChg>
        <pc:spChg chg="mod">
          <ac:chgData name="Đào Việt Cường" userId="0f13a9cd-9ec9-494e-9b0f-9b516429b511" providerId="ADAL" clId="{B62016BC-4E55-4A01-B047-72C271EE2116}" dt="2024-05-06T16:15:25.690" v="333" actId="1035"/>
          <ac:spMkLst>
            <pc:docMk/>
            <pc:sldMk cId="0" sldId="271"/>
            <ac:spMk id="12" creationId="{00000000-0000-0000-0000-000000000000}"/>
          </ac:spMkLst>
        </pc:spChg>
        <pc:spChg chg="mod">
          <ac:chgData name="Đào Việt Cường" userId="0f13a9cd-9ec9-494e-9b0f-9b516429b511" providerId="ADAL" clId="{B62016BC-4E55-4A01-B047-72C271EE2116}" dt="2024-05-06T16:15:25.690" v="333" actId="1035"/>
          <ac:spMkLst>
            <pc:docMk/>
            <pc:sldMk cId="0" sldId="271"/>
            <ac:spMk id="13" creationId="{00000000-0000-0000-0000-000000000000}"/>
          </ac:spMkLst>
        </pc:spChg>
        <pc:spChg chg="add mod">
          <ac:chgData name="Đào Việt Cường" userId="0f13a9cd-9ec9-494e-9b0f-9b516429b511" providerId="ADAL" clId="{B62016BC-4E55-4A01-B047-72C271EE2116}" dt="2024-05-06T16:15:25.690" v="333" actId="1035"/>
          <ac:spMkLst>
            <pc:docMk/>
            <pc:sldMk cId="0" sldId="271"/>
            <ac:spMk id="14" creationId="{21E8B5FC-1A50-4E9C-F5BC-EC877A64602D}"/>
          </ac:spMkLst>
        </pc:spChg>
        <pc:spChg chg="add del mod">
          <ac:chgData name="Đào Việt Cường" userId="0f13a9cd-9ec9-494e-9b0f-9b516429b511" providerId="ADAL" clId="{B62016BC-4E55-4A01-B047-72C271EE2116}" dt="2024-05-06T16:13:29.742" v="193" actId="478"/>
          <ac:spMkLst>
            <pc:docMk/>
            <pc:sldMk cId="0" sldId="271"/>
            <ac:spMk id="16" creationId="{1A7F0576-0634-29D3-088B-3CEB81FEEC4F}"/>
          </ac:spMkLst>
        </pc:spChg>
        <pc:grpChg chg="mod">
          <ac:chgData name="Đào Việt Cường" userId="0f13a9cd-9ec9-494e-9b0f-9b516429b511" providerId="ADAL" clId="{B62016BC-4E55-4A01-B047-72C271EE2116}" dt="2024-05-06T16:14:09.128" v="282" actId="1035"/>
          <ac:grpSpMkLst>
            <pc:docMk/>
            <pc:sldMk cId="0" sldId="271"/>
            <ac:grpSpMk id="3" creationId="{00000000-0000-0000-0000-000000000000}"/>
          </ac:grpSpMkLst>
        </pc:grpChg>
      </pc:sldChg>
      <pc:sldChg chg="modSp mod">
        <pc:chgData name="Đào Việt Cường" userId="0f13a9cd-9ec9-494e-9b0f-9b516429b511" providerId="ADAL" clId="{B62016BC-4E55-4A01-B047-72C271EE2116}" dt="2024-05-06T16:16:12.118" v="366" actId="20577"/>
        <pc:sldMkLst>
          <pc:docMk/>
          <pc:sldMk cId="0" sldId="272"/>
        </pc:sldMkLst>
        <pc:spChg chg="mod">
          <ac:chgData name="Đào Việt Cường" userId="0f13a9cd-9ec9-494e-9b0f-9b516429b511" providerId="ADAL" clId="{B62016BC-4E55-4A01-B047-72C271EE2116}" dt="2024-05-06T16:16:12.118" v="366" actId="20577"/>
          <ac:spMkLst>
            <pc:docMk/>
            <pc:sldMk cId="0" sldId="272"/>
            <ac:spMk id="2" creationId="{00000000-0000-0000-0000-000000000000}"/>
          </ac:spMkLst>
        </pc:spChg>
        <pc:spChg chg="mod">
          <ac:chgData name="Đào Việt Cường" userId="0f13a9cd-9ec9-494e-9b0f-9b516429b511" providerId="ADAL" clId="{B62016BC-4E55-4A01-B047-72C271EE2116}" dt="2024-05-06T16:15:20.879" v="329" actId="1035"/>
          <ac:spMkLst>
            <pc:docMk/>
            <pc:sldMk cId="0" sldId="272"/>
            <ac:spMk id="7" creationId="{00000000-0000-0000-0000-000000000000}"/>
          </ac:spMkLst>
        </pc:spChg>
        <pc:spChg chg="mod">
          <ac:chgData name="Đào Việt Cường" userId="0f13a9cd-9ec9-494e-9b0f-9b516429b511" providerId="ADAL" clId="{B62016BC-4E55-4A01-B047-72C271EE2116}" dt="2024-05-06T16:15:20.879" v="329" actId="1035"/>
          <ac:spMkLst>
            <pc:docMk/>
            <pc:sldMk cId="0" sldId="272"/>
            <ac:spMk id="8" creationId="{00000000-0000-0000-0000-000000000000}"/>
          </ac:spMkLst>
        </pc:spChg>
        <pc:spChg chg="mod">
          <ac:chgData name="Đào Việt Cường" userId="0f13a9cd-9ec9-494e-9b0f-9b516429b511" providerId="ADAL" clId="{B62016BC-4E55-4A01-B047-72C271EE2116}" dt="2024-05-06T16:15:52.359" v="354" actId="1035"/>
          <ac:spMkLst>
            <pc:docMk/>
            <pc:sldMk cId="0" sldId="272"/>
            <ac:spMk id="9" creationId="{00000000-0000-0000-0000-000000000000}"/>
          </ac:spMkLst>
        </pc:spChg>
        <pc:spChg chg="mod">
          <ac:chgData name="Đào Việt Cường" userId="0f13a9cd-9ec9-494e-9b0f-9b516429b511" providerId="ADAL" clId="{B62016BC-4E55-4A01-B047-72C271EE2116}" dt="2024-05-06T16:15:49.017" v="350" actId="1035"/>
          <ac:spMkLst>
            <pc:docMk/>
            <pc:sldMk cId="0" sldId="272"/>
            <ac:spMk id="10" creationId="{00000000-0000-0000-0000-000000000000}"/>
          </ac:spMkLst>
        </pc:spChg>
        <pc:spChg chg="mod">
          <ac:chgData name="Đào Việt Cường" userId="0f13a9cd-9ec9-494e-9b0f-9b516429b511" providerId="ADAL" clId="{B62016BC-4E55-4A01-B047-72C271EE2116}" dt="2024-05-06T16:15:20.879" v="329" actId="1035"/>
          <ac:spMkLst>
            <pc:docMk/>
            <pc:sldMk cId="0" sldId="272"/>
            <ac:spMk id="11" creationId="{00000000-0000-0000-0000-000000000000}"/>
          </ac:spMkLst>
        </pc:spChg>
      </pc:sldChg>
      <pc:sldChg chg="addSp delSp modSp mod modNotesTx">
        <pc:chgData name="Đào Việt Cường" userId="0f13a9cd-9ec9-494e-9b0f-9b516429b511" providerId="ADAL" clId="{B62016BC-4E55-4A01-B047-72C271EE2116}" dt="2024-05-06T16:43:08.066" v="932" actId="1036"/>
        <pc:sldMkLst>
          <pc:docMk/>
          <pc:sldMk cId="0" sldId="273"/>
        </pc:sldMkLst>
        <pc:spChg chg="mod">
          <ac:chgData name="Đào Việt Cường" userId="0f13a9cd-9ec9-494e-9b0f-9b516429b511" providerId="ADAL" clId="{B62016BC-4E55-4A01-B047-72C271EE2116}" dt="2024-05-06T16:43:03.938" v="919" actId="1076"/>
          <ac:spMkLst>
            <pc:docMk/>
            <pc:sldMk cId="0" sldId="273"/>
            <ac:spMk id="2" creationId="{00000000-0000-0000-0000-000000000000}"/>
          </ac:spMkLst>
        </pc:spChg>
        <pc:spChg chg="mod">
          <ac:chgData name="Đào Việt Cường" userId="0f13a9cd-9ec9-494e-9b0f-9b516429b511" providerId="ADAL" clId="{B62016BC-4E55-4A01-B047-72C271EE2116}" dt="2024-05-06T16:42:26.734" v="861" actId="1037"/>
          <ac:spMkLst>
            <pc:docMk/>
            <pc:sldMk cId="0" sldId="273"/>
            <ac:spMk id="6" creationId="{00000000-0000-0000-0000-000000000000}"/>
          </ac:spMkLst>
        </pc:spChg>
        <pc:spChg chg="mod">
          <ac:chgData name="Đào Việt Cường" userId="0f13a9cd-9ec9-494e-9b0f-9b516429b511" providerId="ADAL" clId="{B62016BC-4E55-4A01-B047-72C271EE2116}" dt="2024-05-06T16:42:52.197" v="889" actId="1076"/>
          <ac:spMkLst>
            <pc:docMk/>
            <pc:sldMk cId="0" sldId="273"/>
            <ac:spMk id="7" creationId="{00000000-0000-0000-0000-000000000000}"/>
          </ac:spMkLst>
        </pc:spChg>
        <pc:spChg chg="mod">
          <ac:chgData name="Đào Việt Cường" userId="0f13a9cd-9ec9-494e-9b0f-9b516429b511" providerId="ADAL" clId="{B62016BC-4E55-4A01-B047-72C271EE2116}" dt="2024-05-06T16:42:26.734" v="861" actId="1037"/>
          <ac:spMkLst>
            <pc:docMk/>
            <pc:sldMk cId="0" sldId="273"/>
            <ac:spMk id="8" creationId="{00000000-0000-0000-0000-000000000000}"/>
          </ac:spMkLst>
        </pc:spChg>
        <pc:spChg chg="mod">
          <ac:chgData name="Đào Việt Cường" userId="0f13a9cd-9ec9-494e-9b0f-9b516429b511" providerId="ADAL" clId="{B62016BC-4E55-4A01-B047-72C271EE2116}" dt="2024-05-06T16:43:08.066" v="932" actId="1036"/>
          <ac:spMkLst>
            <pc:docMk/>
            <pc:sldMk cId="0" sldId="273"/>
            <ac:spMk id="9" creationId="{00000000-0000-0000-0000-000000000000}"/>
          </ac:spMkLst>
        </pc:spChg>
        <pc:spChg chg="mod">
          <ac:chgData name="Đào Việt Cường" userId="0f13a9cd-9ec9-494e-9b0f-9b516429b511" providerId="ADAL" clId="{B62016BC-4E55-4A01-B047-72C271EE2116}" dt="2024-05-06T16:43:08.066" v="932" actId="1036"/>
          <ac:spMkLst>
            <pc:docMk/>
            <pc:sldMk cId="0" sldId="273"/>
            <ac:spMk id="10" creationId="{00000000-0000-0000-0000-000000000000}"/>
          </ac:spMkLst>
        </pc:spChg>
        <pc:spChg chg="mod">
          <ac:chgData name="Đào Việt Cường" userId="0f13a9cd-9ec9-494e-9b0f-9b516429b511" providerId="ADAL" clId="{B62016BC-4E55-4A01-B047-72C271EE2116}" dt="2024-05-06T16:43:08.066" v="932" actId="1036"/>
          <ac:spMkLst>
            <pc:docMk/>
            <pc:sldMk cId="0" sldId="273"/>
            <ac:spMk id="11" creationId="{00000000-0000-0000-0000-000000000000}"/>
          </ac:spMkLst>
        </pc:spChg>
        <pc:spChg chg="add del">
          <ac:chgData name="Đào Việt Cường" userId="0f13a9cd-9ec9-494e-9b0f-9b516429b511" providerId="ADAL" clId="{B62016BC-4E55-4A01-B047-72C271EE2116}" dt="2024-05-06T16:38:05.447" v="679" actId="478"/>
          <ac:spMkLst>
            <pc:docMk/>
            <pc:sldMk cId="0" sldId="273"/>
            <ac:spMk id="12" creationId="{00000000-0000-0000-0000-000000000000}"/>
          </ac:spMkLst>
        </pc:spChg>
        <pc:spChg chg="add del">
          <ac:chgData name="Đào Việt Cường" userId="0f13a9cd-9ec9-494e-9b0f-9b516429b511" providerId="ADAL" clId="{B62016BC-4E55-4A01-B047-72C271EE2116}" dt="2024-05-06T16:38:06.286" v="680" actId="478"/>
          <ac:spMkLst>
            <pc:docMk/>
            <pc:sldMk cId="0" sldId="273"/>
            <ac:spMk id="13" creationId="{00000000-0000-0000-0000-000000000000}"/>
          </ac:spMkLst>
        </pc:spChg>
        <pc:spChg chg="add del">
          <ac:chgData name="Đào Việt Cường" userId="0f13a9cd-9ec9-494e-9b0f-9b516429b511" providerId="ADAL" clId="{B62016BC-4E55-4A01-B047-72C271EE2116}" dt="2024-05-06T16:38:07.092" v="681" actId="478"/>
          <ac:spMkLst>
            <pc:docMk/>
            <pc:sldMk cId="0" sldId="273"/>
            <ac:spMk id="14" creationId="{00000000-0000-0000-0000-000000000000}"/>
          </ac:spMkLst>
        </pc:spChg>
        <pc:spChg chg="mod">
          <ac:chgData name="Đào Việt Cường" userId="0f13a9cd-9ec9-494e-9b0f-9b516429b511" providerId="ADAL" clId="{B62016BC-4E55-4A01-B047-72C271EE2116}" dt="2024-05-06T16:42:13.173" v="849" actId="552"/>
          <ac:spMkLst>
            <pc:docMk/>
            <pc:sldMk cId="0" sldId="273"/>
            <ac:spMk id="15" creationId="{00000000-0000-0000-0000-000000000000}"/>
          </ac:spMkLst>
        </pc:spChg>
        <pc:spChg chg="add del mod">
          <ac:chgData name="Đào Việt Cường" userId="0f13a9cd-9ec9-494e-9b0f-9b516429b511" providerId="ADAL" clId="{B62016BC-4E55-4A01-B047-72C271EE2116}" dt="2024-05-06T16:42:17.246" v="850" actId="14100"/>
          <ac:spMkLst>
            <pc:docMk/>
            <pc:sldMk cId="0" sldId="273"/>
            <ac:spMk id="18" creationId="{00000000-0000-0000-0000-000000000000}"/>
          </ac:spMkLst>
        </pc:spChg>
        <pc:spChg chg="add mod">
          <ac:chgData name="Đào Việt Cường" userId="0f13a9cd-9ec9-494e-9b0f-9b516429b511" providerId="ADAL" clId="{B62016BC-4E55-4A01-B047-72C271EE2116}" dt="2024-05-06T16:42:26.734" v="861" actId="1037"/>
          <ac:spMkLst>
            <pc:docMk/>
            <pc:sldMk cId="0" sldId="273"/>
            <ac:spMk id="20" creationId="{B966CBA2-CC4F-EE5C-78E2-4A37393BC7E6}"/>
          </ac:spMkLst>
        </pc:spChg>
        <pc:spChg chg="add mod">
          <ac:chgData name="Đào Việt Cường" userId="0f13a9cd-9ec9-494e-9b0f-9b516429b511" providerId="ADAL" clId="{B62016BC-4E55-4A01-B047-72C271EE2116}" dt="2024-05-06T16:42:26.734" v="861" actId="1037"/>
          <ac:spMkLst>
            <pc:docMk/>
            <pc:sldMk cId="0" sldId="273"/>
            <ac:spMk id="22" creationId="{53F0400D-62A1-77CD-1A30-7AC6E08BC693}"/>
          </ac:spMkLst>
        </pc:spChg>
        <pc:spChg chg="add mod">
          <ac:chgData name="Đào Việt Cường" userId="0f13a9cd-9ec9-494e-9b0f-9b516429b511" providerId="ADAL" clId="{B62016BC-4E55-4A01-B047-72C271EE2116}" dt="2024-05-06T16:42:26.734" v="861" actId="1037"/>
          <ac:spMkLst>
            <pc:docMk/>
            <pc:sldMk cId="0" sldId="273"/>
            <ac:spMk id="24" creationId="{24AC3707-CF74-2C25-5657-A8A891AFF9BE}"/>
          </ac:spMkLst>
        </pc:spChg>
        <pc:spChg chg="add mod">
          <ac:chgData name="Đào Việt Cường" userId="0f13a9cd-9ec9-494e-9b0f-9b516429b511" providerId="ADAL" clId="{B62016BC-4E55-4A01-B047-72C271EE2116}" dt="2024-05-06T16:42:26.734" v="861" actId="1037"/>
          <ac:spMkLst>
            <pc:docMk/>
            <pc:sldMk cId="0" sldId="273"/>
            <ac:spMk id="26" creationId="{910D14BA-FA80-A862-8C1F-7AD25922730E}"/>
          </ac:spMkLst>
        </pc:spChg>
        <pc:spChg chg="add del mod">
          <ac:chgData name="Đào Việt Cường" userId="0f13a9cd-9ec9-494e-9b0f-9b516429b511" providerId="ADAL" clId="{B62016BC-4E55-4A01-B047-72C271EE2116}" dt="2024-05-06T16:23:05.462" v="554" actId="478"/>
          <ac:spMkLst>
            <pc:docMk/>
            <pc:sldMk cId="0" sldId="273"/>
            <ac:spMk id="28" creationId="{941538CC-FFBA-961D-710C-B17C680FC0BB}"/>
          </ac:spMkLst>
        </pc:spChg>
        <pc:spChg chg="add mod">
          <ac:chgData name="Đào Việt Cường" userId="0f13a9cd-9ec9-494e-9b0f-9b516429b511" providerId="ADAL" clId="{B62016BC-4E55-4A01-B047-72C271EE2116}" dt="2024-05-06T16:42:26.734" v="861" actId="1037"/>
          <ac:spMkLst>
            <pc:docMk/>
            <pc:sldMk cId="0" sldId="273"/>
            <ac:spMk id="30" creationId="{098DAB19-1C38-49DA-D7FC-6B65B4DB97AF}"/>
          </ac:spMkLst>
        </pc:spChg>
        <pc:spChg chg="add mod">
          <ac:chgData name="Đào Việt Cường" userId="0f13a9cd-9ec9-494e-9b0f-9b516429b511" providerId="ADAL" clId="{B62016BC-4E55-4A01-B047-72C271EE2116}" dt="2024-05-06T16:42:26.734" v="861" actId="1037"/>
          <ac:spMkLst>
            <pc:docMk/>
            <pc:sldMk cId="0" sldId="273"/>
            <ac:spMk id="32" creationId="{3A8004CA-03EA-5FAA-E46E-9F7E06D63833}"/>
          </ac:spMkLst>
        </pc:spChg>
        <pc:spChg chg="add mod">
          <ac:chgData name="Đào Việt Cường" userId="0f13a9cd-9ec9-494e-9b0f-9b516429b511" providerId="ADAL" clId="{B62016BC-4E55-4A01-B047-72C271EE2116}" dt="2024-05-06T16:42:26.734" v="861" actId="1037"/>
          <ac:spMkLst>
            <pc:docMk/>
            <pc:sldMk cId="0" sldId="273"/>
            <ac:spMk id="33" creationId="{0CB2E5C0-5AE9-88DD-2697-069F9FB06B03}"/>
          </ac:spMkLst>
        </pc:spChg>
        <pc:spChg chg="add del mod">
          <ac:chgData name="Đào Việt Cường" userId="0f13a9cd-9ec9-494e-9b0f-9b516429b511" providerId="ADAL" clId="{B62016BC-4E55-4A01-B047-72C271EE2116}" dt="2024-05-06T16:42:46.057" v="885" actId="478"/>
          <ac:spMkLst>
            <pc:docMk/>
            <pc:sldMk cId="0" sldId="273"/>
            <ac:spMk id="34" creationId="{5786A6A7-A9C7-46DB-2A99-F809F9758C95}"/>
          </ac:spMkLst>
        </pc:spChg>
        <pc:spChg chg="add del mod">
          <ac:chgData name="Đào Việt Cường" userId="0f13a9cd-9ec9-494e-9b0f-9b516429b511" providerId="ADAL" clId="{B62016BC-4E55-4A01-B047-72C271EE2116}" dt="2024-05-06T16:42:47.374" v="886" actId="478"/>
          <ac:spMkLst>
            <pc:docMk/>
            <pc:sldMk cId="0" sldId="273"/>
            <ac:spMk id="35" creationId="{F48C8D56-FA70-BC68-0407-1C6A0C4D4DD8}"/>
          </ac:spMkLst>
        </pc:spChg>
        <pc:spChg chg="add del mod">
          <ac:chgData name="Đào Việt Cường" userId="0f13a9cd-9ec9-494e-9b0f-9b516429b511" providerId="ADAL" clId="{B62016BC-4E55-4A01-B047-72C271EE2116}" dt="2024-05-06T16:42:49.565" v="887" actId="478"/>
          <ac:spMkLst>
            <pc:docMk/>
            <pc:sldMk cId="0" sldId="273"/>
            <ac:spMk id="36" creationId="{C5823D13-D42B-1FEC-532A-2A4C9514A5B1}"/>
          </ac:spMkLst>
        </pc:spChg>
        <pc:spChg chg="add del mod">
          <ac:chgData name="Đào Việt Cường" userId="0f13a9cd-9ec9-494e-9b0f-9b516429b511" providerId="ADAL" clId="{B62016BC-4E55-4A01-B047-72C271EE2116}" dt="2024-05-06T16:42:45.367" v="884" actId="478"/>
          <ac:spMkLst>
            <pc:docMk/>
            <pc:sldMk cId="0" sldId="273"/>
            <ac:spMk id="37" creationId="{B15A0932-D6E3-9552-DA01-AC7A2D69F517}"/>
          </ac:spMkLst>
        </pc:spChg>
        <pc:spChg chg="add del mod">
          <ac:chgData name="Đào Việt Cường" userId="0f13a9cd-9ec9-494e-9b0f-9b516429b511" providerId="ADAL" clId="{B62016BC-4E55-4A01-B047-72C271EE2116}" dt="2024-05-06T16:42:42.325" v="881" actId="478"/>
          <ac:spMkLst>
            <pc:docMk/>
            <pc:sldMk cId="0" sldId="273"/>
            <ac:spMk id="40" creationId="{6E2B1D43-7CB5-AF8B-2F18-5B39E47489DA}"/>
          </ac:spMkLst>
        </pc:spChg>
        <pc:grpChg chg="mod">
          <ac:chgData name="Đào Việt Cường" userId="0f13a9cd-9ec9-494e-9b0f-9b516429b511" providerId="ADAL" clId="{B62016BC-4E55-4A01-B047-72C271EE2116}" dt="2024-05-06T16:43:08.066" v="932" actId="1036"/>
          <ac:grpSpMkLst>
            <pc:docMk/>
            <pc:sldMk cId="0" sldId="273"/>
            <ac:grpSpMk id="3" creationId="{00000000-0000-0000-0000-000000000000}"/>
          </ac:grpSpMkLst>
        </pc:grpChg>
        <pc:picChg chg="add del">
          <ac:chgData name="Đào Việt Cường" userId="0f13a9cd-9ec9-494e-9b0f-9b516429b511" providerId="ADAL" clId="{B62016BC-4E55-4A01-B047-72C271EE2116}" dt="2024-05-06T16:40:57.949" v="783" actId="478"/>
          <ac:picMkLst>
            <pc:docMk/>
            <pc:sldMk cId="0" sldId="273"/>
            <ac:picMk id="16" creationId="{00000000-0000-0000-0000-000000000000}"/>
          </ac:picMkLst>
        </pc:picChg>
        <pc:picChg chg="add del">
          <ac:chgData name="Đào Việt Cường" userId="0f13a9cd-9ec9-494e-9b0f-9b516429b511" providerId="ADAL" clId="{B62016BC-4E55-4A01-B047-72C271EE2116}" dt="2024-05-06T16:40:56.728" v="782" actId="478"/>
          <ac:picMkLst>
            <pc:docMk/>
            <pc:sldMk cId="0" sldId="273"/>
            <ac:picMk id="17" creationId="{00000000-0000-0000-0000-000000000000}"/>
          </ac:picMkLst>
        </pc:picChg>
        <pc:picChg chg="add del mod">
          <ac:chgData name="Đào Việt Cường" userId="0f13a9cd-9ec9-494e-9b0f-9b516429b511" providerId="ADAL" clId="{B62016BC-4E55-4A01-B047-72C271EE2116}" dt="2024-05-06T16:42:43.925" v="883" actId="478"/>
          <ac:picMkLst>
            <pc:docMk/>
            <pc:sldMk cId="0" sldId="273"/>
            <ac:picMk id="38" creationId="{C8F75511-ACFD-0597-EEC7-63FF28C6100A}"/>
          </ac:picMkLst>
        </pc:picChg>
        <pc:picChg chg="add del mod">
          <ac:chgData name="Đào Việt Cường" userId="0f13a9cd-9ec9-494e-9b0f-9b516429b511" providerId="ADAL" clId="{B62016BC-4E55-4A01-B047-72C271EE2116}" dt="2024-05-06T16:42:43.419" v="882" actId="478"/>
          <ac:picMkLst>
            <pc:docMk/>
            <pc:sldMk cId="0" sldId="273"/>
            <ac:picMk id="39" creationId="{85DFB31D-47C7-79B9-379C-7D435C770A52}"/>
          </ac:picMkLst>
        </pc:picChg>
      </pc:sldChg>
      <pc:sldChg chg="addSp delSp modSp mod modNotesTx">
        <pc:chgData name="Đào Việt Cường" userId="0f13a9cd-9ec9-494e-9b0f-9b516429b511" providerId="ADAL" clId="{B62016BC-4E55-4A01-B047-72C271EE2116}" dt="2024-05-06T17:17:48.058" v="1104" actId="20577"/>
        <pc:sldMkLst>
          <pc:docMk/>
          <pc:sldMk cId="0" sldId="274"/>
        </pc:sldMkLst>
        <pc:spChg chg="mod">
          <ac:chgData name="Đào Việt Cường" userId="0f13a9cd-9ec9-494e-9b0f-9b516429b511" providerId="ADAL" clId="{B62016BC-4E55-4A01-B047-72C271EE2116}" dt="2024-05-06T16:43:36.471" v="993" actId="20577"/>
          <ac:spMkLst>
            <pc:docMk/>
            <pc:sldMk cId="0" sldId="274"/>
            <ac:spMk id="2" creationId="{00000000-0000-0000-0000-000000000000}"/>
          </ac:spMkLst>
        </pc:spChg>
        <pc:spChg chg="mod">
          <ac:chgData name="Đào Việt Cường" userId="0f13a9cd-9ec9-494e-9b0f-9b516429b511" providerId="ADAL" clId="{B62016BC-4E55-4A01-B047-72C271EE2116}" dt="2024-05-06T17:01:03.556" v="1097" actId="20577"/>
          <ac:spMkLst>
            <pc:docMk/>
            <pc:sldMk cId="0" sldId="274"/>
            <ac:spMk id="3" creationId="{00000000-0000-0000-0000-000000000000}"/>
          </ac:spMkLst>
        </pc:spChg>
        <pc:spChg chg="mod">
          <ac:chgData name="Đào Việt Cường" userId="0f13a9cd-9ec9-494e-9b0f-9b516429b511" providerId="ADAL" clId="{B62016BC-4E55-4A01-B047-72C271EE2116}" dt="2024-05-06T17:17:48.058" v="1104" actId="20577"/>
          <ac:spMkLst>
            <pc:docMk/>
            <pc:sldMk cId="0" sldId="274"/>
            <ac:spMk id="10" creationId="{00000000-0000-0000-0000-000000000000}"/>
          </ac:spMkLst>
        </pc:spChg>
        <pc:spChg chg="add del mod">
          <ac:chgData name="Đào Việt Cường" userId="0f13a9cd-9ec9-494e-9b0f-9b516429b511" providerId="ADAL" clId="{B62016BC-4E55-4A01-B047-72C271EE2116}" dt="2024-05-06T17:00:58.498" v="1084" actId="478"/>
          <ac:spMkLst>
            <pc:docMk/>
            <pc:sldMk cId="0" sldId="274"/>
            <ac:spMk id="11" creationId="{D0739DB7-4C76-40E6-9CC6-56CFBF51A0EA}"/>
          </ac:spMkLst>
        </pc:spChg>
      </pc:sldChg>
      <pc:sldChg chg="modSp mod">
        <pc:chgData name="Đào Việt Cường" userId="0f13a9cd-9ec9-494e-9b0f-9b516429b511" providerId="ADAL" clId="{B62016BC-4E55-4A01-B047-72C271EE2116}" dt="2024-05-06T17:20:17.106" v="1303" actId="20577"/>
        <pc:sldMkLst>
          <pc:docMk/>
          <pc:sldMk cId="0" sldId="275"/>
        </pc:sldMkLst>
        <pc:spChg chg="mod">
          <ac:chgData name="Đào Việt Cường" userId="0f13a9cd-9ec9-494e-9b0f-9b516429b511" providerId="ADAL" clId="{B62016BC-4E55-4A01-B047-72C271EE2116}" dt="2024-05-06T17:18:05.426" v="1152" actId="20577"/>
          <ac:spMkLst>
            <pc:docMk/>
            <pc:sldMk cId="0" sldId="275"/>
            <ac:spMk id="7" creationId="{00000000-0000-0000-0000-000000000000}"/>
          </ac:spMkLst>
        </pc:spChg>
        <pc:spChg chg="mod">
          <ac:chgData name="Đào Việt Cường" userId="0f13a9cd-9ec9-494e-9b0f-9b516429b511" providerId="ADAL" clId="{B62016BC-4E55-4A01-B047-72C271EE2116}" dt="2024-05-06T17:20:17.106" v="1303" actId="20577"/>
          <ac:spMkLst>
            <pc:docMk/>
            <pc:sldMk cId="0" sldId="275"/>
            <ac:spMk id="8" creationId="{00000000-0000-0000-0000-000000000000}"/>
          </ac:spMkLst>
        </pc:spChg>
      </pc:sldChg>
      <pc:sldChg chg="modSp mod">
        <pc:chgData name="Đào Việt Cường" userId="0f13a9cd-9ec9-494e-9b0f-9b516429b511" providerId="ADAL" clId="{B62016BC-4E55-4A01-B047-72C271EE2116}" dt="2024-05-06T17:21:18.091" v="1327"/>
        <pc:sldMkLst>
          <pc:docMk/>
          <pc:sldMk cId="0" sldId="276"/>
        </pc:sldMkLst>
        <pc:spChg chg="mod">
          <ac:chgData name="Đào Việt Cường" userId="0f13a9cd-9ec9-494e-9b0f-9b516429b511" providerId="ADAL" clId="{B62016BC-4E55-4A01-B047-72C271EE2116}" dt="2024-05-06T17:20:54.877" v="1305" actId="14100"/>
          <ac:spMkLst>
            <pc:docMk/>
            <pc:sldMk cId="0" sldId="276"/>
            <ac:spMk id="2" creationId="{00000000-0000-0000-0000-000000000000}"/>
          </ac:spMkLst>
        </pc:spChg>
        <pc:spChg chg="mod">
          <ac:chgData name="Đào Việt Cường" userId="0f13a9cd-9ec9-494e-9b0f-9b516429b511" providerId="ADAL" clId="{B62016BC-4E55-4A01-B047-72C271EE2116}" dt="2024-05-06T17:21:18.091" v="1327"/>
          <ac:spMkLst>
            <pc:docMk/>
            <pc:sldMk cId="0" sldId="276"/>
            <ac:spMk id="3" creationId="{00000000-0000-0000-0000-000000000000}"/>
          </ac:spMkLst>
        </pc:spChg>
      </pc:sldChg>
      <pc:sldChg chg="addSp delSp modSp mod">
        <pc:chgData name="Đào Việt Cường" userId="0f13a9cd-9ec9-494e-9b0f-9b516429b511" providerId="ADAL" clId="{B62016BC-4E55-4A01-B047-72C271EE2116}" dt="2024-05-06T17:21:48.701" v="1368"/>
        <pc:sldMkLst>
          <pc:docMk/>
          <pc:sldMk cId="0" sldId="277"/>
        </pc:sldMkLst>
        <pc:spChg chg="del">
          <ac:chgData name="Đào Việt Cường" userId="0f13a9cd-9ec9-494e-9b0f-9b516429b511" providerId="ADAL" clId="{B62016BC-4E55-4A01-B047-72C271EE2116}" dt="2024-05-06T17:21:29.882" v="1328" actId="478"/>
          <ac:spMkLst>
            <pc:docMk/>
            <pc:sldMk cId="0" sldId="277"/>
            <ac:spMk id="2" creationId="{00000000-0000-0000-0000-000000000000}"/>
          </ac:spMkLst>
        </pc:spChg>
        <pc:spChg chg="mod">
          <ac:chgData name="Đào Việt Cường" userId="0f13a9cd-9ec9-494e-9b0f-9b516429b511" providerId="ADAL" clId="{B62016BC-4E55-4A01-B047-72C271EE2116}" dt="2024-05-06T17:21:48.701" v="1368"/>
          <ac:spMkLst>
            <pc:docMk/>
            <pc:sldMk cId="0" sldId="277"/>
            <ac:spMk id="3" creationId="{00000000-0000-0000-0000-000000000000}"/>
          </ac:spMkLst>
        </pc:spChg>
        <pc:spChg chg="add del mod">
          <ac:chgData name="Đào Việt Cường" userId="0f13a9cd-9ec9-494e-9b0f-9b516429b511" providerId="ADAL" clId="{B62016BC-4E55-4A01-B047-72C271EE2116}" dt="2024-05-06T17:21:33.122" v="1331" actId="478"/>
          <ac:spMkLst>
            <pc:docMk/>
            <pc:sldMk cId="0" sldId="277"/>
            <ac:spMk id="7" creationId="{8BA9F2A1-7AFD-0440-2565-0B90923AA9F8}"/>
          </ac:spMkLst>
        </pc:spChg>
        <pc:spChg chg="add del mod">
          <ac:chgData name="Đào Việt Cường" userId="0f13a9cd-9ec9-494e-9b0f-9b516429b511" providerId="ADAL" clId="{B62016BC-4E55-4A01-B047-72C271EE2116}" dt="2024-05-06T17:21:32.557" v="1330" actId="478"/>
          <ac:spMkLst>
            <pc:docMk/>
            <pc:sldMk cId="0" sldId="277"/>
            <ac:spMk id="8" creationId="{A616FAD3-9745-FD9E-7714-6474B1165291}"/>
          </ac:spMkLst>
        </pc:spChg>
        <pc:spChg chg="add mod">
          <ac:chgData name="Đào Việt Cường" userId="0f13a9cd-9ec9-494e-9b0f-9b516429b511" providerId="ADAL" clId="{B62016BC-4E55-4A01-B047-72C271EE2116}" dt="2024-05-06T17:21:33.848" v="1332"/>
          <ac:spMkLst>
            <pc:docMk/>
            <pc:sldMk cId="0" sldId="277"/>
            <ac:spMk id="9" creationId="{560A5D02-F1B3-5DDF-8071-9D58B763BF65}"/>
          </ac:spMkLst>
        </pc:spChg>
      </pc:sldChg>
      <pc:sldChg chg="delSp modSp mod">
        <pc:chgData name="Đào Việt Cường" userId="0f13a9cd-9ec9-494e-9b0f-9b516429b511" providerId="ADAL" clId="{B62016BC-4E55-4A01-B047-72C271EE2116}" dt="2024-05-06T17:28:39.119" v="1687"/>
        <pc:sldMkLst>
          <pc:docMk/>
          <pc:sldMk cId="0" sldId="278"/>
        </pc:sldMkLst>
        <pc:spChg chg="mod">
          <ac:chgData name="Đào Việt Cường" userId="0f13a9cd-9ec9-494e-9b0f-9b516429b511" providerId="ADAL" clId="{B62016BC-4E55-4A01-B047-72C271EE2116}" dt="2024-05-06T17:26:38.068" v="1374" actId="20577"/>
          <ac:spMkLst>
            <pc:docMk/>
            <pc:sldMk cId="0" sldId="278"/>
            <ac:spMk id="2" creationId="{00000000-0000-0000-0000-000000000000}"/>
          </ac:spMkLst>
        </pc:spChg>
        <pc:spChg chg="del mod">
          <ac:chgData name="Đào Việt Cường" userId="0f13a9cd-9ec9-494e-9b0f-9b516429b511" providerId="ADAL" clId="{B62016BC-4E55-4A01-B047-72C271EE2116}" dt="2024-05-06T17:28:39.119" v="1687"/>
          <ac:spMkLst>
            <pc:docMk/>
            <pc:sldMk cId="0" sldId="278"/>
            <ac:spMk id="3" creationId="{00000000-0000-0000-0000-000000000000}"/>
          </ac:spMkLst>
        </pc:spChg>
        <pc:spChg chg="mod">
          <ac:chgData name="Đào Việt Cường" userId="0f13a9cd-9ec9-494e-9b0f-9b516429b511" providerId="ADAL" clId="{B62016BC-4E55-4A01-B047-72C271EE2116}" dt="2024-05-06T17:26:43.890" v="1375" actId="1076"/>
          <ac:spMkLst>
            <pc:docMk/>
            <pc:sldMk cId="0" sldId="278"/>
            <ac:spMk id="4" creationId="{00000000-0000-0000-0000-000000000000}"/>
          </ac:spMkLst>
        </pc:spChg>
        <pc:spChg chg="mod">
          <ac:chgData name="Đào Việt Cường" userId="0f13a9cd-9ec9-494e-9b0f-9b516429b511" providerId="ADAL" clId="{B62016BC-4E55-4A01-B047-72C271EE2116}" dt="2024-05-06T17:28:36.573" v="1685" actId="20577"/>
          <ac:spMkLst>
            <pc:docMk/>
            <pc:sldMk cId="0" sldId="278"/>
            <ac:spMk id="9" creationId="{00000000-0000-0000-0000-000000000000}"/>
          </ac:spMkLst>
        </pc:spChg>
      </pc:sldChg>
      <pc:sldChg chg="modSp mod">
        <pc:chgData name="Đào Việt Cường" userId="0f13a9cd-9ec9-494e-9b0f-9b516429b511" providerId="ADAL" clId="{B62016BC-4E55-4A01-B047-72C271EE2116}" dt="2024-05-06T17:28:53.197" v="1719" actId="122"/>
        <pc:sldMkLst>
          <pc:docMk/>
          <pc:sldMk cId="0" sldId="279"/>
        </pc:sldMkLst>
        <pc:spChg chg="mod">
          <ac:chgData name="Đào Việt Cường" userId="0f13a9cd-9ec9-494e-9b0f-9b516429b511" providerId="ADAL" clId="{B62016BC-4E55-4A01-B047-72C271EE2116}" dt="2024-05-06T17:28:53.197" v="1719" actId="122"/>
          <ac:spMkLst>
            <pc:docMk/>
            <pc:sldMk cId="0" sldId="279"/>
            <ac:spMk id="2" creationId="{00000000-0000-0000-0000-000000000000}"/>
          </ac:spMkLst>
        </pc:spChg>
      </pc:sldChg>
      <pc:sldChg chg="delSp modSp mod">
        <pc:chgData name="Đào Việt Cường" userId="0f13a9cd-9ec9-494e-9b0f-9b516429b511" providerId="ADAL" clId="{B62016BC-4E55-4A01-B047-72C271EE2116}" dt="2024-05-06T17:31:07.454" v="1908" actId="207"/>
        <pc:sldMkLst>
          <pc:docMk/>
          <pc:sldMk cId="0" sldId="280"/>
        </pc:sldMkLst>
        <pc:spChg chg="del">
          <ac:chgData name="Đào Việt Cường" userId="0f13a9cd-9ec9-494e-9b0f-9b516429b511" providerId="ADAL" clId="{B62016BC-4E55-4A01-B047-72C271EE2116}" dt="2024-05-06T17:29:40.694" v="1809" actId="478"/>
          <ac:spMkLst>
            <pc:docMk/>
            <pc:sldMk cId="0" sldId="280"/>
            <ac:spMk id="4" creationId="{00000000-0000-0000-0000-000000000000}"/>
          </ac:spMkLst>
        </pc:spChg>
        <pc:spChg chg="mod">
          <ac:chgData name="Đào Việt Cường" userId="0f13a9cd-9ec9-494e-9b0f-9b516429b511" providerId="ADAL" clId="{B62016BC-4E55-4A01-B047-72C271EE2116}" dt="2024-05-06T17:31:07.454" v="1908" actId="207"/>
          <ac:spMkLst>
            <pc:docMk/>
            <pc:sldMk cId="0" sldId="280"/>
            <ac:spMk id="5" creationId="{00000000-0000-0000-0000-000000000000}"/>
          </ac:spMkLst>
        </pc:spChg>
        <pc:picChg chg="del">
          <ac:chgData name="Đào Việt Cường" userId="0f13a9cd-9ec9-494e-9b0f-9b516429b511" providerId="ADAL" clId="{B62016BC-4E55-4A01-B047-72C271EE2116}" dt="2024-05-06T17:29:39.282" v="1808" actId="478"/>
          <ac:picMkLst>
            <pc:docMk/>
            <pc:sldMk cId="0" sldId="280"/>
            <ac:picMk id="3" creationId="{00000000-0000-0000-0000-000000000000}"/>
          </ac:picMkLst>
        </pc:picChg>
      </pc:sldChg>
      <pc:sldChg chg="modSp mod">
        <pc:chgData name="Đào Việt Cường" userId="0f13a9cd-9ec9-494e-9b0f-9b516429b511" providerId="ADAL" clId="{B62016BC-4E55-4A01-B047-72C271EE2116}" dt="2024-05-06T17:31:18.346" v="1916" actId="20577"/>
        <pc:sldMkLst>
          <pc:docMk/>
          <pc:sldMk cId="0" sldId="281"/>
        </pc:sldMkLst>
        <pc:spChg chg="mod">
          <ac:chgData name="Đào Việt Cường" userId="0f13a9cd-9ec9-494e-9b0f-9b516429b511" providerId="ADAL" clId="{B62016BC-4E55-4A01-B047-72C271EE2116}" dt="2024-05-06T17:31:18.346" v="1916" actId="20577"/>
          <ac:spMkLst>
            <pc:docMk/>
            <pc:sldMk cId="0" sldId="281"/>
            <ac:spMk id="2" creationId="{00000000-0000-0000-0000-000000000000}"/>
          </ac:spMkLst>
        </pc:spChg>
      </pc:sldChg>
      <pc:sldChg chg="modSp mod">
        <pc:chgData name="Đào Việt Cường" userId="0f13a9cd-9ec9-494e-9b0f-9b516429b511" providerId="ADAL" clId="{B62016BC-4E55-4A01-B047-72C271EE2116}" dt="2024-05-06T17:32:19.793" v="1932" actId="20577"/>
        <pc:sldMkLst>
          <pc:docMk/>
          <pc:sldMk cId="0" sldId="282"/>
        </pc:sldMkLst>
        <pc:spChg chg="mod">
          <ac:chgData name="Đào Việt Cường" userId="0f13a9cd-9ec9-494e-9b0f-9b516429b511" providerId="ADAL" clId="{B62016BC-4E55-4A01-B047-72C271EE2116}" dt="2024-05-06T17:32:19.793" v="1932" actId="20577"/>
          <ac:spMkLst>
            <pc:docMk/>
            <pc:sldMk cId="0" sldId="282"/>
            <ac:spMk id="7" creationId="{00000000-0000-0000-0000-000000000000}"/>
          </ac:spMkLst>
        </pc:spChg>
      </pc:sldChg>
      <pc:sldChg chg="modSp mod modNotesTx">
        <pc:chgData name="Đào Việt Cường" userId="0f13a9cd-9ec9-494e-9b0f-9b516429b511" providerId="ADAL" clId="{B62016BC-4E55-4A01-B047-72C271EE2116}" dt="2024-05-06T17:33:16.511" v="1943"/>
        <pc:sldMkLst>
          <pc:docMk/>
          <pc:sldMk cId="0" sldId="283"/>
        </pc:sldMkLst>
        <pc:spChg chg="mod">
          <ac:chgData name="Đào Việt Cường" userId="0f13a9cd-9ec9-494e-9b0f-9b516429b511" providerId="ADAL" clId="{B62016BC-4E55-4A01-B047-72C271EE2116}" dt="2024-05-06T17:32:34.197" v="1933"/>
          <ac:spMkLst>
            <pc:docMk/>
            <pc:sldMk cId="0" sldId="283"/>
            <ac:spMk id="2" creationId="{00000000-0000-0000-0000-000000000000}"/>
          </ac:spMkLst>
        </pc:spChg>
        <pc:spChg chg="mod">
          <ac:chgData name="Đào Việt Cường" userId="0f13a9cd-9ec9-494e-9b0f-9b516429b511" providerId="ADAL" clId="{B62016BC-4E55-4A01-B047-72C271EE2116}" dt="2024-05-06T17:32:40.547" v="1941" actId="20577"/>
          <ac:spMkLst>
            <pc:docMk/>
            <pc:sldMk cId="0" sldId="283"/>
            <ac:spMk id="15" creationId="{00000000-0000-0000-0000-000000000000}"/>
          </ac:spMkLst>
        </pc:spChg>
      </pc:sldChg>
      <pc:sldChg chg="modSp mod modNotesTx">
        <pc:chgData name="Đào Việt Cường" userId="0f13a9cd-9ec9-494e-9b0f-9b516429b511" providerId="ADAL" clId="{B62016BC-4E55-4A01-B047-72C271EE2116}" dt="2024-05-06T17:35:10.622" v="2074" actId="1076"/>
        <pc:sldMkLst>
          <pc:docMk/>
          <pc:sldMk cId="0" sldId="284"/>
        </pc:sldMkLst>
        <pc:spChg chg="mod">
          <ac:chgData name="Đào Việt Cường" userId="0f13a9cd-9ec9-494e-9b0f-9b516429b511" providerId="ADAL" clId="{B62016BC-4E55-4A01-B047-72C271EE2116}" dt="2024-05-06T17:33:59.761" v="1966" actId="20577"/>
          <ac:spMkLst>
            <pc:docMk/>
            <pc:sldMk cId="0" sldId="284"/>
            <ac:spMk id="2" creationId="{00000000-0000-0000-0000-000000000000}"/>
          </ac:spMkLst>
        </pc:spChg>
        <pc:spChg chg="mod">
          <ac:chgData name="Đào Việt Cường" userId="0f13a9cd-9ec9-494e-9b0f-9b516429b511" providerId="ADAL" clId="{B62016BC-4E55-4A01-B047-72C271EE2116}" dt="2024-05-06T17:35:10.622" v="2074" actId="1076"/>
          <ac:spMkLst>
            <pc:docMk/>
            <pc:sldMk cId="0" sldId="284"/>
            <ac:spMk id="4" creationId="{00000000-0000-0000-0000-000000000000}"/>
          </ac:spMkLst>
        </pc:spChg>
      </pc:sldChg>
      <pc:sldChg chg="modSp mod">
        <pc:chgData name="Đào Việt Cường" userId="0f13a9cd-9ec9-494e-9b0f-9b516429b511" providerId="ADAL" clId="{B62016BC-4E55-4A01-B047-72C271EE2116}" dt="2024-05-06T17:36:52.148" v="2075"/>
        <pc:sldMkLst>
          <pc:docMk/>
          <pc:sldMk cId="0" sldId="285"/>
        </pc:sldMkLst>
        <pc:spChg chg="mod">
          <ac:chgData name="Đào Việt Cường" userId="0f13a9cd-9ec9-494e-9b0f-9b516429b511" providerId="ADAL" clId="{B62016BC-4E55-4A01-B047-72C271EE2116}" dt="2024-05-06T17:36:52.148" v="2075"/>
          <ac:spMkLst>
            <pc:docMk/>
            <pc:sldMk cId="0" sldId="285"/>
            <ac:spMk id="30" creationId="{00000000-0000-0000-0000-000000000000}"/>
          </ac:spMkLst>
        </pc:spChg>
      </pc:sldChg>
      <pc:sldChg chg="delSp modSp mod">
        <pc:chgData name="Đào Việt Cường" userId="0f13a9cd-9ec9-494e-9b0f-9b516429b511" providerId="ADAL" clId="{B62016BC-4E55-4A01-B047-72C271EE2116}" dt="2024-05-06T17:40:16.504" v="2137" actId="14100"/>
        <pc:sldMkLst>
          <pc:docMk/>
          <pc:sldMk cId="0" sldId="286"/>
        </pc:sldMkLst>
        <pc:spChg chg="mod">
          <ac:chgData name="Đào Việt Cường" userId="0f13a9cd-9ec9-494e-9b0f-9b516429b511" providerId="ADAL" clId="{B62016BC-4E55-4A01-B047-72C271EE2116}" dt="2024-05-06T17:40:16.504" v="2137" actId="14100"/>
          <ac:spMkLst>
            <pc:docMk/>
            <pc:sldMk cId="0" sldId="286"/>
            <ac:spMk id="7" creationId="{00000000-0000-0000-0000-000000000000}"/>
          </ac:spMkLst>
        </pc:spChg>
        <pc:spChg chg="del">
          <ac:chgData name="Đào Việt Cường" userId="0f13a9cd-9ec9-494e-9b0f-9b516429b511" providerId="ADAL" clId="{B62016BC-4E55-4A01-B047-72C271EE2116}" dt="2024-05-06T17:39:07.059" v="2076" actId="478"/>
          <ac:spMkLst>
            <pc:docMk/>
            <pc:sldMk cId="0" sldId="286"/>
            <ac:spMk id="8" creationId="{00000000-0000-0000-0000-000000000000}"/>
          </ac:spMkLst>
        </pc:spChg>
      </pc:sldChg>
      <pc:sldChg chg="modNotesTx">
        <pc:chgData name="Đào Việt Cường" userId="0f13a9cd-9ec9-494e-9b0f-9b516429b511" providerId="ADAL" clId="{B62016BC-4E55-4A01-B047-72C271EE2116}" dt="2024-05-06T17:43:02.228" v="2138"/>
        <pc:sldMkLst>
          <pc:docMk/>
          <pc:sldMk cId="0" sldId="287"/>
        </pc:sldMkLst>
      </pc:sldChg>
      <pc:sldChg chg="delSp modSp mod">
        <pc:chgData name="Đào Việt Cường" userId="0f13a9cd-9ec9-494e-9b0f-9b516429b511" providerId="ADAL" clId="{B62016BC-4E55-4A01-B047-72C271EE2116}" dt="2024-05-06T17:44:02.603" v="2151" actId="478"/>
        <pc:sldMkLst>
          <pc:docMk/>
          <pc:sldMk cId="0" sldId="288"/>
        </pc:sldMkLst>
        <pc:spChg chg="mod">
          <ac:chgData name="Đào Việt Cường" userId="0f13a9cd-9ec9-494e-9b0f-9b516429b511" providerId="ADAL" clId="{B62016BC-4E55-4A01-B047-72C271EE2116}" dt="2024-05-06T17:43:53.017" v="2150" actId="20577"/>
          <ac:spMkLst>
            <pc:docMk/>
            <pc:sldMk cId="0" sldId="288"/>
            <ac:spMk id="2" creationId="{00000000-0000-0000-0000-000000000000}"/>
          </ac:spMkLst>
        </pc:spChg>
        <pc:spChg chg="del">
          <ac:chgData name="Đào Việt Cường" userId="0f13a9cd-9ec9-494e-9b0f-9b516429b511" providerId="ADAL" clId="{B62016BC-4E55-4A01-B047-72C271EE2116}" dt="2024-05-06T17:44:02.603" v="2151" actId="478"/>
          <ac:spMkLst>
            <pc:docMk/>
            <pc:sldMk cId="0" sldId="288"/>
            <ac:spMk id="16" creationId="{00000000-0000-0000-0000-000000000000}"/>
          </ac:spMkLst>
        </pc:spChg>
      </pc:sldChg>
      <pc:sldChg chg="addSp modSp mod">
        <pc:chgData name="Đào Việt Cường" userId="0f13a9cd-9ec9-494e-9b0f-9b516429b511" providerId="ADAL" clId="{B62016BC-4E55-4A01-B047-72C271EE2116}" dt="2024-05-06T18:09:41.882" v="2479" actId="1076"/>
        <pc:sldMkLst>
          <pc:docMk/>
          <pc:sldMk cId="0" sldId="290"/>
        </pc:sldMkLst>
        <pc:picChg chg="mod">
          <ac:chgData name="Đào Việt Cường" userId="0f13a9cd-9ec9-494e-9b0f-9b516429b511" providerId="ADAL" clId="{B62016BC-4E55-4A01-B047-72C271EE2116}" dt="2024-05-06T18:09:39.025" v="2477" actId="1076"/>
          <ac:picMkLst>
            <pc:docMk/>
            <pc:sldMk cId="0" sldId="290"/>
            <ac:picMk id="4" creationId="{00000000-0000-0000-0000-000000000000}"/>
          </ac:picMkLst>
        </pc:picChg>
        <pc:picChg chg="add mod">
          <ac:chgData name="Đào Việt Cường" userId="0f13a9cd-9ec9-494e-9b0f-9b516429b511" providerId="ADAL" clId="{B62016BC-4E55-4A01-B047-72C271EE2116}" dt="2024-05-06T18:09:41.882" v="2479" actId="1076"/>
          <ac:picMkLst>
            <pc:docMk/>
            <pc:sldMk cId="0" sldId="290"/>
            <ac:picMk id="6" creationId="{C6B15E87-E0AB-EE84-1B24-542C7F2F0FC9}"/>
          </ac:picMkLst>
        </pc:picChg>
      </pc:sldChg>
      <pc:sldChg chg="modSp mod">
        <pc:chgData name="Đào Việt Cường" userId="0f13a9cd-9ec9-494e-9b0f-9b516429b511" providerId="ADAL" clId="{B62016BC-4E55-4A01-B047-72C271EE2116}" dt="2024-05-06T17:47:11.309" v="2274" actId="1035"/>
        <pc:sldMkLst>
          <pc:docMk/>
          <pc:sldMk cId="0" sldId="291"/>
        </pc:sldMkLst>
        <pc:spChg chg="mod">
          <ac:chgData name="Đào Việt Cường" userId="0f13a9cd-9ec9-494e-9b0f-9b516429b511" providerId="ADAL" clId="{B62016BC-4E55-4A01-B047-72C271EE2116}" dt="2024-05-06T17:44:53.046" v="2155" actId="20577"/>
          <ac:spMkLst>
            <pc:docMk/>
            <pc:sldMk cId="0" sldId="291"/>
            <ac:spMk id="2" creationId="{00000000-0000-0000-0000-000000000000}"/>
          </ac:spMkLst>
        </pc:spChg>
        <pc:spChg chg="mod">
          <ac:chgData name="Đào Việt Cường" userId="0f13a9cd-9ec9-494e-9b0f-9b516429b511" providerId="ADAL" clId="{B62016BC-4E55-4A01-B047-72C271EE2116}" dt="2024-05-06T17:45:01.468" v="2156"/>
          <ac:spMkLst>
            <pc:docMk/>
            <pc:sldMk cId="0" sldId="291"/>
            <ac:spMk id="3" creationId="{00000000-0000-0000-0000-000000000000}"/>
          </ac:spMkLst>
        </pc:spChg>
        <pc:spChg chg="mod">
          <ac:chgData name="Đào Việt Cường" userId="0f13a9cd-9ec9-494e-9b0f-9b516429b511" providerId="ADAL" clId="{B62016BC-4E55-4A01-B047-72C271EE2116}" dt="2024-05-06T17:47:11.309" v="2274" actId="1035"/>
          <ac:spMkLst>
            <pc:docMk/>
            <pc:sldMk cId="0" sldId="291"/>
            <ac:spMk id="4" creationId="{00000000-0000-0000-0000-000000000000}"/>
          </ac:spMkLst>
        </pc:spChg>
        <pc:spChg chg="mod">
          <ac:chgData name="Đào Việt Cường" userId="0f13a9cd-9ec9-494e-9b0f-9b516429b511" providerId="ADAL" clId="{B62016BC-4E55-4A01-B047-72C271EE2116}" dt="2024-05-06T17:47:11.309" v="2274" actId="1035"/>
          <ac:spMkLst>
            <pc:docMk/>
            <pc:sldMk cId="0" sldId="291"/>
            <ac:spMk id="9" creationId="{00000000-0000-0000-0000-000000000000}"/>
          </ac:spMkLst>
        </pc:spChg>
      </pc:sldChg>
      <pc:sldChg chg="del">
        <pc:chgData name="Đào Việt Cường" userId="0f13a9cd-9ec9-494e-9b0f-9b516429b511" providerId="ADAL" clId="{B62016BC-4E55-4A01-B047-72C271EE2116}" dt="2024-05-06T17:47:18.469" v="2275" actId="47"/>
        <pc:sldMkLst>
          <pc:docMk/>
          <pc:sldMk cId="0" sldId="292"/>
        </pc:sldMkLst>
      </pc:sldChg>
      <pc:sldChg chg="addSp delSp modSp mod">
        <pc:chgData name="Đào Việt Cường" userId="0f13a9cd-9ec9-494e-9b0f-9b516429b511" providerId="ADAL" clId="{B62016BC-4E55-4A01-B047-72C271EE2116}" dt="2024-05-06T17:57:06.868" v="2379" actId="1076"/>
        <pc:sldMkLst>
          <pc:docMk/>
          <pc:sldMk cId="0" sldId="293"/>
        </pc:sldMkLst>
        <pc:spChg chg="del">
          <ac:chgData name="Đào Việt Cường" userId="0f13a9cd-9ec9-494e-9b0f-9b516429b511" providerId="ADAL" clId="{B62016BC-4E55-4A01-B047-72C271EE2116}" dt="2024-05-06T17:47:53.326" v="2276" actId="478"/>
          <ac:spMkLst>
            <pc:docMk/>
            <pc:sldMk cId="0" sldId="293"/>
            <ac:spMk id="2" creationId="{00000000-0000-0000-0000-000000000000}"/>
          </ac:spMkLst>
        </pc:spChg>
        <pc:spChg chg="del">
          <ac:chgData name="Đào Việt Cường" userId="0f13a9cd-9ec9-494e-9b0f-9b516429b511" providerId="ADAL" clId="{B62016BC-4E55-4A01-B047-72C271EE2116}" dt="2024-05-06T17:47:53.326" v="2276" actId="478"/>
          <ac:spMkLst>
            <pc:docMk/>
            <pc:sldMk cId="0" sldId="293"/>
            <ac:spMk id="3" creationId="{00000000-0000-0000-0000-000000000000}"/>
          </ac:spMkLst>
        </pc:spChg>
        <pc:spChg chg="del">
          <ac:chgData name="Đào Việt Cường" userId="0f13a9cd-9ec9-494e-9b0f-9b516429b511" providerId="ADAL" clId="{B62016BC-4E55-4A01-B047-72C271EE2116}" dt="2024-05-06T17:47:53.326" v="2276" actId="478"/>
          <ac:spMkLst>
            <pc:docMk/>
            <pc:sldMk cId="0" sldId="293"/>
            <ac:spMk id="4" creationId="{00000000-0000-0000-0000-000000000000}"/>
          </ac:spMkLst>
        </pc:spChg>
        <pc:spChg chg="add mod">
          <ac:chgData name="Đào Việt Cường" userId="0f13a9cd-9ec9-494e-9b0f-9b516429b511" providerId="ADAL" clId="{B62016BC-4E55-4A01-B047-72C271EE2116}" dt="2024-05-06T17:48:08.118" v="2324" actId="1076"/>
          <ac:spMkLst>
            <pc:docMk/>
            <pc:sldMk cId="0" sldId="293"/>
            <ac:spMk id="7" creationId="{D8D02565-F3FD-3B4A-92E6-59E8743AE636}"/>
          </ac:spMkLst>
        </pc:spChg>
        <pc:spChg chg="add mod">
          <ac:chgData name="Đào Việt Cường" userId="0f13a9cd-9ec9-494e-9b0f-9b516429b511" providerId="ADAL" clId="{B62016BC-4E55-4A01-B047-72C271EE2116}" dt="2024-05-06T17:48:26.469" v="2343" actId="1076"/>
          <ac:spMkLst>
            <pc:docMk/>
            <pc:sldMk cId="0" sldId="293"/>
            <ac:spMk id="8" creationId="{88D614EB-2FFC-2B79-071F-4109E9EB48D4}"/>
          </ac:spMkLst>
        </pc:spChg>
        <pc:spChg chg="add del">
          <ac:chgData name="Đào Việt Cường" userId="0f13a9cd-9ec9-494e-9b0f-9b516429b511" providerId="ADAL" clId="{B62016BC-4E55-4A01-B047-72C271EE2116}" dt="2024-05-06T17:55:59.664" v="2363" actId="478"/>
          <ac:spMkLst>
            <pc:docMk/>
            <pc:sldMk cId="0" sldId="293"/>
            <ac:spMk id="15" creationId="{EAC53FB3-6012-7D15-B27B-A9B744FA3140}"/>
          </ac:spMkLst>
        </pc:spChg>
        <pc:spChg chg="add del">
          <ac:chgData name="Đào Việt Cường" userId="0f13a9cd-9ec9-494e-9b0f-9b516429b511" providerId="ADAL" clId="{B62016BC-4E55-4A01-B047-72C271EE2116}" dt="2024-05-06T17:56:12.124" v="2365" actId="478"/>
          <ac:spMkLst>
            <pc:docMk/>
            <pc:sldMk cId="0" sldId="293"/>
            <ac:spMk id="16" creationId="{E7E4CD3F-9F03-A3DC-5950-48F394F5ED29}"/>
          </ac:spMkLst>
        </pc:spChg>
        <pc:spChg chg="add">
          <ac:chgData name="Đào Việt Cường" userId="0f13a9cd-9ec9-494e-9b0f-9b516429b511" providerId="ADAL" clId="{B62016BC-4E55-4A01-B047-72C271EE2116}" dt="2024-05-06T17:56:15.148" v="2366"/>
          <ac:spMkLst>
            <pc:docMk/>
            <pc:sldMk cId="0" sldId="293"/>
            <ac:spMk id="17" creationId="{C1527840-ECB6-0C8E-0E24-94C6C715AD3A}"/>
          </ac:spMkLst>
        </pc:spChg>
        <pc:spChg chg="add mod">
          <ac:chgData name="Đào Việt Cường" userId="0f13a9cd-9ec9-494e-9b0f-9b516429b511" providerId="ADAL" clId="{B62016BC-4E55-4A01-B047-72C271EE2116}" dt="2024-05-06T17:56:44.435" v="2373" actId="1076"/>
          <ac:spMkLst>
            <pc:docMk/>
            <pc:sldMk cId="0" sldId="293"/>
            <ac:spMk id="21" creationId="{ADA34C4E-1BCC-A687-A05D-EECDFE26964A}"/>
          </ac:spMkLst>
        </pc:spChg>
        <pc:spChg chg="add mod">
          <ac:chgData name="Đào Việt Cường" userId="0f13a9cd-9ec9-494e-9b0f-9b516429b511" providerId="ADAL" clId="{B62016BC-4E55-4A01-B047-72C271EE2116}" dt="2024-05-06T17:56:56.875" v="2377" actId="1076"/>
          <ac:spMkLst>
            <pc:docMk/>
            <pc:sldMk cId="0" sldId="293"/>
            <ac:spMk id="23" creationId="{69E0689F-62DD-A60B-D120-FE8E9CEE172D}"/>
          </ac:spMkLst>
        </pc:spChg>
        <pc:spChg chg="add mod">
          <ac:chgData name="Đào Việt Cường" userId="0f13a9cd-9ec9-494e-9b0f-9b516429b511" providerId="ADAL" clId="{B62016BC-4E55-4A01-B047-72C271EE2116}" dt="2024-05-06T17:57:06.868" v="2379" actId="1076"/>
          <ac:spMkLst>
            <pc:docMk/>
            <pc:sldMk cId="0" sldId="293"/>
            <ac:spMk id="25" creationId="{247B0B15-3772-DF5C-9E2D-9B72DCDF66A0}"/>
          </ac:spMkLst>
        </pc:spChg>
        <pc:picChg chg="del">
          <ac:chgData name="Đào Việt Cường" userId="0f13a9cd-9ec9-494e-9b0f-9b516429b511" providerId="ADAL" clId="{B62016BC-4E55-4A01-B047-72C271EE2116}" dt="2024-05-06T17:47:53.326" v="2276" actId="478"/>
          <ac:picMkLst>
            <pc:docMk/>
            <pc:sldMk cId="0" sldId="293"/>
            <ac:picMk id="5" creationId="{00000000-0000-0000-0000-000000000000}"/>
          </ac:picMkLst>
        </pc:picChg>
        <pc:picChg chg="add del mod">
          <ac:chgData name="Đào Việt Cường" userId="0f13a9cd-9ec9-494e-9b0f-9b516429b511" providerId="ADAL" clId="{B62016BC-4E55-4A01-B047-72C271EE2116}" dt="2024-05-06T17:50:45.056" v="2361" actId="478"/>
          <ac:picMkLst>
            <pc:docMk/>
            <pc:sldMk cId="0" sldId="293"/>
            <ac:picMk id="10" creationId="{AECC0C22-2757-9D7E-635B-179CB57C9734}"/>
          </ac:picMkLst>
        </pc:picChg>
        <pc:picChg chg="add del mod">
          <ac:chgData name="Đào Việt Cường" userId="0f13a9cd-9ec9-494e-9b0f-9b516429b511" providerId="ADAL" clId="{B62016BC-4E55-4A01-B047-72C271EE2116}" dt="2024-05-06T17:50:43.966" v="2360" actId="478"/>
          <ac:picMkLst>
            <pc:docMk/>
            <pc:sldMk cId="0" sldId="293"/>
            <ac:picMk id="12" creationId="{CADB9D03-1AA4-6F7C-594D-A2DAD5B1BC30}"/>
          </ac:picMkLst>
        </pc:picChg>
        <pc:picChg chg="add del">
          <ac:chgData name="Đào Việt Cường" userId="0f13a9cd-9ec9-494e-9b0f-9b516429b511" providerId="ADAL" clId="{B62016BC-4E55-4A01-B047-72C271EE2116}" dt="2024-05-06T17:50:43.175" v="2359" actId="478"/>
          <ac:picMkLst>
            <pc:docMk/>
            <pc:sldMk cId="0" sldId="293"/>
            <ac:picMk id="14" creationId="{AC3A8595-7EA1-6489-0AED-B093A71A41F5}"/>
          </ac:picMkLst>
        </pc:picChg>
        <pc:picChg chg="add mod">
          <ac:chgData name="Đào Việt Cường" userId="0f13a9cd-9ec9-494e-9b0f-9b516429b511" providerId="ADAL" clId="{B62016BC-4E55-4A01-B047-72C271EE2116}" dt="2024-05-06T17:56:27.732" v="2369" actId="1076"/>
          <ac:picMkLst>
            <pc:docMk/>
            <pc:sldMk cId="0" sldId="293"/>
            <ac:picMk id="19" creationId="{D4E28B64-C867-9F46-21A8-F11D3328ADAD}"/>
          </ac:picMkLst>
        </pc:picChg>
      </pc:sldChg>
      <pc:sldChg chg="addSp delSp modSp add mod">
        <pc:chgData name="Đào Việt Cường" userId="0f13a9cd-9ec9-494e-9b0f-9b516429b511" providerId="ADAL" clId="{B62016BC-4E55-4A01-B047-72C271EE2116}" dt="2024-05-06T18:03:31.186" v="2476" actId="20577"/>
        <pc:sldMkLst>
          <pc:docMk/>
          <pc:sldMk cId="3787904709" sldId="295"/>
        </pc:sldMkLst>
        <pc:spChg chg="add del mod">
          <ac:chgData name="Đào Việt Cường" userId="0f13a9cd-9ec9-494e-9b0f-9b516429b511" providerId="ADAL" clId="{B62016BC-4E55-4A01-B047-72C271EE2116}" dt="2024-05-06T18:03:06.116" v="2431" actId="478"/>
          <ac:spMkLst>
            <pc:docMk/>
            <pc:sldMk cId="3787904709" sldId="295"/>
            <ac:spMk id="2" creationId="{500D50DC-DFF0-35E3-DCF5-2F155E667F56}"/>
          </ac:spMkLst>
        </pc:spChg>
        <pc:spChg chg="add mod">
          <ac:chgData name="Đào Việt Cường" userId="0f13a9cd-9ec9-494e-9b0f-9b516429b511" providerId="ADAL" clId="{B62016BC-4E55-4A01-B047-72C271EE2116}" dt="2024-05-06T18:03:25.002" v="2461" actId="1076"/>
          <ac:spMkLst>
            <pc:docMk/>
            <pc:sldMk cId="3787904709" sldId="295"/>
            <ac:spMk id="5" creationId="{1AA75EE4-A829-0F56-87D5-FBBE73609453}"/>
          </ac:spMkLst>
        </pc:spChg>
        <pc:spChg chg="add mod">
          <ac:chgData name="Đào Việt Cường" userId="0f13a9cd-9ec9-494e-9b0f-9b516429b511" providerId="ADAL" clId="{B62016BC-4E55-4A01-B047-72C271EE2116}" dt="2024-05-06T18:03:31.186" v="2476" actId="20577"/>
          <ac:spMkLst>
            <pc:docMk/>
            <pc:sldMk cId="3787904709" sldId="295"/>
            <ac:spMk id="6" creationId="{8135A59C-69FF-0316-CC38-D54D4E501728}"/>
          </ac:spMkLst>
        </pc:spChg>
        <pc:spChg chg="mod">
          <ac:chgData name="Đào Việt Cường" userId="0f13a9cd-9ec9-494e-9b0f-9b516429b511" providerId="ADAL" clId="{B62016BC-4E55-4A01-B047-72C271EE2116}" dt="2024-05-06T17:57:32.519" v="2426" actId="20577"/>
          <ac:spMkLst>
            <pc:docMk/>
            <pc:sldMk cId="3787904709" sldId="295"/>
            <ac:spMk id="8" creationId="{88D614EB-2FFC-2B79-071F-4109E9EB48D4}"/>
          </ac:spMkLst>
        </pc:spChg>
        <pc:spChg chg="del">
          <ac:chgData name="Đào Việt Cường" userId="0f13a9cd-9ec9-494e-9b0f-9b516429b511" providerId="ADAL" clId="{B62016BC-4E55-4A01-B047-72C271EE2116}" dt="2024-05-06T18:03:04.176" v="2430" actId="478"/>
          <ac:spMkLst>
            <pc:docMk/>
            <pc:sldMk cId="3787904709" sldId="295"/>
            <ac:spMk id="17" creationId="{C1527840-ECB6-0C8E-0E24-94C6C715AD3A}"/>
          </ac:spMkLst>
        </pc:spChg>
        <pc:spChg chg="del">
          <ac:chgData name="Đào Việt Cường" userId="0f13a9cd-9ec9-494e-9b0f-9b516429b511" providerId="ADAL" clId="{B62016BC-4E55-4A01-B047-72C271EE2116}" dt="2024-05-06T17:57:40.854" v="2428" actId="478"/>
          <ac:spMkLst>
            <pc:docMk/>
            <pc:sldMk cId="3787904709" sldId="295"/>
            <ac:spMk id="21" creationId="{ADA34C4E-1BCC-A687-A05D-EECDFE26964A}"/>
          </ac:spMkLst>
        </pc:spChg>
        <pc:spChg chg="del">
          <ac:chgData name="Đào Việt Cường" userId="0f13a9cd-9ec9-494e-9b0f-9b516429b511" providerId="ADAL" clId="{B62016BC-4E55-4A01-B047-72C271EE2116}" dt="2024-05-06T17:57:40.854" v="2428" actId="478"/>
          <ac:spMkLst>
            <pc:docMk/>
            <pc:sldMk cId="3787904709" sldId="295"/>
            <ac:spMk id="23" creationId="{69E0689F-62DD-A60B-D120-FE8E9CEE172D}"/>
          </ac:spMkLst>
        </pc:spChg>
        <pc:spChg chg="del">
          <ac:chgData name="Đào Việt Cường" userId="0f13a9cd-9ec9-494e-9b0f-9b516429b511" providerId="ADAL" clId="{B62016BC-4E55-4A01-B047-72C271EE2116}" dt="2024-05-06T17:57:40.854" v="2428" actId="478"/>
          <ac:spMkLst>
            <pc:docMk/>
            <pc:sldMk cId="3787904709" sldId="295"/>
            <ac:spMk id="25" creationId="{247B0B15-3772-DF5C-9E2D-9B72DCDF66A0}"/>
          </ac:spMkLst>
        </pc:spChg>
        <pc:picChg chg="add mod">
          <ac:chgData name="Đào Việt Cường" userId="0f13a9cd-9ec9-494e-9b0f-9b516429b511" providerId="ADAL" clId="{B62016BC-4E55-4A01-B047-72C271EE2116}" dt="2024-05-06T18:03:14.545" v="2433" actId="1076"/>
          <ac:picMkLst>
            <pc:docMk/>
            <pc:sldMk cId="3787904709" sldId="295"/>
            <ac:picMk id="4" creationId="{0B00E5B8-E753-0DC4-DF4C-E7DC37D6C621}"/>
          </ac:picMkLst>
        </pc:picChg>
        <pc:picChg chg="del">
          <ac:chgData name="Đào Việt Cường" userId="0f13a9cd-9ec9-494e-9b0f-9b516429b511" providerId="ADAL" clId="{B62016BC-4E55-4A01-B047-72C271EE2116}" dt="2024-05-06T17:57:34.757" v="2427" actId="478"/>
          <ac:picMkLst>
            <pc:docMk/>
            <pc:sldMk cId="3787904709" sldId="295"/>
            <ac:picMk id="19" creationId="{D4E28B64-C867-9F46-21A8-F11D3328ADA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0A85135-EFC3-4D8E-899E-1247C213B23B}" type="datetimeFigureOut">
              <a:rPr lang="en-US" smtClean="0"/>
              <a:t>5/7/2024</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1712BE2-E981-4867-99C5-1537EE7F44C9}" type="slidenum">
              <a:rPr lang="en-US" smtClean="0"/>
              <a:t>‹#›</a:t>
            </a:fld>
            <a:endParaRPr lang="en-US"/>
          </a:p>
        </p:txBody>
      </p:sp>
    </p:spTree>
    <p:extLst>
      <p:ext uri="{BB962C8B-B14F-4D97-AF65-F5344CB8AC3E}">
        <p14:creationId xmlns:p14="http://schemas.microsoft.com/office/powerpoint/2010/main" val="3448123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younsess-elbrag.medium.com/software-1-0-vs-software-2-0-revolutions-of-next-generation-applications-powered-by-ai-5856586de152"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www.clarifai.com/blog/all-you-need-to-know-about-software-2.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Checkers = </a:t>
            </a:r>
            <a:r>
              <a:rPr lang="en-US" dirty="0" err="1"/>
              <a:t>Cờ</a:t>
            </a:r>
            <a:r>
              <a:rPr lang="en-US" dirty="0"/>
              <a:t> </a:t>
            </a:r>
            <a:r>
              <a:rPr lang="en-US" dirty="0" err="1"/>
              <a:t>đam</a:t>
            </a:r>
            <a:endParaRPr lang="en-US" dirty="0"/>
          </a:p>
        </p:txBody>
      </p:sp>
      <p:sp>
        <p:nvSpPr>
          <p:cNvPr id="4" name="Slide Number Placeholder 3"/>
          <p:cNvSpPr>
            <a:spLocks noGrp="1"/>
          </p:cNvSpPr>
          <p:nvPr>
            <p:ph type="sldNum" sz="quarter" idx="5"/>
          </p:nvPr>
        </p:nvSpPr>
        <p:spPr/>
        <p:txBody>
          <a:bodyPr/>
          <a:lstStyle/>
          <a:p>
            <a:fld id="{31712BE2-E981-4867-99C5-1537EE7F44C9}" type="slidenum">
              <a:rPr lang="en-US" smtClean="0"/>
              <a:t>2</a:t>
            </a:fld>
            <a:endParaRPr lang="en-US"/>
          </a:p>
        </p:txBody>
      </p:sp>
    </p:spTree>
    <p:extLst>
      <p:ext uri="{BB962C8B-B14F-4D97-AF65-F5344CB8AC3E}">
        <p14:creationId xmlns:p14="http://schemas.microsoft.com/office/powerpoint/2010/main" val="373676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chương trình máy tính được cho là học từ kinh nghiệm E đối với một số loại nhiệm vụ T và thước đo hiệu suất P, nếu hiệu suất của nó ở các nhiệm vụ trong T, được đo bằng P, cải thiện theo kinh nghiệm E.</a:t>
            </a:r>
            <a:endParaRPr lang="en-US" dirty="0"/>
          </a:p>
        </p:txBody>
      </p:sp>
      <p:sp>
        <p:nvSpPr>
          <p:cNvPr id="4" name="Slide Number Placeholder 3"/>
          <p:cNvSpPr>
            <a:spLocks noGrp="1"/>
          </p:cNvSpPr>
          <p:nvPr>
            <p:ph type="sldNum" sz="quarter" idx="5"/>
          </p:nvPr>
        </p:nvSpPr>
        <p:spPr/>
        <p:txBody>
          <a:bodyPr/>
          <a:lstStyle/>
          <a:p>
            <a:fld id="{31712BE2-E981-4867-99C5-1537EE7F44C9}" type="slidenum">
              <a:rPr lang="en-US" smtClean="0"/>
              <a:t>3</a:t>
            </a:fld>
            <a:endParaRPr lang="en-US"/>
          </a:p>
        </p:txBody>
      </p:sp>
    </p:spTree>
    <p:extLst>
      <p:ext uri="{BB962C8B-B14F-4D97-AF65-F5344CB8AC3E}">
        <p14:creationId xmlns:p14="http://schemas.microsoft.com/office/powerpoint/2010/main" val="748452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nếu</a:t>
            </a:r>
            <a:r>
              <a:rPr lang="en-US" dirty="0"/>
              <a:t> </a:t>
            </a:r>
            <a:r>
              <a:rPr lang="en-US" dirty="0" err="1"/>
              <a:t>một</a:t>
            </a:r>
            <a:r>
              <a:rPr lang="en-US" dirty="0"/>
              <a:t> </a:t>
            </a:r>
            <a:r>
              <a:rPr lang="en-US" dirty="0" err="1"/>
              <a:t>ngôi</a:t>
            </a:r>
            <a:r>
              <a:rPr lang="en-US" dirty="0"/>
              <a:t> </a:t>
            </a:r>
            <a:r>
              <a:rPr lang="en-US" dirty="0" err="1"/>
              <a:t>nhà</a:t>
            </a:r>
            <a:r>
              <a:rPr lang="en-US" dirty="0"/>
              <a:t> </a:t>
            </a:r>
            <a:r>
              <a:rPr lang="en-US" dirty="0" err="1"/>
              <a:t>có</a:t>
            </a:r>
            <a:r>
              <a:rPr lang="en-US" dirty="0"/>
              <a:t> x feet </a:t>
            </a:r>
            <a:r>
              <a:rPr lang="en-US" dirty="0" err="1"/>
              <a:t>vuông</a:t>
            </a:r>
            <a:r>
              <a:rPr lang="en-US" dirty="0"/>
              <a:t>, </a:t>
            </a:r>
            <a:r>
              <a:rPr lang="en-US" dirty="0" err="1"/>
              <a:t>hãy</a:t>
            </a:r>
            <a:r>
              <a:rPr lang="en-US" dirty="0"/>
              <a:t> </a:t>
            </a:r>
            <a:r>
              <a:rPr lang="en-US" dirty="0" err="1"/>
              <a:t>dự</a:t>
            </a:r>
            <a:r>
              <a:rPr lang="en-US" dirty="0"/>
              <a:t> </a:t>
            </a:r>
            <a:r>
              <a:rPr lang="en-US" dirty="0" err="1"/>
              <a:t>đoán</a:t>
            </a:r>
            <a:r>
              <a:rPr lang="en-US" dirty="0"/>
              <a:t> </a:t>
            </a:r>
            <a:r>
              <a:rPr lang="en-US" dirty="0" err="1"/>
              <a:t>giá</a:t>
            </a:r>
            <a:r>
              <a:rPr lang="en-US" dirty="0"/>
              <a:t> </a:t>
            </a:r>
            <a:r>
              <a:rPr lang="en-US" dirty="0" err="1"/>
              <a:t>của</a:t>
            </a:r>
            <a:r>
              <a:rPr lang="en-US" dirty="0"/>
              <a:t> </a:t>
            </a:r>
            <a:r>
              <a:rPr lang="en-US" dirty="0" err="1"/>
              <a:t>nó</a:t>
            </a:r>
            <a:r>
              <a:rPr lang="en-US" dirty="0"/>
              <a:t>?</a:t>
            </a:r>
          </a:p>
        </p:txBody>
      </p:sp>
      <p:sp>
        <p:nvSpPr>
          <p:cNvPr id="4" name="Slide Number Placeholder 3"/>
          <p:cNvSpPr>
            <a:spLocks noGrp="1"/>
          </p:cNvSpPr>
          <p:nvPr>
            <p:ph type="sldNum" sz="quarter" idx="5"/>
          </p:nvPr>
        </p:nvSpPr>
        <p:spPr/>
        <p:txBody>
          <a:bodyPr/>
          <a:lstStyle/>
          <a:p>
            <a:fld id="{31712BE2-E981-4867-99C5-1537EE7F44C9}" type="slidenum">
              <a:rPr lang="en-US" smtClean="0"/>
              <a:t>7</a:t>
            </a:fld>
            <a:endParaRPr lang="en-US"/>
          </a:p>
        </p:txBody>
      </p:sp>
    </p:spTree>
    <p:extLst>
      <p:ext uri="{BB962C8B-B14F-4D97-AF65-F5344CB8AC3E}">
        <p14:creationId xmlns:p14="http://schemas.microsoft.com/office/powerpoint/2010/main" val="922216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 size = </a:t>
            </a:r>
            <a:r>
              <a:rPr lang="en-US" dirty="0" err="1"/>
              <a:t>kích</a:t>
            </a:r>
            <a:r>
              <a:rPr lang="en-US" dirty="0"/>
              <a:t> </a:t>
            </a:r>
            <a:r>
              <a:rPr lang="en-US" dirty="0" err="1"/>
              <a:t>thước</a:t>
            </a:r>
            <a:r>
              <a:rPr lang="en-US" dirty="0"/>
              <a:t> </a:t>
            </a:r>
            <a:r>
              <a:rPr lang="en-US" dirty="0" err="1"/>
              <a:t>lô</a:t>
            </a:r>
            <a:r>
              <a:rPr lang="en-US" dirty="0"/>
              <a:t>.</a:t>
            </a:r>
          </a:p>
        </p:txBody>
      </p:sp>
      <p:sp>
        <p:nvSpPr>
          <p:cNvPr id="4" name="Slide Number Placeholder 3"/>
          <p:cNvSpPr>
            <a:spLocks noGrp="1"/>
          </p:cNvSpPr>
          <p:nvPr>
            <p:ph type="sldNum" sz="quarter" idx="5"/>
          </p:nvPr>
        </p:nvSpPr>
        <p:spPr/>
        <p:txBody>
          <a:bodyPr/>
          <a:lstStyle/>
          <a:p>
            <a:fld id="{31712BE2-E981-4867-99C5-1537EE7F44C9}" type="slidenum">
              <a:rPr lang="en-US" smtClean="0"/>
              <a:t>9</a:t>
            </a:fld>
            <a:endParaRPr lang="en-US"/>
          </a:p>
        </p:txBody>
      </p:sp>
    </p:spTree>
    <p:extLst>
      <p:ext uri="{BB962C8B-B14F-4D97-AF65-F5344CB8AC3E}">
        <p14:creationId xmlns:p14="http://schemas.microsoft.com/office/powerpoint/2010/main" val="97558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1. **Tính năng vô hạn chiều (hạt nhân)**: Điều này đề cập đến việc sử dụng các phương pháp hạt nhân trong học máy, cho phép thuật toán hoạt động trong không gian đặc tính vô hạn chiều mà không cần tính toán trực tiếp tọa độ trong không gian đó¹. Thủ thuật kernel là một phương pháp được sử dụng để ánh xạ ngầm dữ liệu đầu vào vào một không gian có chiều cao hơn, nơi việc phân tách các lớp bằng cách sử dụng bộ phân loại tuyến tính có thể dễ dàng hơn. Ví dụ: dữ liệu không thể phân tách tuyến tính trong không gian ban đầu của nó có thể có thể phân tách được trong không gian mới này.</a:t>
            </a:r>
          </a:p>
          <a:p>
            <a:endParaRPr lang="vi-VN" dirty="0"/>
          </a:p>
          <a:p>
            <a:r>
              <a:rPr lang="vi-VN" dirty="0"/>
              <a:t>2. **Chọn tính năng dựa trên dữ liệu (học sâu)**: Dòng này nói về lựa chọn tính năng trong học sâu. Không giống như học máy truyền thống nơi các tính năng thường được làm thủ công, các thuật toán học sâu học cách chọn các tính năng trực tiếp từ dữ liệu⁷. Chúng tự động khám phá các biểu diễn cần thiết để phát hiện hoặc phân loại tính năng từ dữ liệu thô, điều này có thể dẫn đến các mô hình phức tạp và mạnh mẽ hơn có thể nắm bắt các mẫu phức tạp trong dữ liệu⁷.</a:t>
            </a:r>
          </a:p>
          <a:p>
            <a:endParaRPr lang="vi-VN" dirty="0"/>
          </a:p>
          <a:p>
            <a:r>
              <a:rPr lang="vi-VN" dirty="0"/>
              <a:t>Những khái niệm này là chìa khóa trong việc phát triển các mô hình học máy phức tạp có thể xử lý các nhiệm vụ phức tạp trong thế giới thực.</a:t>
            </a:r>
            <a:endParaRPr lang="en-US" dirty="0"/>
          </a:p>
        </p:txBody>
      </p:sp>
      <p:sp>
        <p:nvSpPr>
          <p:cNvPr id="4" name="Slide Number Placeholder 3"/>
          <p:cNvSpPr>
            <a:spLocks noGrp="1"/>
          </p:cNvSpPr>
          <p:nvPr>
            <p:ph type="sldNum" sz="quarter" idx="5"/>
          </p:nvPr>
        </p:nvSpPr>
        <p:spPr/>
        <p:txBody>
          <a:bodyPr/>
          <a:lstStyle/>
          <a:p>
            <a:fld id="{31712BE2-E981-4867-99C5-1537EE7F44C9}" type="slidenum">
              <a:rPr lang="en-US" smtClean="0"/>
              <a:t>10</a:t>
            </a:fld>
            <a:endParaRPr lang="en-US"/>
          </a:p>
        </p:txBody>
      </p:sp>
    </p:spTree>
    <p:extLst>
      <p:ext uri="{BB962C8B-B14F-4D97-AF65-F5344CB8AC3E}">
        <p14:creationId xmlns:p14="http://schemas.microsoft.com/office/powerpoint/2010/main" val="2401076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dirty="0">
                <a:latin typeface="Carlito"/>
                <a:cs typeface="Carlito"/>
              </a:rPr>
              <a:t>Xác định các cơ chế điều tiết bằng cách sử dụng biến thể riêng lẻ cho thấy vai trò chính của việc sửa đổi chất nhiễm sắc.</a:t>
            </a:r>
            <a:endParaRPr lang="en-US" dirty="0"/>
          </a:p>
        </p:txBody>
      </p:sp>
      <p:sp>
        <p:nvSpPr>
          <p:cNvPr id="4" name="Slide Number Placeholder 3"/>
          <p:cNvSpPr>
            <a:spLocks noGrp="1"/>
          </p:cNvSpPr>
          <p:nvPr>
            <p:ph type="sldNum" sz="quarter" idx="5"/>
          </p:nvPr>
        </p:nvSpPr>
        <p:spPr/>
        <p:txBody>
          <a:bodyPr/>
          <a:lstStyle/>
          <a:p>
            <a:fld id="{31712BE2-E981-4867-99C5-1537EE7F44C9}" type="slidenum">
              <a:rPr lang="en-US" smtClean="0"/>
              <a:t>19</a:t>
            </a:fld>
            <a:endParaRPr lang="en-US"/>
          </a:p>
        </p:txBody>
      </p:sp>
    </p:spTree>
    <p:extLst>
      <p:ext uri="{BB962C8B-B14F-4D97-AF65-F5344CB8AC3E}">
        <p14:creationId xmlns:p14="http://schemas.microsoft.com/office/powerpoint/2010/main" val="3139830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Latent Semantic Analysis:  </a:t>
            </a:r>
            <a:r>
              <a:rPr lang="en-US" dirty="0" err="1"/>
              <a:t>Phân</a:t>
            </a:r>
            <a:r>
              <a:rPr lang="en-US" dirty="0"/>
              <a:t> </a:t>
            </a:r>
            <a:r>
              <a:rPr lang="en-US" dirty="0" err="1"/>
              <a:t>tích</a:t>
            </a:r>
            <a:r>
              <a:rPr lang="en-US" dirty="0"/>
              <a:t> </a:t>
            </a:r>
            <a:r>
              <a:rPr lang="en-US" dirty="0" err="1"/>
              <a:t>ngữ</a:t>
            </a:r>
            <a:r>
              <a:rPr lang="en-US" dirty="0"/>
              <a:t> </a:t>
            </a:r>
            <a:r>
              <a:rPr lang="en-US" dirty="0" err="1"/>
              <a:t>nghĩa</a:t>
            </a:r>
            <a:r>
              <a:rPr lang="en-US" dirty="0"/>
              <a:t> </a:t>
            </a:r>
            <a:r>
              <a:rPr lang="en-US" dirty="0" err="1"/>
              <a:t>tiềm</a:t>
            </a:r>
            <a:r>
              <a:rPr lang="en-US" dirty="0"/>
              <a:t> </a:t>
            </a:r>
            <a:r>
              <a:rPr lang="en-US" dirty="0" err="1"/>
              <a:t>ẩn</a:t>
            </a:r>
            <a:r>
              <a:rPr lang="en-US" dirty="0"/>
              <a:t>.</a:t>
            </a:r>
          </a:p>
        </p:txBody>
      </p:sp>
      <p:sp>
        <p:nvSpPr>
          <p:cNvPr id="4" name="Slide Number Placeholder 3"/>
          <p:cNvSpPr>
            <a:spLocks noGrp="1"/>
          </p:cNvSpPr>
          <p:nvPr>
            <p:ph type="sldNum" sz="quarter" idx="5"/>
          </p:nvPr>
        </p:nvSpPr>
        <p:spPr/>
        <p:txBody>
          <a:bodyPr/>
          <a:lstStyle/>
          <a:p>
            <a:fld id="{31712BE2-E981-4867-99C5-1537EE7F44C9}" type="slidenum">
              <a:rPr lang="en-US" smtClean="0"/>
              <a:t>20</a:t>
            </a:fld>
            <a:endParaRPr lang="en-US"/>
          </a:p>
        </p:txBody>
      </p:sp>
    </p:spTree>
    <p:extLst>
      <p:ext uri="{BB962C8B-B14F-4D97-AF65-F5344CB8AC3E}">
        <p14:creationId xmlns:p14="http://schemas.microsoft.com/office/powerpoint/2010/main" val="3009132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Software 1.0</a:t>
            </a:r>
            <a:r>
              <a:rPr lang="vi-VN" dirty="0"/>
              <a:t> và </a:t>
            </a:r>
            <a:r>
              <a:rPr lang="vi-VN" b="1" dirty="0"/>
              <a:t>Software 2.0</a:t>
            </a:r>
            <a:r>
              <a:rPr lang="vi-VN" dirty="0"/>
              <a:t> là hai loại phát triển phần mềm khác nhau, mỗi loại có đặc điểm, công nghệ và phương pháp riêng. Dưới đây là sự khác biệt chính giữa chúng:</a:t>
            </a:r>
          </a:p>
          <a:p>
            <a:pPr>
              <a:buFont typeface="+mj-lt"/>
              <a:buAutoNum type="arabicPeriod"/>
            </a:pPr>
            <a:r>
              <a:rPr lang="vi-VN" b="1" dirty="0"/>
              <a:t>Software 1.0</a:t>
            </a:r>
            <a:r>
              <a:rPr lang="vi-VN" dirty="0"/>
              <a:t>:</a:t>
            </a:r>
          </a:p>
          <a:p>
            <a:pPr marL="742950" lvl="1" indent="-285750">
              <a:buFont typeface="+mj-lt"/>
              <a:buAutoNum type="arabicPeriod"/>
            </a:pPr>
            <a:r>
              <a:rPr lang="vi-VN" b="1" dirty="0"/>
              <a:t>Ngôn ngữ lập trình</a:t>
            </a:r>
            <a:r>
              <a:rPr lang="vi-VN" dirty="0"/>
              <a:t>: Ứng dụng Software 1.0 thường được xây dựng bằng các ngôn ngữ lập trình như C, C++ và Java.</a:t>
            </a:r>
          </a:p>
          <a:p>
            <a:pPr marL="742950" lvl="1" indent="-285750">
              <a:buFont typeface="+mj-lt"/>
              <a:buAutoNum type="arabicPeriod"/>
            </a:pPr>
            <a:r>
              <a:rPr lang="vi-VN" b="1" dirty="0"/>
              <a:t>Cơ sở dữ liệu quan hệ</a:t>
            </a:r>
            <a:r>
              <a:rPr lang="vi-VN" dirty="0"/>
              <a:t>: Software 1.0 phụ thuộc nhiều vào cơ sở dữ liệu quan hệ, cung cấp cách cấu trúc để lưu trữ và truy xuất dữ liệu.</a:t>
            </a:r>
          </a:p>
          <a:p>
            <a:pPr marL="742950" lvl="1" indent="-285750">
              <a:buFont typeface="+mj-lt"/>
              <a:buAutoNum type="arabicPeriod"/>
            </a:pPr>
            <a:r>
              <a:rPr lang="vi-VN" b="1" dirty="0"/>
              <a:t>Kiến trúc monolithic</a:t>
            </a:r>
            <a:r>
              <a:rPr lang="vi-VN" dirty="0"/>
              <a:t>: Software 1.0 thường được xây dựng bằng kiến trúc monolithic, tất cả thành phần của ứng dụng được kết nối chặt chẽ và triển khai như một đơn vị duy nhất.</a:t>
            </a:r>
          </a:p>
          <a:p>
            <a:pPr marL="742950" lvl="1" indent="-285750">
              <a:buFont typeface="+mj-lt"/>
              <a:buAutoNum type="arabicPeriod"/>
            </a:pPr>
            <a:r>
              <a:rPr lang="vi-VN" b="1" dirty="0"/>
              <a:t>Phát triển theo phương pháp Waterfall</a:t>
            </a:r>
            <a:r>
              <a:rPr lang="vi-VN" dirty="0"/>
              <a:t>: Software 1.0 thường được phát triển bằng phương pháp Waterfall, bao gồm các giai đoạn phát triển, kiểm tra và triển khai tuần tự.</a:t>
            </a:r>
          </a:p>
          <a:p>
            <a:pPr>
              <a:buFont typeface="+mj-lt"/>
              <a:buAutoNum type="arabicPeriod"/>
            </a:pPr>
            <a:r>
              <a:rPr lang="vi-VN" b="1" dirty="0"/>
              <a:t>Software 2.0</a:t>
            </a:r>
            <a:r>
              <a:rPr lang="vi-VN" dirty="0"/>
              <a:t>:</a:t>
            </a:r>
          </a:p>
          <a:p>
            <a:pPr marL="742950" lvl="1" indent="-285750">
              <a:buFont typeface="+mj-lt"/>
              <a:buAutoNum type="arabicPeriod"/>
            </a:pPr>
            <a:r>
              <a:rPr lang="vi-VN" b="1" dirty="0"/>
              <a:t>Học máy (Machine Learning)</a:t>
            </a:r>
            <a:r>
              <a:rPr lang="vi-VN" dirty="0"/>
              <a:t>: Software 2.0 phụ thuộc nhiều vào các thuật toán và kỹ thuật học máy để hệ thống có thể học và cải thiện theo thời gian.</a:t>
            </a:r>
          </a:p>
          <a:p>
            <a:pPr marL="742950" lvl="1" indent="-285750">
              <a:buFont typeface="+mj-lt"/>
              <a:buAutoNum type="arabicPeriod"/>
            </a:pPr>
            <a:r>
              <a:rPr lang="vi-VN" b="1" dirty="0"/>
              <a:t>Cơ sở dữ liệu phi quan hệ</a:t>
            </a:r>
            <a:r>
              <a:rPr lang="vi-VN" dirty="0"/>
              <a:t>: Software 2.0 thường sử dụng cơ sở dữ liệu phi quan hệ, cung cấp tính linh hoạt và khả năng mở rộng cho việc xử lý tập dữ liệu lớn và phức tạp.</a:t>
            </a:r>
          </a:p>
          <a:p>
            <a:pPr marL="742950" lvl="1" indent="-285750">
              <a:buFont typeface="+mj-lt"/>
              <a:buAutoNum type="arabicPeriod"/>
            </a:pPr>
            <a:r>
              <a:rPr lang="vi-VN" b="1" dirty="0"/>
              <a:t>Kiến trúc microservices</a:t>
            </a:r>
            <a:r>
              <a:rPr lang="vi-VN" dirty="0"/>
              <a:t>: Software 2.0 thường sử dụng kiến trúc microservices, cho phép phân chia ứng dụng thành các thành phần nhỏ độc lập có thể phát triển và triển khai độc lập.</a:t>
            </a:r>
          </a:p>
          <a:p>
            <a:pPr marL="742950" lvl="1" indent="-285750">
              <a:buFont typeface="+mj-lt"/>
              <a:buAutoNum type="arabicPeriod"/>
            </a:pPr>
            <a:r>
              <a:rPr lang="vi-VN" b="1" dirty="0">
                <a:hlinkClick r:id="rId3"/>
              </a:rPr>
              <a:t>Phát triển theo phương pháp Agile</a:t>
            </a:r>
            <a:r>
              <a:rPr lang="vi-VN" dirty="0">
                <a:hlinkClick r:id="rId3"/>
              </a:rPr>
              <a:t>: Software 2.0 thường được phát triển bằng phương pháp Agile, bao gồm phát triển, kiểm tra và triển khai theo phong cách lặp lại và tăng dần</a:t>
            </a:r>
            <a:r>
              <a:rPr lang="vi-VN" baseline="30000" dirty="0">
                <a:hlinkClick r:id="rId3"/>
              </a:rPr>
              <a:t>1</a:t>
            </a:r>
            <a:r>
              <a:rPr lang="vi-VN" baseline="30000" dirty="0">
                <a:hlinkClick r:id="rId4"/>
              </a:rPr>
              <a:t>2</a:t>
            </a:r>
            <a:r>
              <a:rPr lang="vi-VN" dirty="0"/>
              <a:t>.</a:t>
            </a:r>
          </a:p>
          <a:p>
            <a:endParaRPr lang="en-US" dirty="0"/>
          </a:p>
        </p:txBody>
      </p:sp>
      <p:sp>
        <p:nvSpPr>
          <p:cNvPr id="4" name="Slide Number Placeholder 3"/>
          <p:cNvSpPr>
            <a:spLocks noGrp="1"/>
          </p:cNvSpPr>
          <p:nvPr>
            <p:ph type="sldNum" sz="quarter" idx="5"/>
          </p:nvPr>
        </p:nvSpPr>
        <p:spPr/>
        <p:txBody>
          <a:bodyPr/>
          <a:lstStyle/>
          <a:p>
            <a:fld id="{31712BE2-E981-4867-99C5-1537EE7F44C9}" type="slidenum">
              <a:rPr lang="en-US" smtClean="0"/>
              <a:t>23</a:t>
            </a:fld>
            <a:endParaRPr lang="en-US"/>
          </a:p>
        </p:txBody>
      </p:sp>
    </p:spTree>
    <p:extLst>
      <p:ext uri="{BB962C8B-B14F-4D97-AF65-F5344CB8AC3E}">
        <p14:creationId xmlns:p14="http://schemas.microsoft.com/office/powerpoint/2010/main" val="945126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9061" y="1757172"/>
            <a:ext cx="6829425" cy="1523364"/>
          </a:xfrm>
          <a:prstGeom prst="rect">
            <a:avLst/>
          </a:prstGeom>
        </p:spPr>
        <p:txBody>
          <a:bodyPr wrap="square" lIns="0" tIns="0" rIns="0" bIns="0">
            <a:spAutoFit/>
          </a:bodyPr>
          <a:lstStyle>
            <a:lvl1pPr>
              <a:defRPr sz="3300" b="0" i="0">
                <a:solidFill>
                  <a:schemeClr val="tx1"/>
                </a:solidFill>
                <a:latin typeface="Carlito"/>
                <a:cs typeface="Carlito"/>
              </a:defRPr>
            </a:lvl1pPr>
          </a:lstStyle>
          <a:p>
            <a:endParaRPr/>
          </a:p>
        </p:txBody>
      </p:sp>
      <p:sp>
        <p:nvSpPr>
          <p:cNvPr id="3" name="Holder 3"/>
          <p:cNvSpPr>
            <a:spLocks noGrp="1"/>
          </p:cNvSpPr>
          <p:nvPr>
            <p:ph type="subTitle" idx="4"/>
          </p:nvPr>
        </p:nvSpPr>
        <p:spPr>
          <a:xfrm>
            <a:off x="369061" y="3866389"/>
            <a:ext cx="8154670" cy="787400"/>
          </a:xfrm>
          <a:prstGeom prst="rect">
            <a:avLst/>
          </a:prstGeom>
        </p:spPr>
        <p:txBody>
          <a:bodyPr wrap="square" lIns="0" tIns="0" rIns="0" bIns="0">
            <a:spAutoFit/>
          </a:bodyPr>
          <a:lstStyle>
            <a:lvl1pPr>
              <a:defRPr sz="21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sz="21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Carlito"/>
                <a:cs typeface="Carlito"/>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chemeClr val="tx1"/>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5/7/2024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07390" y="711200"/>
            <a:ext cx="6716395" cy="528319"/>
          </a:xfrm>
          <a:prstGeom prst="rect">
            <a:avLst/>
          </a:prstGeom>
        </p:spPr>
        <p:txBody>
          <a:bodyPr wrap="square" lIns="0" tIns="0" rIns="0" bIns="0">
            <a:spAutoFit/>
          </a:bodyPr>
          <a:lstStyle>
            <a:lvl1pPr>
              <a:defRPr sz="3300" b="0" i="0">
                <a:solidFill>
                  <a:schemeClr val="tx1"/>
                </a:solidFill>
                <a:latin typeface="Carlito"/>
                <a:cs typeface="Carlito"/>
              </a:defRPr>
            </a:lvl1pPr>
          </a:lstStyle>
          <a:p>
            <a:endParaRPr/>
          </a:p>
        </p:txBody>
      </p:sp>
      <p:sp>
        <p:nvSpPr>
          <p:cNvPr id="3" name="Holder 3"/>
          <p:cNvSpPr>
            <a:spLocks noGrp="1"/>
          </p:cNvSpPr>
          <p:nvPr>
            <p:ph type="body" idx="1"/>
          </p:nvPr>
        </p:nvSpPr>
        <p:spPr>
          <a:xfrm>
            <a:off x="707390" y="1781809"/>
            <a:ext cx="7727950" cy="3613785"/>
          </a:xfrm>
          <a:prstGeom prst="rect">
            <a:avLst/>
          </a:prstGeom>
        </p:spPr>
        <p:txBody>
          <a:bodyPr wrap="square" lIns="0" tIns="0" rIns="0" bIns="0">
            <a:spAutoFit/>
          </a:bodyPr>
          <a:lstStyle>
            <a:lvl1pPr>
              <a:defRPr sz="21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5/7/2024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jpg"/><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hyperlink" Target="https://medium.com/%40karpathy/software-2-0-a64152b37c35"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28.png"/><Relationship Id="rId4" Type="http://schemas.openxmlformats.org/officeDocument/2006/relationships/image" Target="../media/image27.jpg"/></Relationships>
</file>

<file path=ppt/slides/_rels/slide2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jpg"/><Relationship Id="rId7" Type="http://schemas.openxmlformats.org/officeDocument/2006/relationships/image" Target="../media/image35.jpg"/><Relationship Id="rId12" Type="http://schemas.openxmlformats.org/officeDocument/2006/relationships/image" Target="../media/image40.jp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jpg"/><Relationship Id="rId11" Type="http://schemas.openxmlformats.org/officeDocument/2006/relationships/image" Target="../media/image39.png"/><Relationship Id="rId5" Type="http://schemas.openxmlformats.org/officeDocument/2006/relationships/image" Target="../media/image33.jp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jpg"/></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xml"/><Relationship Id="rId5" Type="http://schemas.openxmlformats.org/officeDocument/2006/relationships/image" Target="../media/image46.png"/><Relationship Id="rId4"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6483" y="889508"/>
            <a:ext cx="5491480" cy="948978"/>
          </a:xfrm>
          <a:prstGeom prst="rect">
            <a:avLst/>
          </a:prstGeom>
        </p:spPr>
        <p:txBody>
          <a:bodyPr vert="horz" wrap="square" lIns="0" tIns="114300" rIns="0" bIns="0" rtlCol="0">
            <a:spAutoFit/>
          </a:bodyPr>
          <a:lstStyle/>
          <a:p>
            <a:pPr marL="209550" marR="5080" indent="-197485">
              <a:lnSpc>
                <a:spcPts val="6500"/>
              </a:lnSpc>
              <a:spcBef>
                <a:spcPts val="900"/>
              </a:spcBef>
            </a:pPr>
            <a:r>
              <a:rPr sz="6000" spc="-10" dirty="0"/>
              <a:t>Machine</a:t>
            </a:r>
            <a:r>
              <a:rPr sz="6000" spc="-320" dirty="0"/>
              <a:t> </a:t>
            </a:r>
            <a:r>
              <a:rPr sz="6000" spc="-25" dirty="0"/>
              <a:t>Learning</a:t>
            </a:r>
            <a:endParaRPr sz="6000" dirty="0"/>
          </a:p>
        </p:txBody>
      </p:sp>
      <p:sp>
        <p:nvSpPr>
          <p:cNvPr id="3" name="object 3"/>
          <p:cNvSpPr txBox="1"/>
          <p:nvPr/>
        </p:nvSpPr>
        <p:spPr>
          <a:xfrm>
            <a:off x="637824" y="3666235"/>
            <a:ext cx="7792084" cy="382156"/>
          </a:xfrm>
          <a:prstGeom prst="rect">
            <a:avLst/>
          </a:prstGeom>
        </p:spPr>
        <p:txBody>
          <a:bodyPr vert="horz" wrap="square" lIns="0" tIns="12700" rIns="0" bIns="0" rtlCol="0">
            <a:spAutoFit/>
          </a:bodyPr>
          <a:lstStyle/>
          <a:p>
            <a:pPr algn="ctr">
              <a:lnSpc>
                <a:spcPct val="100000"/>
              </a:lnSpc>
              <a:spcBef>
                <a:spcPts val="100"/>
              </a:spcBef>
              <a:tabLst>
                <a:tab pos="1544955" algn="l"/>
              </a:tabLst>
            </a:pPr>
            <a:r>
              <a:rPr sz="2400" spc="-10" dirty="0">
                <a:latin typeface="Carlito"/>
                <a:cs typeface="Carlito"/>
              </a:rPr>
              <a:t>Instructors:</a:t>
            </a:r>
            <a:r>
              <a:rPr sz="2400" dirty="0">
                <a:latin typeface="Carlito"/>
                <a:cs typeface="Carlito"/>
              </a:rPr>
              <a:t>	</a:t>
            </a:r>
            <a:r>
              <a:rPr lang="en-US" sz="2400" dirty="0">
                <a:latin typeface="Carlito"/>
                <a:cs typeface="Carlito"/>
              </a:rPr>
              <a:t> Nguyen Dinh Quy &amp; Dao Viet Cuong</a:t>
            </a:r>
            <a:endParaRPr sz="2400" dirty="0">
              <a:latin typeface="Carlito"/>
              <a:cs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7390" y="711200"/>
            <a:ext cx="5215255" cy="528320"/>
          </a:xfrm>
          <a:prstGeom prst="rect">
            <a:avLst/>
          </a:prstGeom>
        </p:spPr>
        <p:txBody>
          <a:bodyPr vert="horz" wrap="square" lIns="0" tIns="12700" rIns="0" bIns="0" rtlCol="0">
            <a:spAutoFit/>
          </a:bodyPr>
          <a:lstStyle/>
          <a:p>
            <a:pPr marL="12700">
              <a:lnSpc>
                <a:spcPct val="100000"/>
              </a:lnSpc>
              <a:spcBef>
                <a:spcPts val="100"/>
              </a:spcBef>
            </a:pPr>
            <a:r>
              <a:rPr sz="3300" spc="-25" dirty="0">
                <a:latin typeface="Carlito"/>
                <a:cs typeface="Carlito"/>
              </a:rPr>
              <a:t>Definition</a:t>
            </a:r>
            <a:r>
              <a:rPr sz="3300" spc="-95" dirty="0">
                <a:latin typeface="Carlito"/>
                <a:cs typeface="Carlito"/>
              </a:rPr>
              <a:t> </a:t>
            </a:r>
            <a:r>
              <a:rPr sz="3300" dirty="0">
                <a:latin typeface="Carlito"/>
                <a:cs typeface="Carlito"/>
              </a:rPr>
              <a:t>of</a:t>
            </a:r>
            <a:r>
              <a:rPr sz="3300" spc="-95" dirty="0">
                <a:latin typeface="Carlito"/>
                <a:cs typeface="Carlito"/>
              </a:rPr>
              <a:t> </a:t>
            </a:r>
            <a:r>
              <a:rPr sz="3300" spc="-20" dirty="0">
                <a:latin typeface="Carlito"/>
                <a:cs typeface="Carlito"/>
              </a:rPr>
              <a:t>Machine</a:t>
            </a:r>
            <a:r>
              <a:rPr sz="3300" spc="-95" dirty="0">
                <a:latin typeface="Carlito"/>
                <a:cs typeface="Carlito"/>
              </a:rPr>
              <a:t> </a:t>
            </a:r>
            <a:r>
              <a:rPr sz="3300" spc="-10" dirty="0">
                <a:latin typeface="Carlito"/>
                <a:cs typeface="Carlito"/>
              </a:rPr>
              <a:t>Learning</a:t>
            </a:r>
            <a:endParaRPr sz="3300">
              <a:latin typeface="Carlito"/>
              <a:cs typeface="Carlito"/>
            </a:endParaRPr>
          </a:p>
        </p:txBody>
      </p:sp>
      <p:sp>
        <p:nvSpPr>
          <p:cNvPr id="3" name="object 3"/>
          <p:cNvSpPr txBox="1"/>
          <p:nvPr/>
        </p:nvSpPr>
        <p:spPr>
          <a:xfrm>
            <a:off x="478790" y="1460499"/>
            <a:ext cx="6958330" cy="1214120"/>
          </a:xfrm>
          <a:prstGeom prst="rect">
            <a:avLst/>
          </a:prstGeom>
        </p:spPr>
        <p:txBody>
          <a:bodyPr vert="horz" wrap="square" lIns="0" tIns="63500" rIns="0" bIns="0" rtlCol="0">
            <a:spAutoFit/>
          </a:bodyPr>
          <a:lstStyle/>
          <a:p>
            <a:pPr marL="12700" marR="5080">
              <a:lnSpc>
                <a:spcPts val="3000"/>
              </a:lnSpc>
              <a:spcBef>
                <a:spcPts val="500"/>
              </a:spcBef>
            </a:pPr>
            <a:r>
              <a:rPr sz="2800" dirty="0">
                <a:latin typeface="Carlito"/>
                <a:cs typeface="Carlito"/>
              </a:rPr>
              <a:t>Arthur</a:t>
            </a:r>
            <a:r>
              <a:rPr sz="2800" spc="-65" dirty="0">
                <a:latin typeface="Carlito"/>
                <a:cs typeface="Carlito"/>
              </a:rPr>
              <a:t> </a:t>
            </a:r>
            <a:r>
              <a:rPr sz="2800" dirty="0">
                <a:latin typeface="Carlito"/>
                <a:cs typeface="Carlito"/>
              </a:rPr>
              <a:t>Samuel</a:t>
            </a:r>
            <a:r>
              <a:rPr sz="2800" spc="-55" dirty="0">
                <a:latin typeface="Carlito"/>
                <a:cs typeface="Carlito"/>
              </a:rPr>
              <a:t> </a:t>
            </a:r>
            <a:r>
              <a:rPr sz="2800" dirty="0">
                <a:latin typeface="Carlito"/>
                <a:cs typeface="Carlito"/>
              </a:rPr>
              <a:t>(1959):</a:t>
            </a:r>
            <a:r>
              <a:rPr sz="2800" spc="-50" dirty="0">
                <a:latin typeface="Carlito"/>
                <a:cs typeface="Carlito"/>
              </a:rPr>
              <a:t> </a:t>
            </a:r>
            <a:r>
              <a:rPr sz="2800" dirty="0">
                <a:latin typeface="Carlito"/>
                <a:cs typeface="Carlito"/>
              </a:rPr>
              <a:t>Machine</a:t>
            </a:r>
            <a:r>
              <a:rPr sz="2800" spc="-55" dirty="0">
                <a:latin typeface="Carlito"/>
                <a:cs typeface="Carlito"/>
              </a:rPr>
              <a:t> </a:t>
            </a:r>
            <a:r>
              <a:rPr sz="2800" dirty="0">
                <a:latin typeface="Carlito"/>
                <a:cs typeface="Carlito"/>
              </a:rPr>
              <a:t>Learning</a:t>
            </a:r>
            <a:r>
              <a:rPr sz="2800" spc="-55" dirty="0">
                <a:latin typeface="Carlito"/>
                <a:cs typeface="Carlito"/>
              </a:rPr>
              <a:t> </a:t>
            </a:r>
            <a:r>
              <a:rPr sz="2800" dirty="0">
                <a:latin typeface="Carlito"/>
                <a:cs typeface="Carlito"/>
              </a:rPr>
              <a:t>is</a:t>
            </a:r>
            <a:r>
              <a:rPr sz="2800" spc="-40" dirty="0">
                <a:latin typeface="Carlito"/>
                <a:cs typeface="Carlito"/>
              </a:rPr>
              <a:t> </a:t>
            </a:r>
            <a:r>
              <a:rPr sz="2800" spc="-25" dirty="0">
                <a:latin typeface="Carlito"/>
                <a:cs typeface="Carlito"/>
              </a:rPr>
              <a:t>the </a:t>
            </a:r>
            <a:r>
              <a:rPr sz="2800" dirty="0">
                <a:latin typeface="Carlito"/>
                <a:cs typeface="Carlito"/>
              </a:rPr>
              <a:t>field</a:t>
            </a:r>
            <a:r>
              <a:rPr sz="2800" spc="-50" dirty="0">
                <a:latin typeface="Carlito"/>
                <a:cs typeface="Carlito"/>
              </a:rPr>
              <a:t> </a:t>
            </a:r>
            <a:r>
              <a:rPr sz="2800" dirty="0">
                <a:latin typeface="Carlito"/>
                <a:cs typeface="Carlito"/>
              </a:rPr>
              <a:t>of</a:t>
            </a:r>
            <a:r>
              <a:rPr sz="2800" spc="-55" dirty="0">
                <a:latin typeface="Carlito"/>
                <a:cs typeface="Carlito"/>
              </a:rPr>
              <a:t> </a:t>
            </a:r>
            <a:r>
              <a:rPr sz="2800" dirty="0">
                <a:latin typeface="Carlito"/>
                <a:cs typeface="Carlito"/>
              </a:rPr>
              <a:t>study</a:t>
            </a:r>
            <a:r>
              <a:rPr sz="2800" spc="-55" dirty="0">
                <a:latin typeface="Carlito"/>
                <a:cs typeface="Carlito"/>
              </a:rPr>
              <a:t> </a:t>
            </a:r>
            <a:r>
              <a:rPr sz="2800" dirty="0">
                <a:latin typeface="Carlito"/>
                <a:cs typeface="Carlito"/>
              </a:rPr>
              <a:t>that</a:t>
            </a:r>
            <a:r>
              <a:rPr sz="2800" spc="-50" dirty="0">
                <a:latin typeface="Carlito"/>
                <a:cs typeface="Carlito"/>
              </a:rPr>
              <a:t> </a:t>
            </a:r>
            <a:r>
              <a:rPr sz="2800" dirty="0">
                <a:latin typeface="Carlito"/>
                <a:cs typeface="Carlito"/>
              </a:rPr>
              <a:t>gives</a:t>
            </a:r>
            <a:r>
              <a:rPr sz="2800" spc="-45" dirty="0">
                <a:latin typeface="Carlito"/>
                <a:cs typeface="Carlito"/>
              </a:rPr>
              <a:t> </a:t>
            </a:r>
            <a:r>
              <a:rPr sz="2800" dirty="0">
                <a:latin typeface="Carlito"/>
                <a:cs typeface="Carlito"/>
              </a:rPr>
              <a:t>the</a:t>
            </a:r>
            <a:r>
              <a:rPr sz="2800" spc="-55" dirty="0">
                <a:latin typeface="Carlito"/>
                <a:cs typeface="Carlito"/>
              </a:rPr>
              <a:t> </a:t>
            </a:r>
            <a:r>
              <a:rPr sz="2800" dirty="0">
                <a:latin typeface="Carlito"/>
                <a:cs typeface="Carlito"/>
              </a:rPr>
              <a:t>computer</a:t>
            </a:r>
            <a:r>
              <a:rPr sz="2800" spc="-50" dirty="0">
                <a:latin typeface="Carlito"/>
                <a:cs typeface="Carlito"/>
              </a:rPr>
              <a:t> </a:t>
            </a:r>
            <a:r>
              <a:rPr sz="2800" dirty="0">
                <a:latin typeface="Carlito"/>
                <a:cs typeface="Carlito"/>
              </a:rPr>
              <a:t>the</a:t>
            </a:r>
            <a:r>
              <a:rPr sz="2800" spc="-55" dirty="0">
                <a:latin typeface="Carlito"/>
                <a:cs typeface="Carlito"/>
              </a:rPr>
              <a:t> </a:t>
            </a:r>
            <a:r>
              <a:rPr sz="2800" spc="-10" dirty="0">
                <a:latin typeface="Carlito"/>
                <a:cs typeface="Carlito"/>
              </a:rPr>
              <a:t>ability </a:t>
            </a:r>
            <a:r>
              <a:rPr sz="2800" dirty="0">
                <a:latin typeface="Carlito"/>
                <a:cs typeface="Carlito"/>
              </a:rPr>
              <a:t>to</a:t>
            </a:r>
            <a:r>
              <a:rPr sz="2800" spc="-60" dirty="0">
                <a:latin typeface="Carlito"/>
                <a:cs typeface="Carlito"/>
              </a:rPr>
              <a:t> </a:t>
            </a:r>
            <a:r>
              <a:rPr sz="2800" dirty="0">
                <a:latin typeface="Carlito"/>
                <a:cs typeface="Carlito"/>
              </a:rPr>
              <a:t>learn</a:t>
            </a:r>
            <a:r>
              <a:rPr sz="2800" spc="-50" dirty="0">
                <a:latin typeface="Carlito"/>
                <a:cs typeface="Carlito"/>
              </a:rPr>
              <a:t> </a:t>
            </a:r>
            <a:r>
              <a:rPr sz="2800" dirty="0">
                <a:latin typeface="Carlito"/>
                <a:cs typeface="Carlito"/>
              </a:rPr>
              <a:t>without</a:t>
            </a:r>
            <a:r>
              <a:rPr sz="2800" spc="-60" dirty="0">
                <a:latin typeface="Carlito"/>
                <a:cs typeface="Carlito"/>
              </a:rPr>
              <a:t> </a:t>
            </a:r>
            <a:r>
              <a:rPr sz="2800" dirty="0">
                <a:latin typeface="Carlito"/>
                <a:cs typeface="Carlito"/>
              </a:rPr>
              <a:t>being</a:t>
            </a:r>
            <a:r>
              <a:rPr sz="2800" spc="-60" dirty="0">
                <a:latin typeface="Carlito"/>
                <a:cs typeface="Carlito"/>
              </a:rPr>
              <a:t> </a:t>
            </a:r>
            <a:r>
              <a:rPr sz="2800" dirty="0">
                <a:latin typeface="Carlito"/>
                <a:cs typeface="Carlito"/>
              </a:rPr>
              <a:t>explicitly</a:t>
            </a:r>
            <a:r>
              <a:rPr sz="2800" spc="-60" dirty="0">
                <a:latin typeface="Carlito"/>
                <a:cs typeface="Carlito"/>
              </a:rPr>
              <a:t> </a:t>
            </a:r>
            <a:r>
              <a:rPr sz="2800" spc="-10" dirty="0">
                <a:latin typeface="Carlito"/>
                <a:cs typeface="Carlito"/>
              </a:rPr>
              <a:t>programmed.</a:t>
            </a:r>
            <a:endParaRPr sz="2800" dirty="0">
              <a:latin typeface="Carlito"/>
              <a:cs typeface="Carlito"/>
            </a:endParaRPr>
          </a:p>
        </p:txBody>
      </p:sp>
      <p:pic>
        <p:nvPicPr>
          <p:cNvPr id="4" name="object 4"/>
          <p:cNvPicPr/>
          <p:nvPr/>
        </p:nvPicPr>
        <p:blipFill>
          <a:blip r:embed="rId3" cstate="print"/>
          <a:stretch>
            <a:fillRect/>
          </a:stretch>
        </p:blipFill>
        <p:spPr>
          <a:xfrm>
            <a:off x="7604188" y="1169123"/>
            <a:ext cx="1371600" cy="1905000"/>
          </a:xfrm>
          <a:prstGeom prst="rect">
            <a:avLst/>
          </a:prstGeom>
        </p:spPr>
      </p:pic>
      <p:grpSp>
        <p:nvGrpSpPr>
          <p:cNvPr id="5" name="object 5"/>
          <p:cNvGrpSpPr/>
          <p:nvPr/>
        </p:nvGrpSpPr>
        <p:grpSpPr>
          <a:xfrm>
            <a:off x="316119" y="3266973"/>
            <a:ext cx="8828405" cy="2501265"/>
            <a:chOff x="316119" y="3266973"/>
            <a:chExt cx="8828405" cy="2501265"/>
          </a:xfrm>
        </p:grpSpPr>
        <p:pic>
          <p:nvPicPr>
            <p:cNvPr id="6" name="object 6"/>
            <p:cNvPicPr/>
            <p:nvPr/>
          </p:nvPicPr>
          <p:blipFill>
            <a:blip r:embed="rId4" cstate="print"/>
            <a:stretch>
              <a:fillRect/>
            </a:stretch>
          </p:blipFill>
          <p:spPr>
            <a:xfrm>
              <a:off x="452224" y="3619910"/>
              <a:ext cx="5267460" cy="1443669"/>
            </a:xfrm>
            <a:prstGeom prst="rect">
              <a:avLst/>
            </a:prstGeom>
          </p:spPr>
        </p:pic>
        <p:sp>
          <p:nvSpPr>
            <p:cNvPr id="7" name="object 7"/>
            <p:cNvSpPr/>
            <p:nvPr/>
          </p:nvSpPr>
          <p:spPr>
            <a:xfrm>
              <a:off x="325644" y="3276498"/>
              <a:ext cx="6750050" cy="2060575"/>
            </a:xfrm>
            <a:custGeom>
              <a:avLst/>
              <a:gdLst/>
              <a:ahLst/>
              <a:cxnLst/>
              <a:rect l="l" t="t" r="r" b="b"/>
              <a:pathLst>
                <a:path w="6750050" h="2060575">
                  <a:moveTo>
                    <a:pt x="0" y="0"/>
                  </a:moveTo>
                  <a:lnTo>
                    <a:pt x="6749703" y="0"/>
                  </a:lnTo>
                  <a:lnTo>
                    <a:pt x="6749703" y="2060021"/>
                  </a:lnTo>
                  <a:lnTo>
                    <a:pt x="0" y="2060021"/>
                  </a:lnTo>
                  <a:lnTo>
                    <a:pt x="0" y="0"/>
                  </a:lnTo>
                  <a:close/>
                </a:path>
              </a:pathLst>
            </a:custGeom>
            <a:ln w="19050">
              <a:solidFill>
                <a:srgbClr val="0000FF"/>
              </a:solidFill>
            </a:ln>
          </p:spPr>
          <p:txBody>
            <a:bodyPr wrap="square" lIns="0" tIns="0" rIns="0" bIns="0" rtlCol="0"/>
            <a:lstStyle/>
            <a:p>
              <a:endParaRPr/>
            </a:p>
          </p:txBody>
        </p:sp>
        <p:pic>
          <p:nvPicPr>
            <p:cNvPr id="8" name="object 8"/>
            <p:cNvPicPr/>
            <p:nvPr/>
          </p:nvPicPr>
          <p:blipFill>
            <a:blip r:embed="rId5" cstate="print"/>
            <a:stretch>
              <a:fillRect/>
            </a:stretch>
          </p:blipFill>
          <p:spPr>
            <a:xfrm>
              <a:off x="7101446" y="3725409"/>
              <a:ext cx="2042553" cy="2042553"/>
            </a:xfrm>
            <a:prstGeom prst="rect">
              <a:avLst/>
            </a:prstGeom>
          </p:spPr>
        </p:pic>
      </p:grpSp>
      <p:sp>
        <p:nvSpPr>
          <p:cNvPr id="9" name="object 9"/>
          <p:cNvSpPr txBox="1"/>
          <p:nvPr/>
        </p:nvSpPr>
        <p:spPr>
          <a:xfrm>
            <a:off x="6911467" y="6436867"/>
            <a:ext cx="215011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rlito"/>
                <a:cs typeface="Carlito"/>
              </a:rPr>
              <a:t>Photos</a:t>
            </a:r>
            <a:r>
              <a:rPr sz="1800" spc="-50" dirty="0">
                <a:latin typeface="Carlito"/>
                <a:cs typeface="Carlito"/>
              </a:rPr>
              <a:t> </a:t>
            </a:r>
            <a:r>
              <a:rPr sz="1800" dirty="0">
                <a:latin typeface="Carlito"/>
                <a:cs typeface="Carlito"/>
              </a:rPr>
              <a:t>from</a:t>
            </a:r>
            <a:r>
              <a:rPr sz="1800" spc="-45" dirty="0">
                <a:latin typeface="Carlito"/>
                <a:cs typeface="Carlito"/>
              </a:rPr>
              <a:t> </a:t>
            </a:r>
            <a:r>
              <a:rPr sz="1800" spc="-10" dirty="0">
                <a:latin typeface="Carlito"/>
                <a:cs typeface="Carlito"/>
              </a:rPr>
              <a:t>Wikipedia</a:t>
            </a:r>
            <a:endParaRPr sz="1800">
              <a:latin typeface="Carlito"/>
              <a:cs typeface="Carl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Definition</a:t>
            </a:r>
            <a:r>
              <a:rPr spc="-95" dirty="0"/>
              <a:t> </a:t>
            </a:r>
            <a:r>
              <a:rPr dirty="0"/>
              <a:t>of</a:t>
            </a:r>
            <a:r>
              <a:rPr spc="-95" dirty="0"/>
              <a:t> </a:t>
            </a:r>
            <a:r>
              <a:rPr spc="-20" dirty="0"/>
              <a:t>Machine</a:t>
            </a:r>
            <a:r>
              <a:rPr spc="-95" dirty="0"/>
              <a:t> </a:t>
            </a:r>
            <a:r>
              <a:rPr spc="-10" dirty="0"/>
              <a:t>Learning</a:t>
            </a:r>
          </a:p>
        </p:txBody>
      </p:sp>
      <p:pic>
        <p:nvPicPr>
          <p:cNvPr id="3" name="object 3"/>
          <p:cNvPicPr/>
          <p:nvPr/>
        </p:nvPicPr>
        <p:blipFill>
          <a:blip r:embed="rId3" cstate="print"/>
          <a:stretch>
            <a:fillRect/>
          </a:stretch>
        </p:blipFill>
        <p:spPr>
          <a:xfrm>
            <a:off x="7113320" y="1608188"/>
            <a:ext cx="2030679" cy="1223162"/>
          </a:xfrm>
          <a:prstGeom prst="rect">
            <a:avLst/>
          </a:prstGeom>
        </p:spPr>
      </p:pic>
      <p:sp>
        <p:nvSpPr>
          <p:cNvPr id="4" name="object 4"/>
          <p:cNvSpPr txBox="1"/>
          <p:nvPr/>
        </p:nvSpPr>
        <p:spPr>
          <a:xfrm>
            <a:off x="478790" y="1460499"/>
            <a:ext cx="6442710" cy="4003040"/>
          </a:xfrm>
          <a:prstGeom prst="rect">
            <a:avLst/>
          </a:prstGeom>
        </p:spPr>
        <p:txBody>
          <a:bodyPr vert="horz" wrap="square" lIns="0" tIns="55244" rIns="0" bIns="0" rtlCol="0">
            <a:spAutoFit/>
          </a:bodyPr>
          <a:lstStyle/>
          <a:p>
            <a:pPr marL="12700" marR="5080">
              <a:lnSpc>
                <a:spcPct val="90000"/>
              </a:lnSpc>
              <a:spcBef>
                <a:spcPts val="434"/>
              </a:spcBef>
            </a:pPr>
            <a:r>
              <a:rPr sz="2800" spc="-70" dirty="0">
                <a:latin typeface="Carlito"/>
                <a:cs typeface="Carlito"/>
              </a:rPr>
              <a:t>Tom</a:t>
            </a:r>
            <a:r>
              <a:rPr sz="2800" spc="-80" dirty="0">
                <a:latin typeface="Carlito"/>
                <a:cs typeface="Carlito"/>
              </a:rPr>
              <a:t> </a:t>
            </a:r>
            <a:r>
              <a:rPr sz="2800" dirty="0">
                <a:latin typeface="Carlito"/>
                <a:cs typeface="Carlito"/>
              </a:rPr>
              <a:t>Mitchell</a:t>
            </a:r>
            <a:r>
              <a:rPr sz="2800" spc="-85" dirty="0">
                <a:latin typeface="Carlito"/>
                <a:cs typeface="Carlito"/>
              </a:rPr>
              <a:t> </a:t>
            </a:r>
            <a:r>
              <a:rPr sz="2800" dirty="0">
                <a:latin typeface="Carlito"/>
                <a:cs typeface="Carlito"/>
              </a:rPr>
              <a:t>(1998):</a:t>
            </a:r>
            <a:r>
              <a:rPr sz="2800" spc="-80" dirty="0">
                <a:latin typeface="Carlito"/>
                <a:cs typeface="Carlito"/>
              </a:rPr>
              <a:t> </a:t>
            </a:r>
            <a:r>
              <a:rPr sz="2800" dirty="0">
                <a:latin typeface="Carlito"/>
                <a:cs typeface="Carlito"/>
              </a:rPr>
              <a:t>a</a:t>
            </a:r>
            <a:r>
              <a:rPr sz="2800" spc="-80" dirty="0">
                <a:latin typeface="Carlito"/>
                <a:cs typeface="Carlito"/>
              </a:rPr>
              <a:t> </a:t>
            </a:r>
            <a:r>
              <a:rPr sz="2800" dirty="0">
                <a:latin typeface="Carlito"/>
                <a:cs typeface="Carlito"/>
              </a:rPr>
              <a:t>computer</a:t>
            </a:r>
            <a:r>
              <a:rPr sz="2800" spc="-80" dirty="0">
                <a:latin typeface="Carlito"/>
                <a:cs typeface="Carlito"/>
              </a:rPr>
              <a:t> </a:t>
            </a:r>
            <a:r>
              <a:rPr sz="2800" spc="-10" dirty="0">
                <a:latin typeface="Carlito"/>
                <a:cs typeface="Carlito"/>
              </a:rPr>
              <a:t>program</a:t>
            </a:r>
            <a:r>
              <a:rPr sz="2800" spc="-80" dirty="0">
                <a:latin typeface="Carlito"/>
                <a:cs typeface="Carlito"/>
              </a:rPr>
              <a:t> </a:t>
            </a:r>
            <a:r>
              <a:rPr sz="2800" spc="-25" dirty="0">
                <a:latin typeface="Carlito"/>
                <a:cs typeface="Carlito"/>
              </a:rPr>
              <a:t>is </a:t>
            </a:r>
            <a:r>
              <a:rPr sz="2800" dirty="0">
                <a:latin typeface="Carlito"/>
                <a:cs typeface="Carlito"/>
              </a:rPr>
              <a:t>said</a:t>
            </a:r>
            <a:r>
              <a:rPr sz="2800" spc="-50" dirty="0">
                <a:latin typeface="Carlito"/>
                <a:cs typeface="Carlito"/>
              </a:rPr>
              <a:t> </a:t>
            </a:r>
            <a:r>
              <a:rPr sz="2800" dirty="0">
                <a:latin typeface="Carlito"/>
                <a:cs typeface="Carlito"/>
              </a:rPr>
              <a:t>to</a:t>
            </a:r>
            <a:r>
              <a:rPr sz="2800" spc="-50" dirty="0">
                <a:latin typeface="Carlito"/>
                <a:cs typeface="Carlito"/>
              </a:rPr>
              <a:t> </a:t>
            </a:r>
            <a:r>
              <a:rPr sz="2800" dirty="0">
                <a:latin typeface="Carlito"/>
                <a:cs typeface="Carlito"/>
              </a:rPr>
              <a:t>learn</a:t>
            </a:r>
            <a:r>
              <a:rPr sz="2800" spc="-50" dirty="0">
                <a:latin typeface="Carlito"/>
                <a:cs typeface="Carlito"/>
              </a:rPr>
              <a:t> </a:t>
            </a:r>
            <a:r>
              <a:rPr sz="2800" dirty="0">
                <a:latin typeface="Carlito"/>
                <a:cs typeface="Carlito"/>
              </a:rPr>
              <a:t>from</a:t>
            </a:r>
            <a:r>
              <a:rPr sz="2800" spc="-45" dirty="0">
                <a:latin typeface="Carlito"/>
                <a:cs typeface="Carlito"/>
              </a:rPr>
              <a:t> </a:t>
            </a:r>
            <a:r>
              <a:rPr sz="2800" dirty="0">
                <a:latin typeface="Carlito"/>
                <a:cs typeface="Carlito"/>
              </a:rPr>
              <a:t>experience</a:t>
            </a:r>
            <a:r>
              <a:rPr sz="2800" spc="-60" dirty="0">
                <a:latin typeface="Carlito"/>
                <a:cs typeface="Carlito"/>
              </a:rPr>
              <a:t> </a:t>
            </a:r>
            <a:r>
              <a:rPr sz="2800" dirty="0">
                <a:latin typeface="Carlito"/>
                <a:cs typeface="Carlito"/>
              </a:rPr>
              <a:t>E</a:t>
            </a:r>
            <a:r>
              <a:rPr sz="2800" spc="-55" dirty="0">
                <a:latin typeface="Carlito"/>
                <a:cs typeface="Carlito"/>
              </a:rPr>
              <a:t> </a:t>
            </a:r>
            <a:r>
              <a:rPr sz="2800" dirty="0">
                <a:latin typeface="Carlito"/>
                <a:cs typeface="Carlito"/>
              </a:rPr>
              <a:t>with</a:t>
            </a:r>
            <a:r>
              <a:rPr sz="2800" spc="-50" dirty="0">
                <a:latin typeface="Carlito"/>
                <a:cs typeface="Carlito"/>
              </a:rPr>
              <a:t> </a:t>
            </a:r>
            <a:r>
              <a:rPr sz="2800" spc="-10" dirty="0">
                <a:latin typeface="Carlito"/>
                <a:cs typeface="Carlito"/>
              </a:rPr>
              <a:t>respect </a:t>
            </a:r>
            <a:r>
              <a:rPr sz="2800" dirty="0">
                <a:latin typeface="Carlito"/>
                <a:cs typeface="Carlito"/>
              </a:rPr>
              <a:t>to</a:t>
            </a:r>
            <a:r>
              <a:rPr sz="2800" spc="-35" dirty="0">
                <a:latin typeface="Carlito"/>
                <a:cs typeface="Carlito"/>
              </a:rPr>
              <a:t> </a:t>
            </a:r>
            <a:r>
              <a:rPr sz="2800" dirty="0">
                <a:latin typeface="Carlito"/>
                <a:cs typeface="Carlito"/>
              </a:rPr>
              <a:t>some</a:t>
            </a:r>
            <a:r>
              <a:rPr sz="2800" spc="-35" dirty="0">
                <a:latin typeface="Carlito"/>
                <a:cs typeface="Carlito"/>
              </a:rPr>
              <a:t> </a:t>
            </a:r>
            <a:r>
              <a:rPr sz="2800" dirty="0">
                <a:latin typeface="Carlito"/>
                <a:cs typeface="Carlito"/>
              </a:rPr>
              <a:t>class</a:t>
            </a:r>
            <a:r>
              <a:rPr sz="2800" spc="-25" dirty="0">
                <a:latin typeface="Carlito"/>
                <a:cs typeface="Carlito"/>
              </a:rPr>
              <a:t> </a:t>
            </a:r>
            <a:r>
              <a:rPr sz="2800" dirty="0">
                <a:latin typeface="Carlito"/>
                <a:cs typeface="Carlito"/>
              </a:rPr>
              <a:t>of</a:t>
            </a:r>
            <a:r>
              <a:rPr sz="2800" spc="-35" dirty="0">
                <a:latin typeface="Carlito"/>
                <a:cs typeface="Carlito"/>
              </a:rPr>
              <a:t> </a:t>
            </a:r>
            <a:r>
              <a:rPr sz="2800" dirty="0">
                <a:latin typeface="Carlito"/>
                <a:cs typeface="Carlito"/>
              </a:rPr>
              <a:t>tasks</a:t>
            </a:r>
            <a:r>
              <a:rPr sz="2800" spc="-35" dirty="0">
                <a:latin typeface="Carlito"/>
                <a:cs typeface="Carlito"/>
              </a:rPr>
              <a:t> </a:t>
            </a:r>
            <a:r>
              <a:rPr sz="2800" dirty="0">
                <a:latin typeface="Carlito"/>
                <a:cs typeface="Carlito"/>
              </a:rPr>
              <a:t>T</a:t>
            </a:r>
            <a:r>
              <a:rPr sz="2800" spc="-35" dirty="0">
                <a:latin typeface="Carlito"/>
                <a:cs typeface="Carlito"/>
              </a:rPr>
              <a:t> </a:t>
            </a:r>
            <a:r>
              <a:rPr sz="2800" dirty="0">
                <a:latin typeface="Carlito"/>
                <a:cs typeface="Carlito"/>
              </a:rPr>
              <a:t>and</a:t>
            </a:r>
            <a:r>
              <a:rPr sz="2800" spc="-30" dirty="0">
                <a:latin typeface="Carlito"/>
                <a:cs typeface="Carlito"/>
              </a:rPr>
              <a:t> </a:t>
            </a:r>
            <a:r>
              <a:rPr sz="2800" spc="-10" dirty="0">
                <a:latin typeface="Carlito"/>
                <a:cs typeface="Carlito"/>
              </a:rPr>
              <a:t>performance </a:t>
            </a:r>
            <a:r>
              <a:rPr sz="2800" dirty="0">
                <a:latin typeface="Carlito"/>
                <a:cs typeface="Carlito"/>
              </a:rPr>
              <a:t>measure</a:t>
            </a:r>
            <a:r>
              <a:rPr sz="2800" spc="-85" dirty="0">
                <a:latin typeface="Carlito"/>
                <a:cs typeface="Carlito"/>
              </a:rPr>
              <a:t> </a:t>
            </a:r>
            <a:r>
              <a:rPr sz="2800" spc="-185" dirty="0">
                <a:latin typeface="Carlito"/>
                <a:cs typeface="Carlito"/>
              </a:rPr>
              <a:t>P,</a:t>
            </a:r>
            <a:r>
              <a:rPr sz="2800" spc="5" dirty="0">
                <a:latin typeface="Carlito"/>
                <a:cs typeface="Carlito"/>
              </a:rPr>
              <a:t> </a:t>
            </a:r>
            <a:r>
              <a:rPr sz="2800" dirty="0">
                <a:latin typeface="Carlito"/>
                <a:cs typeface="Carlito"/>
              </a:rPr>
              <a:t>if</a:t>
            </a:r>
            <a:r>
              <a:rPr sz="2800" spc="-35" dirty="0">
                <a:latin typeface="Carlito"/>
                <a:cs typeface="Carlito"/>
              </a:rPr>
              <a:t> </a:t>
            </a:r>
            <a:r>
              <a:rPr sz="2800" dirty="0">
                <a:latin typeface="Carlito"/>
                <a:cs typeface="Carlito"/>
              </a:rPr>
              <a:t>its</a:t>
            </a:r>
            <a:r>
              <a:rPr sz="2800" spc="-30" dirty="0">
                <a:latin typeface="Carlito"/>
                <a:cs typeface="Carlito"/>
              </a:rPr>
              <a:t> </a:t>
            </a:r>
            <a:r>
              <a:rPr sz="2800" spc="-10" dirty="0">
                <a:latin typeface="Carlito"/>
                <a:cs typeface="Carlito"/>
              </a:rPr>
              <a:t>performance</a:t>
            </a:r>
            <a:r>
              <a:rPr sz="2800" spc="-40" dirty="0">
                <a:latin typeface="Carlito"/>
                <a:cs typeface="Carlito"/>
              </a:rPr>
              <a:t> </a:t>
            </a:r>
            <a:r>
              <a:rPr sz="2800" dirty="0">
                <a:latin typeface="Carlito"/>
                <a:cs typeface="Carlito"/>
              </a:rPr>
              <a:t>at</a:t>
            </a:r>
            <a:r>
              <a:rPr sz="2800" spc="-35" dirty="0">
                <a:latin typeface="Carlito"/>
                <a:cs typeface="Carlito"/>
              </a:rPr>
              <a:t> </a:t>
            </a:r>
            <a:r>
              <a:rPr sz="2800" dirty="0">
                <a:latin typeface="Carlito"/>
                <a:cs typeface="Carlito"/>
              </a:rPr>
              <a:t>tasks</a:t>
            </a:r>
            <a:r>
              <a:rPr sz="2800" spc="-25" dirty="0">
                <a:latin typeface="Carlito"/>
                <a:cs typeface="Carlito"/>
              </a:rPr>
              <a:t> </a:t>
            </a:r>
            <a:r>
              <a:rPr sz="2800" dirty="0">
                <a:latin typeface="Carlito"/>
                <a:cs typeface="Carlito"/>
              </a:rPr>
              <a:t>in</a:t>
            </a:r>
            <a:r>
              <a:rPr sz="2800" spc="-30" dirty="0">
                <a:latin typeface="Carlito"/>
                <a:cs typeface="Carlito"/>
              </a:rPr>
              <a:t> </a:t>
            </a:r>
            <a:r>
              <a:rPr sz="2800" spc="-140" dirty="0">
                <a:latin typeface="Carlito"/>
                <a:cs typeface="Carlito"/>
              </a:rPr>
              <a:t>T,</a:t>
            </a:r>
            <a:r>
              <a:rPr sz="2800" spc="-20" dirty="0">
                <a:latin typeface="Carlito"/>
                <a:cs typeface="Carlito"/>
              </a:rPr>
              <a:t> </a:t>
            </a:r>
            <a:r>
              <a:rPr sz="2800" spc="-35" dirty="0">
                <a:latin typeface="Carlito"/>
                <a:cs typeface="Carlito"/>
              </a:rPr>
              <a:t>as </a:t>
            </a:r>
            <a:r>
              <a:rPr sz="2800" dirty="0">
                <a:latin typeface="Carlito"/>
                <a:cs typeface="Carlito"/>
              </a:rPr>
              <a:t>measured</a:t>
            </a:r>
            <a:r>
              <a:rPr sz="2800" spc="-145" dirty="0">
                <a:latin typeface="Carlito"/>
                <a:cs typeface="Carlito"/>
              </a:rPr>
              <a:t> </a:t>
            </a:r>
            <a:r>
              <a:rPr sz="2800" dirty="0">
                <a:latin typeface="Carlito"/>
                <a:cs typeface="Carlito"/>
              </a:rPr>
              <a:t>by</a:t>
            </a:r>
            <a:r>
              <a:rPr sz="2800" spc="-75" dirty="0">
                <a:latin typeface="Carlito"/>
                <a:cs typeface="Carlito"/>
              </a:rPr>
              <a:t> </a:t>
            </a:r>
            <a:r>
              <a:rPr sz="2800" spc="-185" dirty="0">
                <a:latin typeface="Carlito"/>
                <a:cs typeface="Carlito"/>
              </a:rPr>
              <a:t>P,</a:t>
            </a:r>
            <a:r>
              <a:rPr sz="2800" spc="5" dirty="0">
                <a:latin typeface="Carlito"/>
                <a:cs typeface="Carlito"/>
              </a:rPr>
              <a:t> </a:t>
            </a:r>
            <a:r>
              <a:rPr sz="2800" dirty="0">
                <a:latin typeface="Carlito"/>
                <a:cs typeface="Carlito"/>
              </a:rPr>
              <a:t>improves</a:t>
            </a:r>
            <a:r>
              <a:rPr sz="2800" spc="-70" dirty="0">
                <a:latin typeface="Carlito"/>
                <a:cs typeface="Carlito"/>
              </a:rPr>
              <a:t> </a:t>
            </a:r>
            <a:r>
              <a:rPr sz="2800" dirty="0">
                <a:latin typeface="Carlito"/>
                <a:cs typeface="Carlito"/>
              </a:rPr>
              <a:t>with</a:t>
            </a:r>
            <a:r>
              <a:rPr sz="2800" spc="-70" dirty="0">
                <a:latin typeface="Carlito"/>
                <a:cs typeface="Carlito"/>
              </a:rPr>
              <a:t> </a:t>
            </a:r>
            <a:r>
              <a:rPr sz="2800" dirty="0">
                <a:latin typeface="Carlito"/>
                <a:cs typeface="Carlito"/>
              </a:rPr>
              <a:t>experience</a:t>
            </a:r>
            <a:r>
              <a:rPr sz="2800" spc="-80" dirty="0">
                <a:latin typeface="Carlito"/>
                <a:cs typeface="Carlito"/>
              </a:rPr>
              <a:t> </a:t>
            </a:r>
            <a:r>
              <a:rPr sz="2800" spc="-25" dirty="0">
                <a:latin typeface="Carlito"/>
                <a:cs typeface="Carlito"/>
              </a:rPr>
              <a:t>E.</a:t>
            </a:r>
            <a:endParaRPr sz="2800" dirty="0">
              <a:latin typeface="Carlito"/>
              <a:cs typeface="Carlito"/>
            </a:endParaRPr>
          </a:p>
          <a:p>
            <a:pPr>
              <a:lnSpc>
                <a:spcPct val="100000"/>
              </a:lnSpc>
              <a:spcBef>
                <a:spcPts val="2285"/>
              </a:spcBef>
            </a:pPr>
            <a:endParaRPr sz="2800" dirty="0">
              <a:latin typeface="Carlito"/>
              <a:cs typeface="Carlito"/>
            </a:endParaRPr>
          </a:p>
          <a:p>
            <a:pPr marL="12700" marR="770890">
              <a:lnSpc>
                <a:spcPts val="3000"/>
              </a:lnSpc>
            </a:pPr>
            <a:r>
              <a:rPr sz="2800" dirty="0">
                <a:latin typeface="Carlito"/>
                <a:cs typeface="Carlito"/>
              </a:rPr>
              <a:t>Experience</a:t>
            </a:r>
            <a:r>
              <a:rPr sz="2800" spc="-105" dirty="0">
                <a:latin typeface="Carlito"/>
                <a:cs typeface="Carlito"/>
              </a:rPr>
              <a:t> </a:t>
            </a:r>
            <a:r>
              <a:rPr sz="2800" dirty="0">
                <a:latin typeface="Carlito"/>
                <a:cs typeface="Carlito"/>
              </a:rPr>
              <a:t>(data):</a:t>
            </a:r>
            <a:r>
              <a:rPr sz="2800" spc="-90" dirty="0">
                <a:latin typeface="Carlito"/>
                <a:cs typeface="Carlito"/>
              </a:rPr>
              <a:t> </a:t>
            </a:r>
            <a:r>
              <a:rPr sz="2800" dirty="0">
                <a:latin typeface="Carlito"/>
                <a:cs typeface="Carlito"/>
              </a:rPr>
              <a:t>games</a:t>
            </a:r>
            <a:r>
              <a:rPr sz="2800" spc="-90" dirty="0">
                <a:latin typeface="Carlito"/>
                <a:cs typeface="Carlito"/>
              </a:rPr>
              <a:t> </a:t>
            </a:r>
            <a:r>
              <a:rPr sz="2800" dirty="0">
                <a:latin typeface="Carlito"/>
                <a:cs typeface="Carlito"/>
              </a:rPr>
              <a:t>played</a:t>
            </a:r>
            <a:r>
              <a:rPr sz="2800" spc="-95" dirty="0">
                <a:latin typeface="Carlito"/>
                <a:cs typeface="Carlito"/>
              </a:rPr>
              <a:t> </a:t>
            </a:r>
            <a:r>
              <a:rPr sz="2800" dirty="0">
                <a:latin typeface="Carlito"/>
                <a:cs typeface="Carlito"/>
              </a:rPr>
              <a:t>by</a:t>
            </a:r>
            <a:r>
              <a:rPr sz="2800" spc="-100" dirty="0">
                <a:latin typeface="Carlito"/>
                <a:cs typeface="Carlito"/>
              </a:rPr>
              <a:t> </a:t>
            </a:r>
            <a:r>
              <a:rPr sz="2800" spc="-25" dirty="0">
                <a:latin typeface="Carlito"/>
                <a:cs typeface="Carlito"/>
              </a:rPr>
              <a:t>the </a:t>
            </a:r>
            <a:r>
              <a:rPr sz="2800" spc="-10" dirty="0">
                <a:latin typeface="Carlito"/>
                <a:cs typeface="Carlito"/>
              </a:rPr>
              <a:t>program</a:t>
            </a:r>
            <a:r>
              <a:rPr sz="2800" spc="-70" dirty="0">
                <a:latin typeface="Carlito"/>
                <a:cs typeface="Carlito"/>
              </a:rPr>
              <a:t> </a:t>
            </a:r>
            <a:r>
              <a:rPr sz="2800" dirty="0">
                <a:latin typeface="Carlito"/>
                <a:cs typeface="Carlito"/>
              </a:rPr>
              <a:t>(with</a:t>
            </a:r>
            <a:r>
              <a:rPr sz="2800" spc="-70" dirty="0">
                <a:latin typeface="Carlito"/>
                <a:cs typeface="Carlito"/>
              </a:rPr>
              <a:t> </a:t>
            </a:r>
            <a:r>
              <a:rPr sz="2800" spc="-10" dirty="0">
                <a:latin typeface="Carlito"/>
                <a:cs typeface="Carlito"/>
              </a:rPr>
              <a:t>itself)</a:t>
            </a:r>
            <a:endParaRPr sz="2800" dirty="0">
              <a:latin typeface="Carlito"/>
              <a:cs typeface="Carlito"/>
            </a:endParaRPr>
          </a:p>
          <a:p>
            <a:pPr marL="12700">
              <a:lnSpc>
                <a:spcPct val="100000"/>
              </a:lnSpc>
              <a:spcBef>
                <a:spcPts val="800"/>
              </a:spcBef>
            </a:pPr>
            <a:r>
              <a:rPr sz="2800" spc="-10" dirty="0">
                <a:latin typeface="Carlito"/>
                <a:cs typeface="Carlito"/>
              </a:rPr>
              <a:t>Performance</a:t>
            </a:r>
            <a:r>
              <a:rPr sz="2800" spc="-85" dirty="0">
                <a:latin typeface="Carlito"/>
                <a:cs typeface="Carlito"/>
              </a:rPr>
              <a:t> </a:t>
            </a:r>
            <a:r>
              <a:rPr sz="2800" dirty="0">
                <a:latin typeface="Carlito"/>
                <a:cs typeface="Carlito"/>
              </a:rPr>
              <a:t>measure:</a:t>
            </a:r>
            <a:r>
              <a:rPr sz="2800" spc="-80" dirty="0">
                <a:latin typeface="Carlito"/>
                <a:cs typeface="Carlito"/>
              </a:rPr>
              <a:t> </a:t>
            </a:r>
            <a:r>
              <a:rPr sz="2800" dirty="0">
                <a:latin typeface="Carlito"/>
                <a:cs typeface="Carlito"/>
              </a:rPr>
              <a:t>winning</a:t>
            </a:r>
            <a:r>
              <a:rPr sz="2800" spc="-80" dirty="0">
                <a:latin typeface="Carlito"/>
                <a:cs typeface="Carlito"/>
              </a:rPr>
              <a:t> </a:t>
            </a:r>
            <a:r>
              <a:rPr sz="2800" spc="-20" dirty="0">
                <a:latin typeface="Carlito"/>
                <a:cs typeface="Carlito"/>
              </a:rPr>
              <a:t>rate</a:t>
            </a:r>
            <a:endParaRPr sz="2800" dirty="0">
              <a:latin typeface="Carlito"/>
              <a:cs typeface="Carlito"/>
            </a:endParaRPr>
          </a:p>
        </p:txBody>
      </p:sp>
      <p:pic>
        <p:nvPicPr>
          <p:cNvPr id="5" name="object 5"/>
          <p:cNvPicPr/>
          <p:nvPr/>
        </p:nvPicPr>
        <p:blipFill>
          <a:blip r:embed="rId4" cstate="print"/>
          <a:stretch>
            <a:fillRect/>
          </a:stretch>
        </p:blipFill>
        <p:spPr>
          <a:xfrm>
            <a:off x="7101446" y="3725409"/>
            <a:ext cx="2042553" cy="2042553"/>
          </a:xfrm>
          <a:prstGeom prst="rect">
            <a:avLst/>
          </a:prstGeom>
        </p:spPr>
      </p:pic>
      <p:sp>
        <p:nvSpPr>
          <p:cNvPr id="6" name="object 6"/>
          <p:cNvSpPr txBox="1"/>
          <p:nvPr/>
        </p:nvSpPr>
        <p:spPr>
          <a:xfrm>
            <a:off x="5569546" y="6482588"/>
            <a:ext cx="352615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rlito"/>
                <a:cs typeface="Carlito"/>
              </a:rPr>
              <a:t>Image</a:t>
            </a:r>
            <a:r>
              <a:rPr sz="1800" spc="-60" dirty="0">
                <a:latin typeface="Carlito"/>
                <a:cs typeface="Carlito"/>
              </a:rPr>
              <a:t> </a:t>
            </a:r>
            <a:r>
              <a:rPr sz="1800" dirty="0">
                <a:latin typeface="Carlito"/>
                <a:cs typeface="Carlito"/>
              </a:rPr>
              <a:t>from</a:t>
            </a:r>
            <a:r>
              <a:rPr sz="1800" spc="-55" dirty="0">
                <a:latin typeface="Carlito"/>
                <a:cs typeface="Carlito"/>
              </a:rPr>
              <a:t> </a:t>
            </a:r>
            <a:r>
              <a:rPr sz="1800" spc="-40" dirty="0">
                <a:latin typeface="Carlito"/>
                <a:cs typeface="Carlito"/>
              </a:rPr>
              <a:t>Tom</a:t>
            </a:r>
            <a:r>
              <a:rPr sz="1800" spc="-55" dirty="0">
                <a:latin typeface="Carlito"/>
                <a:cs typeface="Carlito"/>
              </a:rPr>
              <a:t> </a:t>
            </a:r>
            <a:r>
              <a:rPr sz="1800" spc="-10" dirty="0">
                <a:latin typeface="Carlito"/>
                <a:cs typeface="Carlito"/>
              </a:rPr>
              <a:t>Mitchell’s</a:t>
            </a:r>
            <a:r>
              <a:rPr sz="1800" spc="-60" dirty="0">
                <a:latin typeface="Carlito"/>
                <a:cs typeface="Carlito"/>
              </a:rPr>
              <a:t> </a:t>
            </a:r>
            <a:r>
              <a:rPr sz="1800" spc="-10" dirty="0">
                <a:latin typeface="Carlito"/>
                <a:cs typeface="Carlito"/>
              </a:rPr>
              <a:t>homepage</a:t>
            </a:r>
            <a:endParaRPr sz="1800">
              <a:latin typeface="Carlito"/>
              <a:cs typeface="Carl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790" y="394208"/>
            <a:ext cx="6607810" cy="528350"/>
          </a:xfrm>
          <a:prstGeom prst="rect">
            <a:avLst/>
          </a:prstGeom>
        </p:spPr>
        <p:txBody>
          <a:bodyPr vert="horz" wrap="square" lIns="0" tIns="66040" rIns="0" bIns="0" rtlCol="0">
            <a:spAutoFit/>
          </a:bodyPr>
          <a:lstStyle/>
          <a:p>
            <a:pPr marL="12700" marR="5080">
              <a:lnSpc>
                <a:spcPts val="3600"/>
              </a:lnSpc>
              <a:spcBef>
                <a:spcPts val="520"/>
              </a:spcBef>
            </a:pPr>
            <a:r>
              <a:rPr lang="en-US" spc="-90" dirty="0" err="1"/>
              <a:t>Phân</a:t>
            </a:r>
            <a:r>
              <a:rPr lang="en-US" spc="-90" dirty="0"/>
              <a:t> </a:t>
            </a:r>
            <a:r>
              <a:rPr lang="en-US" spc="-90" dirty="0" err="1"/>
              <a:t>loại</a:t>
            </a:r>
            <a:r>
              <a:rPr lang="en-US" spc="-90" dirty="0"/>
              <a:t> </a:t>
            </a:r>
            <a:r>
              <a:rPr lang="en-US" spc="-90" dirty="0" err="1"/>
              <a:t>học</a:t>
            </a:r>
            <a:r>
              <a:rPr lang="en-US" spc="-90" dirty="0"/>
              <a:t> </a:t>
            </a:r>
            <a:r>
              <a:rPr lang="en-US" spc="-90" dirty="0" err="1"/>
              <a:t>máy</a:t>
            </a:r>
            <a:r>
              <a:rPr lang="en-US" spc="-90" dirty="0"/>
              <a:t> </a:t>
            </a:r>
            <a:r>
              <a:rPr dirty="0"/>
              <a:t>(</a:t>
            </a:r>
            <a:r>
              <a:rPr lang="en-US" dirty="0" err="1"/>
              <a:t>Dựa</a:t>
            </a:r>
            <a:r>
              <a:rPr lang="en-US" dirty="0"/>
              <a:t> </a:t>
            </a:r>
            <a:r>
              <a:rPr lang="en-US" dirty="0" err="1"/>
              <a:t>trên</a:t>
            </a:r>
            <a:r>
              <a:rPr lang="en-US" dirty="0"/>
              <a:t> </a:t>
            </a:r>
            <a:r>
              <a:rPr lang="en-US" dirty="0" err="1"/>
              <a:t>nhiệm</a:t>
            </a:r>
            <a:r>
              <a:rPr lang="en-US" dirty="0"/>
              <a:t> </a:t>
            </a:r>
            <a:r>
              <a:rPr lang="en-US" dirty="0" err="1"/>
              <a:t>vụ</a:t>
            </a:r>
            <a:r>
              <a:rPr spc="-50" dirty="0"/>
              <a:t>)</a:t>
            </a:r>
          </a:p>
        </p:txBody>
      </p:sp>
      <p:sp>
        <p:nvSpPr>
          <p:cNvPr id="3" name="object 3"/>
          <p:cNvSpPr/>
          <p:nvPr/>
        </p:nvSpPr>
        <p:spPr>
          <a:xfrm>
            <a:off x="1582877" y="1717128"/>
            <a:ext cx="2468880" cy="2468880"/>
          </a:xfrm>
          <a:custGeom>
            <a:avLst/>
            <a:gdLst/>
            <a:ahLst/>
            <a:cxnLst/>
            <a:rect l="l" t="t" r="r" b="b"/>
            <a:pathLst>
              <a:path w="2468879" h="2468879">
                <a:moveTo>
                  <a:pt x="0" y="1234440"/>
                </a:moveTo>
                <a:lnTo>
                  <a:pt x="934" y="1185968"/>
                </a:lnTo>
                <a:lnTo>
                  <a:pt x="3713" y="1137969"/>
                </a:lnTo>
                <a:lnTo>
                  <a:pt x="8304" y="1090478"/>
                </a:lnTo>
                <a:lnTo>
                  <a:pt x="14672" y="1043529"/>
                </a:lnTo>
                <a:lnTo>
                  <a:pt x="22783" y="997157"/>
                </a:lnTo>
                <a:lnTo>
                  <a:pt x="32602" y="951394"/>
                </a:lnTo>
                <a:lnTo>
                  <a:pt x="44095" y="906277"/>
                </a:lnTo>
                <a:lnTo>
                  <a:pt x="57228" y="861839"/>
                </a:lnTo>
                <a:lnTo>
                  <a:pt x="71966" y="818114"/>
                </a:lnTo>
                <a:lnTo>
                  <a:pt x="88275" y="775138"/>
                </a:lnTo>
                <a:lnTo>
                  <a:pt x="106121" y="732943"/>
                </a:lnTo>
                <a:lnTo>
                  <a:pt x="125470" y="691565"/>
                </a:lnTo>
                <a:lnTo>
                  <a:pt x="146286" y="651037"/>
                </a:lnTo>
                <a:lnTo>
                  <a:pt x="168537" y="611395"/>
                </a:lnTo>
                <a:lnTo>
                  <a:pt x="192187" y="572671"/>
                </a:lnTo>
                <a:lnTo>
                  <a:pt x="217203" y="534902"/>
                </a:lnTo>
                <a:lnTo>
                  <a:pt x="243549" y="498120"/>
                </a:lnTo>
                <a:lnTo>
                  <a:pt x="271192" y="462361"/>
                </a:lnTo>
                <a:lnTo>
                  <a:pt x="300098" y="427658"/>
                </a:lnTo>
                <a:lnTo>
                  <a:pt x="330232" y="394046"/>
                </a:lnTo>
                <a:lnTo>
                  <a:pt x="361559" y="361559"/>
                </a:lnTo>
                <a:lnTo>
                  <a:pt x="394046" y="330232"/>
                </a:lnTo>
                <a:lnTo>
                  <a:pt x="427658" y="300098"/>
                </a:lnTo>
                <a:lnTo>
                  <a:pt x="462361" y="271192"/>
                </a:lnTo>
                <a:lnTo>
                  <a:pt x="498120" y="243549"/>
                </a:lnTo>
                <a:lnTo>
                  <a:pt x="534902" y="217203"/>
                </a:lnTo>
                <a:lnTo>
                  <a:pt x="572671" y="192187"/>
                </a:lnTo>
                <a:lnTo>
                  <a:pt x="611395" y="168537"/>
                </a:lnTo>
                <a:lnTo>
                  <a:pt x="651037" y="146286"/>
                </a:lnTo>
                <a:lnTo>
                  <a:pt x="691565" y="125470"/>
                </a:lnTo>
                <a:lnTo>
                  <a:pt x="732943" y="106121"/>
                </a:lnTo>
                <a:lnTo>
                  <a:pt x="775138" y="88275"/>
                </a:lnTo>
                <a:lnTo>
                  <a:pt x="818114" y="71966"/>
                </a:lnTo>
                <a:lnTo>
                  <a:pt x="861839" y="57228"/>
                </a:lnTo>
                <a:lnTo>
                  <a:pt x="906277" y="44095"/>
                </a:lnTo>
                <a:lnTo>
                  <a:pt x="951394" y="32602"/>
                </a:lnTo>
                <a:lnTo>
                  <a:pt x="997157" y="22783"/>
                </a:lnTo>
                <a:lnTo>
                  <a:pt x="1043529" y="14672"/>
                </a:lnTo>
                <a:lnTo>
                  <a:pt x="1090478" y="8304"/>
                </a:lnTo>
                <a:lnTo>
                  <a:pt x="1137969" y="3713"/>
                </a:lnTo>
                <a:lnTo>
                  <a:pt x="1185968" y="934"/>
                </a:lnTo>
                <a:lnTo>
                  <a:pt x="1234440" y="0"/>
                </a:lnTo>
                <a:lnTo>
                  <a:pt x="1282912" y="934"/>
                </a:lnTo>
                <a:lnTo>
                  <a:pt x="1330911" y="3713"/>
                </a:lnTo>
                <a:lnTo>
                  <a:pt x="1378402" y="8304"/>
                </a:lnTo>
                <a:lnTo>
                  <a:pt x="1425351" y="14672"/>
                </a:lnTo>
                <a:lnTo>
                  <a:pt x="1471723" y="22783"/>
                </a:lnTo>
                <a:lnTo>
                  <a:pt x="1517485" y="32602"/>
                </a:lnTo>
                <a:lnTo>
                  <a:pt x="1562603" y="44095"/>
                </a:lnTo>
                <a:lnTo>
                  <a:pt x="1607041" y="57228"/>
                </a:lnTo>
                <a:lnTo>
                  <a:pt x="1650765" y="71966"/>
                </a:lnTo>
                <a:lnTo>
                  <a:pt x="1693742" y="88275"/>
                </a:lnTo>
                <a:lnTo>
                  <a:pt x="1735937" y="106121"/>
                </a:lnTo>
                <a:lnTo>
                  <a:pt x="1777315" y="125470"/>
                </a:lnTo>
                <a:lnTo>
                  <a:pt x="1817842" y="146286"/>
                </a:lnTo>
                <a:lnTo>
                  <a:pt x="1857485" y="168537"/>
                </a:lnTo>
                <a:lnTo>
                  <a:pt x="1896208" y="192187"/>
                </a:lnTo>
                <a:lnTo>
                  <a:pt x="1933978" y="217203"/>
                </a:lnTo>
                <a:lnTo>
                  <a:pt x="1970759" y="243549"/>
                </a:lnTo>
                <a:lnTo>
                  <a:pt x="2006519" y="271192"/>
                </a:lnTo>
                <a:lnTo>
                  <a:pt x="2041222" y="300098"/>
                </a:lnTo>
                <a:lnTo>
                  <a:pt x="2074834" y="330232"/>
                </a:lnTo>
                <a:lnTo>
                  <a:pt x="2107321" y="361559"/>
                </a:lnTo>
                <a:lnTo>
                  <a:pt x="2138648" y="394046"/>
                </a:lnTo>
                <a:lnTo>
                  <a:pt x="2168782" y="427658"/>
                </a:lnTo>
                <a:lnTo>
                  <a:pt x="2197687" y="462361"/>
                </a:lnTo>
                <a:lnTo>
                  <a:pt x="2225331" y="498120"/>
                </a:lnTo>
                <a:lnTo>
                  <a:pt x="2251677" y="534902"/>
                </a:lnTo>
                <a:lnTo>
                  <a:pt x="2276693" y="572671"/>
                </a:lnTo>
                <a:lnTo>
                  <a:pt x="2300343" y="611395"/>
                </a:lnTo>
                <a:lnTo>
                  <a:pt x="2322594" y="651037"/>
                </a:lnTo>
                <a:lnTo>
                  <a:pt x="2343411" y="691565"/>
                </a:lnTo>
                <a:lnTo>
                  <a:pt x="2362759" y="732943"/>
                </a:lnTo>
                <a:lnTo>
                  <a:pt x="2380605" y="775138"/>
                </a:lnTo>
                <a:lnTo>
                  <a:pt x="2396914" y="818114"/>
                </a:lnTo>
                <a:lnTo>
                  <a:pt x="2411653" y="861839"/>
                </a:lnTo>
                <a:lnTo>
                  <a:pt x="2424785" y="906277"/>
                </a:lnTo>
                <a:lnTo>
                  <a:pt x="2436278" y="951394"/>
                </a:lnTo>
                <a:lnTo>
                  <a:pt x="2446097" y="997157"/>
                </a:lnTo>
                <a:lnTo>
                  <a:pt x="2454208" y="1043529"/>
                </a:lnTo>
                <a:lnTo>
                  <a:pt x="2460576" y="1090478"/>
                </a:lnTo>
                <a:lnTo>
                  <a:pt x="2465167" y="1137969"/>
                </a:lnTo>
                <a:lnTo>
                  <a:pt x="2467947" y="1185968"/>
                </a:lnTo>
                <a:lnTo>
                  <a:pt x="2468881" y="1234440"/>
                </a:lnTo>
                <a:lnTo>
                  <a:pt x="2467947" y="1282912"/>
                </a:lnTo>
                <a:lnTo>
                  <a:pt x="2465167" y="1330911"/>
                </a:lnTo>
                <a:lnTo>
                  <a:pt x="2460576" y="1378402"/>
                </a:lnTo>
                <a:lnTo>
                  <a:pt x="2454208" y="1425351"/>
                </a:lnTo>
                <a:lnTo>
                  <a:pt x="2446097" y="1471723"/>
                </a:lnTo>
                <a:lnTo>
                  <a:pt x="2436278" y="1517485"/>
                </a:lnTo>
                <a:lnTo>
                  <a:pt x="2424785" y="1562603"/>
                </a:lnTo>
                <a:lnTo>
                  <a:pt x="2411653" y="1607041"/>
                </a:lnTo>
                <a:lnTo>
                  <a:pt x="2396914" y="1650765"/>
                </a:lnTo>
                <a:lnTo>
                  <a:pt x="2380605" y="1693742"/>
                </a:lnTo>
                <a:lnTo>
                  <a:pt x="2362759" y="1735937"/>
                </a:lnTo>
                <a:lnTo>
                  <a:pt x="2343411" y="1777315"/>
                </a:lnTo>
                <a:lnTo>
                  <a:pt x="2322594" y="1817842"/>
                </a:lnTo>
                <a:lnTo>
                  <a:pt x="2300343" y="1857485"/>
                </a:lnTo>
                <a:lnTo>
                  <a:pt x="2276693" y="1896208"/>
                </a:lnTo>
                <a:lnTo>
                  <a:pt x="2251677" y="1933978"/>
                </a:lnTo>
                <a:lnTo>
                  <a:pt x="2225331" y="1970759"/>
                </a:lnTo>
                <a:lnTo>
                  <a:pt x="2197687" y="2006519"/>
                </a:lnTo>
                <a:lnTo>
                  <a:pt x="2168782" y="2041222"/>
                </a:lnTo>
                <a:lnTo>
                  <a:pt x="2138648" y="2074834"/>
                </a:lnTo>
                <a:lnTo>
                  <a:pt x="2107321" y="2107321"/>
                </a:lnTo>
                <a:lnTo>
                  <a:pt x="2074834" y="2138648"/>
                </a:lnTo>
                <a:lnTo>
                  <a:pt x="2041222" y="2168782"/>
                </a:lnTo>
                <a:lnTo>
                  <a:pt x="2006519" y="2197687"/>
                </a:lnTo>
                <a:lnTo>
                  <a:pt x="1970759" y="2225331"/>
                </a:lnTo>
                <a:lnTo>
                  <a:pt x="1933978" y="2251677"/>
                </a:lnTo>
                <a:lnTo>
                  <a:pt x="1896208" y="2276693"/>
                </a:lnTo>
                <a:lnTo>
                  <a:pt x="1857485" y="2300343"/>
                </a:lnTo>
                <a:lnTo>
                  <a:pt x="1817842" y="2322594"/>
                </a:lnTo>
                <a:lnTo>
                  <a:pt x="1777315" y="2343411"/>
                </a:lnTo>
                <a:lnTo>
                  <a:pt x="1735937" y="2362759"/>
                </a:lnTo>
                <a:lnTo>
                  <a:pt x="1693742" y="2380605"/>
                </a:lnTo>
                <a:lnTo>
                  <a:pt x="1650765" y="2396914"/>
                </a:lnTo>
                <a:lnTo>
                  <a:pt x="1607041" y="2411653"/>
                </a:lnTo>
                <a:lnTo>
                  <a:pt x="1562603" y="2424785"/>
                </a:lnTo>
                <a:lnTo>
                  <a:pt x="1517485" y="2436278"/>
                </a:lnTo>
                <a:lnTo>
                  <a:pt x="1471723" y="2446097"/>
                </a:lnTo>
                <a:lnTo>
                  <a:pt x="1425351" y="2454208"/>
                </a:lnTo>
                <a:lnTo>
                  <a:pt x="1378402" y="2460576"/>
                </a:lnTo>
                <a:lnTo>
                  <a:pt x="1330911" y="2465167"/>
                </a:lnTo>
                <a:lnTo>
                  <a:pt x="1282912" y="2467947"/>
                </a:lnTo>
                <a:lnTo>
                  <a:pt x="1234440" y="2468881"/>
                </a:lnTo>
                <a:lnTo>
                  <a:pt x="1185968" y="2467947"/>
                </a:lnTo>
                <a:lnTo>
                  <a:pt x="1137969" y="2465167"/>
                </a:lnTo>
                <a:lnTo>
                  <a:pt x="1090478" y="2460576"/>
                </a:lnTo>
                <a:lnTo>
                  <a:pt x="1043529" y="2454208"/>
                </a:lnTo>
                <a:lnTo>
                  <a:pt x="997157" y="2446097"/>
                </a:lnTo>
                <a:lnTo>
                  <a:pt x="951394" y="2436278"/>
                </a:lnTo>
                <a:lnTo>
                  <a:pt x="906277" y="2424785"/>
                </a:lnTo>
                <a:lnTo>
                  <a:pt x="861839" y="2411653"/>
                </a:lnTo>
                <a:lnTo>
                  <a:pt x="818114" y="2396914"/>
                </a:lnTo>
                <a:lnTo>
                  <a:pt x="775138" y="2380605"/>
                </a:lnTo>
                <a:lnTo>
                  <a:pt x="732943" y="2362759"/>
                </a:lnTo>
                <a:lnTo>
                  <a:pt x="691565" y="2343411"/>
                </a:lnTo>
                <a:lnTo>
                  <a:pt x="651037" y="2322594"/>
                </a:lnTo>
                <a:lnTo>
                  <a:pt x="611395" y="2300343"/>
                </a:lnTo>
                <a:lnTo>
                  <a:pt x="572671" y="2276693"/>
                </a:lnTo>
                <a:lnTo>
                  <a:pt x="534902" y="2251677"/>
                </a:lnTo>
                <a:lnTo>
                  <a:pt x="498120" y="2225331"/>
                </a:lnTo>
                <a:lnTo>
                  <a:pt x="462361" y="2197687"/>
                </a:lnTo>
                <a:lnTo>
                  <a:pt x="427658" y="2168782"/>
                </a:lnTo>
                <a:lnTo>
                  <a:pt x="394046" y="2138648"/>
                </a:lnTo>
                <a:lnTo>
                  <a:pt x="361559" y="2107321"/>
                </a:lnTo>
                <a:lnTo>
                  <a:pt x="330232" y="2074834"/>
                </a:lnTo>
                <a:lnTo>
                  <a:pt x="300098" y="2041222"/>
                </a:lnTo>
                <a:lnTo>
                  <a:pt x="271192" y="2006519"/>
                </a:lnTo>
                <a:lnTo>
                  <a:pt x="243549" y="1970759"/>
                </a:lnTo>
                <a:lnTo>
                  <a:pt x="217203" y="1933978"/>
                </a:lnTo>
                <a:lnTo>
                  <a:pt x="192187" y="1896208"/>
                </a:lnTo>
                <a:lnTo>
                  <a:pt x="168537" y="1857485"/>
                </a:lnTo>
                <a:lnTo>
                  <a:pt x="146286" y="1817842"/>
                </a:lnTo>
                <a:lnTo>
                  <a:pt x="125470" y="1777315"/>
                </a:lnTo>
                <a:lnTo>
                  <a:pt x="106121" y="1735937"/>
                </a:lnTo>
                <a:lnTo>
                  <a:pt x="88275" y="1693742"/>
                </a:lnTo>
                <a:lnTo>
                  <a:pt x="71966" y="1650765"/>
                </a:lnTo>
                <a:lnTo>
                  <a:pt x="57228" y="1607041"/>
                </a:lnTo>
                <a:lnTo>
                  <a:pt x="44095" y="1562603"/>
                </a:lnTo>
                <a:lnTo>
                  <a:pt x="32602" y="1517485"/>
                </a:lnTo>
                <a:lnTo>
                  <a:pt x="22783" y="1471723"/>
                </a:lnTo>
                <a:lnTo>
                  <a:pt x="14672" y="1425351"/>
                </a:lnTo>
                <a:lnTo>
                  <a:pt x="8304" y="1378402"/>
                </a:lnTo>
                <a:lnTo>
                  <a:pt x="3713" y="1330911"/>
                </a:lnTo>
                <a:lnTo>
                  <a:pt x="934" y="1282912"/>
                </a:lnTo>
                <a:lnTo>
                  <a:pt x="0" y="1234440"/>
                </a:lnTo>
                <a:close/>
              </a:path>
            </a:pathLst>
          </a:custGeom>
          <a:ln w="38100">
            <a:solidFill>
              <a:srgbClr val="C00000"/>
            </a:solidFill>
          </a:ln>
        </p:spPr>
        <p:txBody>
          <a:bodyPr wrap="square" lIns="0" tIns="0" rIns="0" bIns="0" rtlCol="0"/>
          <a:lstStyle/>
          <a:p>
            <a:endParaRPr/>
          </a:p>
        </p:txBody>
      </p:sp>
      <p:sp>
        <p:nvSpPr>
          <p:cNvPr id="4" name="object 4"/>
          <p:cNvSpPr txBox="1"/>
          <p:nvPr/>
        </p:nvSpPr>
        <p:spPr>
          <a:xfrm>
            <a:off x="2011603" y="2487675"/>
            <a:ext cx="1611630" cy="882015"/>
          </a:xfrm>
          <a:prstGeom prst="rect">
            <a:avLst/>
          </a:prstGeom>
        </p:spPr>
        <p:txBody>
          <a:bodyPr vert="horz" wrap="square" lIns="0" tIns="9525" rIns="0" bIns="0" rtlCol="0">
            <a:spAutoFit/>
          </a:bodyPr>
          <a:lstStyle/>
          <a:p>
            <a:pPr marL="225425" marR="5080" indent="-212725">
              <a:lnSpc>
                <a:spcPct val="100699"/>
              </a:lnSpc>
              <a:spcBef>
                <a:spcPts val="75"/>
              </a:spcBef>
            </a:pPr>
            <a:r>
              <a:rPr sz="2800" spc="-10" dirty="0">
                <a:latin typeface="Carlito"/>
                <a:cs typeface="Carlito"/>
              </a:rPr>
              <a:t>Supervised Learning</a:t>
            </a:r>
            <a:endParaRPr sz="2800">
              <a:latin typeface="Carlito"/>
              <a:cs typeface="Carlito"/>
            </a:endParaRPr>
          </a:p>
        </p:txBody>
      </p:sp>
      <p:sp>
        <p:nvSpPr>
          <p:cNvPr id="5" name="object 5"/>
          <p:cNvSpPr/>
          <p:nvPr/>
        </p:nvSpPr>
        <p:spPr>
          <a:xfrm>
            <a:off x="5051666" y="1731111"/>
            <a:ext cx="2468880" cy="2468880"/>
          </a:xfrm>
          <a:custGeom>
            <a:avLst/>
            <a:gdLst/>
            <a:ahLst/>
            <a:cxnLst/>
            <a:rect l="l" t="t" r="r" b="b"/>
            <a:pathLst>
              <a:path w="2468879" h="2468879">
                <a:moveTo>
                  <a:pt x="0" y="1234440"/>
                </a:moveTo>
                <a:lnTo>
                  <a:pt x="934" y="1185968"/>
                </a:lnTo>
                <a:lnTo>
                  <a:pt x="3713" y="1137969"/>
                </a:lnTo>
                <a:lnTo>
                  <a:pt x="8304" y="1090478"/>
                </a:lnTo>
                <a:lnTo>
                  <a:pt x="14672" y="1043529"/>
                </a:lnTo>
                <a:lnTo>
                  <a:pt x="22783" y="997157"/>
                </a:lnTo>
                <a:lnTo>
                  <a:pt x="32602" y="951394"/>
                </a:lnTo>
                <a:lnTo>
                  <a:pt x="44095" y="906277"/>
                </a:lnTo>
                <a:lnTo>
                  <a:pt x="57228" y="861839"/>
                </a:lnTo>
                <a:lnTo>
                  <a:pt x="71966" y="818114"/>
                </a:lnTo>
                <a:lnTo>
                  <a:pt x="88275" y="775138"/>
                </a:lnTo>
                <a:lnTo>
                  <a:pt x="106121" y="732943"/>
                </a:lnTo>
                <a:lnTo>
                  <a:pt x="125470" y="691565"/>
                </a:lnTo>
                <a:lnTo>
                  <a:pt x="146286" y="651037"/>
                </a:lnTo>
                <a:lnTo>
                  <a:pt x="168537" y="611395"/>
                </a:lnTo>
                <a:lnTo>
                  <a:pt x="192187" y="572671"/>
                </a:lnTo>
                <a:lnTo>
                  <a:pt x="217203" y="534902"/>
                </a:lnTo>
                <a:lnTo>
                  <a:pt x="243549" y="498120"/>
                </a:lnTo>
                <a:lnTo>
                  <a:pt x="271192" y="462361"/>
                </a:lnTo>
                <a:lnTo>
                  <a:pt x="300098" y="427658"/>
                </a:lnTo>
                <a:lnTo>
                  <a:pt x="330232" y="394046"/>
                </a:lnTo>
                <a:lnTo>
                  <a:pt x="361559" y="361559"/>
                </a:lnTo>
                <a:lnTo>
                  <a:pt x="394046" y="330232"/>
                </a:lnTo>
                <a:lnTo>
                  <a:pt x="427658" y="300098"/>
                </a:lnTo>
                <a:lnTo>
                  <a:pt x="462361" y="271192"/>
                </a:lnTo>
                <a:lnTo>
                  <a:pt x="498120" y="243549"/>
                </a:lnTo>
                <a:lnTo>
                  <a:pt x="534902" y="217203"/>
                </a:lnTo>
                <a:lnTo>
                  <a:pt x="572671" y="192187"/>
                </a:lnTo>
                <a:lnTo>
                  <a:pt x="611395" y="168537"/>
                </a:lnTo>
                <a:lnTo>
                  <a:pt x="651037" y="146286"/>
                </a:lnTo>
                <a:lnTo>
                  <a:pt x="691565" y="125470"/>
                </a:lnTo>
                <a:lnTo>
                  <a:pt x="732943" y="106121"/>
                </a:lnTo>
                <a:lnTo>
                  <a:pt x="775138" y="88275"/>
                </a:lnTo>
                <a:lnTo>
                  <a:pt x="818114" y="71966"/>
                </a:lnTo>
                <a:lnTo>
                  <a:pt x="861839" y="57228"/>
                </a:lnTo>
                <a:lnTo>
                  <a:pt x="906277" y="44095"/>
                </a:lnTo>
                <a:lnTo>
                  <a:pt x="951394" y="32602"/>
                </a:lnTo>
                <a:lnTo>
                  <a:pt x="997157" y="22783"/>
                </a:lnTo>
                <a:lnTo>
                  <a:pt x="1043529" y="14672"/>
                </a:lnTo>
                <a:lnTo>
                  <a:pt x="1090478" y="8304"/>
                </a:lnTo>
                <a:lnTo>
                  <a:pt x="1137969" y="3713"/>
                </a:lnTo>
                <a:lnTo>
                  <a:pt x="1185968" y="934"/>
                </a:lnTo>
                <a:lnTo>
                  <a:pt x="1234440" y="0"/>
                </a:lnTo>
                <a:lnTo>
                  <a:pt x="1282912" y="934"/>
                </a:lnTo>
                <a:lnTo>
                  <a:pt x="1330911" y="3713"/>
                </a:lnTo>
                <a:lnTo>
                  <a:pt x="1378402" y="8304"/>
                </a:lnTo>
                <a:lnTo>
                  <a:pt x="1425351" y="14672"/>
                </a:lnTo>
                <a:lnTo>
                  <a:pt x="1471723" y="22783"/>
                </a:lnTo>
                <a:lnTo>
                  <a:pt x="1517485" y="32602"/>
                </a:lnTo>
                <a:lnTo>
                  <a:pt x="1562603" y="44095"/>
                </a:lnTo>
                <a:lnTo>
                  <a:pt x="1607041" y="57228"/>
                </a:lnTo>
                <a:lnTo>
                  <a:pt x="1650765" y="71966"/>
                </a:lnTo>
                <a:lnTo>
                  <a:pt x="1693742" y="88275"/>
                </a:lnTo>
                <a:lnTo>
                  <a:pt x="1735937" y="106121"/>
                </a:lnTo>
                <a:lnTo>
                  <a:pt x="1777315" y="125470"/>
                </a:lnTo>
                <a:lnTo>
                  <a:pt x="1817842" y="146286"/>
                </a:lnTo>
                <a:lnTo>
                  <a:pt x="1857485" y="168537"/>
                </a:lnTo>
                <a:lnTo>
                  <a:pt x="1896208" y="192187"/>
                </a:lnTo>
                <a:lnTo>
                  <a:pt x="1933978" y="217203"/>
                </a:lnTo>
                <a:lnTo>
                  <a:pt x="1970759" y="243549"/>
                </a:lnTo>
                <a:lnTo>
                  <a:pt x="2006519" y="271192"/>
                </a:lnTo>
                <a:lnTo>
                  <a:pt x="2041222" y="300098"/>
                </a:lnTo>
                <a:lnTo>
                  <a:pt x="2074834" y="330232"/>
                </a:lnTo>
                <a:lnTo>
                  <a:pt x="2107321" y="361559"/>
                </a:lnTo>
                <a:lnTo>
                  <a:pt x="2138648" y="394046"/>
                </a:lnTo>
                <a:lnTo>
                  <a:pt x="2168782" y="427658"/>
                </a:lnTo>
                <a:lnTo>
                  <a:pt x="2197687" y="462361"/>
                </a:lnTo>
                <a:lnTo>
                  <a:pt x="2225331" y="498120"/>
                </a:lnTo>
                <a:lnTo>
                  <a:pt x="2251677" y="534902"/>
                </a:lnTo>
                <a:lnTo>
                  <a:pt x="2276693" y="572671"/>
                </a:lnTo>
                <a:lnTo>
                  <a:pt x="2300343" y="611395"/>
                </a:lnTo>
                <a:lnTo>
                  <a:pt x="2322594" y="651037"/>
                </a:lnTo>
                <a:lnTo>
                  <a:pt x="2343411" y="691565"/>
                </a:lnTo>
                <a:lnTo>
                  <a:pt x="2362759" y="732943"/>
                </a:lnTo>
                <a:lnTo>
                  <a:pt x="2380605" y="775138"/>
                </a:lnTo>
                <a:lnTo>
                  <a:pt x="2396914" y="818114"/>
                </a:lnTo>
                <a:lnTo>
                  <a:pt x="2411653" y="861839"/>
                </a:lnTo>
                <a:lnTo>
                  <a:pt x="2424785" y="906277"/>
                </a:lnTo>
                <a:lnTo>
                  <a:pt x="2436278" y="951394"/>
                </a:lnTo>
                <a:lnTo>
                  <a:pt x="2446097" y="997157"/>
                </a:lnTo>
                <a:lnTo>
                  <a:pt x="2454208" y="1043529"/>
                </a:lnTo>
                <a:lnTo>
                  <a:pt x="2460576" y="1090478"/>
                </a:lnTo>
                <a:lnTo>
                  <a:pt x="2465167" y="1137969"/>
                </a:lnTo>
                <a:lnTo>
                  <a:pt x="2467947" y="1185968"/>
                </a:lnTo>
                <a:lnTo>
                  <a:pt x="2468881" y="1234440"/>
                </a:lnTo>
                <a:lnTo>
                  <a:pt x="2467947" y="1282912"/>
                </a:lnTo>
                <a:lnTo>
                  <a:pt x="2465167" y="1330911"/>
                </a:lnTo>
                <a:lnTo>
                  <a:pt x="2460576" y="1378402"/>
                </a:lnTo>
                <a:lnTo>
                  <a:pt x="2454208" y="1425351"/>
                </a:lnTo>
                <a:lnTo>
                  <a:pt x="2446097" y="1471723"/>
                </a:lnTo>
                <a:lnTo>
                  <a:pt x="2436278" y="1517485"/>
                </a:lnTo>
                <a:lnTo>
                  <a:pt x="2424785" y="1562603"/>
                </a:lnTo>
                <a:lnTo>
                  <a:pt x="2411653" y="1607041"/>
                </a:lnTo>
                <a:lnTo>
                  <a:pt x="2396914" y="1650765"/>
                </a:lnTo>
                <a:lnTo>
                  <a:pt x="2380605" y="1693742"/>
                </a:lnTo>
                <a:lnTo>
                  <a:pt x="2362759" y="1735937"/>
                </a:lnTo>
                <a:lnTo>
                  <a:pt x="2343411" y="1777315"/>
                </a:lnTo>
                <a:lnTo>
                  <a:pt x="2322594" y="1817842"/>
                </a:lnTo>
                <a:lnTo>
                  <a:pt x="2300343" y="1857485"/>
                </a:lnTo>
                <a:lnTo>
                  <a:pt x="2276693" y="1896208"/>
                </a:lnTo>
                <a:lnTo>
                  <a:pt x="2251677" y="1933978"/>
                </a:lnTo>
                <a:lnTo>
                  <a:pt x="2225331" y="1970759"/>
                </a:lnTo>
                <a:lnTo>
                  <a:pt x="2197687" y="2006519"/>
                </a:lnTo>
                <a:lnTo>
                  <a:pt x="2168782" y="2041222"/>
                </a:lnTo>
                <a:lnTo>
                  <a:pt x="2138648" y="2074834"/>
                </a:lnTo>
                <a:lnTo>
                  <a:pt x="2107321" y="2107321"/>
                </a:lnTo>
                <a:lnTo>
                  <a:pt x="2074834" y="2138648"/>
                </a:lnTo>
                <a:lnTo>
                  <a:pt x="2041222" y="2168782"/>
                </a:lnTo>
                <a:lnTo>
                  <a:pt x="2006519" y="2197687"/>
                </a:lnTo>
                <a:lnTo>
                  <a:pt x="1970759" y="2225331"/>
                </a:lnTo>
                <a:lnTo>
                  <a:pt x="1933978" y="2251677"/>
                </a:lnTo>
                <a:lnTo>
                  <a:pt x="1896208" y="2276693"/>
                </a:lnTo>
                <a:lnTo>
                  <a:pt x="1857485" y="2300343"/>
                </a:lnTo>
                <a:lnTo>
                  <a:pt x="1817842" y="2322594"/>
                </a:lnTo>
                <a:lnTo>
                  <a:pt x="1777315" y="2343411"/>
                </a:lnTo>
                <a:lnTo>
                  <a:pt x="1735937" y="2362759"/>
                </a:lnTo>
                <a:lnTo>
                  <a:pt x="1693742" y="2380605"/>
                </a:lnTo>
                <a:lnTo>
                  <a:pt x="1650765" y="2396914"/>
                </a:lnTo>
                <a:lnTo>
                  <a:pt x="1607041" y="2411653"/>
                </a:lnTo>
                <a:lnTo>
                  <a:pt x="1562603" y="2424785"/>
                </a:lnTo>
                <a:lnTo>
                  <a:pt x="1517485" y="2436278"/>
                </a:lnTo>
                <a:lnTo>
                  <a:pt x="1471723" y="2446097"/>
                </a:lnTo>
                <a:lnTo>
                  <a:pt x="1425351" y="2454208"/>
                </a:lnTo>
                <a:lnTo>
                  <a:pt x="1378402" y="2460576"/>
                </a:lnTo>
                <a:lnTo>
                  <a:pt x="1330911" y="2465167"/>
                </a:lnTo>
                <a:lnTo>
                  <a:pt x="1282912" y="2467947"/>
                </a:lnTo>
                <a:lnTo>
                  <a:pt x="1234440" y="2468881"/>
                </a:lnTo>
                <a:lnTo>
                  <a:pt x="1185968" y="2467947"/>
                </a:lnTo>
                <a:lnTo>
                  <a:pt x="1137969" y="2465167"/>
                </a:lnTo>
                <a:lnTo>
                  <a:pt x="1090478" y="2460576"/>
                </a:lnTo>
                <a:lnTo>
                  <a:pt x="1043529" y="2454208"/>
                </a:lnTo>
                <a:lnTo>
                  <a:pt x="997157" y="2446097"/>
                </a:lnTo>
                <a:lnTo>
                  <a:pt x="951394" y="2436278"/>
                </a:lnTo>
                <a:lnTo>
                  <a:pt x="906277" y="2424785"/>
                </a:lnTo>
                <a:lnTo>
                  <a:pt x="861839" y="2411653"/>
                </a:lnTo>
                <a:lnTo>
                  <a:pt x="818114" y="2396914"/>
                </a:lnTo>
                <a:lnTo>
                  <a:pt x="775138" y="2380605"/>
                </a:lnTo>
                <a:lnTo>
                  <a:pt x="732943" y="2362759"/>
                </a:lnTo>
                <a:lnTo>
                  <a:pt x="691565" y="2343411"/>
                </a:lnTo>
                <a:lnTo>
                  <a:pt x="651037" y="2322594"/>
                </a:lnTo>
                <a:lnTo>
                  <a:pt x="611395" y="2300343"/>
                </a:lnTo>
                <a:lnTo>
                  <a:pt x="572671" y="2276693"/>
                </a:lnTo>
                <a:lnTo>
                  <a:pt x="534902" y="2251677"/>
                </a:lnTo>
                <a:lnTo>
                  <a:pt x="498120" y="2225331"/>
                </a:lnTo>
                <a:lnTo>
                  <a:pt x="462361" y="2197687"/>
                </a:lnTo>
                <a:lnTo>
                  <a:pt x="427658" y="2168782"/>
                </a:lnTo>
                <a:lnTo>
                  <a:pt x="394046" y="2138648"/>
                </a:lnTo>
                <a:lnTo>
                  <a:pt x="361559" y="2107321"/>
                </a:lnTo>
                <a:lnTo>
                  <a:pt x="330232" y="2074834"/>
                </a:lnTo>
                <a:lnTo>
                  <a:pt x="300098" y="2041222"/>
                </a:lnTo>
                <a:lnTo>
                  <a:pt x="271192" y="2006519"/>
                </a:lnTo>
                <a:lnTo>
                  <a:pt x="243549" y="1970759"/>
                </a:lnTo>
                <a:lnTo>
                  <a:pt x="217203" y="1933978"/>
                </a:lnTo>
                <a:lnTo>
                  <a:pt x="192187" y="1896208"/>
                </a:lnTo>
                <a:lnTo>
                  <a:pt x="168537" y="1857485"/>
                </a:lnTo>
                <a:lnTo>
                  <a:pt x="146286" y="1817842"/>
                </a:lnTo>
                <a:lnTo>
                  <a:pt x="125470" y="1777315"/>
                </a:lnTo>
                <a:lnTo>
                  <a:pt x="106121" y="1735937"/>
                </a:lnTo>
                <a:lnTo>
                  <a:pt x="88275" y="1693742"/>
                </a:lnTo>
                <a:lnTo>
                  <a:pt x="71966" y="1650765"/>
                </a:lnTo>
                <a:lnTo>
                  <a:pt x="57228" y="1607041"/>
                </a:lnTo>
                <a:lnTo>
                  <a:pt x="44095" y="1562603"/>
                </a:lnTo>
                <a:lnTo>
                  <a:pt x="32602" y="1517485"/>
                </a:lnTo>
                <a:lnTo>
                  <a:pt x="22783" y="1471723"/>
                </a:lnTo>
                <a:lnTo>
                  <a:pt x="14672" y="1425351"/>
                </a:lnTo>
                <a:lnTo>
                  <a:pt x="8304" y="1378402"/>
                </a:lnTo>
                <a:lnTo>
                  <a:pt x="3713" y="1330911"/>
                </a:lnTo>
                <a:lnTo>
                  <a:pt x="934" y="1282912"/>
                </a:lnTo>
                <a:lnTo>
                  <a:pt x="0" y="1234440"/>
                </a:lnTo>
                <a:close/>
              </a:path>
            </a:pathLst>
          </a:custGeom>
          <a:ln w="38100">
            <a:solidFill>
              <a:srgbClr val="C00000"/>
            </a:solidFill>
          </a:ln>
        </p:spPr>
        <p:txBody>
          <a:bodyPr wrap="square" lIns="0" tIns="0" rIns="0" bIns="0" rtlCol="0"/>
          <a:lstStyle/>
          <a:p>
            <a:endParaRPr/>
          </a:p>
        </p:txBody>
      </p:sp>
      <p:sp>
        <p:nvSpPr>
          <p:cNvPr id="6" name="object 6"/>
          <p:cNvSpPr txBox="1"/>
          <p:nvPr/>
        </p:nvSpPr>
        <p:spPr>
          <a:xfrm>
            <a:off x="5284330" y="2499866"/>
            <a:ext cx="2003425" cy="885190"/>
          </a:xfrm>
          <a:prstGeom prst="rect">
            <a:avLst/>
          </a:prstGeom>
        </p:spPr>
        <p:txBody>
          <a:bodyPr vert="horz" wrap="square" lIns="0" tIns="6350" rIns="0" bIns="0" rtlCol="0">
            <a:spAutoFit/>
          </a:bodyPr>
          <a:lstStyle/>
          <a:p>
            <a:pPr marL="421005" marR="5080" indent="-408940">
              <a:lnSpc>
                <a:spcPct val="101400"/>
              </a:lnSpc>
              <a:spcBef>
                <a:spcPts val="50"/>
              </a:spcBef>
            </a:pPr>
            <a:r>
              <a:rPr sz="2800" spc="-10" dirty="0">
                <a:latin typeface="Carlito"/>
                <a:cs typeface="Carlito"/>
              </a:rPr>
              <a:t>Unsupervised Learning</a:t>
            </a:r>
            <a:endParaRPr sz="2800">
              <a:latin typeface="Carlito"/>
              <a:cs typeface="Carlito"/>
            </a:endParaRPr>
          </a:p>
        </p:txBody>
      </p:sp>
      <p:sp>
        <p:nvSpPr>
          <p:cNvPr id="7" name="object 7"/>
          <p:cNvSpPr/>
          <p:nvPr/>
        </p:nvSpPr>
        <p:spPr>
          <a:xfrm>
            <a:off x="3299459" y="3963492"/>
            <a:ext cx="2468880" cy="2468880"/>
          </a:xfrm>
          <a:custGeom>
            <a:avLst/>
            <a:gdLst/>
            <a:ahLst/>
            <a:cxnLst/>
            <a:rect l="l" t="t" r="r" b="b"/>
            <a:pathLst>
              <a:path w="2468879" h="2468879">
                <a:moveTo>
                  <a:pt x="0" y="1234440"/>
                </a:moveTo>
                <a:lnTo>
                  <a:pt x="934" y="1185968"/>
                </a:lnTo>
                <a:lnTo>
                  <a:pt x="3713" y="1137969"/>
                </a:lnTo>
                <a:lnTo>
                  <a:pt x="8304" y="1090478"/>
                </a:lnTo>
                <a:lnTo>
                  <a:pt x="14672" y="1043529"/>
                </a:lnTo>
                <a:lnTo>
                  <a:pt x="22783" y="997157"/>
                </a:lnTo>
                <a:lnTo>
                  <a:pt x="32602" y="951394"/>
                </a:lnTo>
                <a:lnTo>
                  <a:pt x="44095" y="906277"/>
                </a:lnTo>
                <a:lnTo>
                  <a:pt x="57228" y="861839"/>
                </a:lnTo>
                <a:lnTo>
                  <a:pt x="71966" y="818114"/>
                </a:lnTo>
                <a:lnTo>
                  <a:pt x="88275" y="775138"/>
                </a:lnTo>
                <a:lnTo>
                  <a:pt x="106121" y="732943"/>
                </a:lnTo>
                <a:lnTo>
                  <a:pt x="125470" y="691565"/>
                </a:lnTo>
                <a:lnTo>
                  <a:pt x="146286" y="651037"/>
                </a:lnTo>
                <a:lnTo>
                  <a:pt x="168537" y="611395"/>
                </a:lnTo>
                <a:lnTo>
                  <a:pt x="192187" y="572671"/>
                </a:lnTo>
                <a:lnTo>
                  <a:pt x="217203" y="534902"/>
                </a:lnTo>
                <a:lnTo>
                  <a:pt x="243549" y="498120"/>
                </a:lnTo>
                <a:lnTo>
                  <a:pt x="271192" y="462361"/>
                </a:lnTo>
                <a:lnTo>
                  <a:pt x="300098" y="427658"/>
                </a:lnTo>
                <a:lnTo>
                  <a:pt x="330232" y="394046"/>
                </a:lnTo>
                <a:lnTo>
                  <a:pt x="361559" y="361559"/>
                </a:lnTo>
                <a:lnTo>
                  <a:pt x="394046" y="330232"/>
                </a:lnTo>
                <a:lnTo>
                  <a:pt x="427658" y="300098"/>
                </a:lnTo>
                <a:lnTo>
                  <a:pt x="462361" y="271192"/>
                </a:lnTo>
                <a:lnTo>
                  <a:pt x="498120" y="243549"/>
                </a:lnTo>
                <a:lnTo>
                  <a:pt x="534902" y="217203"/>
                </a:lnTo>
                <a:lnTo>
                  <a:pt x="572671" y="192187"/>
                </a:lnTo>
                <a:lnTo>
                  <a:pt x="611395" y="168537"/>
                </a:lnTo>
                <a:lnTo>
                  <a:pt x="651037" y="146286"/>
                </a:lnTo>
                <a:lnTo>
                  <a:pt x="691565" y="125470"/>
                </a:lnTo>
                <a:lnTo>
                  <a:pt x="732943" y="106121"/>
                </a:lnTo>
                <a:lnTo>
                  <a:pt x="775138" y="88275"/>
                </a:lnTo>
                <a:lnTo>
                  <a:pt x="818114" y="71966"/>
                </a:lnTo>
                <a:lnTo>
                  <a:pt x="861839" y="57228"/>
                </a:lnTo>
                <a:lnTo>
                  <a:pt x="906277" y="44095"/>
                </a:lnTo>
                <a:lnTo>
                  <a:pt x="951394" y="32602"/>
                </a:lnTo>
                <a:lnTo>
                  <a:pt x="997157" y="22783"/>
                </a:lnTo>
                <a:lnTo>
                  <a:pt x="1043529" y="14672"/>
                </a:lnTo>
                <a:lnTo>
                  <a:pt x="1090478" y="8304"/>
                </a:lnTo>
                <a:lnTo>
                  <a:pt x="1137969" y="3713"/>
                </a:lnTo>
                <a:lnTo>
                  <a:pt x="1185968" y="934"/>
                </a:lnTo>
                <a:lnTo>
                  <a:pt x="1234440" y="0"/>
                </a:lnTo>
                <a:lnTo>
                  <a:pt x="1282912" y="934"/>
                </a:lnTo>
                <a:lnTo>
                  <a:pt x="1330911" y="3713"/>
                </a:lnTo>
                <a:lnTo>
                  <a:pt x="1378402" y="8304"/>
                </a:lnTo>
                <a:lnTo>
                  <a:pt x="1425351" y="14672"/>
                </a:lnTo>
                <a:lnTo>
                  <a:pt x="1471723" y="22783"/>
                </a:lnTo>
                <a:lnTo>
                  <a:pt x="1517485" y="32602"/>
                </a:lnTo>
                <a:lnTo>
                  <a:pt x="1562603" y="44095"/>
                </a:lnTo>
                <a:lnTo>
                  <a:pt x="1607041" y="57228"/>
                </a:lnTo>
                <a:lnTo>
                  <a:pt x="1650765" y="71966"/>
                </a:lnTo>
                <a:lnTo>
                  <a:pt x="1693742" y="88275"/>
                </a:lnTo>
                <a:lnTo>
                  <a:pt x="1735937" y="106121"/>
                </a:lnTo>
                <a:lnTo>
                  <a:pt x="1777315" y="125470"/>
                </a:lnTo>
                <a:lnTo>
                  <a:pt x="1817842" y="146286"/>
                </a:lnTo>
                <a:lnTo>
                  <a:pt x="1857485" y="168537"/>
                </a:lnTo>
                <a:lnTo>
                  <a:pt x="1896208" y="192187"/>
                </a:lnTo>
                <a:lnTo>
                  <a:pt x="1933978" y="217203"/>
                </a:lnTo>
                <a:lnTo>
                  <a:pt x="1970759" y="243549"/>
                </a:lnTo>
                <a:lnTo>
                  <a:pt x="2006519" y="271192"/>
                </a:lnTo>
                <a:lnTo>
                  <a:pt x="2041222" y="300098"/>
                </a:lnTo>
                <a:lnTo>
                  <a:pt x="2074834" y="330232"/>
                </a:lnTo>
                <a:lnTo>
                  <a:pt x="2107321" y="361559"/>
                </a:lnTo>
                <a:lnTo>
                  <a:pt x="2138648" y="394046"/>
                </a:lnTo>
                <a:lnTo>
                  <a:pt x="2168782" y="427658"/>
                </a:lnTo>
                <a:lnTo>
                  <a:pt x="2197687" y="462361"/>
                </a:lnTo>
                <a:lnTo>
                  <a:pt x="2225331" y="498120"/>
                </a:lnTo>
                <a:lnTo>
                  <a:pt x="2251677" y="534902"/>
                </a:lnTo>
                <a:lnTo>
                  <a:pt x="2276693" y="572671"/>
                </a:lnTo>
                <a:lnTo>
                  <a:pt x="2300343" y="611395"/>
                </a:lnTo>
                <a:lnTo>
                  <a:pt x="2322594" y="651037"/>
                </a:lnTo>
                <a:lnTo>
                  <a:pt x="2343411" y="691565"/>
                </a:lnTo>
                <a:lnTo>
                  <a:pt x="2362759" y="732943"/>
                </a:lnTo>
                <a:lnTo>
                  <a:pt x="2380605" y="775138"/>
                </a:lnTo>
                <a:lnTo>
                  <a:pt x="2396914" y="818114"/>
                </a:lnTo>
                <a:lnTo>
                  <a:pt x="2411653" y="861839"/>
                </a:lnTo>
                <a:lnTo>
                  <a:pt x="2424785" y="906277"/>
                </a:lnTo>
                <a:lnTo>
                  <a:pt x="2436278" y="951394"/>
                </a:lnTo>
                <a:lnTo>
                  <a:pt x="2446097" y="997157"/>
                </a:lnTo>
                <a:lnTo>
                  <a:pt x="2454208" y="1043529"/>
                </a:lnTo>
                <a:lnTo>
                  <a:pt x="2460576" y="1090478"/>
                </a:lnTo>
                <a:lnTo>
                  <a:pt x="2465167" y="1137969"/>
                </a:lnTo>
                <a:lnTo>
                  <a:pt x="2467947" y="1185968"/>
                </a:lnTo>
                <a:lnTo>
                  <a:pt x="2468881" y="1234440"/>
                </a:lnTo>
                <a:lnTo>
                  <a:pt x="2467947" y="1282912"/>
                </a:lnTo>
                <a:lnTo>
                  <a:pt x="2465167" y="1330911"/>
                </a:lnTo>
                <a:lnTo>
                  <a:pt x="2460576" y="1378402"/>
                </a:lnTo>
                <a:lnTo>
                  <a:pt x="2454208" y="1425351"/>
                </a:lnTo>
                <a:lnTo>
                  <a:pt x="2446097" y="1471723"/>
                </a:lnTo>
                <a:lnTo>
                  <a:pt x="2436278" y="1517485"/>
                </a:lnTo>
                <a:lnTo>
                  <a:pt x="2424785" y="1562603"/>
                </a:lnTo>
                <a:lnTo>
                  <a:pt x="2411653" y="1607041"/>
                </a:lnTo>
                <a:lnTo>
                  <a:pt x="2396914" y="1650765"/>
                </a:lnTo>
                <a:lnTo>
                  <a:pt x="2380605" y="1693742"/>
                </a:lnTo>
                <a:lnTo>
                  <a:pt x="2362759" y="1735937"/>
                </a:lnTo>
                <a:lnTo>
                  <a:pt x="2343411" y="1777315"/>
                </a:lnTo>
                <a:lnTo>
                  <a:pt x="2322594" y="1817842"/>
                </a:lnTo>
                <a:lnTo>
                  <a:pt x="2300343" y="1857485"/>
                </a:lnTo>
                <a:lnTo>
                  <a:pt x="2276693" y="1896208"/>
                </a:lnTo>
                <a:lnTo>
                  <a:pt x="2251677" y="1933978"/>
                </a:lnTo>
                <a:lnTo>
                  <a:pt x="2225331" y="1970759"/>
                </a:lnTo>
                <a:lnTo>
                  <a:pt x="2197687" y="2006519"/>
                </a:lnTo>
                <a:lnTo>
                  <a:pt x="2168782" y="2041222"/>
                </a:lnTo>
                <a:lnTo>
                  <a:pt x="2138648" y="2074834"/>
                </a:lnTo>
                <a:lnTo>
                  <a:pt x="2107321" y="2107321"/>
                </a:lnTo>
                <a:lnTo>
                  <a:pt x="2074834" y="2138648"/>
                </a:lnTo>
                <a:lnTo>
                  <a:pt x="2041222" y="2168782"/>
                </a:lnTo>
                <a:lnTo>
                  <a:pt x="2006519" y="2197687"/>
                </a:lnTo>
                <a:lnTo>
                  <a:pt x="1970759" y="2225331"/>
                </a:lnTo>
                <a:lnTo>
                  <a:pt x="1933978" y="2251677"/>
                </a:lnTo>
                <a:lnTo>
                  <a:pt x="1896208" y="2276693"/>
                </a:lnTo>
                <a:lnTo>
                  <a:pt x="1857485" y="2300343"/>
                </a:lnTo>
                <a:lnTo>
                  <a:pt x="1817842" y="2322594"/>
                </a:lnTo>
                <a:lnTo>
                  <a:pt x="1777315" y="2343411"/>
                </a:lnTo>
                <a:lnTo>
                  <a:pt x="1735937" y="2362759"/>
                </a:lnTo>
                <a:lnTo>
                  <a:pt x="1693742" y="2380605"/>
                </a:lnTo>
                <a:lnTo>
                  <a:pt x="1650765" y="2396914"/>
                </a:lnTo>
                <a:lnTo>
                  <a:pt x="1607041" y="2411653"/>
                </a:lnTo>
                <a:lnTo>
                  <a:pt x="1562603" y="2424785"/>
                </a:lnTo>
                <a:lnTo>
                  <a:pt x="1517485" y="2436278"/>
                </a:lnTo>
                <a:lnTo>
                  <a:pt x="1471723" y="2446097"/>
                </a:lnTo>
                <a:lnTo>
                  <a:pt x="1425351" y="2454208"/>
                </a:lnTo>
                <a:lnTo>
                  <a:pt x="1378402" y="2460576"/>
                </a:lnTo>
                <a:lnTo>
                  <a:pt x="1330911" y="2465167"/>
                </a:lnTo>
                <a:lnTo>
                  <a:pt x="1282912" y="2467947"/>
                </a:lnTo>
                <a:lnTo>
                  <a:pt x="1234440" y="2468881"/>
                </a:lnTo>
                <a:lnTo>
                  <a:pt x="1185968" y="2467947"/>
                </a:lnTo>
                <a:lnTo>
                  <a:pt x="1137969" y="2465167"/>
                </a:lnTo>
                <a:lnTo>
                  <a:pt x="1090478" y="2460576"/>
                </a:lnTo>
                <a:lnTo>
                  <a:pt x="1043529" y="2454208"/>
                </a:lnTo>
                <a:lnTo>
                  <a:pt x="997157" y="2446097"/>
                </a:lnTo>
                <a:lnTo>
                  <a:pt x="951394" y="2436278"/>
                </a:lnTo>
                <a:lnTo>
                  <a:pt x="906277" y="2424785"/>
                </a:lnTo>
                <a:lnTo>
                  <a:pt x="861839" y="2411653"/>
                </a:lnTo>
                <a:lnTo>
                  <a:pt x="818114" y="2396914"/>
                </a:lnTo>
                <a:lnTo>
                  <a:pt x="775138" y="2380605"/>
                </a:lnTo>
                <a:lnTo>
                  <a:pt x="732943" y="2362759"/>
                </a:lnTo>
                <a:lnTo>
                  <a:pt x="691565" y="2343411"/>
                </a:lnTo>
                <a:lnTo>
                  <a:pt x="651037" y="2322594"/>
                </a:lnTo>
                <a:lnTo>
                  <a:pt x="611395" y="2300343"/>
                </a:lnTo>
                <a:lnTo>
                  <a:pt x="572671" y="2276693"/>
                </a:lnTo>
                <a:lnTo>
                  <a:pt x="534902" y="2251677"/>
                </a:lnTo>
                <a:lnTo>
                  <a:pt x="498120" y="2225331"/>
                </a:lnTo>
                <a:lnTo>
                  <a:pt x="462361" y="2197687"/>
                </a:lnTo>
                <a:lnTo>
                  <a:pt x="427658" y="2168782"/>
                </a:lnTo>
                <a:lnTo>
                  <a:pt x="394046" y="2138648"/>
                </a:lnTo>
                <a:lnTo>
                  <a:pt x="361559" y="2107321"/>
                </a:lnTo>
                <a:lnTo>
                  <a:pt x="330232" y="2074834"/>
                </a:lnTo>
                <a:lnTo>
                  <a:pt x="300098" y="2041222"/>
                </a:lnTo>
                <a:lnTo>
                  <a:pt x="271192" y="2006519"/>
                </a:lnTo>
                <a:lnTo>
                  <a:pt x="243549" y="1970759"/>
                </a:lnTo>
                <a:lnTo>
                  <a:pt x="217203" y="1933978"/>
                </a:lnTo>
                <a:lnTo>
                  <a:pt x="192187" y="1896208"/>
                </a:lnTo>
                <a:lnTo>
                  <a:pt x="168537" y="1857485"/>
                </a:lnTo>
                <a:lnTo>
                  <a:pt x="146286" y="1817842"/>
                </a:lnTo>
                <a:lnTo>
                  <a:pt x="125470" y="1777315"/>
                </a:lnTo>
                <a:lnTo>
                  <a:pt x="106121" y="1735937"/>
                </a:lnTo>
                <a:lnTo>
                  <a:pt x="88275" y="1693742"/>
                </a:lnTo>
                <a:lnTo>
                  <a:pt x="71966" y="1650765"/>
                </a:lnTo>
                <a:lnTo>
                  <a:pt x="57228" y="1607041"/>
                </a:lnTo>
                <a:lnTo>
                  <a:pt x="44095" y="1562603"/>
                </a:lnTo>
                <a:lnTo>
                  <a:pt x="32602" y="1517485"/>
                </a:lnTo>
                <a:lnTo>
                  <a:pt x="22783" y="1471723"/>
                </a:lnTo>
                <a:lnTo>
                  <a:pt x="14672" y="1425351"/>
                </a:lnTo>
                <a:lnTo>
                  <a:pt x="8304" y="1378402"/>
                </a:lnTo>
                <a:lnTo>
                  <a:pt x="3713" y="1330911"/>
                </a:lnTo>
                <a:lnTo>
                  <a:pt x="934" y="1282912"/>
                </a:lnTo>
                <a:lnTo>
                  <a:pt x="0" y="1234440"/>
                </a:lnTo>
                <a:close/>
              </a:path>
            </a:pathLst>
          </a:custGeom>
          <a:ln w="38100">
            <a:solidFill>
              <a:srgbClr val="C00000"/>
            </a:solidFill>
          </a:ln>
        </p:spPr>
        <p:txBody>
          <a:bodyPr wrap="square" lIns="0" tIns="0" rIns="0" bIns="0" rtlCol="0"/>
          <a:lstStyle/>
          <a:p>
            <a:endParaRPr/>
          </a:p>
        </p:txBody>
      </p:sp>
      <p:sp>
        <p:nvSpPr>
          <p:cNvPr id="8" name="object 8"/>
          <p:cNvSpPr txBox="1"/>
          <p:nvPr/>
        </p:nvSpPr>
        <p:spPr>
          <a:xfrm>
            <a:off x="3417341" y="4734050"/>
            <a:ext cx="2152650" cy="882015"/>
          </a:xfrm>
          <a:prstGeom prst="rect">
            <a:avLst/>
          </a:prstGeom>
        </p:spPr>
        <p:txBody>
          <a:bodyPr vert="horz" wrap="square" lIns="0" tIns="9525" rIns="0" bIns="0" rtlCol="0">
            <a:spAutoFit/>
          </a:bodyPr>
          <a:lstStyle/>
          <a:p>
            <a:pPr marL="535940" marR="5080" indent="-523875">
              <a:lnSpc>
                <a:spcPct val="100699"/>
              </a:lnSpc>
              <a:spcBef>
                <a:spcPts val="75"/>
              </a:spcBef>
            </a:pPr>
            <a:r>
              <a:rPr sz="2800" spc="-25" dirty="0">
                <a:latin typeface="Carlito"/>
                <a:cs typeface="Carlito"/>
              </a:rPr>
              <a:t>Reinforcement </a:t>
            </a:r>
            <a:r>
              <a:rPr sz="2800" spc="-10" dirty="0">
                <a:latin typeface="Carlito"/>
                <a:cs typeface="Carlito"/>
              </a:rPr>
              <a:t>Learning</a:t>
            </a:r>
            <a:endParaRPr sz="2800" dirty="0">
              <a:latin typeface="Carlito"/>
              <a:cs typeface="Carlito"/>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2200401" y="1978393"/>
            <a:ext cx="2468880" cy="2468880"/>
          </a:xfrm>
          <a:custGeom>
            <a:avLst/>
            <a:gdLst/>
            <a:ahLst/>
            <a:cxnLst/>
            <a:rect l="l" t="t" r="r" b="b"/>
            <a:pathLst>
              <a:path w="2468879" h="2468879">
                <a:moveTo>
                  <a:pt x="0" y="1234440"/>
                </a:moveTo>
                <a:lnTo>
                  <a:pt x="934" y="1185968"/>
                </a:lnTo>
                <a:lnTo>
                  <a:pt x="3713" y="1137969"/>
                </a:lnTo>
                <a:lnTo>
                  <a:pt x="8304" y="1090478"/>
                </a:lnTo>
                <a:lnTo>
                  <a:pt x="14672" y="1043529"/>
                </a:lnTo>
                <a:lnTo>
                  <a:pt x="22783" y="997157"/>
                </a:lnTo>
                <a:lnTo>
                  <a:pt x="32602" y="951394"/>
                </a:lnTo>
                <a:lnTo>
                  <a:pt x="44095" y="906277"/>
                </a:lnTo>
                <a:lnTo>
                  <a:pt x="57228" y="861839"/>
                </a:lnTo>
                <a:lnTo>
                  <a:pt x="71966" y="818114"/>
                </a:lnTo>
                <a:lnTo>
                  <a:pt x="88275" y="775138"/>
                </a:lnTo>
                <a:lnTo>
                  <a:pt x="106121" y="732943"/>
                </a:lnTo>
                <a:lnTo>
                  <a:pt x="125470" y="691565"/>
                </a:lnTo>
                <a:lnTo>
                  <a:pt x="146286" y="651037"/>
                </a:lnTo>
                <a:lnTo>
                  <a:pt x="168537" y="611395"/>
                </a:lnTo>
                <a:lnTo>
                  <a:pt x="192187" y="572671"/>
                </a:lnTo>
                <a:lnTo>
                  <a:pt x="217203" y="534902"/>
                </a:lnTo>
                <a:lnTo>
                  <a:pt x="243549" y="498120"/>
                </a:lnTo>
                <a:lnTo>
                  <a:pt x="271192" y="462361"/>
                </a:lnTo>
                <a:lnTo>
                  <a:pt x="300098" y="427658"/>
                </a:lnTo>
                <a:lnTo>
                  <a:pt x="330232" y="394046"/>
                </a:lnTo>
                <a:lnTo>
                  <a:pt x="361559" y="361559"/>
                </a:lnTo>
                <a:lnTo>
                  <a:pt x="394046" y="330232"/>
                </a:lnTo>
                <a:lnTo>
                  <a:pt x="427658" y="300098"/>
                </a:lnTo>
                <a:lnTo>
                  <a:pt x="462361" y="271192"/>
                </a:lnTo>
                <a:lnTo>
                  <a:pt x="498120" y="243549"/>
                </a:lnTo>
                <a:lnTo>
                  <a:pt x="534902" y="217203"/>
                </a:lnTo>
                <a:lnTo>
                  <a:pt x="572671" y="192187"/>
                </a:lnTo>
                <a:lnTo>
                  <a:pt x="611395" y="168537"/>
                </a:lnTo>
                <a:lnTo>
                  <a:pt x="651037" y="146286"/>
                </a:lnTo>
                <a:lnTo>
                  <a:pt x="691565" y="125470"/>
                </a:lnTo>
                <a:lnTo>
                  <a:pt x="732943" y="106121"/>
                </a:lnTo>
                <a:lnTo>
                  <a:pt x="775138" y="88275"/>
                </a:lnTo>
                <a:lnTo>
                  <a:pt x="818114" y="71966"/>
                </a:lnTo>
                <a:lnTo>
                  <a:pt x="861839" y="57228"/>
                </a:lnTo>
                <a:lnTo>
                  <a:pt x="906277" y="44095"/>
                </a:lnTo>
                <a:lnTo>
                  <a:pt x="951394" y="32602"/>
                </a:lnTo>
                <a:lnTo>
                  <a:pt x="997157" y="22783"/>
                </a:lnTo>
                <a:lnTo>
                  <a:pt x="1043529" y="14672"/>
                </a:lnTo>
                <a:lnTo>
                  <a:pt x="1090478" y="8304"/>
                </a:lnTo>
                <a:lnTo>
                  <a:pt x="1137969" y="3713"/>
                </a:lnTo>
                <a:lnTo>
                  <a:pt x="1185968" y="934"/>
                </a:lnTo>
                <a:lnTo>
                  <a:pt x="1234440" y="0"/>
                </a:lnTo>
                <a:lnTo>
                  <a:pt x="1282912" y="934"/>
                </a:lnTo>
                <a:lnTo>
                  <a:pt x="1330911" y="3713"/>
                </a:lnTo>
                <a:lnTo>
                  <a:pt x="1378402" y="8304"/>
                </a:lnTo>
                <a:lnTo>
                  <a:pt x="1425351" y="14672"/>
                </a:lnTo>
                <a:lnTo>
                  <a:pt x="1471723" y="22783"/>
                </a:lnTo>
                <a:lnTo>
                  <a:pt x="1517485" y="32602"/>
                </a:lnTo>
                <a:lnTo>
                  <a:pt x="1562603" y="44095"/>
                </a:lnTo>
                <a:lnTo>
                  <a:pt x="1607041" y="57228"/>
                </a:lnTo>
                <a:lnTo>
                  <a:pt x="1650765" y="71966"/>
                </a:lnTo>
                <a:lnTo>
                  <a:pt x="1693742" y="88275"/>
                </a:lnTo>
                <a:lnTo>
                  <a:pt x="1735937" y="106121"/>
                </a:lnTo>
                <a:lnTo>
                  <a:pt x="1777315" y="125470"/>
                </a:lnTo>
                <a:lnTo>
                  <a:pt x="1817842" y="146286"/>
                </a:lnTo>
                <a:lnTo>
                  <a:pt x="1857485" y="168537"/>
                </a:lnTo>
                <a:lnTo>
                  <a:pt x="1896208" y="192187"/>
                </a:lnTo>
                <a:lnTo>
                  <a:pt x="1933978" y="217203"/>
                </a:lnTo>
                <a:lnTo>
                  <a:pt x="1970759" y="243549"/>
                </a:lnTo>
                <a:lnTo>
                  <a:pt x="2006519" y="271192"/>
                </a:lnTo>
                <a:lnTo>
                  <a:pt x="2041222" y="300098"/>
                </a:lnTo>
                <a:lnTo>
                  <a:pt x="2074834" y="330232"/>
                </a:lnTo>
                <a:lnTo>
                  <a:pt x="2107321" y="361559"/>
                </a:lnTo>
                <a:lnTo>
                  <a:pt x="2138648" y="394046"/>
                </a:lnTo>
                <a:lnTo>
                  <a:pt x="2168782" y="427658"/>
                </a:lnTo>
                <a:lnTo>
                  <a:pt x="2197687" y="462361"/>
                </a:lnTo>
                <a:lnTo>
                  <a:pt x="2225331" y="498120"/>
                </a:lnTo>
                <a:lnTo>
                  <a:pt x="2251677" y="534902"/>
                </a:lnTo>
                <a:lnTo>
                  <a:pt x="2276693" y="572671"/>
                </a:lnTo>
                <a:lnTo>
                  <a:pt x="2300343" y="611395"/>
                </a:lnTo>
                <a:lnTo>
                  <a:pt x="2322594" y="651037"/>
                </a:lnTo>
                <a:lnTo>
                  <a:pt x="2343411" y="691565"/>
                </a:lnTo>
                <a:lnTo>
                  <a:pt x="2362759" y="732943"/>
                </a:lnTo>
                <a:lnTo>
                  <a:pt x="2380605" y="775138"/>
                </a:lnTo>
                <a:lnTo>
                  <a:pt x="2396914" y="818114"/>
                </a:lnTo>
                <a:lnTo>
                  <a:pt x="2411653" y="861839"/>
                </a:lnTo>
                <a:lnTo>
                  <a:pt x="2424785" y="906277"/>
                </a:lnTo>
                <a:lnTo>
                  <a:pt x="2436278" y="951394"/>
                </a:lnTo>
                <a:lnTo>
                  <a:pt x="2446097" y="997157"/>
                </a:lnTo>
                <a:lnTo>
                  <a:pt x="2454208" y="1043529"/>
                </a:lnTo>
                <a:lnTo>
                  <a:pt x="2460576" y="1090478"/>
                </a:lnTo>
                <a:lnTo>
                  <a:pt x="2465167" y="1137969"/>
                </a:lnTo>
                <a:lnTo>
                  <a:pt x="2467947" y="1185968"/>
                </a:lnTo>
                <a:lnTo>
                  <a:pt x="2468881" y="1234440"/>
                </a:lnTo>
                <a:lnTo>
                  <a:pt x="2467947" y="1282912"/>
                </a:lnTo>
                <a:lnTo>
                  <a:pt x="2465167" y="1330911"/>
                </a:lnTo>
                <a:lnTo>
                  <a:pt x="2460576" y="1378402"/>
                </a:lnTo>
                <a:lnTo>
                  <a:pt x="2454208" y="1425351"/>
                </a:lnTo>
                <a:lnTo>
                  <a:pt x="2446097" y="1471723"/>
                </a:lnTo>
                <a:lnTo>
                  <a:pt x="2436278" y="1517485"/>
                </a:lnTo>
                <a:lnTo>
                  <a:pt x="2424785" y="1562603"/>
                </a:lnTo>
                <a:lnTo>
                  <a:pt x="2411653" y="1607041"/>
                </a:lnTo>
                <a:lnTo>
                  <a:pt x="2396914" y="1650765"/>
                </a:lnTo>
                <a:lnTo>
                  <a:pt x="2380605" y="1693742"/>
                </a:lnTo>
                <a:lnTo>
                  <a:pt x="2362759" y="1735937"/>
                </a:lnTo>
                <a:lnTo>
                  <a:pt x="2343411" y="1777315"/>
                </a:lnTo>
                <a:lnTo>
                  <a:pt x="2322594" y="1817842"/>
                </a:lnTo>
                <a:lnTo>
                  <a:pt x="2300343" y="1857485"/>
                </a:lnTo>
                <a:lnTo>
                  <a:pt x="2276693" y="1896208"/>
                </a:lnTo>
                <a:lnTo>
                  <a:pt x="2251677" y="1933978"/>
                </a:lnTo>
                <a:lnTo>
                  <a:pt x="2225331" y="1970759"/>
                </a:lnTo>
                <a:lnTo>
                  <a:pt x="2197687" y="2006519"/>
                </a:lnTo>
                <a:lnTo>
                  <a:pt x="2168782" y="2041222"/>
                </a:lnTo>
                <a:lnTo>
                  <a:pt x="2138648" y="2074834"/>
                </a:lnTo>
                <a:lnTo>
                  <a:pt x="2107321" y="2107321"/>
                </a:lnTo>
                <a:lnTo>
                  <a:pt x="2074834" y="2138648"/>
                </a:lnTo>
                <a:lnTo>
                  <a:pt x="2041222" y="2168782"/>
                </a:lnTo>
                <a:lnTo>
                  <a:pt x="2006519" y="2197687"/>
                </a:lnTo>
                <a:lnTo>
                  <a:pt x="1970759" y="2225331"/>
                </a:lnTo>
                <a:lnTo>
                  <a:pt x="1933978" y="2251677"/>
                </a:lnTo>
                <a:lnTo>
                  <a:pt x="1896208" y="2276693"/>
                </a:lnTo>
                <a:lnTo>
                  <a:pt x="1857485" y="2300343"/>
                </a:lnTo>
                <a:lnTo>
                  <a:pt x="1817842" y="2322594"/>
                </a:lnTo>
                <a:lnTo>
                  <a:pt x="1777315" y="2343411"/>
                </a:lnTo>
                <a:lnTo>
                  <a:pt x="1735937" y="2362759"/>
                </a:lnTo>
                <a:lnTo>
                  <a:pt x="1693742" y="2380605"/>
                </a:lnTo>
                <a:lnTo>
                  <a:pt x="1650765" y="2396914"/>
                </a:lnTo>
                <a:lnTo>
                  <a:pt x="1607041" y="2411653"/>
                </a:lnTo>
                <a:lnTo>
                  <a:pt x="1562603" y="2424785"/>
                </a:lnTo>
                <a:lnTo>
                  <a:pt x="1517485" y="2436278"/>
                </a:lnTo>
                <a:lnTo>
                  <a:pt x="1471723" y="2446097"/>
                </a:lnTo>
                <a:lnTo>
                  <a:pt x="1425351" y="2454208"/>
                </a:lnTo>
                <a:lnTo>
                  <a:pt x="1378402" y="2460576"/>
                </a:lnTo>
                <a:lnTo>
                  <a:pt x="1330911" y="2465167"/>
                </a:lnTo>
                <a:lnTo>
                  <a:pt x="1282912" y="2467947"/>
                </a:lnTo>
                <a:lnTo>
                  <a:pt x="1234440" y="2468881"/>
                </a:lnTo>
                <a:lnTo>
                  <a:pt x="1185968" y="2467947"/>
                </a:lnTo>
                <a:lnTo>
                  <a:pt x="1137969" y="2465167"/>
                </a:lnTo>
                <a:lnTo>
                  <a:pt x="1090478" y="2460576"/>
                </a:lnTo>
                <a:lnTo>
                  <a:pt x="1043529" y="2454208"/>
                </a:lnTo>
                <a:lnTo>
                  <a:pt x="997157" y="2446097"/>
                </a:lnTo>
                <a:lnTo>
                  <a:pt x="951394" y="2436278"/>
                </a:lnTo>
                <a:lnTo>
                  <a:pt x="906277" y="2424785"/>
                </a:lnTo>
                <a:lnTo>
                  <a:pt x="861839" y="2411653"/>
                </a:lnTo>
                <a:lnTo>
                  <a:pt x="818114" y="2396914"/>
                </a:lnTo>
                <a:lnTo>
                  <a:pt x="775138" y="2380605"/>
                </a:lnTo>
                <a:lnTo>
                  <a:pt x="732943" y="2362759"/>
                </a:lnTo>
                <a:lnTo>
                  <a:pt x="691565" y="2343411"/>
                </a:lnTo>
                <a:lnTo>
                  <a:pt x="651037" y="2322594"/>
                </a:lnTo>
                <a:lnTo>
                  <a:pt x="611395" y="2300343"/>
                </a:lnTo>
                <a:lnTo>
                  <a:pt x="572671" y="2276693"/>
                </a:lnTo>
                <a:lnTo>
                  <a:pt x="534902" y="2251677"/>
                </a:lnTo>
                <a:lnTo>
                  <a:pt x="498120" y="2225331"/>
                </a:lnTo>
                <a:lnTo>
                  <a:pt x="462361" y="2197687"/>
                </a:lnTo>
                <a:lnTo>
                  <a:pt x="427658" y="2168782"/>
                </a:lnTo>
                <a:lnTo>
                  <a:pt x="394046" y="2138648"/>
                </a:lnTo>
                <a:lnTo>
                  <a:pt x="361559" y="2107321"/>
                </a:lnTo>
                <a:lnTo>
                  <a:pt x="330232" y="2074834"/>
                </a:lnTo>
                <a:lnTo>
                  <a:pt x="300098" y="2041222"/>
                </a:lnTo>
                <a:lnTo>
                  <a:pt x="271192" y="2006519"/>
                </a:lnTo>
                <a:lnTo>
                  <a:pt x="243549" y="1970759"/>
                </a:lnTo>
                <a:lnTo>
                  <a:pt x="217203" y="1933978"/>
                </a:lnTo>
                <a:lnTo>
                  <a:pt x="192187" y="1896208"/>
                </a:lnTo>
                <a:lnTo>
                  <a:pt x="168537" y="1857485"/>
                </a:lnTo>
                <a:lnTo>
                  <a:pt x="146286" y="1817842"/>
                </a:lnTo>
                <a:lnTo>
                  <a:pt x="125470" y="1777315"/>
                </a:lnTo>
                <a:lnTo>
                  <a:pt x="106121" y="1735937"/>
                </a:lnTo>
                <a:lnTo>
                  <a:pt x="88275" y="1693742"/>
                </a:lnTo>
                <a:lnTo>
                  <a:pt x="71966" y="1650765"/>
                </a:lnTo>
                <a:lnTo>
                  <a:pt x="57228" y="1607041"/>
                </a:lnTo>
                <a:lnTo>
                  <a:pt x="44095" y="1562603"/>
                </a:lnTo>
                <a:lnTo>
                  <a:pt x="32602" y="1517485"/>
                </a:lnTo>
                <a:lnTo>
                  <a:pt x="22783" y="1471723"/>
                </a:lnTo>
                <a:lnTo>
                  <a:pt x="14672" y="1425351"/>
                </a:lnTo>
                <a:lnTo>
                  <a:pt x="8304" y="1378402"/>
                </a:lnTo>
                <a:lnTo>
                  <a:pt x="3713" y="1330911"/>
                </a:lnTo>
                <a:lnTo>
                  <a:pt x="934" y="1282912"/>
                </a:lnTo>
                <a:lnTo>
                  <a:pt x="0" y="1234440"/>
                </a:lnTo>
                <a:close/>
              </a:path>
            </a:pathLst>
          </a:custGeom>
          <a:ln w="38100">
            <a:solidFill>
              <a:srgbClr val="C00000"/>
            </a:solidFill>
          </a:ln>
        </p:spPr>
        <p:txBody>
          <a:bodyPr wrap="square" lIns="0" tIns="0" rIns="0" bIns="0" rtlCol="0"/>
          <a:lstStyle/>
          <a:p>
            <a:endParaRPr/>
          </a:p>
        </p:txBody>
      </p:sp>
      <p:sp>
        <p:nvSpPr>
          <p:cNvPr id="4" name="object 4"/>
          <p:cNvSpPr txBox="1"/>
          <p:nvPr/>
        </p:nvSpPr>
        <p:spPr>
          <a:xfrm>
            <a:off x="2629115" y="2746755"/>
            <a:ext cx="1611630" cy="885190"/>
          </a:xfrm>
          <a:prstGeom prst="rect">
            <a:avLst/>
          </a:prstGeom>
        </p:spPr>
        <p:txBody>
          <a:bodyPr vert="horz" wrap="square" lIns="0" tIns="6350" rIns="0" bIns="0" rtlCol="0">
            <a:spAutoFit/>
          </a:bodyPr>
          <a:lstStyle/>
          <a:p>
            <a:pPr marL="225425" marR="5080" indent="-212725">
              <a:lnSpc>
                <a:spcPct val="101400"/>
              </a:lnSpc>
              <a:spcBef>
                <a:spcPts val="50"/>
              </a:spcBef>
            </a:pPr>
            <a:r>
              <a:rPr sz="2800" spc="-10" dirty="0">
                <a:latin typeface="Carlito"/>
                <a:cs typeface="Carlito"/>
              </a:rPr>
              <a:t>Supervised Learning</a:t>
            </a:r>
            <a:endParaRPr sz="2800">
              <a:latin typeface="Carlito"/>
              <a:cs typeface="Carlito"/>
            </a:endParaRPr>
          </a:p>
        </p:txBody>
      </p:sp>
      <p:sp>
        <p:nvSpPr>
          <p:cNvPr id="5" name="object 5"/>
          <p:cNvSpPr/>
          <p:nvPr/>
        </p:nvSpPr>
        <p:spPr>
          <a:xfrm>
            <a:off x="4398517" y="1980501"/>
            <a:ext cx="2468880" cy="2468880"/>
          </a:xfrm>
          <a:custGeom>
            <a:avLst/>
            <a:gdLst/>
            <a:ahLst/>
            <a:cxnLst/>
            <a:rect l="l" t="t" r="r" b="b"/>
            <a:pathLst>
              <a:path w="2468879" h="2468879">
                <a:moveTo>
                  <a:pt x="0" y="1234440"/>
                </a:moveTo>
                <a:lnTo>
                  <a:pt x="934" y="1185968"/>
                </a:lnTo>
                <a:lnTo>
                  <a:pt x="3713" y="1137969"/>
                </a:lnTo>
                <a:lnTo>
                  <a:pt x="8304" y="1090478"/>
                </a:lnTo>
                <a:lnTo>
                  <a:pt x="14672" y="1043529"/>
                </a:lnTo>
                <a:lnTo>
                  <a:pt x="22783" y="997157"/>
                </a:lnTo>
                <a:lnTo>
                  <a:pt x="32602" y="951394"/>
                </a:lnTo>
                <a:lnTo>
                  <a:pt x="44095" y="906277"/>
                </a:lnTo>
                <a:lnTo>
                  <a:pt x="57228" y="861839"/>
                </a:lnTo>
                <a:lnTo>
                  <a:pt x="71966" y="818114"/>
                </a:lnTo>
                <a:lnTo>
                  <a:pt x="88275" y="775138"/>
                </a:lnTo>
                <a:lnTo>
                  <a:pt x="106121" y="732943"/>
                </a:lnTo>
                <a:lnTo>
                  <a:pt x="125470" y="691565"/>
                </a:lnTo>
                <a:lnTo>
                  <a:pt x="146286" y="651037"/>
                </a:lnTo>
                <a:lnTo>
                  <a:pt x="168537" y="611395"/>
                </a:lnTo>
                <a:lnTo>
                  <a:pt x="192187" y="572671"/>
                </a:lnTo>
                <a:lnTo>
                  <a:pt x="217203" y="534902"/>
                </a:lnTo>
                <a:lnTo>
                  <a:pt x="243549" y="498120"/>
                </a:lnTo>
                <a:lnTo>
                  <a:pt x="271192" y="462361"/>
                </a:lnTo>
                <a:lnTo>
                  <a:pt x="300098" y="427658"/>
                </a:lnTo>
                <a:lnTo>
                  <a:pt x="330232" y="394046"/>
                </a:lnTo>
                <a:lnTo>
                  <a:pt x="361559" y="361559"/>
                </a:lnTo>
                <a:lnTo>
                  <a:pt x="394046" y="330232"/>
                </a:lnTo>
                <a:lnTo>
                  <a:pt x="427658" y="300098"/>
                </a:lnTo>
                <a:lnTo>
                  <a:pt x="462361" y="271192"/>
                </a:lnTo>
                <a:lnTo>
                  <a:pt x="498120" y="243549"/>
                </a:lnTo>
                <a:lnTo>
                  <a:pt x="534902" y="217203"/>
                </a:lnTo>
                <a:lnTo>
                  <a:pt x="572671" y="192187"/>
                </a:lnTo>
                <a:lnTo>
                  <a:pt x="611395" y="168537"/>
                </a:lnTo>
                <a:lnTo>
                  <a:pt x="651037" y="146286"/>
                </a:lnTo>
                <a:lnTo>
                  <a:pt x="691565" y="125470"/>
                </a:lnTo>
                <a:lnTo>
                  <a:pt x="732943" y="106121"/>
                </a:lnTo>
                <a:lnTo>
                  <a:pt x="775138" y="88275"/>
                </a:lnTo>
                <a:lnTo>
                  <a:pt x="818114" y="71966"/>
                </a:lnTo>
                <a:lnTo>
                  <a:pt x="861839" y="57228"/>
                </a:lnTo>
                <a:lnTo>
                  <a:pt x="906277" y="44095"/>
                </a:lnTo>
                <a:lnTo>
                  <a:pt x="951394" y="32602"/>
                </a:lnTo>
                <a:lnTo>
                  <a:pt x="997157" y="22783"/>
                </a:lnTo>
                <a:lnTo>
                  <a:pt x="1043529" y="14672"/>
                </a:lnTo>
                <a:lnTo>
                  <a:pt x="1090478" y="8304"/>
                </a:lnTo>
                <a:lnTo>
                  <a:pt x="1137969" y="3713"/>
                </a:lnTo>
                <a:lnTo>
                  <a:pt x="1185968" y="934"/>
                </a:lnTo>
                <a:lnTo>
                  <a:pt x="1234440" y="0"/>
                </a:lnTo>
                <a:lnTo>
                  <a:pt x="1282912" y="934"/>
                </a:lnTo>
                <a:lnTo>
                  <a:pt x="1330911" y="3713"/>
                </a:lnTo>
                <a:lnTo>
                  <a:pt x="1378402" y="8304"/>
                </a:lnTo>
                <a:lnTo>
                  <a:pt x="1425351" y="14672"/>
                </a:lnTo>
                <a:lnTo>
                  <a:pt x="1471723" y="22783"/>
                </a:lnTo>
                <a:lnTo>
                  <a:pt x="1517485" y="32602"/>
                </a:lnTo>
                <a:lnTo>
                  <a:pt x="1562603" y="44095"/>
                </a:lnTo>
                <a:lnTo>
                  <a:pt x="1607041" y="57228"/>
                </a:lnTo>
                <a:lnTo>
                  <a:pt x="1650765" y="71966"/>
                </a:lnTo>
                <a:lnTo>
                  <a:pt x="1693742" y="88275"/>
                </a:lnTo>
                <a:lnTo>
                  <a:pt x="1735937" y="106121"/>
                </a:lnTo>
                <a:lnTo>
                  <a:pt x="1777315" y="125470"/>
                </a:lnTo>
                <a:lnTo>
                  <a:pt x="1817842" y="146286"/>
                </a:lnTo>
                <a:lnTo>
                  <a:pt x="1857485" y="168537"/>
                </a:lnTo>
                <a:lnTo>
                  <a:pt x="1896208" y="192187"/>
                </a:lnTo>
                <a:lnTo>
                  <a:pt x="1933978" y="217203"/>
                </a:lnTo>
                <a:lnTo>
                  <a:pt x="1970759" y="243549"/>
                </a:lnTo>
                <a:lnTo>
                  <a:pt x="2006519" y="271192"/>
                </a:lnTo>
                <a:lnTo>
                  <a:pt x="2041222" y="300098"/>
                </a:lnTo>
                <a:lnTo>
                  <a:pt x="2074834" y="330232"/>
                </a:lnTo>
                <a:lnTo>
                  <a:pt x="2107321" y="361559"/>
                </a:lnTo>
                <a:lnTo>
                  <a:pt x="2138648" y="394046"/>
                </a:lnTo>
                <a:lnTo>
                  <a:pt x="2168782" y="427658"/>
                </a:lnTo>
                <a:lnTo>
                  <a:pt x="2197687" y="462361"/>
                </a:lnTo>
                <a:lnTo>
                  <a:pt x="2225331" y="498120"/>
                </a:lnTo>
                <a:lnTo>
                  <a:pt x="2251677" y="534902"/>
                </a:lnTo>
                <a:lnTo>
                  <a:pt x="2276693" y="572671"/>
                </a:lnTo>
                <a:lnTo>
                  <a:pt x="2300343" y="611395"/>
                </a:lnTo>
                <a:lnTo>
                  <a:pt x="2322594" y="651037"/>
                </a:lnTo>
                <a:lnTo>
                  <a:pt x="2343411" y="691565"/>
                </a:lnTo>
                <a:lnTo>
                  <a:pt x="2362759" y="732943"/>
                </a:lnTo>
                <a:lnTo>
                  <a:pt x="2380605" y="775138"/>
                </a:lnTo>
                <a:lnTo>
                  <a:pt x="2396914" y="818114"/>
                </a:lnTo>
                <a:lnTo>
                  <a:pt x="2411653" y="861839"/>
                </a:lnTo>
                <a:lnTo>
                  <a:pt x="2424785" y="906277"/>
                </a:lnTo>
                <a:lnTo>
                  <a:pt x="2436278" y="951394"/>
                </a:lnTo>
                <a:lnTo>
                  <a:pt x="2446097" y="997157"/>
                </a:lnTo>
                <a:lnTo>
                  <a:pt x="2454208" y="1043529"/>
                </a:lnTo>
                <a:lnTo>
                  <a:pt x="2460576" y="1090478"/>
                </a:lnTo>
                <a:lnTo>
                  <a:pt x="2465167" y="1137969"/>
                </a:lnTo>
                <a:lnTo>
                  <a:pt x="2467947" y="1185968"/>
                </a:lnTo>
                <a:lnTo>
                  <a:pt x="2468881" y="1234440"/>
                </a:lnTo>
                <a:lnTo>
                  <a:pt x="2467947" y="1282912"/>
                </a:lnTo>
                <a:lnTo>
                  <a:pt x="2465167" y="1330911"/>
                </a:lnTo>
                <a:lnTo>
                  <a:pt x="2460576" y="1378402"/>
                </a:lnTo>
                <a:lnTo>
                  <a:pt x="2454208" y="1425351"/>
                </a:lnTo>
                <a:lnTo>
                  <a:pt x="2446097" y="1471723"/>
                </a:lnTo>
                <a:lnTo>
                  <a:pt x="2436278" y="1517485"/>
                </a:lnTo>
                <a:lnTo>
                  <a:pt x="2424785" y="1562603"/>
                </a:lnTo>
                <a:lnTo>
                  <a:pt x="2411653" y="1607041"/>
                </a:lnTo>
                <a:lnTo>
                  <a:pt x="2396914" y="1650765"/>
                </a:lnTo>
                <a:lnTo>
                  <a:pt x="2380605" y="1693742"/>
                </a:lnTo>
                <a:lnTo>
                  <a:pt x="2362759" y="1735937"/>
                </a:lnTo>
                <a:lnTo>
                  <a:pt x="2343411" y="1777315"/>
                </a:lnTo>
                <a:lnTo>
                  <a:pt x="2322594" y="1817842"/>
                </a:lnTo>
                <a:lnTo>
                  <a:pt x="2300343" y="1857485"/>
                </a:lnTo>
                <a:lnTo>
                  <a:pt x="2276693" y="1896208"/>
                </a:lnTo>
                <a:lnTo>
                  <a:pt x="2251677" y="1933978"/>
                </a:lnTo>
                <a:lnTo>
                  <a:pt x="2225331" y="1970759"/>
                </a:lnTo>
                <a:lnTo>
                  <a:pt x="2197687" y="2006519"/>
                </a:lnTo>
                <a:lnTo>
                  <a:pt x="2168782" y="2041222"/>
                </a:lnTo>
                <a:lnTo>
                  <a:pt x="2138648" y="2074834"/>
                </a:lnTo>
                <a:lnTo>
                  <a:pt x="2107321" y="2107321"/>
                </a:lnTo>
                <a:lnTo>
                  <a:pt x="2074834" y="2138648"/>
                </a:lnTo>
                <a:lnTo>
                  <a:pt x="2041222" y="2168782"/>
                </a:lnTo>
                <a:lnTo>
                  <a:pt x="2006519" y="2197687"/>
                </a:lnTo>
                <a:lnTo>
                  <a:pt x="1970759" y="2225331"/>
                </a:lnTo>
                <a:lnTo>
                  <a:pt x="1933978" y="2251677"/>
                </a:lnTo>
                <a:lnTo>
                  <a:pt x="1896208" y="2276693"/>
                </a:lnTo>
                <a:lnTo>
                  <a:pt x="1857485" y="2300343"/>
                </a:lnTo>
                <a:lnTo>
                  <a:pt x="1817842" y="2322594"/>
                </a:lnTo>
                <a:lnTo>
                  <a:pt x="1777315" y="2343411"/>
                </a:lnTo>
                <a:lnTo>
                  <a:pt x="1735937" y="2362759"/>
                </a:lnTo>
                <a:lnTo>
                  <a:pt x="1693742" y="2380605"/>
                </a:lnTo>
                <a:lnTo>
                  <a:pt x="1650765" y="2396914"/>
                </a:lnTo>
                <a:lnTo>
                  <a:pt x="1607041" y="2411653"/>
                </a:lnTo>
                <a:lnTo>
                  <a:pt x="1562603" y="2424785"/>
                </a:lnTo>
                <a:lnTo>
                  <a:pt x="1517485" y="2436278"/>
                </a:lnTo>
                <a:lnTo>
                  <a:pt x="1471723" y="2446097"/>
                </a:lnTo>
                <a:lnTo>
                  <a:pt x="1425351" y="2454208"/>
                </a:lnTo>
                <a:lnTo>
                  <a:pt x="1378402" y="2460576"/>
                </a:lnTo>
                <a:lnTo>
                  <a:pt x="1330911" y="2465167"/>
                </a:lnTo>
                <a:lnTo>
                  <a:pt x="1282912" y="2467947"/>
                </a:lnTo>
                <a:lnTo>
                  <a:pt x="1234440" y="2468881"/>
                </a:lnTo>
                <a:lnTo>
                  <a:pt x="1185968" y="2467947"/>
                </a:lnTo>
                <a:lnTo>
                  <a:pt x="1137969" y="2465167"/>
                </a:lnTo>
                <a:lnTo>
                  <a:pt x="1090478" y="2460576"/>
                </a:lnTo>
                <a:lnTo>
                  <a:pt x="1043529" y="2454208"/>
                </a:lnTo>
                <a:lnTo>
                  <a:pt x="997157" y="2446097"/>
                </a:lnTo>
                <a:lnTo>
                  <a:pt x="951394" y="2436278"/>
                </a:lnTo>
                <a:lnTo>
                  <a:pt x="906277" y="2424785"/>
                </a:lnTo>
                <a:lnTo>
                  <a:pt x="861839" y="2411653"/>
                </a:lnTo>
                <a:lnTo>
                  <a:pt x="818114" y="2396914"/>
                </a:lnTo>
                <a:lnTo>
                  <a:pt x="775138" y="2380605"/>
                </a:lnTo>
                <a:lnTo>
                  <a:pt x="732943" y="2362759"/>
                </a:lnTo>
                <a:lnTo>
                  <a:pt x="691565" y="2343411"/>
                </a:lnTo>
                <a:lnTo>
                  <a:pt x="651037" y="2322594"/>
                </a:lnTo>
                <a:lnTo>
                  <a:pt x="611395" y="2300343"/>
                </a:lnTo>
                <a:lnTo>
                  <a:pt x="572671" y="2276693"/>
                </a:lnTo>
                <a:lnTo>
                  <a:pt x="534902" y="2251677"/>
                </a:lnTo>
                <a:lnTo>
                  <a:pt x="498120" y="2225331"/>
                </a:lnTo>
                <a:lnTo>
                  <a:pt x="462361" y="2197687"/>
                </a:lnTo>
                <a:lnTo>
                  <a:pt x="427658" y="2168782"/>
                </a:lnTo>
                <a:lnTo>
                  <a:pt x="394046" y="2138648"/>
                </a:lnTo>
                <a:lnTo>
                  <a:pt x="361559" y="2107321"/>
                </a:lnTo>
                <a:lnTo>
                  <a:pt x="330232" y="2074834"/>
                </a:lnTo>
                <a:lnTo>
                  <a:pt x="300098" y="2041222"/>
                </a:lnTo>
                <a:lnTo>
                  <a:pt x="271192" y="2006519"/>
                </a:lnTo>
                <a:lnTo>
                  <a:pt x="243549" y="1970759"/>
                </a:lnTo>
                <a:lnTo>
                  <a:pt x="217203" y="1933978"/>
                </a:lnTo>
                <a:lnTo>
                  <a:pt x="192187" y="1896208"/>
                </a:lnTo>
                <a:lnTo>
                  <a:pt x="168537" y="1857485"/>
                </a:lnTo>
                <a:lnTo>
                  <a:pt x="146286" y="1817842"/>
                </a:lnTo>
                <a:lnTo>
                  <a:pt x="125470" y="1777315"/>
                </a:lnTo>
                <a:lnTo>
                  <a:pt x="106121" y="1735937"/>
                </a:lnTo>
                <a:lnTo>
                  <a:pt x="88275" y="1693742"/>
                </a:lnTo>
                <a:lnTo>
                  <a:pt x="71966" y="1650765"/>
                </a:lnTo>
                <a:lnTo>
                  <a:pt x="57228" y="1607041"/>
                </a:lnTo>
                <a:lnTo>
                  <a:pt x="44095" y="1562603"/>
                </a:lnTo>
                <a:lnTo>
                  <a:pt x="32602" y="1517485"/>
                </a:lnTo>
                <a:lnTo>
                  <a:pt x="22783" y="1471723"/>
                </a:lnTo>
                <a:lnTo>
                  <a:pt x="14672" y="1425351"/>
                </a:lnTo>
                <a:lnTo>
                  <a:pt x="8304" y="1378402"/>
                </a:lnTo>
                <a:lnTo>
                  <a:pt x="3713" y="1330911"/>
                </a:lnTo>
                <a:lnTo>
                  <a:pt x="934" y="1282912"/>
                </a:lnTo>
                <a:lnTo>
                  <a:pt x="0" y="1234440"/>
                </a:lnTo>
                <a:close/>
              </a:path>
            </a:pathLst>
          </a:custGeom>
          <a:ln w="38100">
            <a:solidFill>
              <a:srgbClr val="C00000"/>
            </a:solidFill>
          </a:ln>
        </p:spPr>
        <p:txBody>
          <a:bodyPr wrap="square" lIns="0" tIns="0" rIns="0" bIns="0" rtlCol="0"/>
          <a:lstStyle/>
          <a:p>
            <a:endParaRPr/>
          </a:p>
        </p:txBody>
      </p:sp>
      <p:sp>
        <p:nvSpPr>
          <p:cNvPr id="6" name="object 6"/>
          <p:cNvSpPr txBox="1"/>
          <p:nvPr/>
        </p:nvSpPr>
        <p:spPr>
          <a:xfrm>
            <a:off x="4631182" y="2749802"/>
            <a:ext cx="2003425" cy="885190"/>
          </a:xfrm>
          <a:prstGeom prst="rect">
            <a:avLst/>
          </a:prstGeom>
        </p:spPr>
        <p:txBody>
          <a:bodyPr vert="horz" wrap="square" lIns="0" tIns="6350" rIns="0" bIns="0" rtlCol="0">
            <a:spAutoFit/>
          </a:bodyPr>
          <a:lstStyle/>
          <a:p>
            <a:pPr marL="421005" marR="5080" indent="-408940">
              <a:lnSpc>
                <a:spcPct val="101400"/>
              </a:lnSpc>
              <a:spcBef>
                <a:spcPts val="50"/>
              </a:spcBef>
            </a:pPr>
            <a:r>
              <a:rPr sz="2800" spc="-10" dirty="0">
                <a:latin typeface="Carlito"/>
                <a:cs typeface="Carlito"/>
              </a:rPr>
              <a:t>Unsupervised Learning</a:t>
            </a:r>
            <a:endParaRPr sz="2800">
              <a:latin typeface="Carlito"/>
              <a:cs typeface="Carlito"/>
            </a:endParaRPr>
          </a:p>
        </p:txBody>
      </p:sp>
      <p:sp>
        <p:nvSpPr>
          <p:cNvPr id="7" name="object 7"/>
          <p:cNvSpPr/>
          <p:nvPr/>
        </p:nvSpPr>
        <p:spPr>
          <a:xfrm>
            <a:off x="3299459" y="3547859"/>
            <a:ext cx="2468880" cy="2468880"/>
          </a:xfrm>
          <a:custGeom>
            <a:avLst/>
            <a:gdLst/>
            <a:ahLst/>
            <a:cxnLst/>
            <a:rect l="l" t="t" r="r" b="b"/>
            <a:pathLst>
              <a:path w="2468879" h="2468879">
                <a:moveTo>
                  <a:pt x="0" y="1234440"/>
                </a:moveTo>
                <a:lnTo>
                  <a:pt x="934" y="1185968"/>
                </a:lnTo>
                <a:lnTo>
                  <a:pt x="3713" y="1137969"/>
                </a:lnTo>
                <a:lnTo>
                  <a:pt x="8304" y="1090478"/>
                </a:lnTo>
                <a:lnTo>
                  <a:pt x="14672" y="1043529"/>
                </a:lnTo>
                <a:lnTo>
                  <a:pt x="22783" y="997157"/>
                </a:lnTo>
                <a:lnTo>
                  <a:pt x="32602" y="951394"/>
                </a:lnTo>
                <a:lnTo>
                  <a:pt x="44095" y="906277"/>
                </a:lnTo>
                <a:lnTo>
                  <a:pt x="57228" y="861839"/>
                </a:lnTo>
                <a:lnTo>
                  <a:pt x="71966" y="818114"/>
                </a:lnTo>
                <a:lnTo>
                  <a:pt x="88275" y="775138"/>
                </a:lnTo>
                <a:lnTo>
                  <a:pt x="106121" y="732943"/>
                </a:lnTo>
                <a:lnTo>
                  <a:pt x="125470" y="691565"/>
                </a:lnTo>
                <a:lnTo>
                  <a:pt x="146286" y="651037"/>
                </a:lnTo>
                <a:lnTo>
                  <a:pt x="168537" y="611395"/>
                </a:lnTo>
                <a:lnTo>
                  <a:pt x="192187" y="572671"/>
                </a:lnTo>
                <a:lnTo>
                  <a:pt x="217203" y="534902"/>
                </a:lnTo>
                <a:lnTo>
                  <a:pt x="243549" y="498120"/>
                </a:lnTo>
                <a:lnTo>
                  <a:pt x="271192" y="462361"/>
                </a:lnTo>
                <a:lnTo>
                  <a:pt x="300098" y="427658"/>
                </a:lnTo>
                <a:lnTo>
                  <a:pt x="330232" y="394046"/>
                </a:lnTo>
                <a:lnTo>
                  <a:pt x="361559" y="361559"/>
                </a:lnTo>
                <a:lnTo>
                  <a:pt x="394046" y="330232"/>
                </a:lnTo>
                <a:lnTo>
                  <a:pt x="427658" y="300098"/>
                </a:lnTo>
                <a:lnTo>
                  <a:pt x="462361" y="271192"/>
                </a:lnTo>
                <a:lnTo>
                  <a:pt x="498120" y="243549"/>
                </a:lnTo>
                <a:lnTo>
                  <a:pt x="534902" y="217203"/>
                </a:lnTo>
                <a:lnTo>
                  <a:pt x="572671" y="192187"/>
                </a:lnTo>
                <a:lnTo>
                  <a:pt x="611395" y="168537"/>
                </a:lnTo>
                <a:lnTo>
                  <a:pt x="651037" y="146286"/>
                </a:lnTo>
                <a:lnTo>
                  <a:pt x="691565" y="125470"/>
                </a:lnTo>
                <a:lnTo>
                  <a:pt x="732943" y="106121"/>
                </a:lnTo>
                <a:lnTo>
                  <a:pt x="775138" y="88275"/>
                </a:lnTo>
                <a:lnTo>
                  <a:pt x="818114" y="71966"/>
                </a:lnTo>
                <a:lnTo>
                  <a:pt x="861839" y="57228"/>
                </a:lnTo>
                <a:lnTo>
                  <a:pt x="906277" y="44095"/>
                </a:lnTo>
                <a:lnTo>
                  <a:pt x="951394" y="32602"/>
                </a:lnTo>
                <a:lnTo>
                  <a:pt x="997157" y="22783"/>
                </a:lnTo>
                <a:lnTo>
                  <a:pt x="1043529" y="14672"/>
                </a:lnTo>
                <a:lnTo>
                  <a:pt x="1090478" y="8304"/>
                </a:lnTo>
                <a:lnTo>
                  <a:pt x="1137969" y="3713"/>
                </a:lnTo>
                <a:lnTo>
                  <a:pt x="1185968" y="934"/>
                </a:lnTo>
                <a:lnTo>
                  <a:pt x="1234440" y="0"/>
                </a:lnTo>
                <a:lnTo>
                  <a:pt x="1282912" y="934"/>
                </a:lnTo>
                <a:lnTo>
                  <a:pt x="1330911" y="3713"/>
                </a:lnTo>
                <a:lnTo>
                  <a:pt x="1378402" y="8304"/>
                </a:lnTo>
                <a:lnTo>
                  <a:pt x="1425351" y="14672"/>
                </a:lnTo>
                <a:lnTo>
                  <a:pt x="1471723" y="22783"/>
                </a:lnTo>
                <a:lnTo>
                  <a:pt x="1517485" y="32602"/>
                </a:lnTo>
                <a:lnTo>
                  <a:pt x="1562603" y="44095"/>
                </a:lnTo>
                <a:lnTo>
                  <a:pt x="1607041" y="57228"/>
                </a:lnTo>
                <a:lnTo>
                  <a:pt x="1650765" y="71966"/>
                </a:lnTo>
                <a:lnTo>
                  <a:pt x="1693742" y="88275"/>
                </a:lnTo>
                <a:lnTo>
                  <a:pt x="1735937" y="106121"/>
                </a:lnTo>
                <a:lnTo>
                  <a:pt x="1777315" y="125470"/>
                </a:lnTo>
                <a:lnTo>
                  <a:pt x="1817842" y="146286"/>
                </a:lnTo>
                <a:lnTo>
                  <a:pt x="1857485" y="168537"/>
                </a:lnTo>
                <a:lnTo>
                  <a:pt x="1896208" y="192187"/>
                </a:lnTo>
                <a:lnTo>
                  <a:pt x="1933978" y="217203"/>
                </a:lnTo>
                <a:lnTo>
                  <a:pt x="1970759" y="243549"/>
                </a:lnTo>
                <a:lnTo>
                  <a:pt x="2006519" y="271192"/>
                </a:lnTo>
                <a:lnTo>
                  <a:pt x="2041222" y="300098"/>
                </a:lnTo>
                <a:lnTo>
                  <a:pt x="2074834" y="330232"/>
                </a:lnTo>
                <a:lnTo>
                  <a:pt x="2107321" y="361559"/>
                </a:lnTo>
                <a:lnTo>
                  <a:pt x="2138648" y="394046"/>
                </a:lnTo>
                <a:lnTo>
                  <a:pt x="2168782" y="427658"/>
                </a:lnTo>
                <a:lnTo>
                  <a:pt x="2197687" y="462361"/>
                </a:lnTo>
                <a:lnTo>
                  <a:pt x="2225331" y="498120"/>
                </a:lnTo>
                <a:lnTo>
                  <a:pt x="2251677" y="534902"/>
                </a:lnTo>
                <a:lnTo>
                  <a:pt x="2276693" y="572671"/>
                </a:lnTo>
                <a:lnTo>
                  <a:pt x="2300343" y="611395"/>
                </a:lnTo>
                <a:lnTo>
                  <a:pt x="2322594" y="651037"/>
                </a:lnTo>
                <a:lnTo>
                  <a:pt x="2343411" y="691565"/>
                </a:lnTo>
                <a:lnTo>
                  <a:pt x="2362759" y="732943"/>
                </a:lnTo>
                <a:lnTo>
                  <a:pt x="2380605" y="775138"/>
                </a:lnTo>
                <a:lnTo>
                  <a:pt x="2396914" y="818114"/>
                </a:lnTo>
                <a:lnTo>
                  <a:pt x="2411653" y="861839"/>
                </a:lnTo>
                <a:lnTo>
                  <a:pt x="2424785" y="906277"/>
                </a:lnTo>
                <a:lnTo>
                  <a:pt x="2436278" y="951394"/>
                </a:lnTo>
                <a:lnTo>
                  <a:pt x="2446097" y="997157"/>
                </a:lnTo>
                <a:lnTo>
                  <a:pt x="2454208" y="1043529"/>
                </a:lnTo>
                <a:lnTo>
                  <a:pt x="2460576" y="1090478"/>
                </a:lnTo>
                <a:lnTo>
                  <a:pt x="2465167" y="1137969"/>
                </a:lnTo>
                <a:lnTo>
                  <a:pt x="2467947" y="1185968"/>
                </a:lnTo>
                <a:lnTo>
                  <a:pt x="2468881" y="1234440"/>
                </a:lnTo>
                <a:lnTo>
                  <a:pt x="2467947" y="1282912"/>
                </a:lnTo>
                <a:lnTo>
                  <a:pt x="2465167" y="1330911"/>
                </a:lnTo>
                <a:lnTo>
                  <a:pt x="2460576" y="1378402"/>
                </a:lnTo>
                <a:lnTo>
                  <a:pt x="2454208" y="1425351"/>
                </a:lnTo>
                <a:lnTo>
                  <a:pt x="2446097" y="1471723"/>
                </a:lnTo>
                <a:lnTo>
                  <a:pt x="2436278" y="1517485"/>
                </a:lnTo>
                <a:lnTo>
                  <a:pt x="2424785" y="1562603"/>
                </a:lnTo>
                <a:lnTo>
                  <a:pt x="2411653" y="1607041"/>
                </a:lnTo>
                <a:lnTo>
                  <a:pt x="2396914" y="1650765"/>
                </a:lnTo>
                <a:lnTo>
                  <a:pt x="2380605" y="1693742"/>
                </a:lnTo>
                <a:lnTo>
                  <a:pt x="2362759" y="1735937"/>
                </a:lnTo>
                <a:lnTo>
                  <a:pt x="2343411" y="1777315"/>
                </a:lnTo>
                <a:lnTo>
                  <a:pt x="2322594" y="1817842"/>
                </a:lnTo>
                <a:lnTo>
                  <a:pt x="2300343" y="1857485"/>
                </a:lnTo>
                <a:lnTo>
                  <a:pt x="2276693" y="1896208"/>
                </a:lnTo>
                <a:lnTo>
                  <a:pt x="2251677" y="1933978"/>
                </a:lnTo>
                <a:lnTo>
                  <a:pt x="2225331" y="1970759"/>
                </a:lnTo>
                <a:lnTo>
                  <a:pt x="2197687" y="2006519"/>
                </a:lnTo>
                <a:lnTo>
                  <a:pt x="2168782" y="2041222"/>
                </a:lnTo>
                <a:lnTo>
                  <a:pt x="2138648" y="2074834"/>
                </a:lnTo>
                <a:lnTo>
                  <a:pt x="2107321" y="2107321"/>
                </a:lnTo>
                <a:lnTo>
                  <a:pt x="2074834" y="2138648"/>
                </a:lnTo>
                <a:lnTo>
                  <a:pt x="2041222" y="2168782"/>
                </a:lnTo>
                <a:lnTo>
                  <a:pt x="2006519" y="2197687"/>
                </a:lnTo>
                <a:lnTo>
                  <a:pt x="1970759" y="2225331"/>
                </a:lnTo>
                <a:lnTo>
                  <a:pt x="1933978" y="2251677"/>
                </a:lnTo>
                <a:lnTo>
                  <a:pt x="1896208" y="2276693"/>
                </a:lnTo>
                <a:lnTo>
                  <a:pt x="1857485" y="2300343"/>
                </a:lnTo>
                <a:lnTo>
                  <a:pt x="1817842" y="2322594"/>
                </a:lnTo>
                <a:lnTo>
                  <a:pt x="1777315" y="2343411"/>
                </a:lnTo>
                <a:lnTo>
                  <a:pt x="1735937" y="2362759"/>
                </a:lnTo>
                <a:lnTo>
                  <a:pt x="1693742" y="2380605"/>
                </a:lnTo>
                <a:lnTo>
                  <a:pt x="1650765" y="2396914"/>
                </a:lnTo>
                <a:lnTo>
                  <a:pt x="1607041" y="2411653"/>
                </a:lnTo>
                <a:lnTo>
                  <a:pt x="1562603" y="2424785"/>
                </a:lnTo>
                <a:lnTo>
                  <a:pt x="1517485" y="2436278"/>
                </a:lnTo>
                <a:lnTo>
                  <a:pt x="1471723" y="2446097"/>
                </a:lnTo>
                <a:lnTo>
                  <a:pt x="1425351" y="2454208"/>
                </a:lnTo>
                <a:lnTo>
                  <a:pt x="1378402" y="2460576"/>
                </a:lnTo>
                <a:lnTo>
                  <a:pt x="1330911" y="2465167"/>
                </a:lnTo>
                <a:lnTo>
                  <a:pt x="1282912" y="2467947"/>
                </a:lnTo>
                <a:lnTo>
                  <a:pt x="1234440" y="2468881"/>
                </a:lnTo>
                <a:lnTo>
                  <a:pt x="1185968" y="2467947"/>
                </a:lnTo>
                <a:lnTo>
                  <a:pt x="1137969" y="2465167"/>
                </a:lnTo>
                <a:lnTo>
                  <a:pt x="1090478" y="2460576"/>
                </a:lnTo>
                <a:lnTo>
                  <a:pt x="1043529" y="2454208"/>
                </a:lnTo>
                <a:lnTo>
                  <a:pt x="997157" y="2446097"/>
                </a:lnTo>
                <a:lnTo>
                  <a:pt x="951394" y="2436278"/>
                </a:lnTo>
                <a:lnTo>
                  <a:pt x="906277" y="2424785"/>
                </a:lnTo>
                <a:lnTo>
                  <a:pt x="861839" y="2411653"/>
                </a:lnTo>
                <a:lnTo>
                  <a:pt x="818114" y="2396914"/>
                </a:lnTo>
                <a:lnTo>
                  <a:pt x="775138" y="2380605"/>
                </a:lnTo>
                <a:lnTo>
                  <a:pt x="732943" y="2362759"/>
                </a:lnTo>
                <a:lnTo>
                  <a:pt x="691565" y="2343411"/>
                </a:lnTo>
                <a:lnTo>
                  <a:pt x="651037" y="2322594"/>
                </a:lnTo>
                <a:lnTo>
                  <a:pt x="611395" y="2300343"/>
                </a:lnTo>
                <a:lnTo>
                  <a:pt x="572671" y="2276693"/>
                </a:lnTo>
                <a:lnTo>
                  <a:pt x="534902" y="2251677"/>
                </a:lnTo>
                <a:lnTo>
                  <a:pt x="498120" y="2225331"/>
                </a:lnTo>
                <a:lnTo>
                  <a:pt x="462361" y="2197687"/>
                </a:lnTo>
                <a:lnTo>
                  <a:pt x="427658" y="2168782"/>
                </a:lnTo>
                <a:lnTo>
                  <a:pt x="394046" y="2138648"/>
                </a:lnTo>
                <a:lnTo>
                  <a:pt x="361559" y="2107321"/>
                </a:lnTo>
                <a:lnTo>
                  <a:pt x="330232" y="2074834"/>
                </a:lnTo>
                <a:lnTo>
                  <a:pt x="300098" y="2041222"/>
                </a:lnTo>
                <a:lnTo>
                  <a:pt x="271192" y="2006519"/>
                </a:lnTo>
                <a:lnTo>
                  <a:pt x="243549" y="1970759"/>
                </a:lnTo>
                <a:lnTo>
                  <a:pt x="217203" y="1933978"/>
                </a:lnTo>
                <a:lnTo>
                  <a:pt x="192187" y="1896208"/>
                </a:lnTo>
                <a:lnTo>
                  <a:pt x="168537" y="1857485"/>
                </a:lnTo>
                <a:lnTo>
                  <a:pt x="146286" y="1817842"/>
                </a:lnTo>
                <a:lnTo>
                  <a:pt x="125470" y="1777315"/>
                </a:lnTo>
                <a:lnTo>
                  <a:pt x="106121" y="1735937"/>
                </a:lnTo>
                <a:lnTo>
                  <a:pt x="88275" y="1693742"/>
                </a:lnTo>
                <a:lnTo>
                  <a:pt x="71966" y="1650765"/>
                </a:lnTo>
                <a:lnTo>
                  <a:pt x="57228" y="1607041"/>
                </a:lnTo>
                <a:lnTo>
                  <a:pt x="44095" y="1562603"/>
                </a:lnTo>
                <a:lnTo>
                  <a:pt x="32602" y="1517485"/>
                </a:lnTo>
                <a:lnTo>
                  <a:pt x="22783" y="1471723"/>
                </a:lnTo>
                <a:lnTo>
                  <a:pt x="14672" y="1425351"/>
                </a:lnTo>
                <a:lnTo>
                  <a:pt x="8304" y="1378402"/>
                </a:lnTo>
                <a:lnTo>
                  <a:pt x="3713" y="1330911"/>
                </a:lnTo>
                <a:lnTo>
                  <a:pt x="934" y="1282912"/>
                </a:lnTo>
                <a:lnTo>
                  <a:pt x="0" y="1234440"/>
                </a:lnTo>
                <a:close/>
              </a:path>
            </a:pathLst>
          </a:custGeom>
          <a:ln w="38100">
            <a:solidFill>
              <a:srgbClr val="C00000"/>
            </a:solidFill>
          </a:ln>
        </p:spPr>
        <p:txBody>
          <a:bodyPr wrap="square" lIns="0" tIns="0" rIns="0" bIns="0" rtlCol="0"/>
          <a:lstStyle/>
          <a:p>
            <a:endParaRPr/>
          </a:p>
        </p:txBody>
      </p:sp>
      <p:sp>
        <p:nvSpPr>
          <p:cNvPr id="8" name="object 8"/>
          <p:cNvSpPr txBox="1"/>
          <p:nvPr/>
        </p:nvSpPr>
        <p:spPr>
          <a:xfrm>
            <a:off x="1816328" y="4316474"/>
            <a:ext cx="5424805" cy="862800"/>
          </a:xfrm>
          <a:prstGeom prst="rect">
            <a:avLst/>
          </a:prstGeom>
        </p:spPr>
        <p:txBody>
          <a:bodyPr vert="horz" wrap="square" lIns="0" tIns="6350" rIns="0" bIns="0" rtlCol="0">
            <a:spAutoFit/>
          </a:bodyPr>
          <a:lstStyle/>
          <a:p>
            <a:pPr marL="1613535" marR="1676400" algn="ctr">
              <a:lnSpc>
                <a:spcPct val="101400"/>
              </a:lnSpc>
              <a:spcBef>
                <a:spcPts val="50"/>
              </a:spcBef>
            </a:pPr>
            <a:r>
              <a:rPr sz="2800" spc="-25" dirty="0">
                <a:latin typeface="Carlito"/>
                <a:cs typeface="Carlito"/>
              </a:rPr>
              <a:t>Reinforcement </a:t>
            </a:r>
            <a:r>
              <a:rPr sz="2800" spc="-10" dirty="0">
                <a:latin typeface="Carlito"/>
                <a:cs typeface="Carlito"/>
              </a:rPr>
              <a:t>Learning</a:t>
            </a:r>
            <a:endParaRPr sz="2800" dirty="0">
              <a:latin typeface="Carlito"/>
              <a:cs typeface="Carlito"/>
            </a:endParaRPr>
          </a:p>
        </p:txBody>
      </p:sp>
      <p:sp>
        <p:nvSpPr>
          <p:cNvPr id="9" name="object 2">
            <a:extLst>
              <a:ext uri="{FF2B5EF4-FFF2-40B4-BE49-F238E27FC236}">
                <a16:creationId xmlns:a16="http://schemas.microsoft.com/office/drawing/2014/main" id="{404AFFA7-86E8-E3E7-BEB7-1B460280F541}"/>
              </a:ext>
            </a:extLst>
          </p:cNvPr>
          <p:cNvSpPr txBox="1">
            <a:spLocks/>
          </p:cNvSpPr>
          <p:nvPr/>
        </p:nvSpPr>
        <p:spPr>
          <a:xfrm>
            <a:off x="478790" y="394208"/>
            <a:ext cx="6607810" cy="528350"/>
          </a:xfrm>
          <a:prstGeom prst="rect">
            <a:avLst/>
          </a:prstGeom>
        </p:spPr>
        <p:txBody>
          <a:bodyPr vert="horz" wrap="square" lIns="0" tIns="66040" rIns="0" bIns="0" rtlCol="0">
            <a:spAutoFit/>
          </a:bodyPr>
          <a:lstStyle>
            <a:lvl1pPr>
              <a:defRPr sz="3300" b="0" i="0">
                <a:solidFill>
                  <a:schemeClr val="tx1"/>
                </a:solidFill>
                <a:latin typeface="Carlito"/>
                <a:ea typeface="+mj-ea"/>
                <a:cs typeface="Carlito"/>
              </a:defRPr>
            </a:lvl1pPr>
          </a:lstStyle>
          <a:p>
            <a:pPr marL="12700" marR="5080">
              <a:lnSpc>
                <a:spcPts val="3600"/>
              </a:lnSpc>
              <a:spcBef>
                <a:spcPts val="520"/>
              </a:spcBef>
            </a:pPr>
            <a:r>
              <a:rPr lang="en-US" spc="-90"/>
              <a:t>Phân loại học máy </a:t>
            </a:r>
            <a:r>
              <a:rPr lang="en-US"/>
              <a:t>(Dựa trên nhiệm vụ</a:t>
            </a:r>
            <a:r>
              <a:rPr lang="en-US" spc="-50"/>
              <a:t>)</a:t>
            </a:r>
            <a:endParaRPr lang="en-US" spc="-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2688" y="2327148"/>
            <a:ext cx="5161280" cy="1551707"/>
          </a:xfrm>
          <a:prstGeom prst="rect">
            <a:avLst/>
          </a:prstGeom>
        </p:spPr>
        <p:txBody>
          <a:bodyPr vert="horz" wrap="square" lIns="0" tIns="12700" rIns="0" bIns="0" rtlCol="0">
            <a:spAutoFit/>
          </a:bodyPr>
          <a:lstStyle/>
          <a:p>
            <a:pPr marL="12700" algn="ctr">
              <a:lnSpc>
                <a:spcPct val="100000"/>
              </a:lnSpc>
              <a:spcBef>
                <a:spcPts val="100"/>
              </a:spcBef>
            </a:pPr>
            <a:r>
              <a:rPr sz="5000" spc="-10" dirty="0"/>
              <a:t>Supervised</a:t>
            </a:r>
            <a:r>
              <a:rPr sz="5000" spc="-250" dirty="0"/>
              <a:t> </a:t>
            </a:r>
            <a:r>
              <a:rPr sz="5000" spc="-10" dirty="0"/>
              <a:t>Learning</a:t>
            </a:r>
            <a:br>
              <a:rPr lang="en-US" sz="5000" spc="-10" dirty="0"/>
            </a:br>
            <a:r>
              <a:rPr lang="en-US" sz="5000" spc="-10" dirty="0"/>
              <a:t>(</a:t>
            </a:r>
            <a:r>
              <a:rPr lang="en-US" sz="5000" spc="-10" dirty="0" err="1"/>
              <a:t>Học</a:t>
            </a:r>
            <a:r>
              <a:rPr lang="en-US" sz="5000" spc="-10" dirty="0"/>
              <a:t> </a:t>
            </a:r>
            <a:r>
              <a:rPr lang="en-US" sz="5000" spc="-10" dirty="0" err="1"/>
              <a:t>có</a:t>
            </a:r>
            <a:r>
              <a:rPr lang="en-US" sz="5000" spc="-10" dirty="0"/>
              <a:t> </a:t>
            </a:r>
            <a:r>
              <a:rPr lang="en-US" sz="5000" spc="-10" dirty="0" err="1"/>
              <a:t>giám</a:t>
            </a:r>
            <a:r>
              <a:rPr lang="en-US" sz="5000" spc="-10" dirty="0"/>
              <a:t> </a:t>
            </a:r>
            <a:r>
              <a:rPr lang="en-US" sz="5000" spc="-10" dirty="0" err="1"/>
              <a:t>sát</a:t>
            </a:r>
            <a:r>
              <a:rPr lang="en-US" sz="5000" spc="-10" dirty="0"/>
              <a:t>)</a:t>
            </a:r>
            <a:endParaRPr sz="5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221992" y="2971800"/>
            <a:ext cx="4639945" cy="3094990"/>
            <a:chOff x="2221992" y="2633472"/>
            <a:chExt cx="4639945" cy="3094990"/>
          </a:xfrm>
        </p:grpSpPr>
        <p:pic>
          <p:nvPicPr>
            <p:cNvPr id="4" name="object 4"/>
            <p:cNvPicPr/>
            <p:nvPr/>
          </p:nvPicPr>
          <p:blipFill>
            <a:blip r:embed="rId3" cstate="print"/>
            <a:stretch>
              <a:fillRect/>
            </a:stretch>
          </p:blipFill>
          <p:spPr>
            <a:xfrm>
              <a:off x="2221992" y="2633472"/>
              <a:ext cx="4624781" cy="3090491"/>
            </a:xfrm>
            <a:prstGeom prst="rect">
              <a:avLst/>
            </a:prstGeom>
          </p:spPr>
        </p:pic>
        <p:sp>
          <p:nvSpPr>
            <p:cNvPr id="5" name="object 5"/>
            <p:cNvSpPr/>
            <p:nvPr/>
          </p:nvSpPr>
          <p:spPr>
            <a:xfrm>
              <a:off x="3770096" y="3669626"/>
              <a:ext cx="3091815" cy="2059305"/>
            </a:xfrm>
            <a:custGeom>
              <a:avLst/>
              <a:gdLst/>
              <a:ahLst/>
              <a:cxnLst/>
              <a:rect l="l" t="t" r="r" b="b"/>
              <a:pathLst>
                <a:path w="3091815" h="2059304">
                  <a:moveTo>
                    <a:pt x="114300" y="1610461"/>
                  </a:moveTo>
                  <a:lnTo>
                    <a:pt x="104775" y="1591411"/>
                  </a:lnTo>
                  <a:lnTo>
                    <a:pt x="57150" y="1496161"/>
                  </a:lnTo>
                  <a:lnTo>
                    <a:pt x="0" y="1610461"/>
                  </a:lnTo>
                  <a:lnTo>
                    <a:pt x="38100" y="1610461"/>
                  </a:lnTo>
                  <a:lnTo>
                    <a:pt x="38100" y="2058758"/>
                  </a:lnTo>
                  <a:lnTo>
                    <a:pt x="76200" y="2058758"/>
                  </a:lnTo>
                  <a:lnTo>
                    <a:pt x="76200" y="1610461"/>
                  </a:lnTo>
                  <a:lnTo>
                    <a:pt x="114300" y="1610461"/>
                  </a:lnTo>
                  <a:close/>
                </a:path>
                <a:path w="3091815" h="2059304">
                  <a:moveTo>
                    <a:pt x="3091294" y="530910"/>
                  </a:moveTo>
                  <a:lnTo>
                    <a:pt x="3078772" y="522300"/>
                  </a:lnTo>
                  <a:lnTo>
                    <a:pt x="3070529" y="516636"/>
                  </a:lnTo>
                  <a:lnTo>
                    <a:pt x="3070275" y="516483"/>
                  </a:lnTo>
                  <a:lnTo>
                    <a:pt x="3070072" y="516331"/>
                  </a:lnTo>
                  <a:lnTo>
                    <a:pt x="3054299" y="504393"/>
                  </a:lnTo>
                  <a:lnTo>
                    <a:pt x="3032125" y="487730"/>
                  </a:lnTo>
                  <a:lnTo>
                    <a:pt x="3023565" y="481317"/>
                  </a:lnTo>
                  <a:lnTo>
                    <a:pt x="2997873" y="463918"/>
                  </a:lnTo>
                  <a:lnTo>
                    <a:pt x="2984589" y="455663"/>
                  </a:lnTo>
                  <a:lnTo>
                    <a:pt x="2937789" y="426212"/>
                  </a:lnTo>
                  <a:lnTo>
                    <a:pt x="2895993" y="400062"/>
                  </a:lnTo>
                  <a:lnTo>
                    <a:pt x="2856446" y="375678"/>
                  </a:lnTo>
                  <a:lnTo>
                    <a:pt x="2809862" y="347611"/>
                  </a:lnTo>
                  <a:lnTo>
                    <a:pt x="2759773" y="318350"/>
                  </a:lnTo>
                  <a:lnTo>
                    <a:pt x="2751137" y="313499"/>
                  </a:lnTo>
                  <a:lnTo>
                    <a:pt x="2706738" y="288531"/>
                  </a:lnTo>
                  <a:lnTo>
                    <a:pt x="2663609" y="265366"/>
                  </a:lnTo>
                  <a:lnTo>
                    <a:pt x="2651417" y="258813"/>
                  </a:lnTo>
                  <a:lnTo>
                    <a:pt x="2632291" y="248386"/>
                  </a:lnTo>
                  <a:lnTo>
                    <a:pt x="2603017" y="232562"/>
                  </a:lnTo>
                  <a:lnTo>
                    <a:pt x="2546616" y="202793"/>
                  </a:lnTo>
                  <a:lnTo>
                    <a:pt x="2487917" y="172897"/>
                  </a:lnTo>
                  <a:lnTo>
                    <a:pt x="2407577" y="133261"/>
                  </a:lnTo>
                  <a:lnTo>
                    <a:pt x="2362581" y="112293"/>
                  </a:lnTo>
                  <a:lnTo>
                    <a:pt x="2351786" y="107289"/>
                  </a:lnTo>
                  <a:lnTo>
                    <a:pt x="2341638" y="102781"/>
                  </a:lnTo>
                  <a:lnTo>
                    <a:pt x="2327148" y="96329"/>
                  </a:lnTo>
                  <a:lnTo>
                    <a:pt x="2321610" y="93929"/>
                  </a:lnTo>
                  <a:lnTo>
                    <a:pt x="2284933" y="78193"/>
                  </a:lnTo>
                  <a:lnTo>
                    <a:pt x="2229993" y="55587"/>
                  </a:lnTo>
                  <a:lnTo>
                    <a:pt x="2188108" y="39662"/>
                  </a:lnTo>
                  <a:lnTo>
                    <a:pt x="2241588" y="27914"/>
                  </a:lnTo>
                  <a:lnTo>
                    <a:pt x="2244534" y="23291"/>
                  </a:lnTo>
                  <a:lnTo>
                    <a:pt x="2246465" y="20294"/>
                  </a:lnTo>
                  <a:lnTo>
                    <a:pt x="2243074" y="4876"/>
                  </a:lnTo>
                  <a:lnTo>
                    <a:pt x="2235454" y="0"/>
                  </a:lnTo>
                  <a:lnTo>
                    <a:pt x="2106892" y="28232"/>
                  </a:lnTo>
                  <a:lnTo>
                    <a:pt x="2194763" y="126250"/>
                  </a:lnTo>
                  <a:lnTo>
                    <a:pt x="2203793" y="126746"/>
                  </a:lnTo>
                  <a:lnTo>
                    <a:pt x="2215540" y="116205"/>
                  </a:lnTo>
                  <a:lnTo>
                    <a:pt x="2216035" y="107175"/>
                  </a:lnTo>
                  <a:lnTo>
                    <a:pt x="2180158" y="67170"/>
                  </a:lnTo>
                  <a:lnTo>
                    <a:pt x="2175662" y="65544"/>
                  </a:lnTo>
                  <a:lnTo>
                    <a:pt x="2180158" y="67170"/>
                  </a:lnTo>
                  <a:lnTo>
                    <a:pt x="2192236" y="71513"/>
                  </a:lnTo>
                  <a:lnTo>
                    <a:pt x="2209774" y="78270"/>
                  </a:lnTo>
                  <a:lnTo>
                    <a:pt x="2228367" y="85737"/>
                  </a:lnTo>
                  <a:lnTo>
                    <a:pt x="2248535" y="93967"/>
                  </a:lnTo>
                  <a:lnTo>
                    <a:pt x="2269845" y="102831"/>
                  </a:lnTo>
                  <a:lnTo>
                    <a:pt x="2292273" y="112344"/>
                  </a:lnTo>
                  <a:lnTo>
                    <a:pt x="2315591" y="122466"/>
                  </a:lnTo>
                  <a:lnTo>
                    <a:pt x="2340064" y="133362"/>
                  </a:lnTo>
                  <a:lnTo>
                    <a:pt x="2391168" y="157048"/>
                  </a:lnTo>
                  <a:lnTo>
                    <a:pt x="2423630" y="172923"/>
                  </a:lnTo>
                  <a:lnTo>
                    <a:pt x="2454338" y="188061"/>
                  </a:lnTo>
                  <a:lnTo>
                    <a:pt x="2483840" y="202806"/>
                  </a:lnTo>
                  <a:lnTo>
                    <a:pt x="2512822" y="217487"/>
                  </a:lnTo>
                  <a:lnTo>
                    <a:pt x="2541994" y="232562"/>
                  </a:lnTo>
                  <a:lnTo>
                    <a:pt x="2572067" y="248386"/>
                  </a:lnTo>
                  <a:lnTo>
                    <a:pt x="2603830" y="265417"/>
                  </a:lnTo>
                  <a:lnTo>
                    <a:pt x="2693098" y="313639"/>
                  </a:lnTo>
                  <a:lnTo>
                    <a:pt x="2745460" y="343090"/>
                  </a:lnTo>
                  <a:lnTo>
                    <a:pt x="2745651" y="343204"/>
                  </a:lnTo>
                  <a:lnTo>
                    <a:pt x="2795193" y="372148"/>
                  </a:lnTo>
                  <a:lnTo>
                    <a:pt x="2795333" y="372237"/>
                  </a:lnTo>
                  <a:lnTo>
                    <a:pt x="2841650" y="400126"/>
                  </a:lnTo>
                  <a:lnTo>
                    <a:pt x="2863329" y="413435"/>
                  </a:lnTo>
                  <a:lnTo>
                    <a:pt x="2884005" y="426237"/>
                  </a:lnTo>
                  <a:lnTo>
                    <a:pt x="2982290" y="487895"/>
                  </a:lnTo>
                  <a:lnTo>
                    <a:pt x="2982518" y="488035"/>
                  </a:lnTo>
                  <a:lnTo>
                    <a:pt x="3006902" y="504558"/>
                  </a:lnTo>
                  <a:lnTo>
                    <a:pt x="3006699" y="504393"/>
                  </a:lnTo>
                  <a:lnTo>
                    <a:pt x="3007258" y="504786"/>
                  </a:lnTo>
                  <a:lnTo>
                    <a:pt x="3006902" y="504558"/>
                  </a:lnTo>
                  <a:lnTo>
                    <a:pt x="3007220" y="504786"/>
                  </a:lnTo>
                  <a:lnTo>
                    <a:pt x="3030601" y="522312"/>
                  </a:lnTo>
                  <a:lnTo>
                    <a:pt x="3053524" y="539623"/>
                  </a:lnTo>
                  <a:lnTo>
                    <a:pt x="3075114" y="554456"/>
                  </a:lnTo>
                  <a:lnTo>
                    <a:pt x="3091294" y="530910"/>
                  </a:lnTo>
                  <a:close/>
                </a:path>
              </a:pathLst>
            </a:custGeom>
            <a:solidFill>
              <a:srgbClr val="00B050"/>
            </a:solidFill>
          </p:spPr>
          <p:txBody>
            <a:bodyPr wrap="square" lIns="0" tIns="0" rIns="0" bIns="0" rtlCol="0"/>
            <a:lstStyle/>
            <a:p>
              <a:endParaRPr/>
            </a:p>
          </p:txBody>
        </p:sp>
      </p:grpSp>
      <p:sp>
        <p:nvSpPr>
          <p:cNvPr id="6" name="object 6"/>
          <p:cNvSpPr txBox="1"/>
          <p:nvPr/>
        </p:nvSpPr>
        <p:spPr>
          <a:xfrm>
            <a:off x="3277666" y="6077204"/>
            <a:ext cx="1827734" cy="705321"/>
          </a:xfrm>
          <a:prstGeom prst="rect">
            <a:avLst/>
          </a:prstGeom>
        </p:spPr>
        <p:txBody>
          <a:bodyPr vert="horz" wrap="square" lIns="0" tIns="12700" rIns="0" bIns="0" rtlCol="0">
            <a:spAutoFit/>
          </a:bodyPr>
          <a:lstStyle/>
          <a:p>
            <a:pPr algn="ctr">
              <a:lnSpc>
                <a:spcPts val="2735"/>
              </a:lnSpc>
              <a:spcBef>
                <a:spcPts val="100"/>
              </a:spcBef>
            </a:pPr>
            <a:r>
              <a:rPr sz="2800" dirty="0">
                <a:latin typeface="Carlito"/>
              </a:rPr>
              <a:t>𝑥 = 800</a:t>
            </a:r>
          </a:p>
          <a:p>
            <a:pPr algn="ctr">
              <a:lnSpc>
                <a:spcPts val="2735"/>
              </a:lnSpc>
            </a:pPr>
            <a:r>
              <a:rPr sz="2800" dirty="0">
                <a:latin typeface="Carlito"/>
              </a:rPr>
              <a:t>𝑦 = ?</a:t>
            </a:r>
          </a:p>
        </p:txBody>
      </p:sp>
      <p:sp>
        <p:nvSpPr>
          <p:cNvPr id="7" name="object 7"/>
          <p:cNvSpPr/>
          <p:nvPr/>
        </p:nvSpPr>
        <p:spPr>
          <a:xfrm>
            <a:off x="7326665" y="4700930"/>
            <a:ext cx="470534" cy="235585"/>
          </a:xfrm>
          <a:custGeom>
            <a:avLst/>
            <a:gdLst/>
            <a:ahLst/>
            <a:cxnLst/>
            <a:rect l="l" t="t" r="r" b="b"/>
            <a:pathLst>
              <a:path w="470534" h="235585">
                <a:moveTo>
                  <a:pt x="395122" y="0"/>
                </a:moveTo>
                <a:lnTo>
                  <a:pt x="391769" y="9550"/>
                </a:lnTo>
                <a:lnTo>
                  <a:pt x="405390" y="15465"/>
                </a:lnTo>
                <a:lnTo>
                  <a:pt x="417104" y="23648"/>
                </a:lnTo>
                <a:lnTo>
                  <a:pt x="440886" y="61571"/>
                </a:lnTo>
                <a:lnTo>
                  <a:pt x="448703" y="116459"/>
                </a:lnTo>
                <a:lnTo>
                  <a:pt x="447830" y="137211"/>
                </a:lnTo>
                <a:lnTo>
                  <a:pt x="434746" y="188023"/>
                </a:lnTo>
                <a:lnTo>
                  <a:pt x="405546" y="219788"/>
                </a:lnTo>
                <a:lnTo>
                  <a:pt x="392137" y="225729"/>
                </a:lnTo>
                <a:lnTo>
                  <a:pt x="395122" y="235280"/>
                </a:lnTo>
                <a:lnTo>
                  <a:pt x="440072" y="208564"/>
                </a:lnTo>
                <a:lnTo>
                  <a:pt x="465316" y="159269"/>
                </a:lnTo>
                <a:lnTo>
                  <a:pt x="470153" y="117703"/>
                </a:lnTo>
                <a:lnTo>
                  <a:pt x="468941" y="96136"/>
                </a:lnTo>
                <a:lnTo>
                  <a:pt x="459240" y="57903"/>
                </a:lnTo>
                <a:lnTo>
                  <a:pt x="427135" y="15089"/>
                </a:lnTo>
                <a:lnTo>
                  <a:pt x="412179" y="6162"/>
                </a:lnTo>
                <a:lnTo>
                  <a:pt x="395122" y="0"/>
                </a:lnTo>
                <a:close/>
              </a:path>
              <a:path w="470534" h="235585">
                <a:moveTo>
                  <a:pt x="75031" y="0"/>
                </a:moveTo>
                <a:lnTo>
                  <a:pt x="30161" y="26780"/>
                </a:lnTo>
                <a:lnTo>
                  <a:pt x="4849" y="76203"/>
                </a:lnTo>
                <a:lnTo>
                  <a:pt x="0" y="117703"/>
                </a:lnTo>
                <a:lnTo>
                  <a:pt x="1209" y="139320"/>
                </a:lnTo>
                <a:lnTo>
                  <a:pt x="10881" y="177548"/>
                </a:lnTo>
                <a:lnTo>
                  <a:pt x="42943" y="220219"/>
                </a:lnTo>
                <a:lnTo>
                  <a:pt x="75031" y="235280"/>
                </a:lnTo>
                <a:lnTo>
                  <a:pt x="78016" y="225729"/>
                </a:lnTo>
                <a:lnTo>
                  <a:pt x="64607" y="219788"/>
                </a:lnTo>
                <a:lnTo>
                  <a:pt x="53035" y="211524"/>
                </a:lnTo>
                <a:lnTo>
                  <a:pt x="29304" y="172992"/>
                </a:lnTo>
                <a:lnTo>
                  <a:pt x="21450" y="116459"/>
                </a:lnTo>
                <a:lnTo>
                  <a:pt x="22323" y="96390"/>
                </a:lnTo>
                <a:lnTo>
                  <a:pt x="35407" y="46824"/>
                </a:lnTo>
                <a:lnTo>
                  <a:pt x="64811" y="15465"/>
                </a:lnTo>
                <a:lnTo>
                  <a:pt x="78384" y="9550"/>
                </a:lnTo>
                <a:lnTo>
                  <a:pt x="75031" y="0"/>
                </a:lnTo>
                <a:close/>
              </a:path>
            </a:pathLst>
          </a:custGeom>
          <a:solidFill>
            <a:srgbClr val="000000"/>
          </a:solidFill>
        </p:spPr>
        <p:txBody>
          <a:bodyPr wrap="square" lIns="0" tIns="0" rIns="0" bIns="0" rtlCol="0"/>
          <a:lstStyle/>
          <a:p>
            <a:endParaRPr/>
          </a:p>
        </p:txBody>
      </p:sp>
      <p:sp>
        <p:nvSpPr>
          <p:cNvPr id="8" name="object 8"/>
          <p:cNvSpPr/>
          <p:nvPr/>
        </p:nvSpPr>
        <p:spPr>
          <a:xfrm>
            <a:off x="8114287" y="4694380"/>
            <a:ext cx="470534" cy="235585"/>
          </a:xfrm>
          <a:custGeom>
            <a:avLst/>
            <a:gdLst/>
            <a:ahLst/>
            <a:cxnLst/>
            <a:rect l="l" t="t" r="r" b="b"/>
            <a:pathLst>
              <a:path w="470534" h="235585">
                <a:moveTo>
                  <a:pt x="395122" y="0"/>
                </a:moveTo>
                <a:lnTo>
                  <a:pt x="391769" y="9550"/>
                </a:lnTo>
                <a:lnTo>
                  <a:pt x="405390" y="15465"/>
                </a:lnTo>
                <a:lnTo>
                  <a:pt x="417104" y="23648"/>
                </a:lnTo>
                <a:lnTo>
                  <a:pt x="440886" y="61571"/>
                </a:lnTo>
                <a:lnTo>
                  <a:pt x="448703" y="116459"/>
                </a:lnTo>
                <a:lnTo>
                  <a:pt x="447830" y="137211"/>
                </a:lnTo>
                <a:lnTo>
                  <a:pt x="434746" y="188023"/>
                </a:lnTo>
                <a:lnTo>
                  <a:pt x="405551" y="219788"/>
                </a:lnTo>
                <a:lnTo>
                  <a:pt x="392150" y="225729"/>
                </a:lnTo>
                <a:lnTo>
                  <a:pt x="395122" y="235280"/>
                </a:lnTo>
                <a:lnTo>
                  <a:pt x="440072" y="208564"/>
                </a:lnTo>
                <a:lnTo>
                  <a:pt x="465316" y="159269"/>
                </a:lnTo>
                <a:lnTo>
                  <a:pt x="470154" y="117703"/>
                </a:lnTo>
                <a:lnTo>
                  <a:pt x="468941" y="96136"/>
                </a:lnTo>
                <a:lnTo>
                  <a:pt x="459240" y="57903"/>
                </a:lnTo>
                <a:lnTo>
                  <a:pt x="427135" y="15089"/>
                </a:lnTo>
                <a:lnTo>
                  <a:pt x="412179" y="6162"/>
                </a:lnTo>
                <a:lnTo>
                  <a:pt x="395122" y="0"/>
                </a:lnTo>
                <a:close/>
              </a:path>
              <a:path w="470534" h="235585">
                <a:moveTo>
                  <a:pt x="75031" y="0"/>
                </a:moveTo>
                <a:lnTo>
                  <a:pt x="30161" y="26780"/>
                </a:lnTo>
                <a:lnTo>
                  <a:pt x="4849" y="76203"/>
                </a:lnTo>
                <a:lnTo>
                  <a:pt x="0" y="117703"/>
                </a:lnTo>
                <a:lnTo>
                  <a:pt x="1209" y="139320"/>
                </a:lnTo>
                <a:lnTo>
                  <a:pt x="10881" y="177548"/>
                </a:lnTo>
                <a:lnTo>
                  <a:pt x="42943" y="220219"/>
                </a:lnTo>
                <a:lnTo>
                  <a:pt x="75031" y="235280"/>
                </a:lnTo>
                <a:lnTo>
                  <a:pt x="78003" y="225729"/>
                </a:lnTo>
                <a:lnTo>
                  <a:pt x="64602" y="219788"/>
                </a:lnTo>
                <a:lnTo>
                  <a:pt x="53033" y="211524"/>
                </a:lnTo>
                <a:lnTo>
                  <a:pt x="29304" y="172992"/>
                </a:lnTo>
                <a:lnTo>
                  <a:pt x="21450" y="116459"/>
                </a:lnTo>
                <a:lnTo>
                  <a:pt x="22323" y="96390"/>
                </a:lnTo>
                <a:lnTo>
                  <a:pt x="35407" y="46824"/>
                </a:lnTo>
                <a:lnTo>
                  <a:pt x="64811" y="15465"/>
                </a:lnTo>
                <a:lnTo>
                  <a:pt x="78384" y="9550"/>
                </a:lnTo>
                <a:lnTo>
                  <a:pt x="75031" y="0"/>
                </a:lnTo>
                <a:close/>
              </a:path>
            </a:pathLst>
          </a:custGeom>
          <a:solidFill>
            <a:srgbClr val="000000"/>
          </a:solidFill>
        </p:spPr>
        <p:txBody>
          <a:bodyPr wrap="square" lIns="0" tIns="0" rIns="0" bIns="0" rtlCol="0"/>
          <a:lstStyle/>
          <a:p>
            <a:endParaRPr/>
          </a:p>
        </p:txBody>
      </p:sp>
      <p:sp>
        <p:nvSpPr>
          <p:cNvPr id="9" name="object 9"/>
          <p:cNvSpPr txBox="1"/>
          <p:nvPr/>
        </p:nvSpPr>
        <p:spPr>
          <a:xfrm>
            <a:off x="6919429" y="4243322"/>
            <a:ext cx="1991995" cy="857885"/>
          </a:xfrm>
          <a:prstGeom prst="rect">
            <a:avLst/>
          </a:prstGeom>
        </p:spPr>
        <p:txBody>
          <a:bodyPr vert="horz" wrap="square" lIns="0" tIns="12700" rIns="0" bIns="0" rtlCol="0">
            <a:spAutoFit/>
          </a:bodyPr>
          <a:lstStyle/>
          <a:p>
            <a:pPr marL="38100">
              <a:lnSpc>
                <a:spcPts val="3275"/>
              </a:lnSpc>
              <a:spcBef>
                <a:spcPts val="100"/>
              </a:spcBef>
            </a:pPr>
            <a:r>
              <a:rPr sz="2800" dirty="0">
                <a:latin typeface="Carlito"/>
                <a:cs typeface="Carlito"/>
              </a:rPr>
              <a:t>15th</a:t>
            </a:r>
            <a:r>
              <a:rPr sz="2800" spc="-45" dirty="0">
                <a:latin typeface="Carlito"/>
                <a:cs typeface="Carlito"/>
              </a:rPr>
              <a:t> </a:t>
            </a:r>
            <a:r>
              <a:rPr sz="2800" spc="-10" dirty="0">
                <a:latin typeface="Carlito"/>
                <a:cs typeface="Carlito"/>
              </a:rPr>
              <a:t>sample</a:t>
            </a:r>
            <a:endParaRPr sz="2800" dirty="0">
              <a:latin typeface="Carlito"/>
              <a:cs typeface="Carlito"/>
            </a:endParaRPr>
          </a:p>
          <a:p>
            <a:pPr marL="38100">
              <a:lnSpc>
                <a:spcPts val="3275"/>
              </a:lnSpc>
            </a:pPr>
            <a:r>
              <a:rPr sz="2800" spc="229" dirty="0">
                <a:latin typeface="FreeSerif"/>
                <a:cs typeface="FreeSerif"/>
              </a:rPr>
              <a:t>(𝑥</a:t>
            </a:r>
            <a:r>
              <a:rPr sz="2800" spc="150" dirty="0">
                <a:latin typeface="FreeSerif"/>
                <a:cs typeface="FreeSerif"/>
              </a:rPr>
              <a:t> </a:t>
            </a:r>
            <a:r>
              <a:rPr sz="3000" baseline="27777" dirty="0">
                <a:latin typeface="DejaVu Math TeX Gyre"/>
                <a:cs typeface="DejaVu Math TeX Gyre"/>
              </a:rPr>
              <a:t>15</a:t>
            </a:r>
            <a:r>
              <a:rPr sz="3000" spc="390" baseline="27777" dirty="0">
                <a:latin typeface="DejaVu Math TeX Gyre"/>
                <a:cs typeface="DejaVu Math TeX Gyre"/>
              </a:rPr>
              <a:t> </a:t>
            </a:r>
            <a:r>
              <a:rPr sz="2800" spc="-135" dirty="0">
                <a:latin typeface="FreeSerif"/>
                <a:cs typeface="FreeSerif"/>
              </a:rPr>
              <a:t>,</a:t>
            </a:r>
            <a:r>
              <a:rPr sz="2800" spc="-235" dirty="0">
                <a:latin typeface="FreeSerif"/>
                <a:cs typeface="FreeSerif"/>
              </a:rPr>
              <a:t> </a:t>
            </a:r>
            <a:r>
              <a:rPr sz="2800" spc="320" dirty="0">
                <a:latin typeface="FreeSerif"/>
                <a:cs typeface="FreeSerif"/>
              </a:rPr>
              <a:t>𝑦</a:t>
            </a:r>
            <a:r>
              <a:rPr sz="2800" spc="185" dirty="0">
                <a:latin typeface="FreeSerif"/>
                <a:cs typeface="FreeSerif"/>
              </a:rPr>
              <a:t> </a:t>
            </a:r>
            <a:r>
              <a:rPr sz="3000" baseline="27777" dirty="0">
                <a:latin typeface="DejaVu Math TeX Gyre"/>
                <a:cs typeface="DejaVu Math TeX Gyre"/>
              </a:rPr>
              <a:t>15</a:t>
            </a:r>
            <a:r>
              <a:rPr sz="3000" spc="390" baseline="27777" dirty="0">
                <a:latin typeface="DejaVu Math TeX Gyre"/>
                <a:cs typeface="DejaVu Math TeX Gyre"/>
              </a:rPr>
              <a:t> </a:t>
            </a:r>
            <a:r>
              <a:rPr sz="2800" spc="165" dirty="0">
                <a:latin typeface="FreeSerif"/>
                <a:cs typeface="FreeSerif"/>
              </a:rPr>
              <a:t>)</a:t>
            </a:r>
            <a:endParaRPr sz="2800" dirty="0">
              <a:latin typeface="FreeSerif"/>
              <a:cs typeface="FreeSerif"/>
            </a:endParaRPr>
          </a:p>
        </p:txBody>
      </p:sp>
      <p:sp>
        <p:nvSpPr>
          <p:cNvPr id="10" name="object 10"/>
          <p:cNvSpPr/>
          <p:nvPr/>
        </p:nvSpPr>
        <p:spPr>
          <a:xfrm>
            <a:off x="3056191" y="1376692"/>
            <a:ext cx="1463675" cy="407034"/>
          </a:xfrm>
          <a:custGeom>
            <a:avLst/>
            <a:gdLst/>
            <a:ahLst/>
            <a:cxnLst/>
            <a:rect l="l" t="t" r="r" b="b"/>
            <a:pathLst>
              <a:path w="1463675" h="407035">
                <a:moveTo>
                  <a:pt x="108826" y="20967"/>
                </a:moveTo>
                <a:lnTo>
                  <a:pt x="104800" y="7747"/>
                </a:lnTo>
                <a:lnTo>
                  <a:pt x="81076" y="16992"/>
                </a:lnTo>
                <a:lnTo>
                  <a:pt x="60248" y="31496"/>
                </a:lnTo>
                <a:lnTo>
                  <a:pt x="27254" y="76276"/>
                </a:lnTo>
                <a:lnTo>
                  <a:pt x="6807" y="136664"/>
                </a:lnTo>
                <a:lnTo>
                  <a:pt x="0" y="207187"/>
                </a:lnTo>
                <a:lnTo>
                  <a:pt x="1701" y="243738"/>
                </a:lnTo>
                <a:lnTo>
                  <a:pt x="15316" y="309194"/>
                </a:lnTo>
                <a:lnTo>
                  <a:pt x="42303" y="363143"/>
                </a:lnTo>
                <a:lnTo>
                  <a:pt x="81076" y="397395"/>
                </a:lnTo>
                <a:lnTo>
                  <a:pt x="104800" y="406628"/>
                </a:lnTo>
                <a:lnTo>
                  <a:pt x="108826" y="393407"/>
                </a:lnTo>
                <a:lnTo>
                  <a:pt x="90500" y="383921"/>
                </a:lnTo>
                <a:lnTo>
                  <a:pt x="74536" y="370103"/>
                </a:lnTo>
                <a:lnTo>
                  <a:pt x="49745" y="329488"/>
                </a:lnTo>
                <a:lnTo>
                  <a:pt x="34683" y="274332"/>
                </a:lnTo>
                <a:lnTo>
                  <a:pt x="29667" y="207187"/>
                </a:lnTo>
                <a:lnTo>
                  <a:pt x="30911" y="172326"/>
                </a:lnTo>
                <a:lnTo>
                  <a:pt x="40957" y="111137"/>
                </a:lnTo>
                <a:lnTo>
                  <a:pt x="60960" y="62484"/>
                </a:lnTo>
                <a:lnTo>
                  <a:pt x="90500" y="30480"/>
                </a:lnTo>
                <a:lnTo>
                  <a:pt x="108826" y="20967"/>
                </a:lnTo>
                <a:close/>
              </a:path>
              <a:path w="1463675" h="407035">
                <a:moveTo>
                  <a:pt x="409232" y="9080"/>
                </a:moveTo>
                <a:lnTo>
                  <a:pt x="406057" y="0"/>
                </a:lnTo>
                <a:lnTo>
                  <a:pt x="389851" y="5867"/>
                </a:lnTo>
                <a:lnTo>
                  <a:pt x="375640" y="14338"/>
                </a:lnTo>
                <a:lnTo>
                  <a:pt x="345135" y="55016"/>
                </a:lnTo>
                <a:lnTo>
                  <a:pt x="334772" y="111810"/>
                </a:lnTo>
                <a:lnTo>
                  <a:pt x="335915" y="132359"/>
                </a:lnTo>
                <a:lnTo>
                  <a:pt x="353148" y="184454"/>
                </a:lnTo>
                <a:lnTo>
                  <a:pt x="389788" y="217678"/>
                </a:lnTo>
                <a:lnTo>
                  <a:pt x="406057" y="223520"/>
                </a:lnTo>
                <a:lnTo>
                  <a:pt x="408876" y="214439"/>
                </a:lnTo>
                <a:lnTo>
                  <a:pt x="396138" y="208800"/>
                </a:lnTo>
                <a:lnTo>
                  <a:pt x="385152" y="200952"/>
                </a:lnTo>
                <a:lnTo>
                  <a:pt x="362610" y="164350"/>
                </a:lnTo>
                <a:lnTo>
                  <a:pt x="355155" y="110642"/>
                </a:lnTo>
                <a:lnTo>
                  <a:pt x="355981" y="91579"/>
                </a:lnTo>
                <a:lnTo>
                  <a:pt x="368414" y="44488"/>
                </a:lnTo>
                <a:lnTo>
                  <a:pt x="396341" y="14693"/>
                </a:lnTo>
                <a:lnTo>
                  <a:pt x="409232" y="9080"/>
                </a:lnTo>
                <a:close/>
              </a:path>
              <a:path w="1463675" h="407035">
                <a:moveTo>
                  <a:pt x="632218" y="111810"/>
                </a:moveTo>
                <a:lnTo>
                  <a:pt x="627608" y="72390"/>
                </a:lnTo>
                <a:lnTo>
                  <a:pt x="603554" y="25450"/>
                </a:lnTo>
                <a:lnTo>
                  <a:pt x="560933" y="0"/>
                </a:lnTo>
                <a:lnTo>
                  <a:pt x="557745" y="9080"/>
                </a:lnTo>
                <a:lnTo>
                  <a:pt x="570687" y="14693"/>
                </a:lnTo>
                <a:lnTo>
                  <a:pt x="581812" y="22466"/>
                </a:lnTo>
                <a:lnTo>
                  <a:pt x="604405" y="58496"/>
                </a:lnTo>
                <a:lnTo>
                  <a:pt x="611835" y="110642"/>
                </a:lnTo>
                <a:lnTo>
                  <a:pt x="610997" y="130365"/>
                </a:lnTo>
                <a:lnTo>
                  <a:pt x="598576" y="178625"/>
                </a:lnTo>
                <a:lnTo>
                  <a:pt x="570826" y="208800"/>
                </a:lnTo>
                <a:lnTo>
                  <a:pt x="558101" y="214439"/>
                </a:lnTo>
                <a:lnTo>
                  <a:pt x="560933" y="223520"/>
                </a:lnTo>
                <a:lnTo>
                  <a:pt x="603631" y="198145"/>
                </a:lnTo>
                <a:lnTo>
                  <a:pt x="627608" y="151307"/>
                </a:lnTo>
                <a:lnTo>
                  <a:pt x="631063" y="132359"/>
                </a:lnTo>
                <a:lnTo>
                  <a:pt x="632218" y="111810"/>
                </a:lnTo>
                <a:close/>
              </a:path>
              <a:path w="1463675" h="407035">
                <a:moveTo>
                  <a:pt x="1086269" y="9080"/>
                </a:moveTo>
                <a:lnTo>
                  <a:pt x="1083094" y="0"/>
                </a:lnTo>
                <a:lnTo>
                  <a:pt x="1066888" y="5867"/>
                </a:lnTo>
                <a:lnTo>
                  <a:pt x="1052677" y="14338"/>
                </a:lnTo>
                <a:lnTo>
                  <a:pt x="1022172" y="55016"/>
                </a:lnTo>
                <a:lnTo>
                  <a:pt x="1011809" y="111810"/>
                </a:lnTo>
                <a:lnTo>
                  <a:pt x="1012952" y="132359"/>
                </a:lnTo>
                <a:lnTo>
                  <a:pt x="1030185" y="184454"/>
                </a:lnTo>
                <a:lnTo>
                  <a:pt x="1066825" y="217678"/>
                </a:lnTo>
                <a:lnTo>
                  <a:pt x="1083094" y="223520"/>
                </a:lnTo>
                <a:lnTo>
                  <a:pt x="1085913" y="214439"/>
                </a:lnTo>
                <a:lnTo>
                  <a:pt x="1073175" y="208800"/>
                </a:lnTo>
                <a:lnTo>
                  <a:pt x="1062189" y="200952"/>
                </a:lnTo>
                <a:lnTo>
                  <a:pt x="1039647" y="164350"/>
                </a:lnTo>
                <a:lnTo>
                  <a:pt x="1032192" y="110642"/>
                </a:lnTo>
                <a:lnTo>
                  <a:pt x="1033018" y="91579"/>
                </a:lnTo>
                <a:lnTo>
                  <a:pt x="1045451" y="44488"/>
                </a:lnTo>
                <a:lnTo>
                  <a:pt x="1073378" y="14693"/>
                </a:lnTo>
                <a:lnTo>
                  <a:pt x="1086269" y="9080"/>
                </a:lnTo>
                <a:close/>
              </a:path>
              <a:path w="1463675" h="407035">
                <a:moveTo>
                  <a:pt x="1309255" y="111810"/>
                </a:moveTo>
                <a:lnTo>
                  <a:pt x="1304645" y="72390"/>
                </a:lnTo>
                <a:lnTo>
                  <a:pt x="1280591" y="25450"/>
                </a:lnTo>
                <a:lnTo>
                  <a:pt x="1237970" y="0"/>
                </a:lnTo>
                <a:lnTo>
                  <a:pt x="1234795" y="9080"/>
                </a:lnTo>
                <a:lnTo>
                  <a:pt x="1247724" y="14693"/>
                </a:lnTo>
                <a:lnTo>
                  <a:pt x="1258849" y="22466"/>
                </a:lnTo>
                <a:lnTo>
                  <a:pt x="1281442" y="58496"/>
                </a:lnTo>
                <a:lnTo>
                  <a:pt x="1288872" y="110642"/>
                </a:lnTo>
                <a:lnTo>
                  <a:pt x="1288034" y="130365"/>
                </a:lnTo>
                <a:lnTo>
                  <a:pt x="1275613" y="178625"/>
                </a:lnTo>
                <a:lnTo>
                  <a:pt x="1247863" y="208800"/>
                </a:lnTo>
                <a:lnTo>
                  <a:pt x="1235138" y="214439"/>
                </a:lnTo>
                <a:lnTo>
                  <a:pt x="1237970" y="223520"/>
                </a:lnTo>
                <a:lnTo>
                  <a:pt x="1280668" y="198145"/>
                </a:lnTo>
                <a:lnTo>
                  <a:pt x="1304645" y="151307"/>
                </a:lnTo>
                <a:lnTo>
                  <a:pt x="1308100" y="132359"/>
                </a:lnTo>
                <a:lnTo>
                  <a:pt x="1309255" y="111810"/>
                </a:lnTo>
                <a:close/>
              </a:path>
              <a:path w="1463675" h="407035">
                <a:moveTo>
                  <a:pt x="1463344" y="207187"/>
                </a:moveTo>
                <a:lnTo>
                  <a:pt x="1456524" y="136664"/>
                </a:lnTo>
                <a:lnTo>
                  <a:pt x="1436103" y="76276"/>
                </a:lnTo>
                <a:lnTo>
                  <a:pt x="1403083" y="31496"/>
                </a:lnTo>
                <a:lnTo>
                  <a:pt x="1358557" y="7747"/>
                </a:lnTo>
                <a:lnTo>
                  <a:pt x="1354518" y="20967"/>
                </a:lnTo>
                <a:lnTo>
                  <a:pt x="1372831" y="30480"/>
                </a:lnTo>
                <a:lnTo>
                  <a:pt x="1388795" y="44310"/>
                </a:lnTo>
                <a:lnTo>
                  <a:pt x="1413611" y="84975"/>
                </a:lnTo>
                <a:lnTo>
                  <a:pt x="1428661" y="140246"/>
                </a:lnTo>
                <a:lnTo>
                  <a:pt x="1433690" y="207352"/>
                </a:lnTo>
                <a:lnTo>
                  <a:pt x="1432433" y="242328"/>
                </a:lnTo>
                <a:lnTo>
                  <a:pt x="1422387" y="303390"/>
                </a:lnTo>
                <a:lnTo>
                  <a:pt x="1402384" y="351955"/>
                </a:lnTo>
                <a:lnTo>
                  <a:pt x="1372831" y="383921"/>
                </a:lnTo>
                <a:lnTo>
                  <a:pt x="1354518" y="393407"/>
                </a:lnTo>
                <a:lnTo>
                  <a:pt x="1358557" y="406628"/>
                </a:lnTo>
                <a:lnTo>
                  <a:pt x="1403083" y="382892"/>
                </a:lnTo>
                <a:lnTo>
                  <a:pt x="1436103" y="338112"/>
                </a:lnTo>
                <a:lnTo>
                  <a:pt x="1456524" y="277736"/>
                </a:lnTo>
                <a:lnTo>
                  <a:pt x="1461630" y="243738"/>
                </a:lnTo>
                <a:lnTo>
                  <a:pt x="1463344" y="207187"/>
                </a:lnTo>
                <a:close/>
              </a:path>
            </a:pathLst>
          </a:custGeom>
          <a:solidFill>
            <a:srgbClr val="000000"/>
          </a:solidFill>
        </p:spPr>
        <p:txBody>
          <a:bodyPr wrap="square" lIns="0" tIns="0" rIns="0" bIns="0" rtlCol="0"/>
          <a:lstStyle/>
          <a:p>
            <a:endParaRPr/>
          </a:p>
        </p:txBody>
      </p:sp>
      <p:sp>
        <p:nvSpPr>
          <p:cNvPr id="11" name="object 11"/>
          <p:cNvSpPr/>
          <p:nvPr/>
        </p:nvSpPr>
        <p:spPr>
          <a:xfrm>
            <a:off x="5215487" y="1376693"/>
            <a:ext cx="319405" cy="223520"/>
          </a:xfrm>
          <a:custGeom>
            <a:avLst/>
            <a:gdLst/>
            <a:ahLst/>
            <a:cxnLst/>
            <a:rect l="l" t="t" r="r" b="b"/>
            <a:pathLst>
              <a:path w="319404" h="223519">
                <a:moveTo>
                  <a:pt x="247751" y="0"/>
                </a:moveTo>
                <a:lnTo>
                  <a:pt x="244576" y="9080"/>
                </a:lnTo>
                <a:lnTo>
                  <a:pt x="257511" y="14693"/>
                </a:lnTo>
                <a:lnTo>
                  <a:pt x="268636" y="22464"/>
                </a:lnTo>
                <a:lnTo>
                  <a:pt x="291227" y="58494"/>
                </a:lnTo>
                <a:lnTo>
                  <a:pt x="298653" y="110642"/>
                </a:lnTo>
                <a:lnTo>
                  <a:pt x="297824" y="130356"/>
                </a:lnTo>
                <a:lnTo>
                  <a:pt x="285394" y="178625"/>
                </a:lnTo>
                <a:lnTo>
                  <a:pt x="257657" y="208800"/>
                </a:lnTo>
                <a:lnTo>
                  <a:pt x="244919" y="214439"/>
                </a:lnTo>
                <a:lnTo>
                  <a:pt x="247751" y="223520"/>
                </a:lnTo>
                <a:lnTo>
                  <a:pt x="290453" y="198140"/>
                </a:lnTo>
                <a:lnTo>
                  <a:pt x="314437" y="151304"/>
                </a:lnTo>
                <a:lnTo>
                  <a:pt x="319036" y="111810"/>
                </a:lnTo>
                <a:lnTo>
                  <a:pt x="317884" y="91325"/>
                </a:lnTo>
                <a:lnTo>
                  <a:pt x="300596" y="39179"/>
                </a:lnTo>
                <a:lnTo>
                  <a:pt x="263956" y="5855"/>
                </a:lnTo>
                <a:lnTo>
                  <a:pt x="247751" y="0"/>
                </a:lnTo>
                <a:close/>
              </a:path>
              <a:path w="319404" h="223519">
                <a:moveTo>
                  <a:pt x="71285" y="0"/>
                </a:moveTo>
                <a:lnTo>
                  <a:pt x="28658" y="25444"/>
                </a:lnTo>
                <a:lnTo>
                  <a:pt x="4610" y="72390"/>
                </a:lnTo>
                <a:lnTo>
                  <a:pt x="0" y="111810"/>
                </a:lnTo>
                <a:lnTo>
                  <a:pt x="1147" y="132351"/>
                </a:lnTo>
                <a:lnTo>
                  <a:pt x="18376" y="184454"/>
                </a:lnTo>
                <a:lnTo>
                  <a:pt x="55027" y="217671"/>
                </a:lnTo>
                <a:lnTo>
                  <a:pt x="71285" y="223520"/>
                </a:lnTo>
                <a:lnTo>
                  <a:pt x="74104" y="214439"/>
                </a:lnTo>
                <a:lnTo>
                  <a:pt x="61372" y="208800"/>
                </a:lnTo>
                <a:lnTo>
                  <a:pt x="50382" y="200952"/>
                </a:lnTo>
                <a:lnTo>
                  <a:pt x="27841" y="164347"/>
                </a:lnTo>
                <a:lnTo>
                  <a:pt x="20383" y="110642"/>
                </a:lnTo>
                <a:lnTo>
                  <a:pt x="21212" y="91570"/>
                </a:lnTo>
                <a:lnTo>
                  <a:pt x="33642" y="44488"/>
                </a:lnTo>
                <a:lnTo>
                  <a:pt x="61570" y="14693"/>
                </a:lnTo>
                <a:lnTo>
                  <a:pt x="74460" y="9080"/>
                </a:lnTo>
                <a:lnTo>
                  <a:pt x="71285" y="0"/>
                </a:lnTo>
                <a:close/>
              </a:path>
            </a:pathLst>
          </a:custGeom>
          <a:solidFill>
            <a:srgbClr val="000000"/>
          </a:solidFill>
        </p:spPr>
        <p:txBody>
          <a:bodyPr wrap="square" lIns="0" tIns="0" rIns="0" bIns="0" rtlCol="0"/>
          <a:lstStyle/>
          <a:p>
            <a:endParaRPr/>
          </a:p>
        </p:txBody>
      </p:sp>
      <p:sp>
        <p:nvSpPr>
          <p:cNvPr id="12" name="object 12"/>
          <p:cNvSpPr/>
          <p:nvPr/>
        </p:nvSpPr>
        <p:spPr>
          <a:xfrm>
            <a:off x="5943600" y="1376693"/>
            <a:ext cx="319405" cy="223520"/>
          </a:xfrm>
          <a:custGeom>
            <a:avLst/>
            <a:gdLst/>
            <a:ahLst/>
            <a:cxnLst/>
            <a:rect l="l" t="t" r="r" b="b"/>
            <a:pathLst>
              <a:path w="319404" h="223519">
                <a:moveTo>
                  <a:pt x="247751" y="0"/>
                </a:moveTo>
                <a:lnTo>
                  <a:pt x="244563" y="9080"/>
                </a:lnTo>
                <a:lnTo>
                  <a:pt x="257506" y="14693"/>
                </a:lnTo>
                <a:lnTo>
                  <a:pt x="268635" y="22464"/>
                </a:lnTo>
                <a:lnTo>
                  <a:pt x="291227" y="58494"/>
                </a:lnTo>
                <a:lnTo>
                  <a:pt x="298653" y="110642"/>
                </a:lnTo>
                <a:lnTo>
                  <a:pt x="297824" y="130356"/>
                </a:lnTo>
                <a:lnTo>
                  <a:pt x="285394" y="178625"/>
                </a:lnTo>
                <a:lnTo>
                  <a:pt x="257657" y="208800"/>
                </a:lnTo>
                <a:lnTo>
                  <a:pt x="244919" y="214439"/>
                </a:lnTo>
                <a:lnTo>
                  <a:pt x="247751" y="223520"/>
                </a:lnTo>
                <a:lnTo>
                  <a:pt x="290453" y="198140"/>
                </a:lnTo>
                <a:lnTo>
                  <a:pt x="314437" y="151304"/>
                </a:lnTo>
                <a:lnTo>
                  <a:pt x="319036" y="111810"/>
                </a:lnTo>
                <a:lnTo>
                  <a:pt x="317884" y="91325"/>
                </a:lnTo>
                <a:lnTo>
                  <a:pt x="300596" y="39179"/>
                </a:lnTo>
                <a:lnTo>
                  <a:pt x="263956" y="5855"/>
                </a:lnTo>
                <a:lnTo>
                  <a:pt x="247751" y="0"/>
                </a:lnTo>
                <a:close/>
              </a:path>
              <a:path w="319404" h="223519">
                <a:moveTo>
                  <a:pt x="71285" y="0"/>
                </a:moveTo>
                <a:lnTo>
                  <a:pt x="28658" y="25444"/>
                </a:lnTo>
                <a:lnTo>
                  <a:pt x="4610" y="72390"/>
                </a:lnTo>
                <a:lnTo>
                  <a:pt x="0" y="111810"/>
                </a:lnTo>
                <a:lnTo>
                  <a:pt x="1147" y="132351"/>
                </a:lnTo>
                <a:lnTo>
                  <a:pt x="18376" y="184454"/>
                </a:lnTo>
                <a:lnTo>
                  <a:pt x="55027" y="217671"/>
                </a:lnTo>
                <a:lnTo>
                  <a:pt x="71285" y="223520"/>
                </a:lnTo>
                <a:lnTo>
                  <a:pt x="74104" y="214439"/>
                </a:lnTo>
                <a:lnTo>
                  <a:pt x="61372" y="208800"/>
                </a:lnTo>
                <a:lnTo>
                  <a:pt x="50382" y="200952"/>
                </a:lnTo>
                <a:lnTo>
                  <a:pt x="27841" y="164347"/>
                </a:lnTo>
                <a:lnTo>
                  <a:pt x="20383" y="110642"/>
                </a:lnTo>
                <a:lnTo>
                  <a:pt x="21212" y="91570"/>
                </a:lnTo>
                <a:lnTo>
                  <a:pt x="33642" y="44488"/>
                </a:lnTo>
                <a:lnTo>
                  <a:pt x="61570" y="14693"/>
                </a:lnTo>
                <a:lnTo>
                  <a:pt x="74460" y="9080"/>
                </a:lnTo>
                <a:lnTo>
                  <a:pt x="71285" y="0"/>
                </a:lnTo>
                <a:close/>
              </a:path>
            </a:pathLst>
          </a:custGeom>
          <a:solidFill>
            <a:srgbClr val="000000"/>
          </a:solidFill>
        </p:spPr>
        <p:txBody>
          <a:bodyPr wrap="square" lIns="0" tIns="0" rIns="0" bIns="0" rtlCol="0"/>
          <a:lstStyle/>
          <a:p>
            <a:endParaRPr/>
          </a:p>
        </p:txBody>
      </p:sp>
      <p:sp>
        <p:nvSpPr>
          <p:cNvPr id="13" name="object 13"/>
          <p:cNvSpPr txBox="1"/>
          <p:nvPr/>
        </p:nvSpPr>
        <p:spPr>
          <a:xfrm>
            <a:off x="466090" y="767219"/>
            <a:ext cx="7634605" cy="1891543"/>
          </a:xfrm>
          <a:prstGeom prst="rect">
            <a:avLst/>
          </a:prstGeom>
        </p:spPr>
        <p:txBody>
          <a:bodyPr vert="horz" wrap="square" lIns="0" tIns="97790" rIns="0" bIns="0" rtlCol="0">
            <a:spAutoFit/>
          </a:bodyPr>
          <a:lstStyle/>
          <a:p>
            <a:pPr marL="321310" indent="-295910">
              <a:lnSpc>
                <a:spcPct val="100000"/>
              </a:lnSpc>
              <a:spcBef>
                <a:spcPts val="770"/>
              </a:spcBef>
              <a:buClr>
                <a:srgbClr val="2F5597"/>
              </a:buClr>
              <a:buSzPct val="84615"/>
              <a:buFont typeface="Wingdings"/>
              <a:buChar char=""/>
              <a:tabLst>
                <a:tab pos="321310" algn="l"/>
              </a:tabLst>
            </a:pPr>
            <a:r>
              <a:rPr lang="en-US" sz="2600" dirty="0">
                <a:latin typeface="Carlito"/>
                <a:cs typeface="Carlito"/>
              </a:rPr>
              <a:t>Cho: </a:t>
            </a:r>
            <a:r>
              <a:rPr lang="en-US" sz="2600" dirty="0" err="1">
                <a:latin typeface="Carlito"/>
                <a:cs typeface="Carlito"/>
              </a:rPr>
              <a:t>Bộ</a:t>
            </a:r>
            <a:r>
              <a:rPr lang="en-US" sz="2600" dirty="0">
                <a:latin typeface="Carlito"/>
                <a:cs typeface="Carlito"/>
              </a:rPr>
              <a:t> </a:t>
            </a:r>
            <a:r>
              <a:rPr lang="en-US" sz="2600" dirty="0" err="1">
                <a:latin typeface="Carlito"/>
                <a:cs typeface="Carlito"/>
              </a:rPr>
              <a:t>dữ</a:t>
            </a:r>
            <a:r>
              <a:rPr lang="en-US" sz="2600" dirty="0">
                <a:latin typeface="Carlito"/>
                <a:cs typeface="Carlito"/>
              </a:rPr>
              <a:t> </a:t>
            </a:r>
            <a:r>
              <a:rPr lang="en-US" sz="2600" dirty="0" err="1">
                <a:latin typeface="Carlito"/>
                <a:cs typeface="Carlito"/>
              </a:rPr>
              <a:t>liệu</a:t>
            </a:r>
            <a:r>
              <a:rPr lang="en-US" sz="2600" dirty="0">
                <a:latin typeface="Carlito"/>
                <a:cs typeface="Carlito"/>
              </a:rPr>
              <a:t> </a:t>
            </a:r>
            <a:r>
              <a:rPr lang="en-US" sz="2600" dirty="0" err="1">
                <a:latin typeface="Carlito"/>
                <a:cs typeface="Carlito"/>
              </a:rPr>
              <a:t>chứa</a:t>
            </a:r>
            <a:r>
              <a:rPr lang="en-US" sz="2600" dirty="0">
                <a:latin typeface="Carlito"/>
                <a:cs typeface="Carlito"/>
              </a:rPr>
              <a:t> n </a:t>
            </a:r>
            <a:r>
              <a:rPr lang="en-US" sz="2600" dirty="0" err="1">
                <a:latin typeface="Carlito"/>
                <a:cs typeface="Carlito"/>
              </a:rPr>
              <a:t>mẫu</a:t>
            </a:r>
            <a:r>
              <a:rPr lang="en-US" sz="2600" dirty="0">
                <a:latin typeface="Carlito"/>
                <a:cs typeface="Carlito"/>
              </a:rPr>
              <a:t>.</a:t>
            </a:r>
            <a:endParaRPr sz="2600" dirty="0">
              <a:latin typeface="Carlito"/>
              <a:cs typeface="Carlito"/>
            </a:endParaRPr>
          </a:p>
          <a:p>
            <a:pPr marL="2708910">
              <a:lnSpc>
                <a:spcPct val="100000"/>
              </a:lnSpc>
              <a:spcBef>
                <a:spcPts val="675"/>
              </a:spcBef>
              <a:tabLst>
                <a:tab pos="4082415" algn="l"/>
              </a:tabLst>
            </a:pPr>
            <a:r>
              <a:rPr sz="2600" spc="229" dirty="0">
                <a:latin typeface="FreeSerif"/>
                <a:cs typeface="FreeSerif"/>
              </a:rPr>
              <a:t>𝑥</a:t>
            </a:r>
            <a:r>
              <a:rPr sz="2600" spc="280" dirty="0">
                <a:latin typeface="FreeSerif"/>
                <a:cs typeface="FreeSerif"/>
              </a:rPr>
              <a:t> </a:t>
            </a:r>
            <a:r>
              <a:rPr sz="2850" spc="209" baseline="27777" dirty="0">
                <a:latin typeface="FreeSerif"/>
                <a:cs typeface="FreeSerif"/>
              </a:rPr>
              <a:t>1</a:t>
            </a:r>
            <a:r>
              <a:rPr sz="2850" spc="637" baseline="27777" dirty="0">
                <a:latin typeface="FreeSerif"/>
                <a:cs typeface="FreeSerif"/>
              </a:rPr>
              <a:t> </a:t>
            </a:r>
            <a:r>
              <a:rPr sz="2600" spc="-125" dirty="0">
                <a:latin typeface="FreeSerif"/>
                <a:cs typeface="FreeSerif"/>
              </a:rPr>
              <a:t>,</a:t>
            </a:r>
            <a:r>
              <a:rPr sz="2600" spc="-210" dirty="0">
                <a:latin typeface="FreeSerif"/>
                <a:cs typeface="FreeSerif"/>
              </a:rPr>
              <a:t> </a:t>
            </a:r>
            <a:r>
              <a:rPr sz="2600" spc="295" dirty="0">
                <a:latin typeface="FreeSerif"/>
                <a:cs typeface="FreeSerif"/>
              </a:rPr>
              <a:t>𝑦</a:t>
            </a:r>
            <a:r>
              <a:rPr sz="2600" spc="254" dirty="0">
                <a:latin typeface="FreeSerif"/>
                <a:cs typeface="FreeSerif"/>
              </a:rPr>
              <a:t> </a:t>
            </a:r>
            <a:r>
              <a:rPr sz="2850" spc="135" baseline="27777" dirty="0">
                <a:latin typeface="FreeSerif"/>
                <a:cs typeface="FreeSerif"/>
              </a:rPr>
              <a:t>1</a:t>
            </a:r>
            <a:r>
              <a:rPr sz="2850" baseline="27777" dirty="0">
                <a:latin typeface="FreeSerif"/>
                <a:cs typeface="FreeSerif"/>
              </a:rPr>
              <a:t>	</a:t>
            </a:r>
            <a:r>
              <a:rPr sz="2600" spc="-125" dirty="0">
                <a:latin typeface="FreeSerif"/>
                <a:cs typeface="FreeSerif"/>
              </a:rPr>
              <a:t>,</a:t>
            </a:r>
            <a:r>
              <a:rPr sz="2600" spc="-215" dirty="0">
                <a:latin typeface="FreeSerif"/>
                <a:cs typeface="FreeSerif"/>
              </a:rPr>
              <a:t> </a:t>
            </a:r>
            <a:r>
              <a:rPr sz="2600" spc="-650" dirty="0">
                <a:latin typeface="FreeSerif"/>
                <a:cs typeface="FreeSerif"/>
              </a:rPr>
              <a:t>…</a:t>
            </a:r>
            <a:r>
              <a:rPr sz="2600" spc="-225" dirty="0">
                <a:latin typeface="FreeSerif"/>
                <a:cs typeface="FreeSerif"/>
              </a:rPr>
              <a:t> </a:t>
            </a:r>
            <a:r>
              <a:rPr sz="2600" spc="220" dirty="0">
                <a:latin typeface="FreeSerif"/>
                <a:cs typeface="FreeSerif"/>
              </a:rPr>
              <a:t>(𝑥</a:t>
            </a:r>
            <a:r>
              <a:rPr sz="2600" spc="285" dirty="0">
                <a:latin typeface="FreeSerif"/>
                <a:cs typeface="FreeSerif"/>
              </a:rPr>
              <a:t> </a:t>
            </a:r>
            <a:r>
              <a:rPr lang="en-US" sz="2850" spc="412" baseline="27777" dirty="0">
                <a:latin typeface="FreeSerif"/>
                <a:cs typeface="FreeSerif"/>
              </a:rPr>
              <a:t>𝑛</a:t>
            </a:r>
            <a:r>
              <a:rPr sz="2850" spc="690" baseline="27777" dirty="0">
                <a:latin typeface="FreeSerif"/>
                <a:cs typeface="FreeSerif"/>
              </a:rPr>
              <a:t> </a:t>
            </a:r>
            <a:r>
              <a:rPr sz="2600" spc="-125" dirty="0">
                <a:latin typeface="FreeSerif"/>
                <a:cs typeface="FreeSerif"/>
              </a:rPr>
              <a:t>,</a:t>
            </a:r>
            <a:r>
              <a:rPr sz="2600" spc="-215" dirty="0">
                <a:latin typeface="FreeSerif"/>
                <a:cs typeface="FreeSerif"/>
              </a:rPr>
              <a:t> </a:t>
            </a:r>
            <a:r>
              <a:rPr sz="2600" spc="295" dirty="0">
                <a:latin typeface="FreeSerif"/>
                <a:cs typeface="FreeSerif"/>
              </a:rPr>
              <a:t>𝑦</a:t>
            </a:r>
            <a:r>
              <a:rPr sz="2600" spc="260" dirty="0">
                <a:latin typeface="FreeSerif"/>
                <a:cs typeface="FreeSerif"/>
              </a:rPr>
              <a:t> </a:t>
            </a:r>
            <a:r>
              <a:rPr sz="2850" spc="412" baseline="27777" dirty="0">
                <a:latin typeface="FreeSerif"/>
                <a:cs typeface="FreeSerif"/>
              </a:rPr>
              <a:t>𝑛</a:t>
            </a:r>
            <a:r>
              <a:rPr sz="2850" spc="690" baseline="27777" dirty="0">
                <a:latin typeface="FreeSerif"/>
                <a:cs typeface="FreeSerif"/>
              </a:rPr>
              <a:t> </a:t>
            </a:r>
            <a:r>
              <a:rPr sz="2600" spc="165" dirty="0">
                <a:latin typeface="FreeSerif"/>
                <a:cs typeface="FreeSerif"/>
              </a:rPr>
              <a:t>)</a:t>
            </a:r>
            <a:endParaRPr sz="2600" dirty="0">
              <a:latin typeface="FreeSerif"/>
              <a:cs typeface="FreeSerif"/>
            </a:endParaRPr>
          </a:p>
          <a:p>
            <a:pPr marL="321310" indent="-295910">
              <a:lnSpc>
                <a:spcPct val="100000"/>
              </a:lnSpc>
              <a:spcBef>
                <a:spcPts val="790"/>
              </a:spcBef>
              <a:buClr>
                <a:srgbClr val="2F5597"/>
              </a:buClr>
              <a:buSzPct val="84615"/>
              <a:buFont typeface="Wingdings"/>
              <a:buChar char=""/>
              <a:tabLst>
                <a:tab pos="321310" algn="l"/>
              </a:tabLst>
            </a:pPr>
            <a:r>
              <a:rPr lang="en-US" sz="2600" spc="-25" dirty="0" err="1">
                <a:solidFill>
                  <a:srgbClr val="0432FF"/>
                </a:solidFill>
                <a:latin typeface="Carlito"/>
                <a:cs typeface="Carlito"/>
              </a:rPr>
              <a:t>Nhiệm</a:t>
            </a:r>
            <a:r>
              <a:rPr lang="en-US" sz="2600" spc="-25" dirty="0">
                <a:solidFill>
                  <a:srgbClr val="0432FF"/>
                </a:solidFill>
                <a:latin typeface="Carlito"/>
                <a:cs typeface="Carlito"/>
              </a:rPr>
              <a:t> </a:t>
            </a:r>
            <a:r>
              <a:rPr lang="en-US" sz="2600" spc="-25" dirty="0" err="1">
                <a:solidFill>
                  <a:srgbClr val="0432FF"/>
                </a:solidFill>
                <a:latin typeface="Carlito"/>
                <a:cs typeface="Carlito"/>
              </a:rPr>
              <a:t>vụ</a:t>
            </a:r>
            <a:r>
              <a:rPr lang="en-US" sz="2600" spc="-25" dirty="0">
                <a:solidFill>
                  <a:srgbClr val="0432FF"/>
                </a:solidFill>
                <a:latin typeface="Carlito"/>
                <a:cs typeface="Carlito"/>
              </a:rPr>
              <a:t>:</a:t>
            </a:r>
            <a:r>
              <a:rPr lang="en-US" sz="2600" spc="-55" dirty="0">
                <a:solidFill>
                  <a:srgbClr val="0432FF"/>
                </a:solidFill>
                <a:latin typeface="Carlito"/>
                <a:cs typeface="Carlito"/>
              </a:rPr>
              <a:t> </a:t>
            </a:r>
            <a:r>
              <a:rPr lang="en-US" sz="2600" dirty="0" err="1">
                <a:latin typeface="Carlito"/>
                <a:cs typeface="Carlito"/>
              </a:rPr>
              <a:t>nếu</a:t>
            </a:r>
            <a:r>
              <a:rPr lang="en-US" sz="2600" dirty="0">
                <a:latin typeface="Carlito"/>
                <a:cs typeface="Carlito"/>
              </a:rPr>
              <a:t> </a:t>
            </a:r>
            <a:r>
              <a:rPr lang="en-US" sz="2600" dirty="0" err="1">
                <a:latin typeface="Carlito"/>
                <a:cs typeface="Carlito"/>
              </a:rPr>
              <a:t>một</a:t>
            </a:r>
            <a:r>
              <a:rPr lang="en-US" sz="2600" dirty="0">
                <a:latin typeface="Carlito"/>
                <a:cs typeface="Carlito"/>
              </a:rPr>
              <a:t> </a:t>
            </a:r>
            <a:r>
              <a:rPr lang="en-US" sz="2600" dirty="0" err="1">
                <a:latin typeface="Carlito"/>
                <a:cs typeface="Carlito"/>
              </a:rPr>
              <a:t>ngôi</a:t>
            </a:r>
            <a:r>
              <a:rPr lang="en-US" sz="2600" dirty="0">
                <a:latin typeface="Carlito"/>
                <a:cs typeface="Carlito"/>
              </a:rPr>
              <a:t> </a:t>
            </a:r>
            <a:r>
              <a:rPr lang="en-US" sz="2600" dirty="0" err="1">
                <a:latin typeface="Carlito"/>
                <a:cs typeface="Carlito"/>
              </a:rPr>
              <a:t>nhà</a:t>
            </a:r>
            <a:r>
              <a:rPr lang="en-US" sz="2600" dirty="0">
                <a:latin typeface="Carlito"/>
                <a:cs typeface="Carlito"/>
              </a:rPr>
              <a:t> </a:t>
            </a:r>
            <a:r>
              <a:rPr lang="en-US" sz="2600" dirty="0" err="1">
                <a:latin typeface="Carlito"/>
                <a:cs typeface="Carlito"/>
              </a:rPr>
              <a:t>có</a:t>
            </a:r>
            <a:r>
              <a:rPr lang="en-US" sz="2600" dirty="0">
                <a:latin typeface="Carlito"/>
                <a:cs typeface="Carlito"/>
              </a:rPr>
              <a:t> 𝑥 feet </a:t>
            </a:r>
            <a:r>
              <a:rPr lang="en-US" sz="2600" dirty="0" err="1">
                <a:latin typeface="Carlito"/>
                <a:cs typeface="Carlito"/>
              </a:rPr>
              <a:t>vuông</a:t>
            </a:r>
            <a:r>
              <a:rPr lang="en-US" sz="2600" dirty="0">
                <a:latin typeface="Carlito"/>
                <a:cs typeface="Carlito"/>
              </a:rPr>
              <a:t>, </a:t>
            </a:r>
            <a:r>
              <a:rPr lang="en-US" sz="2600" dirty="0" err="1">
                <a:latin typeface="Carlito"/>
                <a:cs typeface="Carlito"/>
              </a:rPr>
              <a:t>hãy</a:t>
            </a:r>
            <a:r>
              <a:rPr lang="en-US" sz="2600" dirty="0">
                <a:latin typeface="Carlito"/>
                <a:cs typeface="Carlito"/>
              </a:rPr>
              <a:t> </a:t>
            </a:r>
            <a:r>
              <a:rPr lang="en-US" sz="2600" dirty="0" err="1">
                <a:latin typeface="Carlito"/>
                <a:cs typeface="Carlito"/>
              </a:rPr>
              <a:t>dự</a:t>
            </a:r>
            <a:r>
              <a:rPr lang="en-US" sz="2600" dirty="0">
                <a:latin typeface="Carlito"/>
                <a:cs typeface="Carlito"/>
              </a:rPr>
              <a:t> </a:t>
            </a:r>
            <a:r>
              <a:rPr lang="en-US" sz="2600" dirty="0" err="1">
                <a:latin typeface="Carlito"/>
                <a:cs typeface="Carlito"/>
              </a:rPr>
              <a:t>đoán</a:t>
            </a:r>
            <a:r>
              <a:rPr lang="en-US" sz="2600" dirty="0">
                <a:latin typeface="Carlito"/>
                <a:cs typeface="Carlito"/>
              </a:rPr>
              <a:t> </a:t>
            </a:r>
            <a:r>
              <a:rPr lang="en-US" sz="2600" dirty="0" err="1">
                <a:latin typeface="Carlito"/>
                <a:cs typeface="Carlito"/>
              </a:rPr>
              <a:t>giá</a:t>
            </a:r>
            <a:r>
              <a:rPr lang="en-US" sz="2600" dirty="0">
                <a:latin typeface="Carlito"/>
                <a:cs typeface="Carlito"/>
              </a:rPr>
              <a:t> </a:t>
            </a:r>
            <a:r>
              <a:rPr lang="en-US" sz="2600" dirty="0" err="1">
                <a:latin typeface="Carlito"/>
                <a:cs typeface="Carlito"/>
              </a:rPr>
              <a:t>của</a:t>
            </a:r>
            <a:r>
              <a:rPr lang="en-US" sz="2600" dirty="0">
                <a:latin typeface="Carlito"/>
                <a:cs typeface="Carlito"/>
              </a:rPr>
              <a:t> </a:t>
            </a:r>
            <a:r>
              <a:rPr lang="en-US" sz="2600" dirty="0" err="1">
                <a:latin typeface="Carlito"/>
                <a:cs typeface="Carlito"/>
              </a:rPr>
              <a:t>nó</a:t>
            </a:r>
            <a:r>
              <a:rPr lang="en-US" sz="2600" dirty="0">
                <a:latin typeface="Carlito"/>
                <a:cs typeface="Carlito"/>
              </a:rPr>
              <a:t>?</a:t>
            </a:r>
          </a:p>
        </p:txBody>
      </p:sp>
      <p:sp>
        <p:nvSpPr>
          <p:cNvPr id="14" name="object 7">
            <a:extLst>
              <a:ext uri="{FF2B5EF4-FFF2-40B4-BE49-F238E27FC236}">
                <a16:creationId xmlns:a16="http://schemas.microsoft.com/office/drawing/2014/main" id="{21E8B5FC-1A50-4E9C-F5BC-EC877A64602D}"/>
              </a:ext>
            </a:extLst>
          </p:cNvPr>
          <p:cNvSpPr txBox="1">
            <a:spLocks/>
          </p:cNvSpPr>
          <p:nvPr/>
        </p:nvSpPr>
        <p:spPr>
          <a:xfrm>
            <a:off x="762000" y="76200"/>
            <a:ext cx="4117340" cy="520655"/>
          </a:xfrm>
          <a:prstGeom prst="rect">
            <a:avLst/>
          </a:prstGeom>
        </p:spPr>
        <p:txBody>
          <a:bodyPr vert="horz" wrap="square" lIns="0" tIns="12700" rIns="0" bIns="0" rtlCol="0">
            <a:spAutoFit/>
          </a:bodyPr>
          <a:lstStyle>
            <a:lvl1pPr>
              <a:defRPr sz="3300" b="0" i="0">
                <a:solidFill>
                  <a:schemeClr val="tx1"/>
                </a:solidFill>
                <a:latin typeface="Carlito"/>
                <a:ea typeface="+mj-ea"/>
                <a:cs typeface="Carlito"/>
              </a:defRPr>
            </a:lvl1pPr>
          </a:lstStyle>
          <a:p>
            <a:pPr marL="12700">
              <a:spcBef>
                <a:spcPts val="100"/>
              </a:spcBef>
            </a:pPr>
            <a:r>
              <a:rPr lang="en-US" spc="-10" dirty="0" err="1"/>
              <a:t>Dự</a:t>
            </a:r>
            <a:r>
              <a:rPr lang="en-US" spc="-10" dirty="0"/>
              <a:t> </a:t>
            </a:r>
            <a:r>
              <a:rPr lang="en-US" spc="-10" dirty="0" err="1"/>
              <a:t>đoán</a:t>
            </a:r>
            <a:r>
              <a:rPr lang="en-US" spc="-10" dirty="0"/>
              <a:t> </a:t>
            </a:r>
            <a:r>
              <a:rPr lang="en-US" spc="-10" dirty="0" err="1"/>
              <a:t>giá</a:t>
            </a:r>
            <a:r>
              <a:rPr lang="en-US" spc="-10" dirty="0"/>
              <a:t> </a:t>
            </a:r>
            <a:r>
              <a:rPr lang="en-US" spc="-10" dirty="0" err="1"/>
              <a:t>nhà</a:t>
            </a:r>
            <a:endParaRPr lang="en-US" spc="-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78790" y="5769355"/>
            <a:ext cx="8427085" cy="1085215"/>
          </a:xfrm>
          <a:prstGeom prst="rect">
            <a:avLst/>
          </a:prstGeom>
        </p:spPr>
        <p:txBody>
          <a:bodyPr vert="horz" wrap="square" lIns="0" tIns="12700" rIns="0" bIns="0" rtlCol="0">
            <a:spAutoFit/>
          </a:bodyPr>
          <a:lstStyle/>
          <a:p>
            <a:pPr marR="1723389" algn="ctr">
              <a:lnSpc>
                <a:spcPts val="2750"/>
              </a:lnSpc>
              <a:spcBef>
                <a:spcPts val="100"/>
              </a:spcBef>
            </a:pPr>
            <a:r>
              <a:rPr sz="2400" spc="-425" dirty="0">
                <a:latin typeface="DejaVu Math TeX Gyre"/>
                <a:cs typeface="DejaVu Math TeX Gyre"/>
              </a:rPr>
              <a:t>𝑥</a:t>
            </a:r>
            <a:r>
              <a:rPr sz="2400" spc="-25" dirty="0">
                <a:latin typeface="DejaVu Math TeX Gyre"/>
                <a:cs typeface="DejaVu Math TeX Gyre"/>
              </a:rPr>
              <a:t> </a:t>
            </a:r>
            <a:r>
              <a:rPr sz="2400" spc="-120" dirty="0">
                <a:latin typeface="DejaVu Math TeX Gyre"/>
                <a:cs typeface="DejaVu Math TeX Gyre"/>
              </a:rPr>
              <a:t>=</a:t>
            </a:r>
            <a:r>
              <a:rPr sz="2400" spc="-95" dirty="0">
                <a:latin typeface="DejaVu Math TeX Gyre"/>
                <a:cs typeface="DejaVu Math TeX Gyre"/>
              </a:rPr>
              <a:t> </a:t>
            </a:r>
            <a:r>
              <a:rPr sz="2400" spc="-25" dirty="0">
                <a:latin typeface="DejaVu Math TeX Gyre"/>
                <a:cs typeface="DejaVu Math TeX Gyre"/>
              </a:rPr>
              <a:t>800</a:t>
            </a:r>
            <a:endParaRPr sz="2400" dirty="0">
              <a:latin typeface="DejaVu Math TeX Gyre"/>
              <a:cs typeface="DejaVu Math TeX Gyre"/>
            </a:endParaRPr>
          </a:p>
          <a:p>
            <a:pPr marR="1723389" algn="ctr">
              <a:lnSpc>
                <a:spcPts val="2610"/>
              </a:lnSpc>
            </a:pPr>
            <a:r>
              <a:rPr sz="2400" spc="-520" dirty="0">
                <a:latin typeface="DejaVu Math TeX Gyre"/>
                <a:cs typeface="DejaVu Math TeX Gyre"/>
              </a:rPr>
              <a:t>𝑦</a:t>
            </a:r>
            <a:r>
              <a:rPr sz="2400" spc="-55" dirty="0">
                <a:latin typeface="DejaVu Math TeX Gyre"/>
                <a:cs typeface="DejaVu Math TeX Gyre"/>
              </a:rPr>
              <a:t> </a:t>
            </a:r>
            <a:r>
              <a:rPr sz="2400" spc="-120" dirty="0">
                <a:latin typeface="DejaVu Math TeX Gyre"/>
                <a:cs typeface="DejaVu Math TeX Gyre"/>
              </a:rPr>
              <a:t>=</a:t>
            </a:r>
            <a:r>
              <a:rPr sz="2400" spc="-245" dirty="0">
                <a:latin typeface="DejaVu Math TeX Gyre"/>
                <a:cs typeface="DejaVu Math TeX Gyre"/>
              </a:rPr>
              <a:t> </a:t>
            </a:r>
            <a:r>
              <a:rPr sz="2400" spc="-335" dirty="0">
                <a:latin typeface="DejaVu Math TeX Gyre"/>
                <a:cs typeface="DejaVu Math TeX Gyre"/>
              </a:rPr>
              <a:t>?</a:t>
            </a:r>
            <a:endParaRPr sz="2400" dirty="0">
              <a:latin typeface="DejaVu Math TeX Gyre"/>
              <a:cs typeface="DejaVu Math TeX Gyre"/>
            </a:endParaRPr>
          </a:p>
          <a:p>
            <a:pPr marL="308610" indent="-295910">
              <a:lnSpc>
                <a:spcPts val="2985"/>
              </a:lnSpc>
              <a:buClr>
                <a:srgbClr val="2F5597"/>
              </a:buClr>
              <a:buSzPct val="84615"/>
              <a:buFont typeface="Wingdings"/>
              <a:buChar char=""/>
              <a:tabLst>
                <a:tab pos="308610" algn="l"/>
              </a:tabLst>
            </a:pPr>
            <a:r>
              <a:rPr lang="en-US" sz="2600" dirty="0" err="1">
                <a:latin typeface="Carlito"/>
                <a:cs typeface="Carlito"/>
              </a:rPr>
              <a:t>Áp</a:t>
            </a:r>
            <a:r>
              <a:rPr lang="en-US" sz="2600" dirty="0">
                <a:latin typeface="Carlito"/>
                <a:cs typeface="Carlito"/>
              </a:rPr>
              <a:t> </a:t>
            </a:r>
            <a:r>
              <a:rPr lang="en-US" sz="2600" dirty="0" err="1">
                <a:latin typeface="Carlito"/>
                <a:cs typeface="Carlito"/>
              </a:rPr>
              <a:t>dụng</a:t>
            </a:r>
            <a:r>
              <a:rPr lang="en-US" sz="2600" dirty="0">
                <a:latin typeface="Carlito"/>
                <a:cs typeface="Carlito"/>
              </a:rPr>
              <a:t> </a:t>
            </a:r>
            <a:r>
              <a:rPr lang="en-US" sz="2600" dirty="0" err="1">
                <a:latin typeface="Carlito"/>
                <a:cs typeface="Carlito"/>
              </a:rPr>
              <a:t>các</a:t>
            </a:r>
            <a:r>
              <a:rPr lang="en-US" sz="2600" dirty="0">
                <a:latin typeface="Carlito"/>
                <a:cs typeface="Carlito"/>
              </a:rPr>
              <a:t> </a:t>
            </a:r>
            <a:r>
              <a:rPr lang="en-US" sz="2600" dirty="0" err="1">
                <a:latin typeface="Carlito"/>
                <a:cs typeface="Carlito"/>
              </a:rPr>
              <a:t>hàm</a:t>
            </a:r>
            <a:r>
              <a:rPr lang="en-US" sz="2600" dirty="0">
                <a:latin typeface="Carlito"/>
                <a:cs typeface="Carlito"/>
              </a:rPr>
              <a:t> </a:t>
            </a:r>
            <a:r>
              <a:rPr lang="en-US" sz="2600" dirty="0" err="1">
                <a:latin typeface="Carlito"/>
                <a:cs typeface="Carlito"/>
              </a:rPr>
              <a:t>tuyến</a:t>
            </a:r>
            <a:r>
              <a:rPr lang="en-US" sz="2600" dirty="0">
                <a:latin typeface="Carlito"/>
                <a:cs typeface="Carlito"/>
              </a:rPr>
              <a:t> </a:t>
            </a:r>
            <a:r>
              <a:rPr lang="en-US" sz="2600" dirty="0" err="1">
                <a:latin typeface="Carlito"/>
                <a:cs typeface="Carlito"/>
              </a:rPr>
              <a:t>tính</a:t>
            </a:r>
            <a:r>
              <a:rPr lang="en-US" sz="2600" dirty="0">
                <a:latin typeface="Carlito"/>
                <a:cs typeface="Carlito"/>
              </a:rPr>
              <a:t>/</a:t>
            </a:r>
            <a:r>
              <a:rPr lang="en-US" sz="2600" dirty="0" err="1">
                <a:latin typeface="Carlito"/>
                <a:cs typeface="Carlito"/>
              </a:rPr>
              <a:t>bậc</a:t>
            </a:r>
            <a:r>
              <a:rPr lang="en-US" sz="2600" dirty="0">
                <a:latin typeface="Carlito"/>
                <a:cs typeface="Carlito"/>
              </a:rPr>
              <a:t> </a:t>
            </a:r>
            <a:r>
              <a:rPr lang="en-US" sz="2600" dirty="0" err="1">
                <a:latin typeface="Carlito"/>
                <a:cs typeface="Carlito"/>
              </a:rPr>
              <a:t>hai</a:t>
            </a:r>
            <a:r>
              <a:rPr lang="en-US" sz="2600" dirty="0">
                <a:latin typeface="Carlito"/>
                <a:cs typeface="Carlito"/>
              </a:rPr>
              <a:t> </a:t>
            </a:r>
            <a:r>
              <a:rPr lang="en-US" sz="2600" dirty="0" err="1">
                <a:latin typeface="Carlito"/>
                <a:cs typeface="Carlito"/>
              </a:rPr>
              <a:t>vào</a:t>
            </a:r>
            <a:r>
              <a:rPr lang="en-US" sz="2600" dirty="0">
                <a:latin typeface="Carlito"/>
                <a:cs typeface="Carlito"/>
              </a:rPr>
              <a:t> </a:t>
            </a:r>
            <a:r>
              <a:rPr lang="en-US" sz="2600" dirty="0" err="1">
                <a:latin typeface="Carlito"/>
                <a:cs typeface="Carlito"/>
              </a:rPr>
              <a:t>tập</a:t>
            </a:r>
            <a:r>
              <a:rPr lang="en-US" sz="2600" dirty="0">
                <a:latin typeface="Carlito"/>
                <a:cs typeface="Carlito"/>
              </a:rPr>
              <a:t> </a:t>
            </a:r>
            <a:r>
              <a:rPr lang="en-US" sz="2600" dirty="0" err="1">
                <a:latin typeface="Carlito"/>
                <a:cs typeface="Carlito"/>
              </a:rPr>
              <a:t>dữ</a:t>
            </a:r>
            <a:r>
              <a:rPr lang="en-US" sz="2600" dirty="0">
                <a:latin typeface="Carlito"/>
                <a:cs typeface="Carlito"/>
              </a:rPr>
              <a:t> </a:t>
            </a:r>
            <a:r>
              <a:rPr lang="en-US" sz="2600" dirty="0" err="1">
                <a:latin typeface="Carlito"/>
                <a:cs typeface="Carlito"/>
              </a:rPr>
              <a:t>liệu</a:t>
            </a:r>
            <a:endParaRPr sz="2600" dirty="0">
              <a:latin typeface="Carlito"/>
              <a:cs typeface="Carlito"/>
            </a:endParaRPr>
          </a:p>
        </p:txBody>
      </p:sp>
      <p:grpSp>
        <p:nvGrpSpPr>
          <p:cNvPr id="3" name="object 3"/>
          <p:cNvGrpSpPr/>
          <p:nvPr/>
        </p:nvGrpSpPr>
        <p:grpSpPr>
          <a:xfrm>
            <a:off x="2221992" y="2633713"/>
            <a:ext cx="4625340" cy="3094990"/>
            <a:chOff x="2221992" y="2633713"/>
            <a:chExt cx="4625340" cy="3094990"/>
          </a:xfrm>
        </p:grpSpPr>
        <p:pic>
          <p:nvPicPr>
            <p:cNvPr id="4" name="object 4"/>
            <p:cNvPicPr/>
            <p:nvPr/>
          </p:nvPicPr>
          <p:blipFill>
            <a:blip r:embed="rId2" cstate="print"/>
            <a:stretch>
              <a:fillRect/>
            </a:stretch>
          </p:blipFill>
          <p:spPr>
            <a:xfrm>
              <a:off x="2221992" y="2633713"/>
              <a:ext cx="4625047" cy="3090669"/>
            </a:xfrm>
            <a:prstGeom prst="rect">
              <a:avLst/>
            </a:prstGeom>
          </p:spPr>
        </p:pic>
        <p:pic>
          <p:nvPicPr>
            <p:cNvPr id="5" name="object 5"/>
            <p:cNvPicPr/>
            <p:nvPr/>
          </p:nvPicPr>
          <p:blipFill>
            <a:blip r:embed="rId3" cstate="print"/>
            <a:stretch>
              <a:fillRect/>
            </a:stretch>
          </p:blipFill>
          <p:spPr>
            <a:xfrm>
              <a:off x="3752316" y="4675200"/>
              <a:ext cx="149860" cy="149860"/>
            </a:xfrm>
            <a:prstGeom prst="rect">
              <a:avLst/>
            </a:prstGeom>
          </p:spPr>
        </p:pic>
        <p:sp>
          <p:nvSpPr>
            <p:cNvPr id="6" name="object 6"/>
            <p:cNvSpPr/>
            <p:nvPr/>
          </p:nvSpPr>
          <p:spPr>
            <a:xfrm>
              <a:off x="3770096" y="5165788"/>
              <a:ext cx="114300" cy="562610"/>
            </a:xfrm>
            <a:custGeom>
              <a:avLst/>
              <a:gdLst/>
              <a:ahLst/>
              <a:cxnLst/>
              <a:rect l="l" t="t" r="r" b="b"/>
              <a:pathLst>
                <a:path w="114300" h="562610">
                  <a:moveTo>
                    <a:pt x="76200" y="95250"/>
                  </a:moveTo>
                  <a:lnTo>
                    <a:pt x="38100" y="95250"/>
                  </a:lnTo>
                  <a:lnTo>
                    <a:pt x="38100" y="562593"/>
                  </a:lnTo>
                  <a:lnTo>
                    <a:pt x="76200" y="562593"/>
                  </a:lnTo>
                  <a:lnTo>
                    <a:pt x="76200" y="95250"/>
                  </a:lnTo>
                  <a:close/>
                </a:path>
                <a:path w="114300" h="562610">
                  <a:moveTo>
                    <a:pt x="57150" y="0"/>
                  </a:moveTo>
                  <a:lnTo>
                    <a:pt x="0" y="114300"/>
                  </a:lnTo>
                  <a:lnTo>
                    <a:pt x="38100" y="114300"/>
                  </a:lnTo>
                  <a:lnTo>
                    <a:pt x="38100" y="95250"/>
                  </a:lnTo>
                  <a:lnTo>
                    <a:pt x="104775" y="95250"/>
                  </a:lnTo>
                  <a:lnTo>
                    <a:pt x="57150" y="0"/>
                  </a:lnTo>
                  <a:close/>
                </a:path>
                <a:path w="114300" h="562610">
                  <a:moveTo>
                    <a:pt x="104775" y="95250"/>
                  </a:moveTo>
                  <a:lnTo>
                    <a:pt x="76200" y="95250"/>
                  </a:lnTo>
                  <a:lnTo>
                    <a:pt x="76200" y="114300"/>
                  </a:lnTo>
                  <a:lnTo>
                    <a:pt x="114300" y="114300"/>
                  </a:lnTo>
                  <a:lnTo>
                    <a:pt x="104775" y="95250"/>
                  </a:lnTo>
                  <a:close/>
                </a:path>
              </a:pathLst>
            </a:custGeom>
            <a:solidFill>
              <a:srgbClr val="00B050"/>
            </a:solidFill>
          </p:spPr>
          <p:txBody>
            <a:bodyPr wrap="square" lIns="0" tIns="0" rIns="0" bIns="0" rtlCol="0"/>
            <a:lstStyle/>
            <a:p>
              <a:endParaRPr/>
            </a:p>
          </p:txBody>
        </p:sp>
      </p:grpSp>
      <p:sp>
        <p:nvSpPr>
          <p:cNvPr id="7" name="object 7"/>
          <p:cNvSpPr txBox="1">
            <a:spLocks noGrp="1"/>
          </p:cNvSpPr>
          <p:nvPr>
            <p:ph type="title"/>
          </p:nvPr>
        </p:nvSpPr>
        <p:spPr>
          <a:xfrm>
            <a:off x="762000" y="76200"/>
            <a:ext cx="4117340" cy="520655"/>
          </a:xfrm>
          <a:prstGeom prst="rect">
            <a:avLst/>
          </a:prstGeom>
        </p:spPr>
        <p:txBody>
          <a:bodyPr vert="horz" wrap="square" lIns="0" tIns="12700" rIns="0" bIns="0" rtlCol="0">
            <a:spAutoFit/>
          </a:bodyPr>
          <a:lstStyle/>
          <a:p>
            <a:pPr marL="12700">
              <a:lnSpc>
                <a:spcPct val="100000"/>
              </a:lnSpc>
              <a:spcBef>
                <a:spcPts val="100"/>
              </a:spcBef>
            </a:pPr>
            <a:r>
              <a:rPr lang="en-US" spc="-10" dirty="0" err="1"/>
              <a:t>Dự</a:t>
            </a:r>
            <a:r>
              <a:rPr lang="en-US" spc="-10" dirty="0"/>
              <a:t> </a:t>
            </a:r>
            <a:r>
              <a:rPr lang="en-US" spc="-10" dirty="0" err="1"/>
              <a:t>đoán</a:t>
            </a:r>
            <a:r>
              <a:rPr lang="en-US" spc="-10" dirty="0"/>
              <a:t> </a:t>
            </a:r>
            <a:r>
              <a:rPr lang="en-US" spc="-10" dirty="0" err="1"/>
              <a:t>giá</a:t>
            </a:r>
            <a:r>
              <a:rPr lang="en-US" spc="-10" dirty="0"/>
              <a:t> </a:t>
            </a:r>
            <a:r>
              <a:rPr lang="en-US" spc="-10" dirty="0" err="1"/>
              <a:t>nhà</a:t>
            </a:r>
            <a:endParaRPr spc="-20" dirty="0"/>
          </a:p>
        </p:txBody>
      </p:sp>
      <p:sp>
        <p:nvSpPr>
          <p:cNvPr id="8" name="object 8"/>
          <p:cNvSpPr/>
          <p:nvPr/>
        </p:nvSpPr>
        <p:spPr>
          <a:xfrm>
            <a:off x="3056191" y="1376692"/>
            <a:ext cx="1463675" cy="407034"/>
          </a:xfrm>
          <a:custGeom>
            <a:avLst/>
            <a:gdLst/>
            <a:ahLst/>
            <a:cxnLst/>
            <a:rect l="l" t="t" r="r" b="b"/>
            <a:pathLst>
              <a:path w="1463675" h="407035">
                <a:moveTo>
                  <a:pt x="108826" y="20967"/>
                </a:moveTo>
                <a:lnTo>
                  <a:pt x="104800" y="7747"/>
                </a:lnTo>
                <a:lnTo>
                  <a:pt x="81076" y="16992"/>
                </a:lnTo>
                <a:lnTo>
                  <a:pt x="60248" y="31496"/>
                </a:lnTo>
                <a:lnTo>
                  <a:pt x="27254" y="76276"/>
                </a:lnTo>
                <a:lnTo>
                  <a:pt x="6807" y="136664"/>
                </a:lnTo>
                <a:lnTo>
                  <a:pt x="0" y="207187"/>
                </a:lnTo>
                <a:lnTo>
                  <a:pt x="1701" y="243738"/>
                </a:lnTo>
                <a:lnTo>
                  <a:pt x="15316" y="309194"/>
                </a:lnTo>
                <a:lnTo>
                  <a:pt x="42303" y="363143"/>
                </a:lnTo>
                <a:lnTo>
                  <a:pt x="81076" y="397395"/>
                </a:lnTo>
                <a:lnTo>
                  <a:pt x="104800" y="406628"/>
                </a:lnTo>
                <a:lnTo>
                  <a:pt x="108826" y="393407"/>
                </a:lnTo>
                <a:lnTo>
                  <a:pt x="90500" y="383921"/>
                </a:lnTo>
                <a:lnTo>
                  <a:pt x="74536" y="370103"/>
                </a:lnTo>
                <a:lnTo>
                  <a:pt x="49745" y="329488"/>
                </a:lnTo>
                <a:lnTo>
                  <a:pt x="34683" y="274332"/>
                </a:lnTo>
                <a:lnTo>
                  <a:pt x="29667" y="207187"/>
                </a:lnTo>
                <a:lnTo>
                  <a:pt x="30911" y="172326"/>
                </a:lnTo>
                <a:lnTo>
                  <a:pt x="40957" y="111137"/>
                </a:lnTo>
                <a:lnTo>
                  <a:pt x="60960" y="62484"/>
                </a:lnTo>
                <a:lnTo>
                  <a:pt x="90500" y="30480"/>
                </a:lnTo>
                <a:lnTo>
                  <a:pt x="108826" y="20967"/>
                </a:lnTo>
                <a:close/>
              </a:path>
              <a:path w="1463675" h="407035">
                <a:moveTo>
                  <a:pt x="409232" y="9080"/>
                </a:moveTo>
                <a:lnTo>
                  <a:pt x="406057" y="0"/>
                </a:lnTo>
                <a:lnTo>
                  <a:pt x="389851" y="5867"/>
                </a:lnTo>
                <a:lnTo>
                  <a:pt x="375640" y="14338"/>
                </a:lnTo>
                <a:lnTo>
                  <a:pt x="345135" y="55016"/>
                </a:lnTo>
                <a:lnTo>
                  <a:pt x="334772" y="111810"/>
                </a:lnTo>
                <a:lnTo>
                  <a:pt x="335915" y="132359"/>
                </a:lnTo>
                <a:lnTo>
                  <a:pt x="353148" y="184454"/>
                </a:lnTo>
                <a:lnTo>
                  <a:pt x="389788" y="217678"/>
                </a:lnTo>
                <a:lnTo>
                  <a:pt x="406057" y="223520"/>
                </a:lnTo>
                <a:lnTo>
                  <a:pt x="408876" y="214439"/>
                </a:lnTo>
                <a:lnTo>
                  <a:pt x="396138" y="208800"/>
                </a:lnTo>
                <a:lnTo>
                  <a:pt x="385152" y="200952"/>
                </a:lnTo>
                <a:lnTo>
                  <a:pt x="362610" y="164350"/>
                </a:lnTo>
                <a:lnTo>
                  <a:pt x="355155" y="110642"/>
                </a:lnTo>
                <a:lnTo>
                  <a:pt x="355981" y="91579"/>
                </a:lnTo>
                <a:lnTo>
                  <a:pt x="368414" y="44488"/>
                </a:lnTo>
                <a:lnTo>
                  <a:pt x="396341" y="14693"/>
                </a:lnTo>
                <a:lnTo>
                  <a:pt x="409232" y="9080"/>
                </a:lnTo>
                <a:close/>
              </a:path>
              <a:path w="1463675" h="407035">
                <a:moveTo>
                  <a:pt x="632218" y="111810"/>
                </a:moveTo>
                <a:lnTo>
                  <a:pt x="627608" y="72390"/>
                </a:lnTo>
                <a:lnTo>
                  <a:pt x="603554" y="25450"/>
                </a:lnTo>
                <a:lnTo>
                  <a:pt x="560933" y="0"/>
                </a:lnTo>
                <a:lnTo>
                  <a:pt x="557745" y="9080"/>
                </a:lnTo>
                <a:lnTo>
                  <a:pt x="570687" y="14693"/>
                </a:lnTo>
                <a:lnTo>
                  <a:pt x="581812" y="22466"/>
                </a:lnTo>
                <a:lnTo>
                  <a:pt x="604405" y="58496"/>
                </a:lnTo>
                <a:lnTo>
                  <a:pt x="611835" y="110642"/>
                </a:lnTo>
                <a:lnTo>
                  <a:pt x="610997" y="130365"/>
                </a:lnTo>
                <a:lnTo>
                  <a:pt x="598576" y="178625"/>
                </a:lnTo>
                <a:lnTo>
                  <a:pt x="570826" y="208800"/>
                </a:lnTo>
                <a:lnTo>
                  <a:pt x="558101" y="214439"/>
                </a:lnTo>
                <a:lnTo>
                  <a:pt x="560933" y="223520"/>
                </a:lnTo>
                <a:lnTo>
                  <a:pt x="603631" y="198145"/>
                </a:lnTo>
                <a:lnTo>
                  <a:pt x="627608" y="151307"/>
                </a:lnTo>
                <a:lnTo>
                  <a:pt x="631063" y="132359"/>
                </a:lnTo>
                <a:lnTo>
                  <a:pt x="632218" y="111810"/>
                </a:lnTo>
                <a:close/>
              </a:path>
              <a:path w="1463675" h="407035">
                <a:moveTo>
                  <a:pt x="1086269" y="9080"/>
                </a:moveTo>
                <a:lnTo>
                  <a:pt x="1083094" y="0"/>
                </a:lnTo>
                <a:lnTo>
                  <a:pt x="1066888" y="5867"/>
                </a:lnTo>
                <a:lnTo>
                  <a:pt x="1052677" y="14338"/>
                </a:lnTo>
                <a:lnTo>
                  <a:pt x="1022172" y="55016"/>
                </a:lnTo>
                <a:lnTo>
                  <a:pt x="1011809" y="111810"/>
                </a:lnTo>
                <a:lnTo>
                  <a:pt x="1012952" y="132359"/>
                </a:lnTo>
                <a:lnTo>
                  <a:pt x="1030185" y="184454"/>
                </a:lnTo>
                <a:lnTo>
                  <a:pt x="1066825" y="217678"/>
                </a:lnTo>
                <a:lnTo>
                  <a:pt x="1083094" y="223520"/>
                </a:lnTo>
                <a:lnTo>
                  <a:pt x="1085913" y="214439"/>
                </a:lnTo>
                <a:lnTo>
                  <a:pt x="1073175" y="208800"/>
                </a:lnTo>
                <a:lnTo>
                  <a:pt x="1062189" y="200952"/>
                </a:lnTo>
                <a:lnTo>
                  <a:pt x="1039647" y="164350"/>
                </a:lnTo>
                <a:lnTo>
                  <a:pt x="1032192" y="110642"/>
                </a:lnTo>
                <a:lnTo>
                  <a:pt x="1033018" y="91579"/>
                </a:lnTo>
                <a:lnTo>
                  <a:pt x="1045451" y="44488"/>
                </a:lnTo>
                <a:lnTo>
                  <a:pt x="1073378" y="14693"/>
                </a:lnTo>
                <a:lnTo>
                  <a:pt x="1086269" y="9080"/>
                </a:lnTo>
                <a:close/>
              </a:path>
              <a:path w="1463675" h="407035">
                <a:moveTo>
                  <a:pt x="1309255" y="111810"/>
                </a:moveTo>
                <a:lnTo>
                  <a:pt x="1304645" y="72390"/>
                </a:lnTo>
                <a:lnTo>
                  <a:pt x="1280591" y="25450"/>
                </a:lnTo>
                <a:lnTo>
                  <a:pt x="1237970" y="0"/>
                </a:lnTo>
                <a:lnTo>
                  <a:pt x="1234795" y="9080"/>
                </a:lnTo>
                <a:lnTo>
                  <a:pt x="1247724" y="14693"/>
                </a:lnTo>
                <a:lnTo>
                  <a:pt x="1258849" y="22466"/>
                </a:lnTo>
                <a:lnTo>
                  <a:pt x="1281442" y="58496"/>
                </a:lnTo>
                <a:lnTo>
                  <a:pt x="1288872" y="110642"/>
                </a:lnTo>
                <a:lnTo>
                  <a:pt x="1288034" y="130365"/>
                </a:lnTo>
                <a:lnTo>
                  <a:pt x="1275613" y="178625"/>
                </a:lnTo>
                <a:lnTo>
                  <a:pt x="1247863" y="208800"/>
                </a:lnTo>
                <a:lnTo>
                  <a:pt x="1235138" y="214439"/>
                </a:lnTo>
                <a:lnTo>
                  <a:pt x="1237970" y="223520"/>
                </a:lnTo>
                <a:lnTo>
                  <a:pt x="1280668" y="198145"/>
                </a:lnTo>
                <a:lnTo>
                  <a:pt x="1304645" y="151307"/>
                </a:lnTo>
                <a:lnTo>
                  <a:pt x="1308100" y="132359"/>
                </a:lnTo>
                <a:lnTo>
                  <a:pt x="1309255" y="111810"/>
                </a:lnTo>
                <a:close/>
              </a:path>
              <a:path w="1463675" h="407035">
                <a:moveTo>
                  <a:pt x="1463344" y="207187"/>
                </a:moveTo>
                <a:lnTo>
                  <a:pt x="1456524" y="136664"/>
                </a:lnTo>
                <a:lnTo>
                  <a:pt x="1436103" y="76276"/>
                </a:lnTo>
                <a:lnTo>
                  <a:pt x="1403083" y="31496"/>
                </a:lnTo>
                <a:lnTo>
                  <a:pt x="1358557" y="7747"/>
                </a:lnTo>
                <a:lnTo>
                  <a:pt x="1354518" y="20967"/>
                </a:lnTo>
                <a:lnTo>
                  <a:pt x="1372831" y="30480"/>
                </a:lnTo>
                <a:lnTo>
                  <a:pt x="1388795" y="44310"/>
                </a:lnTo>
                <a:lnTo>
                  <a:pt x="1413611" y="84975"/>
                </a:lnTo>
                <a:lnTo>
                  <a:pt x="1428661" y="140246"/>
                </a:lnTo>
                <a:lnTo>
                  <a:pt x="1433690" y="207352"/>
                </a:lnTo>
                <a:lnTo>
                  <a:pt x="1432433" y="242328"/>
                </a:lnTo>
                <a:lnTo>
                  <a:pt x="1422387" y="303390"/>
                </a:lnTo>
                <a:lnTo>
                  <a:pt x="1402384" y="351955"/>
                </a:lnTo>
                <a:lnTo>
                  <a:pt x="1372831" y="383921"/>
                </a:lnTo>
                <a:lnTo>
                  <a:pt x="1354518" y="393407"/>
                </a:lnTo>
                <a:lnTo>
                  <a:pt x="1358557" y="406628"/>
                </a:lnTo>
                <a:lnTo>
                  <a:pt x="1403083" y="382892"/>
                </a:lnTo>
                <a:lnTo>
                  <a:pt x="1436103" y="338112"/>
                </a:lnTo>
                <a:lnTo>
                  <a:pt x="1456524" y="277736"/>
                </a:lnTo>
                <a:lnTo>
                  <a:pt x="1461630" y="243738"/>
                </a:lnTo>
                <a:lnTo>
                  <a:pt x="1463344" y="207187"/>
                </a:lnTo>
                <a:close/>
              </a:path>
            </a:pathLst>
          </a:custGeom>
          <a:solidFill>
            <a:srgbClr val="000000"/>
          </a:solidFill>
        </p:spPr>
        <p:txBody>
          <a:bodyPr wrap="square" lIns="0" tIns="0" rIns="0" bIns="0" rtlCol="0"/>
          <a:lstStyle/>
          <a:p>
            <a:endParaRPr/>
          </a:p>
        </p:txBody>
      </p:sp>
      <p:sp>
        <p:nvSpPr>
          <p:cNvPr id="9" name="object 9"/>
          <p:cNvSpPr/>
          <p:nvPr/>
        </p:nvSpPr>
        <p:spPr>
          <a:xfrm>
            <a:off x="5200072" y="1395165"/>
            <a:ext cx="319405" cy="223520"/>
          </a:xfrm>
          <a:custGeom>
            <a:avLst/>
            <a:gdLst/>
            <a:ahLst/>
            <a:cxnLst/>
            <a:rect l="l" t="t" r="r" b="b"/>
            <a:pathLst>
              <a:path w="319404" h="223519">
                <a:moveTo>
                  <a:pt x="247751" y="0"/>
                </a:moveTo>
                <a:lnTo>
                  <a:pt x="244576" y="9080"/>
                </a:lnTo>
                <a:lnTo>
                  <a:pt x="257511" y="14693"/>
                </a:lnTo>
                <a:lnTo>
                  <a:pt x="268636" y="22464"/>
                </a:lnTo>
                <a:lnTo>
                  <a:pt x="291227" y="58494"/>
                </a:lnTo>
                <a:lnTo>
                  <a:pt x="298653" y="110642"/>
                </a:lnTo>
                <a:lnTo>
                  <a:pt x="297824" y="130356"/>
                </a:lnTo>
                <a:lnTo>
                  <a:pt x="285394" y="178625"/>
                </a:lnTo>
                <a:lnTo>
                  <a:pt x="257657" y="208800"/>
                </a:lnTo>
                <a:lnTo>
                  <a:pt x="244919" y="214439"/>
                </a:lnTo>
                <a:lnTo>
                  <a:pt x="247751" y="223520"/>
                </a:lnTo>
                <a:lnTo>
                  <a:pt x="290453" y="198140"/>
                </a:lnTo>
                <a:lnTo>
                  <a:pt x="314437" y="151304"/>
                </a:lnTo>
                <a:lnTo>
                  <a:pt x="319036" y="111810"/>
                </a:lnTo>
                <a:lnTo>
                  <a:pt x="317884" y="91325"/>
                </a:lnTo>
                <a:lnTo>
                  <a:pt x="300596" y="39179"/>
                </a:lnTo>
                <a:lnTo>
                  <a:pt x="263956" y="5855"/>
                </a:lnTo>
                <a:lnTo>
                  <a:pt x="247751" y="0"/>
                </a:lnTo>
                <a:close/>
              </a:path>
              <a:path w="319404" h="223519">
                <a:moveTo>
                  <a:pt x="71285" y="0"/>
                </a:moveTo>
                <a:lnTo>
                  <a:pt x="28658" y="25444"/>
                </a:lnTo>
                <a:lnTo>
                  <a:pt x="4610" y="72390"/>
                </a:lnTo>
                <a:lnTo>
                  <a:pt x="0" y="111810"/>
                </a:lnTo>
                <a:lnTo>
                  <a:pt x="1147" y="132351"/>
                </a:lnTo>
                <a:lnTo>
                  <a:pt x="18376" y="184454"/>
                </a:lnTo>
                <a:lnTo>
                  <a:pt x="55027" y="217671"/>
                </a:lnTo>
                <a:lnTo>
                  <a:pt x="71285" y="223520"/>
                </a:lnTo>
                <a:lnTo>
                  <a:pt x="74104" y="214439"/>
                </a:lnTo>
                <a:lnTo>
                  <a:pt x="61372" y="208800"/>
                </a:lnTo>
                <a:lnTo>
                  <a:pt x="50382" y="200952"/>
                </a:lnTo>
                <a:lnTo>
                  <a:pt x="27841" y="164347"/>
                </a:lnTo>
                <a:lnTo>
                  <a:pt x="20383" y="110642"/>
                </a:lnTo>
                <a:lnTo>
                  <a:pt x="21212" y="91570"/>
                </a:lnTo>
                <a:lnTo>
                  <a:pt x="33642" y="44488"/>
                </a:lnTo>
                <a:lnTo>
                  <a:pt x="61570" y="14693"/>
                </a:lnTo>
                <a:lnTo>
                  <a:pt x="74460" y="9080"/>
                </a:lnTo>
                <a:lnTo>
                  <a:pt x="71285" y="0"/>
                </a:lnTo>
                <a:close/>
              </a:path>
            </a:pathLst>
          </a:custGeom>
          <a:solidFill>
            <a:srgbClr val="000000"/>
          </a:solidFill>
        </p:spPr>
        <p:txBody>
          <a:bodyPr wrap="square" lIns="0" tIns="0" rIns="0" bIns="0" rtlCol="0"/>
          <a:lstStyle/>
          <a:p>
            <a:endParaRPr/>
          </a:p>
        </p:txBody>
      </p:sp>
      <p:sp>
        <p:nvSpPr>
          <p:cNvPr id="10" name="object 10"/>
          <p:cNvSpPr/>
          <p:nvPr/>
        </p:nvSpPr>
        <p:spPr>
          <a:xfrm>
            <a:off x="5935643" y="1385929"/>
            <a:ext cx="319405" cy="223520"/>
          </a:xfrm>
          <a:custGeom>
            <a:avLst/>
            <a:gdLst/>
            <a:ahLst/>
            <a:cxnLst/>
            <a:rect l="l" t="t" r="r" b="b"/>
            <a:pathLst>
              <a:path w="319404" h="223519">
                <a:moveTo>
                  <a:pt x="247751" y="0"/>
                </a:moveTo>
                <a:lnTo>
                  <a:pt x="244563" y="9080"/>
                </a:lnTo>
                <a:lnTo>
                  <a:pt x="257506" y="14693"/>
                </a:lnTo>
                <a:lnTo>
                  <a:pt x="268635" y="22464"/>
                </a:lnTo>
                <a:lnTo>
                  <a:pt x="291227" y="58494"/>
                </a:lnTo>
                <a:lnTo>
                  <a:pt x="298653" y="110642"/>
                </a:lnTo>
                <a:lnTo>
                  <a:pt x="297824" y="130356"/>
                </a:lnTo>
                <a:lnTo>
                  <a:pt x="285394" y="178625"/>
                </a:lnTo>
                <a:lnTo>
                  <a:pt x="257657" y="208800"/>
                </a:lnTo>
                <a:lnTo>
                  <a:pt x="244919" y="214439"/>
                </a:lnTo>
                <a:lnTo>
                  <a:pt x="247751" y="223520"/>
                </a:lnTo>
                <a:lnTo>
                  <a:pt x="290453" y="198140"/>
                </a:lnTo>
                <a:lnTo>
                  <a:pt x="314437" y="151304"/>
                </a:lnTo>
                <a:lnTo>
                  <a:pt x="319036" y="111810"/>
                </a:lnTo>
                <a:lnTo>
                  <a:pt x="317884" y="91325"/>
                </a:lnTo>
                <a:lnTo>
                  <a:pt x="300596" y="39179"/>
                </a:lnTo>
                <a:lnTo>
                  <a:pt x="263956" y="5855"/>
                </a:lnTo>
                <a:lnTo>
                  <a:pt x="247751" y="0"/>
                </a:lnTo>
                <a:close/>
              </a:path>
              <a:path w="319404" h="223519">
                <a:moveTo>
                  <a:pt x="71285" y="0"/>
                </a:moveTo>
                <a:lnTo>
                  <a:pt x="28658" y="25444"/>
                </a:lnTo>
                <a:lnTo>
                  <a:pt x="4610" y="72390"/>
                </a:lnTo>
                <a:lnTo>
                  <a:pt x="0" y="111810"/>
                </a:lnTo>
                <a:lnTo>
                  <a:pt x="1147" y="132351"/>
                </a:lnTo>
                <a:lnTo>
                  <a:pt x="18376" y="184454"/>
                </a:lnTo>
                <a:lnTo>
                  <a:pt x="55027" y="217671"/>
                </a:lnTo>
                <a:lnTo>
                  <a:pt x="71285" y="223520"/>
                </a:lnTo>
                <a:lnTo>
                  <a:pt x="74104" y="214439"/>
                </a:lnTo>
                <a:lnTo>
                  <a:pt x="61372" y="208800"/>
                </a:lnTo>
                <a:lnTo>
                  <a:pt x="50382" y="200952"/>
                </a:lnTo>
                <a:lnTo>
                  <a:pt x="27841" y="164347"/>
                </a:lnTo>
                <a:lnTo>
                  <a:pt x="20383" y="110642"/>
                </a:lnTo>
                <a:lnTo>
                  <a:pt x="21212" y="91570"/>
                </a:lnTo>
                <a:lnTo>
                  <a:pt x="33642" y="44488"/>
                </a:lnTo>
                <a:lnTo>
                  <a:pt x="61570" y="14693"/>
                </a:lnTo>
                <a:lnTo>
                  <a:pt x="74460" y="9080"/>
                </a:lnTo>
                <a:lnTo>
                  <a:pt x="71285" y="0"/>
                </a:lnTo>
                <a:close/>
              </a:path>
            </a:pathLst>
          </a:custGeom>
          <a:solidFill>
            <a:srgbClr val="000000"/>
          </a:solidFill>
        </p:spPr>
        <p:txBody>
          <a:bodyPr wrap="square" lIns="0" tIns="0" rIns="0" bIns="0" rtlCol="0"/>
          <a:lstStyle/>
          <a:p>
            <a:endParaRPr/>
          </a:p>
        </p:txBody>
      </p:sp>
      <p:sp>
        <p:nvSpPr>
          <p:cNvPr id="11" name="object 11"/>
          <p:cNvSpPr txBox="1"/>
          <p:nvPr/>
        </p:nvSpPr>
        <p:spPr>
          <a:xfrm>
            <a:off x="466090" y="767219"/>
            <a:ext cx="7634605" cy="1891543"/>
          </a:xfrm>
          <a:prstGeom prst="rect">
            <a:avLst/>
          </a:prstGeom>
        </p:spPr>
        <p:txBody>
          <a:bodyPr vert="horz" wrap="square" lIns="0" tIns="97790" rIns="0" bIns="0" rtlCol="0">
            <a:spAutoFit/>
          </a:bodyPr>
          <a:lstStyle/>
          <a:p>
            <a:pPr marL="321310" indent="-295910">
              <a:lnSpc>
                <a:spcPct val="100000"/>
              </a:lnSpc>
              <a:spcBef>
                <a:spcPts val="770"/>
              </a:spcBef>
              <a:buClr>
                <a:srgbClr val="2F5597"/>
              </a:buClr>
              <a:buSzPct val="84615"/>
              <a:buFont typeface="Wingdings"/>
              <a:buChar char=""/>
              <a:tabLst>
                <a:tab pos="321310" algn="l"/>
              </a:tabLst>
            </a:pPr>
            <a:r>
              <a:rPr lang="en-US" sz="2600" dirty="0">
                <a:latin typeface="Carlito"/>
                <a:cs typeface="Carlito"/>
              </a:rPr>
              <a:t>Cho: </a:t>
            </a:r>
            <a:r>
              <a:rPr lang="en-US" sz="2600" dirty="0" err="1">
                <a:latin typeface="Carlito"/>
                <a:cs typeface="Carlito"/>
              </a:rPr>
              <a:t>Bộ</a:t>
            </a:r>
            <a:r>
              <a:rPr lang="en-US" sz="2600" dirty="0">
                <a:latin typeface="Carlito"/>
                <a:cs typeface="Carlito"/>
              </a:rPr>
              <a:t> </a:t>
            </a:r>
            <a:r>
              <a:rPr lang="en-US" sz="2600" dirty="0" err="1">
                <a:latin typeface="Carlito"/>
                <a:cs typeface="Carlito"/>
              </a:rPr>
              <a:t>dữ</a:t>
            </a:r>
            <a:r>
              <a:rPr lang="en-US" sz="2600" dirty="0">
                <a:latin typeface="Carlito"/>
                <a:cs typeface="Carlito"/>
              </a:rPr>
              <a:t> </a:t>
            </a:r>
            <a:r>
              <a:rPr lang="en-US" sz="2600" dirty="0" err="1">
                <a:latin typeface="Carlito"/>
                <a:cs typeface="Carlito"/>
              </a:rPr>
              <a:t>liệu</a:t>
            </a:r>
            <a:r>
              <a:rPr lang="en-US" sz="2600" dirty="0">
                <a:latin typeface="Carlito"/>
                <a:cs typeface="Carlito"/>
              </a:rPr>
              <a:t> </a:t>
            </a:r>
            <a:r>
              <a:rPr lang="en-US" sz="2600" dirty="0" err="1">
                <a:latin typeface="Carlito"/>
                <a:cs typeface="Carlito"/>
              </a:rPr>
              <a:t>chứa</a:t>
            </a:r>
            <a:r>
              <a:rPr lang="en-US" sz="2600" dirty="0">
                <a:latin typeface="Carlito"/>
                <a:cs typeface="Carlito"/>
              </a:rPr>
              <a:t> n </a:t>
            </a:r>
            <a:r>
              <a:rPr lang="en-US" sz="2600" dirty="0" err="1">
                <a:latin typeface="Carlito"/>
                <a:cs typeface="Carlito"/>
              </a:rPr>
              <a:t>mẫu</a:t>
            </a:r>
            <a:r>
              <a:rPr lang="en-US" sz="2600" dirty="0">
                <a:latin typeface="Carlito"/>
                <a:cs typeface="Carlito"/>
              </a:rPr>
              <a:t>.</a:t>
            </a:r>
            <a:endParaRPr sz="2600" dirty="0">
              <a:latin typeface="Carlito"/>
              <a:cs typeface="Carlito"/>
            </a:endParaRPr>
          </a:p>
          <a:p>
            <a:pPr marL="2708910">
              <a:lnSpc>
                <a:spcPct val="100000"/>
              </a:lnSpc>
              <a:spcBef>
                <a:spcPts val="675"/>
              </a:spcBef>
              <a:tabLst>
                <a:tab pos="4082415" algn="l"/>
              </a:tabLst>
            </a:pPr>
            <a:r>
              <a:rPr sz="2600" spc="229" dirty="0">
                <a:latin typeface="FreeSerif"/>
                <a:cs typeface="FreeSerif"/>
              </a:rPr>
              <a:t>𝑥</a:t>
            </a:r>
            <a:r>
              <a:rPr sz="2600" spc="280" dirty="0">
                <a:latin typeface="FreeSerif"/>
                <a:cs typeface="FreeSerif"/>
              </a:rPr>
              <a:t> </a:t>
            </a:r>
            <a:r>
              <a:rPr sz="2850" spc="209" baseline="27777" dirty="0">
                <a:latin typeface="FreeSerif"/>
                <a:cs typeface="FreeSerif"/>
              </a:rPr>
              <a:t>1</a:t>
            </a:r>
            <a:r>
              <a:rPr sz="2850" spc="637" baseline="27777" dirty="0">
                <a:latin typeface="FreeSerif"/>
                <a:cs typeface="FreeSerif"/>
              </a:rPr>
              <a:t> </a:t>
            </a:r>
            <a:r>
              <a:rPr sz="2600" spc="-125" dirty="0">
                <a:latin typeface="FreeSerif"/>
                <a:cs typeface="FreeSerif"/>
              </a:rPr>
              <a:t>,</a:t>
            </a:r>
            <a:r>
              <a:rPr sz="2600" spc="-210" dirty="0">
                <a:latin typeface="FreeSerif"/>
                <a:cs typeface="FreeSerif"/>
              </a:rPr>
              <a:t> </a:t>
            </a:r>
            <a:r>
              <a:rPr sz="2600" spc="295" dirty="0">
                <a:latin typeface="FreeSerif"/>
                <a:cs typeface="FreeSerif"/>
              </a:rPr>
              <a:t>𝑦</a:t>
            </a:r>
            <a:r>
              <a:rPr sz="2600" spc="254" dirty="0">
                <a:latin typeface="FreeSerif"/>
                <a:cs typeface="FreeSerif"/>
              </a:rPr>
              <a:t> </a:t>
            </a:r>
            <a:r>
              <a:rPr sz="2850" spc="135" baseline="27777" dirty="0">
                <a:latin typeface="FreeSerif"/>
                <a:cs typeface="FreeSerif"/>
              </a:rPr>
              <a:t>1</a:t>
            </a:r>
            <a:r>
              <a:rPr sz="2850" baseline="27777" dirty="0">
                <a:latin typeface="FreeSerif"/>
                <a:cs typeface="FreeSerif"/>
              </a:rPr>
              <a:t>	</a:t>
            </a:r>
            <a:r>
              <a:rPr sz="2600" spc="-125" dirty="0">
                <a:latin typeface="FreeSerif"/>
                <a:cs typeface="FreeSerif"/>
              </a:rPr>
              <a:t>,</a:t>
            </a:r>
            <a:r>
              <a:rPr sz="2600" spc="-215" dirty="0">
                <a:latin typeface="FreeSerif"/>
                <a:cs typeface="FreeSerif"/>
              </a:rPr>
              <a:t> </a:t>
            </a:r>
            <a:r>
              <a:rPr sz="2600" spc="-650" dirty="0">
                <a:latin typeface="FreeSerif"/>
                <a:cs typeface="FreeSerif"/>
              </a:rPr>
              <a:t>…</a:t>
            </a:r>
            <a:r>
              <a:rPr sz="2600" spc="-225" dirty="0">
                <a:latin typeface="FreeSerif"/>
                <a:cs typeface="FreeSerif"/>
              </a:rPr>
              <a:t> </a:t>
            </a:r>
            <a:r>
              <a:rPr sz="2600" spc="220" dirty="0">
                <a:latin typeface="FreeSerif"/>
                <a:cs typeface="FreeSerif"/>
              </a:rPr>
              <a:t>(𝑥</a:t>
            </a:r>
            <a:r>
              <a:rPr sz="2600" spc="285" dirty="0">
                <a:latin typeface="FreeSerif"/>
                <a:cs typeface="FreeSerif"/>
              </a:rPr>
              <a:t> </a:t>
            </a:r>
            <a:r>
              <a:rPr sz="2850" spc="412" baseline="27777" dirty="0">
                <a:latin typeface="FreeSerif"/>
                <a:cs typeface="FreeSerif"/>
              </a:rPr>
              <a:t>𝑛</a:t>
            </a:r>
            <a:r>
              <a:rPr sz="2850" spc="690" baseline="27777" dirty="0">
                <a:latin typeface="FreeSerif"/>
                <a:cs typeface="FreeSerif"/>
              </a:rPr>
              <a:t> </a:t>
            </a:r>
            <a:r>
              <a:rPr sz="2600" spc="-125" dirty="0">
                <a:latin typeface="FreeSerif"/>
                <a:cs typeface="FreeSerif"/>
              </a:rPr>
              <a:t>,</a:t>
            </a:r>
            <a:r>
              <a:rPr sz="2600" spc="-215" dirty="0">
                <a:latin typeface="FreeSerif"/>
                <a:cs typeface="FreeSerif"/>
              </a:rPr>
              <a:t> </a:t>
            </a:r>
            <a:r>
              <a:rPr sz="2600" spc="295" dirty="0">
                <a:latin typeface="FreeSerif"/>
                <a:cs typeface="FreeSerif"/>
              </a:rPr>
              <a:t>𝑦</a:t>
            </a:r>
            <a:r>
              <a:rPr sz="2600" spc="260" dirty="0">
                <a:latin typeface="FreeSerif"/>
                <a:cs typeface="FreeSerif"/>
              </a:rPr>
              <a:t> </a:t>
            </a:r>
            <a:r>
              <a:rPr sz="2850" spc="412" baseline="27777" dirty="0">
                <a:latin typeface="FreeSerif"/>
                <a:cs typeface="FreeSerif"/>
              </a:rPr>
              <a:t>𝑛</a:t>
            </a:r>
            <a:r>
              <a:rPr sz="2850" spc="690" baseline="27777" dirty="0">
                <a:latin typeface="FreeSerif"/>
                <a:cs typeface="FreeSerif"/>
              </a:rPr>
              <a:t> </a:t>
            </a:r>
            <a:r>
              <a:rPr sz="2600" spc="165" dirty="0">
                <a:latin typeface="FreeSerif"/>
                <a:cs typeface="FreeSerif"/>
              </a:rPr>
              <a:t>)</a:t>
            </a:r>
            <a:endParaRPr sz="2600" dirty="0">
              <a:latin typeface="FreeSerif"/>
              <a:cs typeface="FreeSerif"/>
            </a:endParaRPr>
          </a:p>
          <a:p>
            <a:pPr marL="321310" indent="-295910">
              <a:lnSpc>
                <a:spcPct val="100000"/>
              </a:lnSpc>
              <a:spcBef>
                <a:spcPts val="790"/>
              </a:spcBef>
              <a:buClr>
                <a:srgbClr val="2F5597"/>
              </a:buClr>
              <a:buSzPct val="84615"/>
              <a:buFont typeface="Wingdings"/>
              <a:buChar char=""/>
              <a:tabLst>
                <a:tab pos="321310" algn="l"/>
              </a:tabLst>
            </a:pPr>
            <a:r>
              <a:rPr lang="en-US" sz="2600" spc="-25" dirty="0" err="1">
                <a:solidFill>
                  <a:srgbClr val="0432FF"/>
                </a:solidFill>
                <a:latin typeface="Carlito"/>
                <a:cs typeface="Carlito"/>
              </a:rPr>
              <a:t>Nhiệm</a:t>
            </a:r>
            <a:r>
              <a:rPr lang="en-US" sz="2600" spc="-25" dirty="0">
                <a:solidFill>
                  <a:srgbClr val="0432FF"/>
                </a:solidFill>
                <a:latin typeface="Carlito"/>
                <a:cs typeface="Carlito"/>
              </a:rPr>
              <a:t> </a:t>
            </a:r>
            <a:r>
              <a:rPr lang="en-US" sz="2600" spc="-25" dirty="0" err="1">
                <a:solidFill>
                  <a:srgbClr val="0432FF"/>
                </a:solidFill>
                <a:latin typeface="Carlito"/>
                <a:cs typeface="Carlito"/>
              </a:rPr>
              <a:t>vụ</a:t>
            </a:r>
            <a:r>
              <a:rPr lang="en-US" sz="2600" spc="-25" dirty="0">
                <a:solidFill>
                  <a:srgbClr val="0432FF"/>
                </a:solidFill>
                <a:latin typeface="Carlito"/>
                <a:cs typeface="Carlito"/>
              </a:rPr>
              <a:t>:</a:t>
            </a:r>
            <a:r>
              <a:rPr lang="en-US" sz="2600" spc="-55" dirty="0">
                <a:solidFill>
                  <a:srgbClr val="0432FF"/>
                </a:solidFill>
                <a:latin typeface="Carlito"/>
                <a:cs typeface="Carlito"/>
              </a:rPr>
              <a:t> </a:t>
            </a:r>
            <a:r>
              <a:rPr lang="en-US" sz="2600" dirty="0" err="1">
                <a:latin typeface="Carlito"/>
                <a:cs typeface="Carlito"/>
              </a:rPr>
              <a:t>nếu</a:t>
            </a:r>
            <a:r>
              <a:rPr lang="en-US" sz="2600" dirty="0">
                <a:latin typeface="Carlito"/>
                <a:cs typeface="Carlito"/>
              </a:rPr>
              <a:t> </a:t>
            </a:r>
            <a:r>
              <a:rPr lang="en-US" sz="2600" dirty="0" err="1">
                <a:latin typeface="Carlito"/>
                <a:cs typeface="Carlito"/>
              </a:rPr>
              <a:t>một</a:t>
            </a:r>
            <a:r>
              <a:rPr lang="en-US" sz="2600" dirty="0">
                <a:latin typeface="Carlito"/>
                <a:cs typeface="Carlito"/>
              </a:rPr>
              <a:t> </a:t>
            </a:r>
            <a:r>
              <a:rPr lang="en-US" sz="2600" dirty="0" err="1">
                <a:latin typeface="Carlito"/>
                <a:cs typeface="Carlito"/>
              </a:rPr>
              <a:t>ngôi</a:t>
            </a:r>
            <a:r>
              <a:rPr lang="en-US" sz="2600" dirty="0">
                <a:latin typeface="Carlito"/>
                <a:cs typeface="Carlito"/>
              </a:rPr>
              <a:t> </a:t>
            </a:r>
            <a:r>
              <a:rPr lang="en-US" sz="2600" dirty="0" err="1">
                <a:latin typeface="Carlito"/>
                <a:cs typeface="Carlito"/>
              </a:rPr>
              <a:t>nhà</a:t>
            </a:r>
            <a:r>
              <a:rPr lang="en-US" sz="2600" dirty="0">
                <a:latin typeface="Carlito"/>
                <a:cs typeface="Carlito"/>
              </a:rPr>
              <a:t> </a:t>
            </a:r>
            <a:r>
              <a:rPr lang="en-US" sz="2600" dirty="0" err="1">
                <a:latin typeface="Carlito"/>
                <a:cs typeface="Carlito"/>
              </a:rPr>
              <a:t>có</a:t>
            </a:r>
            <a:r>
              <a:rPr lang="en-US" sz="2600" dirty="0">
                <a:latin typeface="Carlito"/>
                <a:cs typeface="Carlito"/>
              </a:rPr>
              <a:t> 𝑥 feet </a:t>
            </a:r>
            <a:r>
              <a:rPr lang="en-US" sz="2600" dirty="0" err="1">
                <a:latin typeface="Carlito"/>
                <a:cs typeface="Carlito"/>
              </a:rPr>
              <a:t>vuông</a:t>
            </a:r>
            <a:r>
              <a:rPr lang="en-US" sz="2600" dirty="0">
                <a:latin typeface="Carlito"/>
                <a:cs typeface="Carlito"/>
              </a:rPr>
              <a:t>, </a:t>
            </a:r>
            <a:r>
              <a:rPr lang="en-US" sz="2600" dirty="0" err="1">
                <a:latin typeface="Carlito"/>
                <a:cs typeface="Carlito"/>
              </a:rPr>
              <a:t>hãy</a:t>
            </a:r>
            <a:r>
              <a:rPr lang="en-US" sz="2600" dirty="0">
                <a:latin typeface="Carlito"/>
                <a:cs typeface="Carlito"/>
              </a:rPr>
              <a:t> </a:t>
            </a:r>
            <a:r>
              <a:rPr lang="en-US" sz="2600" dirty="0" err="1">
                <a:latin typeface="Carlito"/>
                <a:cs typeface="Carlito"/>
              </a:rPr>
              <a:t>dự</a:t>
            </a:r>
            <a:r>
              <a:rPr lang="en-US" sz="2600" dirty="0">
                <a:latin typeface="Carlito"/>
                <a:cs typeface="Carlito"/>
              </a:rPr>
              <a:t> </a:t>
            </a:r>
            <a:r>
              <a:rPr lang="en-US" sz="2600" dirty="0" err="1">
                <a:latin typeface="Carlito"/>
                <a:cs typeface="Carlito"/>
              </a:rPr>
              <a:t>đoán</a:t>
            </a:r>
            <a:r>
              <a:rPr lang="en-US" sz="2600" dirty="0">
                <a:latin typeface="Carlito"/>
                <a:cs typeface="Carlito"/>
              </a:rPr>
              <a:t> </a:t>
            </a:r>
            <a:r>
              <a:rPr lang="en-US" sz="2600" dirty="0" err="1">
                <a:latin typeface="Carlito"/>
                <a:cs typeface="Carlito"/>
              </a:rPr>
              <a:t>giá</a:t>
            </a:r>
            <a:r>
              <a:rPr lang="en-US" sz="2600" dirty="0">
                <a:latin typeface="Carlito"/>
                <a:cs typeface="Carlito"/>
              </a:rPr>
              <a:t> </a:t>
            </a:r>
            <a:r>
              <a:rPr lang="en-US" sz="2600" dirty="0" err="1">
                <a:latin typeface="Carlito"/>
                <a:cs typeface="Carlito"/>
              </a:rPr>
              <a:t>của</a:t>
            </a:r>
            <a:r>
              <a:rPr lang="en-US" sz="2600" dirty="0">
                <a:latin typeface="Carlito"/>
                <a:cs typeface="Carlito"/>
              </a:rPr>
              <a:t> </a:t>
            </a:r>
            <a:r>
              <a:rPr lang="en-US" sz="2600" dirty="0" err="1">
                <a:latin typeface="Carlito"/>
                <a:cs typeface="Carlito"/>
              </a:rPr>
              <a:t>nó</a:t>
            </a:r>
            <a:r>
              <a:rPr lang="en-US" sz="2600" dirty="0">
                <a:latin typeface="Carlito"/>
                <a:cs typeface="Carlito"/>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90880"/>
            <a:ext cx="3693413" cy="520655"/>
          </a:xfrm>
          <a:prstGeom prst="rect">
            <a:avLst/>
          </a:prstGeom>
        </p:spPr>
        <p:txBody>
          <a:bodyPr vert="horz" wrap="square" lIns="0" tIns="12700" rIns="0" bIns="0" rtlCol="0">
            <a:spAutoFit/>
          </a:bodyPr>
          <a:lstStyle/>
          <a:p>
            <a:pPr marL="12700">
              <a:lnSpc>
                <a:spcPct val="100000"/>
              </a:lnSpc>
              <a:spcBef>
                <a:spcPts val="100"/>
              </a:spcBef>
            </a:pPr>
            <a:r>
              <a:rPr lang="en-US" dirty="0" err="1"/>
              <a:t>Thêm</a:t>
            </a:r>
            <a:r>
              <a:rPr lang="en-US" dirty="0"/>
              <a:t> </a:t>
            </a:r>
            <a:r>
              <a:rPr lang="en-US" dirty="0" err="1"/>
              <a:t>đặc</a:t>
            </a:r>
            <a:r>
              <a:rPr lang="en-US" dirty="0"/>
              <a:t> </a:t>
            </a:r>
            <a:r>
              <a:rPr lang="en-US" dirty="0" err="1"/>
              <a:t>trưng</a:t>
            </a:r>
            <a:endParaRPr spc="-25" dirty="0"/>
          </a:p>
        </p:txBody>
      </p:sp>
      <p:grpSp>
        <p:nvGrpSpPr>
          <p:cNvPr id="3" name="object 3"/>
          <p:cNvGrpSpPr/>
          <p:nvPr/>
        </p:nvGrpSpPr>
        <p:grpSpPr>
          <a:xfrm>
            <a:off x="5832831" y="1311275"/>
            <a:ext cx="3109595" cy="3336925"/>
            <a:chOff x="5832831" y="3290023"/>
            <a:chExt cx="3109595" cy="3336925"/>
          </a:xfrm>
        </p:grpSpPr>
        <p:pic>
          <p:nvPicPr>
            <p:cNvPr id="4" name="object 4"/>
            <p:cNvPicPr/>
            <p:nvPr/>
          </p:nvPicPr>
          <p:blipFill>
            <a:blip r:embed="rId3" cstate="print"/>
            <a:stretch>
              <a:fillRect/>
            </a:stretch>
          </p:blipFill>
          <p:spPr>
            <a:xfrm>
              <a:off x="5832831" y="3647907"/>
              <a:ext cx="3068612" cy="2978785"/>
            </a:xfrm>
            <a:prstGeom prst="rect">
              <a:avLst/>
            </a:prstGeom>
          </p:spPr>
        </p:pic>
        <p:sp>
          <p:nvSpPr>
            <p:cNvPr id="5" name="object 5"/>
            <p:cNvSpPr/>
            <p:nvPr/>
          </p:nvSpPr>
          <p:spPr>
            <a:xfrm>
              <a:off x="5902033" y="3290023"/>
              <a:ext cx="3040380" cy="2861945"/>
            </a:xfrm>
            <a:custGeom>
              <a:avLst/>
              <a:gdLst/>
              <a:ahLst/>
              <a:cxnLst/>
              <a:rect l="l" t="t" r="r" b="b"/>
              <a:pathLst>
                <a:path w="3040379" h="2861945">
                  <a:moveTo>
                    <a:pt x="3040088" y="2341359"/>
                  </a:moveTo>
                  <a:lnTo>
                    <a:pt x="3030385" y="2332240"/>
                  </a:lnTo>
                  <a:lnTo>
                    <a:pt x="2947035" y="2253767"/>
                  </a:lnTo>
                  <a:lnTo>
                    <a:pt x="2936075" y="2290280"/>
                  </a:lnTo>
                  <a:lnTo>
                    <a:pt x="1269606" y="1790331"/>
                  </a:lnTo>
                  <a:lnTo>
                    <a:pt x="1266190" y="114261"/>
                  </a:lnTo>
                  <a:lnTo>
                    <a:pt x="1304290" y="114185"/>
                  </a:lnTo>
                  <a:lnTo>
                    <a:pt x="1294752" y="95211"/>
                  </a:lnTo>
                  <a:lnTo>
                    <a:pt x="1246911" y="0"/>
                  </a:lnTo>
                  <a:lnTo>
                    <a:pt x="1189990" y="114414"/>
                  </a:lnTo>
                  <a:lnTo>
                    <a:pt x="1228090" y="114338"/>
                  </a:lnTo>
                  <a:lnTo>
                    <a:pt x="1231519" y="1795030"/>
                  </a:lnTo>
                  <a:lnTo>
                    <a:pt x="74980" y="2773045"/>
                  </a:lnTo>
                  <a:lnTo>
                    <a:pt x="50380" y="2743949"/>
                  </a:lnTo>
                  <a:lnTo>
                    <a:pt x="0" y="2861399"/>
                  </a:lnTo>
                  <a:lnTo>
                    <a:pt x="124180" y="2831236"/>
                  </a:lnTo>
                  <a:lnTo>
                    <a:pt x="109969" y="2814434"/>
                  </a:lnTo>
                  <a:lnTo>
                    <a:pt x="99580" y="2802140"/>
                  </a:lnTo>
                  <a:lnTo>
                    <a:pt x="1254442" y="1825548"/>
                  </a:lnTo>
                  <a:lnTo>
                    <a:pt x="2925127" y="2326767"/>
                  </a:lnTo>
                  <a:lnTo>
                    <a:pt x="2914180" y="2363254"/>
                  </a:lnTo>
                  <a:lnTo>
                    <a:pt x="3040088" y="2341359"/>
                  </a:lnTo>
                  <a:close/>
                </a:path>
              </a:pathLst>
            </a:custGeom>
            <a:solidFill>
              <a:srgbClr val="00B050"/>
            </a:solidFill>
          </p:spPr>
          <p:txBody>
            <a:bodyPr wrap="square" lIns="0" tIns="0" rIns="0" bIns="0" rtlCol="0"/>
            <a:lstStyle/>
            <a:p>
              <a:endParaRPr/>
            </a:p>
          </p:txBody>
        </p:sp>
      </p:grpSp>
      <p:sp>
        <p:nvSpPr>
          <p:cNvPr id="6" name="object 6"/>
          <p:cNvSpPr/>
          <p:nvPr/>
        </p:nvSpPr>
        <p:spPr>
          <a:xfrm>
            <a:off x="993561" y="2767002"/>
            <a:ext cx="1603375" cy="278765"/>
          </a:xfrm>
          <a:custGeom>
            <a:avLst/>
            <a:gdLst/>
            <a:ahLst/>
            <a:cxnLst/>
            <a:rect l="l" t="t" r="r" b="b"/>
            <a:pathLst>
              <a:path w="1603375" h="278764">
                <a:moveTo>
                  <a:pt x="1603170" y="0"/>
                </a:moveTo>
                <a:lnTo>
                  <a:pt x="1576847" y="70345"/>
                </a:lnTo>
                <a:lnTo>
                  <a:pt x="1546700" y="98553"/>
                </a:lnTo>
                <a:lnTo>
                  <a:pt x="1507680" y="120346"/>
                </a:lnTo>
                <a:lnTo>
                  <a:pt x="1461623" y="134396"/>
                </a:lnTo>
                <a:lnTo>
                  <a:pt x="1410369" y="139375"/>
                </a:lnTo>
                <a:lnTo>
                  <a:pt x="994387" y="139375"/>
                </a:lnTo>
                <a:lnTo>
                  <a:pt x="943133" y="144353"/>
                </a:lnTo>
                <a:lnTo>
                  <a:pt x="897077" y="158403"/>
                </a:lnTo>
                <a:lnTo>
                  <a:pt x="858056" y="180196"/>
                </a:lnTo>
                <a:lnTo>
                  <a:pt x="827909" y="208404"/>
                </a:lnTo>
                <a:lnTo>
                  <a:pt x="808473" y="241698"/>
                </a:lnTo>
                <a:lnTo>
                  <a:pt x="801586" y="278750"/>
                </a:lnTo>
                <a:lnTo>
                  <a:pt x="794699" y="241698"/>
                </a:lnTo>
                <a:lnTo>
                  <a:pt x="775263" y="208404"/>
                </a:lnTo>
                <a:lnTo>
                  <a:pt x="745116" y="180196"/>
                </a:lnTo>
                <a:lnTo>
                  <a:pt x="706095" y="158403"/>
                </a:lnTo>
                <a:lnTo>
                  <a:pt x="660039" y="144353"/>
                </a:lnTo>
                <a:lnTo>
                  <a:pt x="608785" y="139375"/>
                </a:lnTo>
                <a:lnTo>
                  <a:pt x="192800" y="139375"/>
                </a:lnTo>
                <a:lnTo>
                  <a:pt x="141546" y="134396"/>
                </a:lnTo>
                <a:lnTo>
                  <a:pt x="95490" y="120346"/>
                </a:lnTo>
                <a:lnTo>
                  <a:pt x="56470" y="98553"/>
                </a:lnTo>
                <a:lnTo>
                  <a:pt x="26322" y="70345"/>
                </a:lnTo>
                <a:lnTo>
                  <a:pt x="6887" y="37051"/>
                </a:lnTo>
                <a:lnTo>
                  <a:pt x="0" y="0"/>
                </a:lnTo>
              </a:path>
            </a:pathLst>
          </a:custGeom>
          <a:ln w="28575">
            <a:solidFill>
              <a:srgbClr val="00B050"/>
            </a:solidFill>
          </a:ln>
        </p:spPr>
        <p:txBody>
          <a:bodyPr wrap="square" lIns="0" tIns="0" rIns="0" bIns="0" rtlCol="0"/>
          <a:lstStyle/>
          <a:p>
            <a:endParaRPr/>
          </a:p>
        </p:txBody>
      </p:sp>
      <p:sp>
        <p:nvSpPr>
          <p:cNvPr id="7" name="object 7"/>
          <p:cNvSpPr txBox="1"/>
          <p:nvPr/>
        </p:nvSpPr>
        <p:spPr>
          <a:xfrm>
            <a:off x="466089" y="1113536"/>
            <a:ext cx="4715511" cy="804644"/>
          </a:xfrm>
          <a:prstGeom prst="rect">
            <a:avLst/>
          </a:prstGeom>
        </p:spPr>
        <p:txBody>
          <a:bodyPr vert="horz" wrap="square" lIns="0" tIns="85725" rIns="0" bIns="0" rtlCol="0">
            <a:spAutoFit/>
          </a:bodyPr>
          <a:lstStyle/>
          <a:p>
            <a:pPr marL="256540" indent="-231140">
              <a:lnSpc>
                <a:spcPct val="100000"/>
              </a:lnSpc>
              <a:spcBef>
                <a:spcPts val="675"/>
              </a:spcBef>
              <a:buFont typeface="Arial"/>
              <a:buChar char="•"/>
              <a:tabLst>
                <a:tab pos="256540" algn="l"/>
              </a:tabLst>
            </a:pPr>
            <a:r>
              <a:rPr lang="vi-VN" sz="2100" dirty="0">
                <a:latin typeface="Carlito"/>
                <a:cs typeface="Carlito"/>
              </a:rPr>
              <a:t>Giả sử chúng ta cũng biết kích thước lô</a:t>
            </a:r>
            <a:endParaRPr lang="en-US" sz="2100" dirty="0">
              <a:latin typeface="Carlito"/>
              <a:cs typeface="Carlito"/>
            </a:endParaRPr>
          </a:p>
          <a:p>
            <a:pPr marL="256540" marR="859155" indent="-231140">
              <a:lnSpc>
                <a:spcPts val="3120"/>
              </a:lnSpc>
              <a:spcBef>
                <a:spcPts val="180"/>
              </a:spcBef>
              <a:buFont typeface="Arial"/>
              <a:buChar char="•"/>
              <a:tabLst>
                <a:tab pos="930275" algn="l"/>
                <a:tab pos="2610485" algn="l"/>
                <a:tab pos="3075305" algn="l"/>
              </a:tabLst>
            </a:pPr>
            <a:r>
              <a:rPr lang="en-US" sz="2100" spc="-25" dirty="0" err="1">
                <a:latin typeface="Carlito"/>
                <a:cs typeface="Carlito"/>
              </a:rPr>
              <a:t>Nhiệm</a:t>
            </a:r>
            <a:r>
              <a:rPr lang="en-US" sz="2100" spc="-25" dirty="0">
                <a:latin typeface="Carlito"/>
                <a:cs typeface="Carlito"/>
              </a:rPr>
              <a:t> </a:t>
            </a:r>
            <a:r>
              <a:rPr lang="en-US" sz="2100" spc="-25" dirty="0" err="1">
                <a:latin typeface="Carlito"/>
                <a:cs typeface="Carlito"/>
              </a:rPr>
              <a:t>vụ</a:t>
            </a:r>
            <a:r>
              <a:rPr lang="en-US" sz="2100" spc="-25" dirty="0">
                <a:latin typeface="Carlito"/>
                <a:cs typeface="Carlito"/>
              </a:rPr>
              <a:t>: </a:t>
            </a:r>
            <a:r>
              <a:rPr lang="en-US" sz="2100" spc="-25" dirty="0" err="1">
                <a:latin typeface="Carlito"/>
                <a:cs typeface="Carlito"/>
              </a:rPr>
              <a:t>tìm</a:t>
            </a:r>
            <a:r>
              <a:rPr lang="en-US" sz="2100" spc="-25" dirty="0">
                <a:latin typeface="Carlito"/>
                <a:cs typeface="Carlito"/>
              </a:rPr>
              <a:t> </a:t>
            </a:r>
            <a:r>
              <a:rPr lang="en-US" sz="2100" spc="-25" dirty="0" err="1">
                <a:latin typeface="Carlito"/>
                <a:cs typeface="Carlito"/>
              </a:rPr>
              <a:t>một</a:t>
            </a:r>
            <a:r>
              <a:rPr lang="en-US" sz="2100" spc="-25" dirty="0">
                <a:latin typeface="Carlito"/>
                <a:cs typeface="Carlito"/>
              </a:rPr>
              <a:t> </a:t>
            </a:r>
            <a:r>
              <a:rPr lang="en-US" sz="2100" spc="-25" dirty="0" err="1">
                <a:latin typeface="Carlito"/>
                <a:cs typeface="Carlito"/>
              </a:rPr>
              <a:t>hàm</a:t>
            </a:r>
            <a:r>
              <a:rPr lang="en-US" sz="2100" spc="-25" dirty="0">
                <a:latin typeface="Carlito"/>
                <a:cs typeface="Carlito"/>
              </a:rPr>
              <a:t> </a:t>
            </a:r>
            <a:r>
              <a:rPr lang="en-US" sz="2100" spc="-25" dirty="0" err="1">
                <a:latin typeface="Carlito"/>
                <a:cs typeface="Carlito"/>
              </a:rPr>
              <a:t>ánh</a:t>
            </a:r>
            <a:r>
              <a:rPr lang="en-US" sz="2100" spc="-25" dirty="0">
                <a:latin typeface="Carlito"/>
                <a:cs typeface="Carlito"/>
              </a:rPr>
              <a:t> </a:t>
            </a:r>
            <a:r>
              <a:rPr lang="en-US" sz="2100" spc="-25" dirty="0" err="1">
                <a:latin typeface="Carlito"/>
                <a:cs typeface="Carlito"/>
              </a:rPr>
              <a:t>xạ</a:t>
            </a:r>
            <a:r>
              <a:rPr lang="en-US" sz="2100" dirty="0">
                <a:latin typeface="Carlito"/>
                <a:cs typeface="Carlito"/>
              </a:rPr>
              <a:t>	</a:t>
            </a:r>
          </a:p>
        </p:txBody>
      </p:sp>
      <p:sp>
        <p:nvSpPr>
          <p:cNvPr id="8" name="object 8"/>
          <p:cNvSpPr/>
          <p:nvPr/>
        </p:nvSpPr>
        <p:spPr>
          <a:xfrm>
            <a:off x="3190419" y="2796263"/>
            <a:ext cx="960119" cy="274320"/>
          </a:xfrm>
          <a:custGeom>
            <a:avLst/>
            <a:gdLst/>
            <a:ahLst/>
            <a:cxnLst/>
            <a:rect l="l" t="t" r="r" b="b"/>
            <a:pathLst>
              <a:path w="960120" h="274319">
                <a:moveTo>
                  <a:pt x="960120" y="0"/>
                </a:moveTo>
                <a:lnTo>
                  <a:pt x="934215" y="69227"/>
                </a:lnTo>
                <a:lnTo>
                  <a:pt x="904547" y="96986"/>
                </a:lnTo>
                <a:lnTo>
                  <a:pt x="866146" y="118433"/>
                </a:lnTo>
                <a:lnTo>
                  <a:pt x="820821" y="132260"/>
                </a:lnTo>
                <a:lnTo>
                  <a:pt x="770381" y="137160"/>
                </a:lnTo>
                <a:lnTo>
                  <a:pt x="669799" y="137160"/>
                </a:lnTo>
                <a:lnTo>
                  <a:pt x="619359" y="142059"/>
                </a:lnTo>
                <a:lnTo>
                  <a:pt x="574034" y="155886"/>
                </a:lnTo>
                <a:lnTo>
                  <a:pt x="535633" y="177333"/>
                </a:lnTo>
                <a:lnTo>
                  <a:pt x="505965" y="205093"/>
                </a:lnTo>
                <a:lnTo>
                  <a:pt x="480060" y="274321"/>
                </a:lnTo>
                <a:lnTo>
                  <a:pt x="473282" y="237858"/>
                </a:lnTo>
                <a:lnTo>
                  <a:pt x="424486" y="177333"/>
                </a:lnTo>
                <a:lnTo>
                  <a:pt x="386086" y="155886"/>
                </a:lnTo>
                <a:lnTo>
                  <a:pt x="340761" y="142059"/>
                </a:lnTo>
                <a:lnTo>
                  <a:pt x="290321" y="137160"/>
                </a:lnTo>
                <a:lnTo>
                  <a:pt x="189739" y="137160"/>
                </a:lnTo>
                <a:lnTo>
                  <a:pt x="139298" y="132260"/>
                </a:lnTo>
                <a:lnTo>
                  <a:pt x="93974" y="118433"/>
                </a:lnTo>
                <a:lnTo>
                  <a:pt x="55573" y="96986"/>
                </a:lnTo>
                <a:lnTo>
                  <a:pt x="25904" y="69227"/>
                </a:lnTo>
                <a:lnTo>
                  <a:pt x="6777" y="36462"/>
                </a:lnTo>
                <a:lnTo>
                  <a:pt x="0" y="0"/>
                </a:lnTo>
              </a:path>
            </a:pathLst>
          </a:custGeom>
          <a:ln w="28575">
            <a:solidFill>
              <a:srgbClr val="00B050"/>
            </a:solidFill>
          </a:ln>
        </p:spPr>
        <p:txBody>
          <a:bodyPr wrap="square" lIns="0" tIns="0" rIns="0" bIns="0" rtlCol="0"/>
          <a:lstStyle/>
          <a:p>
            <a:endParaRPr/>
          </a:p>
        </p:txBody>
      </p:sp>
      <p:sp>
        <p:nvSpPr>
          <p:cNvPr id="9" name="object 9"/>
          <p:cNvSpPr txBox="1"/>
          <p:nvPr/>
        </p:nvSpPr>
        <p:spPr>
          <a:xfrm>
            <a:off x="7292708" y="1043851"/>
            <a:ext cx="203200" cy="406400"/>
          </a:xfrm>
          <a:prstGeom prst="rect">
            <a:avLst/>
          </a:prstGeom>
        </p:spPr>
        <p:txBody>
          <a:bodyPr vert="horz" wrap="square" lIns="0" tIns="12700" rIns="0" bIns="0" rtlCol="0">
            <a:spAutoFit/>
          </a:bodyPr>
          <a:lstStyle/>
          <a:p>
            <a:pPr marL="12700">
              <a:lnSpc>
                <a:spcPct val="100000"/>
              </a:lnSpc>
              <a:spcBef>
                <a:spcPts val="100"/>
              </a:spcBef>
            </a:pPr>
            <a:r>
              <a:rPr sz="2500" spc="-590" dirty="0">
                <a:latin typeface="DejaVu Math TeX Gyre"/>
                <a:cs typeface="DejaVu Math TeX Gyre"/>
              </a:rPr>
              <a:t>𝑦</a:t>
            </a:r>
            <a:endParaRPr sz="2500">
              <a:latin typeface="DejaVu Math TeX Gyre"/>
              <a:cs typeface="DejaVu Math TeX Gyre"/>
            </a:endParaRPr>
          </a:p>
        </p:txBody>
      </p:sp>
      <p:sp>
        <p:nvSpPr>
          <p:cNvPr id="10" name="object 10"/>
          <p:cNvSpPr txBox="1"/>
          <p:nvPr/>
        </p:nvSpPr>
        <p:spPr>
          <a:xfrm>
            <a:off x="5664162" y="4094899"/>
            <a:ext cx="366395" cy="406400"/>
          </a:xfrm>
          <a:prstGeom prst="rect">
            <a:avLst/>
          </a:prstGeom>
        </p:spPr>
        <p:txBody>
          <a:bodyPr vert="horz" wrap="square" lIns="0" tIns="12700" rIns="0" bIns="0" rtlCol="0">
            <a:spAutoFit/>
          </a:bodyPr>
          <a:lstStyle/>
          <a:p>
            <a:pPr marL="38100">
              <a:lnSpc>
                <a:spcPct val="100000"/>
              </a:lnSpc>
              <a:spcBef>
                <a:spcPts val="100"/>
              </a:spcBef>
            </a:pPr>
            <a:r>
              <a:rPr sz="2500" spc="-330" dirty="0">
                <a:latin typeface="DejaVu Math TeX Gyre"/>
                <a:cs typeface="DejaVu Math TeX Gyre"/>
              </a:rPr>
              <a:t>𝑥</a:t>
            </a:r>
            <a:r>
              <a:rPr sz="2700" spc="-494" baseline="-15432" dirty="0">
                <a:latin typeface="TeX Gyre Bonum Math"/>
                <a:cs typeface="TeX Gyre Bonum Math"/>
              </a:rPr>
              <a:t>1</a:t>
            </a:r>
            <a:endParaRPr sz="2700" baseline="-15432" dirty="0">
              <a:latin typeface="TeX Gyre Bonum Math"/>
              <a:cs typeface="TeX Gyre Bonum Math"/>
            </a:endParaRPr>
          </a:p>
        </p:txBody>
      </p:sp>
      <p:sp>
        <p:nvSpPr>
          <p:cNvPr id="11" name="object 11"/>
          <p:cNvSpPr txBox="1"/>
          <p:nvPr/>
        </p:nvSpPr>
        <p:spPr>
          <a:xfrm>
            <a:off x="8752001" y="3086011"/>
            <a:ext cx="374015" cy="406400"/>
          </a:xfrm>
          <a:prstGeom prst="rect">
            <a:avLst/>
          </a:prstGeom>
        </p:spPr>
        <p:txBody>
          <a:bodyPr vert="horz" wrap="square" lIns="0" tIns="12700" rIns="0" bIns="0" rtlCol="0">
            <a:spAutoFit/>
          </a:bodyPr>
          <a:lstStyle/>
          <a:p>
            <a:pPr marL="38100">
              <a:lnSpc>
                <a:spcPct val="100000"/>
              </a:lnSpc>
              <a:spcBef>
                <a:spcPts val="100"/>
              </a:spcBef>
            </a:pPr>
            <a:r>
              <a:rPr sz="2500" spc="-305" dirty="0">
                <a:latin typeface="DejaVu Math TeX Gyre"/>
                <a:cs typeface="DejaVu Math TeX Gyre"/>
              </a:rPr>
              <a:t>𝑥</a:t>
            </a:r>
            <a:r>
              <a:rPr sz="2700" spc="-457" baseline="-15432" dirty="0">
                <a:latin typeface="TeX Gyre Bonum Math"/>
                <a:cs typeface="TeX Gyre Bonum Math"/>
              </a:rPr>
              <a:t>2</a:t>
            </a:r>
            <a:endParaRPr sz="2700" baseline="-15432">
              <a:latin typeface="TeX Gyre Bonum Math"/>
              <a:cs typeface="TeX Gyre Bonum Math"/>
            </a:endParaRPr>
          </a:p>
        </p:txBody>
      </p:sp>
      <mc:AlternateContent xmlns:mc="http://schemas.openxmlformats.org/markup-compatibility/2006" xmlns:a14="http://schemas.microsoft.com/office/drawing/2010/main">
        <mc:Choice Requires="a14">
          <p:sp>
            <p:nvSpPr>
              <p:cNvPr id="15" name="object 15"/>
              <p:cNvSpPr txBox="1"/>
              <p:nvPr/>
            </p:nvSpPr>
            <p:spPr>
              <a:xfrm>
                <a:off x="3932" y="4533901"/>
                <a:ext cx="5589867" cy="1070934"/>
              </a:xfrm>
              <a:prstGeom prst="rect">
                <a:avLst/>
              </a:prstGeom>
            </p:spPr>
            <p:txBody>
              <a:bodyPr vert="horz" wrap="square" lIns="0" tIns="12700" rIns="0" bIns="0" rtlCol="0" anchor="ctr">
                <a:spAutoFit/>
              </a:bodyPr>
              <a:lstStyle/>
              <a:p>
                <a:pPr marL="346710" indent="-295910">
                  <a:lnSpc>
                    <a:spcPct val="100000"/>
                  </a:lnSpc>
                  <a:spcBef>
                    <a:spcPts val="100"/>
                  </a:spcBef>
                  <a:buClr>
                    <a:srgbClr val="2F5597"/>
                  </a:buClr>
                  <a:buSzPct val="84615"/>
                  <a:buFont typeface="Wingdings"/>
                  <a:buChar char=""/>
                  <a:tabLst>
                    <a:tab pos="346710" algn="l"/>
                    <a:tab pos="1685289" algn="l"/>
                    <a:tab pos="3058160" algn="l"/>
                  </a:tabLst>
                </a:pPr>
                <a:r>
                  <a:rPr lang="en-US" sz="2600" spc="-10" dirty="0">
                    <a:latin typeface="Carlito"/>
                    <a:cs typeface="Carlito"/>
                  </a:rPr>
                  <a:t>Bộ </a:t>
                </a:r>
                <a:r>
                  <a:rPr lang="en-US" sz="2600" spc="-10" dirty="0" err="1">
                    <a:latin typeface="Carlito"/>
                    <a:cs typeface="Carlito"/>
                  </a:rPr>
                  <a:t>dữ</a:t>
                </a:r>
                <a:r>
                  <a:rPr lang="en-US" sz="2600" spc="-10" dirty="0">
                    <a:latin typeface="Carlito"/>
                    <a:cs typeface="Carlito"/>
                  </a:rPr>
                  <a:t> </a:t>
                </a:r>
                <a:r>
                  <a:rPr lang="en-US" sz="2600" spc="-10" dirty="0" err="1">
                    <a:latin typeface="Carlito"/>
                    <a:cs typeface="Carlito"/>
                  </a:rPr>
                  <a:t>liệu</a:t>
                </a:r>
                <a:r>
                  <a:rPr lang="en-US" sz="2600" spc="-10" dirty="0">
                    <a:latin typeface="Carlito"/>
                    <a:cs typeface="Carlito"/>
                  </a:rPr>
                  <a:t>: </a:t>
                </a:r>
                <a14:m>
                  <m:oMath xmlns:m="http://schemas.openxmlformats.org/officeDocument/2006/math">
                    <m:d>
                      <m:dPr>
                        <m:ctrlPr>
                          <a:rPr lang="en-US" sz="2600" i="1" spc="-10" smtClean="0">
                            <a:latin typeface="Cambria Math" panose="02040503050406030204" pitchFamily="18" charset="0"/>
                          </a:rPr>
                        </m:ctrlPr>
                      </m:dPr>
                      <m:e>
                        <m:sSup>
                          <m:sSupPr>
                            <m:ctrlPr>
                              <a:rPr lang="en-US" sz="2600" i="1" spc="-10" smtClean="0">
                                <a:latin typeface="Cambria Math" panose="02040503050406030204" pitchFamily="18" charset="0"/>
                              </a:rPr>
                            </m:ctrlPr>
                          </m:sSupPr>
                          <m:e>
                            <m:r>
                              <a:rPr lang="en-US" sz="2600" b="0" i="1" spc="-10" smtClean="0">
                                <a:latin typeface="Cambria Math" panose="02040503050406030204" pitchFamily="18" charset="0"/>
                              </a:rPr>
                              <m:t>𝑥</m:t>
                            </m:r>
                          </m:e>
                          <m:sup>
                            <m:r>
                              <a:rPr lang="en-US" sz="2600" b="0" i="1" spc="-10" smtClean="0">
                                <a:latin typeface="Cambria Math" panose="02040503050406030204" pitchFamily="18" charset="0"/>
                              </a:rPr>
                              <m:t>(</m:t>
                            </m:r>
                            <m:r>
                              <a:rPr lang="en-US" sz="2600" b="0" i="1" spc="-10" smtClean="0">
                                <a:latin typeface="Cambria Math" panose="02040503050406030204" pitchFamily="18" charset="0"/>
                              </a:rPr>
                              <m:t>1</m:t>
                            </m:r>
                            <m:r>
                              <a:rPr lang="en-US" sz="2600" b="0" i="1" spc="-10" smtClean="0">
                                <a:latin typeface="Cambria Math" panose="02040503050406030204" pitchFamily="18" charset="0"/>
                              </a:rPr>
                              <m:t>)</m:t>
                            </m:r>
                          </m:sup>
                        </m:sSup>
                        <m:r>
                          <a:rPr lang="en-US" sz="2600" b="0" i="1" spc="-10" smtClean="0">
                            <a:latin typeface="Cambria Math" panose="02040503050406030204" pitchFamily="18" charset="0"/>
                          </a:rPr>
                          <m:t>,</m:t>
                        </m:r>
                        <m:sSup>
                          <m:sSupPr>
                            <m:ctrlPr>
                              <a:rPr lang="en-US" sz="2600" b="0" i="1" spc="-10" smtClean="0">
                                <a:latin typeface="Cambria Math" panose="02040503050406030204" pitchFamily="18" charset="0"/>
                              </a:rPr>
                            </m:ctrlPr>
                          </m:sSupPr>
                          <m:e>
                            <m:r>
                              <a:rPr lang="en-US" sz="2600" b="0" i="1" spc="-10" smtClean="0">
                                <a:latin typeface="Cambria Math" panose="02040503050406030204" pitchFamily="18" charset="0"/>
                              </a:rPr>
                              <m:t>𝑦</m:t>
                            </m:r>
                          </m:e>
                          <m:sup>
                            <m:r>
                              <a:rPr lang="en-US" sz="2600" b="0" i="1" spc="-10" smtClean="0">
                                <a:latin typeface="Cambria Math" panose="02040503050406030204" pitchFamily="18" charset="0"/>
                              </a:rPr>
                              <m:t>(</m:t>
                            </m:r>
                            <m:r>
                              <a:rPr lang="en-US" sz="2600" b="0" i="1" spc="-10" smtClean="0">
                                <a:latin typeface="Cambria Math" panose="02040503050406030204" pitchFamily="18" charset="0"/>
                              </a:rPr>
                              <m:t>1</m:t>
                            </m:r>
                            <m:r>
                              <a:rPr lang="en-US" sz="2600" b="0" i="1" spc="-10" smtClean="0">
                                <a:latin typeface="Cambria Math" panose="02040503050406030204" pitchFamily="18" charset="0"/>
                              </a:rPr>
                              <m:t>)</m:t>
                            </m:r>
                          </m:sup>
                        </m:sSup>
                      </m:e>
                    </m:d>
                    <m:r>
                      <a:rPr lang="en-US" sz="2600" b="0" i="1" spc="-10" smtClean="0">
                        <a:latin typeface="Cambria Math" panose="02040503050406030204" pitchFamily="18" charset="0"/>
                      </a:rPr>
                      <m:t>,…,</m:t>
                    </m:r>
                    <m:d>
                      <m:dPr>
                        <m:ctrlPr>
                          <a:rPr lang="en-US" sz="2600" b="0" i="1" spc="-10" smtClean="0">
                            <a:latin typeface="Cambria Math" panose="02040503050406030204" pitchFamily="18" charset="0"/>
                          </a:rPr>
                        </m:ctrlPr>
                      </m:dPr>
                      <m:e>
                        <m:sSup>
                          <m:sSupPr>
                            <m:ctrlPr>
                              <a:rPr lang="en-US" sz="2600" b="0" i="1" spc="-10" smtClean="0">
                                <a:latin typeface="Cambria Math" panose="02040503050406030204" pitchFamily="18" charset="0"/>
                              </a:rPr>
                            </m:ctrlPr>
                          </m:sSupPr>
                          <m:e>
                            <m:r>
                              <a:rPr lang="en-US" sz="2600" b="0" i="1" spc="-10" smtClean="0">
                                <a:latin typeface="Cambria Math" panose="02040503050406030204" pitchFamily="18" charset="0"/>
                              </a:rPr>
                              <m:t>𝑥</m:t>
                            </m:r>
                          </m:e>
                          <m:sup>
                            <m:d>
                              <m:dPr>
                                <m:ctrlPr>
                                  <a:rPr lang="en-US" sz="2600" b="0" i="1" spc="-10" smtClean="0">
                                    <a:latin typeface="Cambria Math" panose="02040503050406030204" pitchFamily="18" charset="0"/>
                                  </a:rPr>
                                </m:ctrlPr>
                              </m:dPr>
                              <m:e>
                                <m:r>
                                  <a:rPr lang="en-US" sz="2600" b="0" i="1" spc="-10" smtClean="0">
                                    <a:latin typeface="Cambria Math" panose="02040503050406030204" pitchFamily="18" charset="0"/>
                                  </a:rPr>
                                  <m:t>𝑛</m:t>
                                </m:r>
                              </m:e>
                            </m:d>
                          </m:sup>
                        </m:sSup>
                        <m:r>
                          <a:rPr lang="en-US" sz="2600" b="0" i="1" spc="-10" smtClean="0">
                            <a:latin typeface="Cambria Math" panose="02040503050406030204" pitchFamily="18" charset="0"/>
                          </a:rPr>
                          <m:t>,</m:t>
                        </m:r>
                        <m:sSup>
                          <m:sSupPr>
                            <m:ctrlPr>
                              <a:rPr lang="en-US" sz="2600" b="0" i="1" spc="-10" smtClean="0">
                                <a:latin typeface="Cambria Math" panose="02040503050406030204" pitchFamily="18" charset="0"/>
                              </a:rPr>
                            </m:ctrlPr>
                          </m:sSupPr>
                          <m:e>
                            <m:r>
                              <a:rPr lang="en-US" sz="2600" b="0" i="1" spc="-10" smtClean="0">
                                <a:latin typeface="Cambria Math" panose="02040503050406030204" pitchFamily="18" charset="0"/>
                              </a:rPr>
                              <m:t>𝑦</m:t>
                            </m:r>
                          </m:e>
                          <m:sup>
                            <m:d>
                              <m:dPr>
                                <m:ctrlPr>
                                  <a:rPr lang="en-US" sz="2600" b="0" i="1" spc="-10" smtClean="0">
                                    <a:latin typeface="Cambria Math" panose="02040503050406030204" pitchFamily="18" charset="0"/>
                                  </a:rPr>
                                </m:ctrlPr>
                              </m:dPr>
                              <m:e>
                                <m:r>
                                  <a:rPr lang="en-US" sz="2600" b="0" i="1" spc="-10" smtClean="0">
                                    <a:latin typeface="Cambria Math" panose="02040503050406030204" pitchFamily="18" charset="0"/>
                                  </a:rPr>
                                  <m:t>𝑛</m:t>
                                </m:r>
                              </m:e>
                            </m:d>
                          </m:sup>
                        </m:sSup>
                      </m:e>
                    </m:d>
                  </m:oMath>
                </a14:m>
                <a:r>
                  <a:rPr lang="en-US" sz="2600" dirty="0">
                    <a:latin typeface="FreeSerif"/>
                    <a:cs typeface="FreeSerif"/>
                  </a:rPr>
                  <a:t> </a:t>
                </a:r>
                <a:r>
                  <a:rPr lang="en-US" sz="2600" dirty="0" err="1">
                    <a:latin typeface="FreeSerif"/>
                    <a:cs typeface="FreeSerif"/>
                  </a:rPr>
                  <a:t>với</a:t>
                </a:r>
                <a:r>
                  <a:rPr lang="en-US" sz="2600" dirty="0">
                    <a:latin typeface="FreeSerif"/>
                    <a:cs typeface="FreeSerif"/>
                  </a:rPr>
                  <a:t> </a:t>
                </a:r>
                <a14:m>
                  <m:oMath xmlns:m="http://schemas.openxmlformats.org/officeDocument/2006/math">
                    <m:sSup>
                      <m:sSupPr>
                        <m:ctrlPr>
                          <a:rPr lang="en-US" sz="2600" i="1" smtClean="0">
                            <a:latin typeface="Cambria Math" panose="02040503050406030204" pitchFamily="18" charset="0"/>
                          </a:rPr>
                        </m:ctrlPr>
                      </m:sSupPr>
                      <m:e>
                        <m:r>
                          <a:rPr lang="en-US" sz="2600" b="0" i="1" smtClean="0">
                            <a:latin typeface="Cambria Math" panose="02040503050406030204" pitchFamily="18" charset="0"/>
                          </a:rPr>
                          <m:t>𝑥</m:t>
                        </m:r>
                      </m:e>
                      <m:sup>
                        <m:r>
                          <a:rPr lang="en-US" sz="2600" b="0" i="1" smtClean="0">
                            <a:latin typeface="Cambria Math" panose="02040503050406030204" pitchFamily="18" charset="0"/>
                          </a:rPr>
                          <m:t>(</m:t>
                        </m:r>
                        <m:r>
                          <a:rPr lang="en-US" sz="2600" b="0" i="1" smtClean="0">
                            <a:latin typeface="Cambria Math" panose="02040503050406030204" pitchFamily="18" charset="0"/>
                          </a:rPr>
                          <m:t>𝑖</m:t>
                        </m:r>
                        <m:r>
                          <a:rPr lang="en-US" sz="2600" b="0" i="1" smtClean="0">
                            <a:latin typeface="Cambria Math" panose="02040503050406030204" pitchFamily="18" charset="0"/>
                          </a:rPr>
                          <m:t>)</m:t>
                        </m:r>
                      </m:sup>
                    </m:sSup>
                    <m:r>
                      <a:rPr lang="en-US" sz="2600" b="0" i="1" smtClean="0">
                        <a:latin typeface="Cambria Math" panose="02040503050406030204" pitchFamily="18" charset="0"/>
                      </a:rPr>
                      <m:t>=</m:t>
                    </m:r>
                    <m:d>
                      <m:dPr>
                        <m:ctrlPr>
                          <a:rPr lang="en-US" sz="2600" b="0" i="1" smtClean="0">
                            <a:latin typeface="Cambria Math" panose="02040503050406030204" pitchFamily="18" charset="0"/>
                          </a:rPr>
                        </m:ctrlPr>
                      </m:dPr>
                      <m:e>
                        <m:sSubSup>
                          <m:sSubSupPr>
                            <m:ctrlPr>
                              <a:rPr lang="en-US" sz="2600" b="0" i="1" smtClean="0">
                                <a:latin typeface="Cambria Math" panose="02040503050406030204" pitchFamily="18" charset="0"/>
                              </a:rPr>
                            </m:ctrlPr>
                          </m:sSubSupPr>
                          <m:e>
                            <m:r>
                              <a:rPr lang="en-US" sz="2600" b="0" i="1" smtClean="0">
                                <a:latin typeface="Cambria Math" panose="02040503050406030204" pitchFamily="18" charset="0"/>
                              </a:rPr>
                              <m:t>𝑥</m:t>
                            </m:r>
                          </m:e>
                          <m:sub>
                            <m:r>
                              <a:rPr lang="en-US" sz="2600" b="0" i="1" smtClean="0">
                                <a:latin typeface="Cambria Math" panose="02040503050406030204" pitchFamily="18" charset="0"/>
                              </a:rPr>
                              <m:t>1</m:t>
                            </m:r>
                          </m:sub>
                          <m:sup>
                            <m:r>
                              <a:rPr lang="en-US" sz="2600" b="0" i="1" smtClean="0">
                                <a:latin typeface="Cambria Math" panose="02040503050406030204" pitchFamily="18" charset="0"/>
                              </a:rPr>
                              <m:t>(</m:t>
                            </m:r>
                            <m:r>
                              <a:rPr lang="en-US" sz="2600" b="0" i="1" smtClean="0">
                                <a:latin typeface="Cambria Math" panose="02040503050406030204" pitchFamily="18" charset="0"/>
                              </a:rPr>
                              <m:t>𝑖</m:t>
                            </m:r>
                            <m:r>
                              <a:rPr lang="en-US" sz="2600" b="0" i="1" smtClean="0">
                                <a:latin typeface="Cambria Math" panose="02040503050406030204" pitchFamily="18" charset="0"/>
                              </a:rPr>
                              <m:t>)</m:t>
                            </m:r>
                          </m:sup>
                        </m:sSubSup>
                        <m:r>
                          <a:rPr lang="en-US" sz="2600" b="0" i="1" smtClean="0">
                            <a:latin typeface="Cambria Math" panose="02040503050406030204" pitchFamily="18" charset="0"/>
                          </a:rPr>
                          <m:t>,</m:t>
                        </m:r>
                        <m:sSubSup>
                          <m:sSubSupPr>
                            <m:ctrlPr>
                              <a:rPr lang="en-US" sz="2600" b="0" i="1" smtClean="0">
                                <a:latin typeface="Cambria Math" panose="02040503050406030204" pitchFamily="18" charset="0"/>
                              </a:rPr>
                            </m:ctrlPr>
                          </m:sSubSupPr>
                          <m:e>
                            <m:r>
                              <a:rPr lang="en-US" sz="2600" b="0" i="1" smtClean="0">
                                <a:latin typeface="Cambria Math" panose="02040503050406030204" pitchFamily="18" charset="0"/>
                              </a:rPr>
                              <m:t>𝑥</m:t>
                            </m:r>
                          </m:e>
                          <m:sub>
                            <m:r>
                              <a:rPr lang="en-US" sz="2600" b="0" i="1" smtClean="0">
                                <a:latin typeface="Cambria Math" panose="02040503050406030204" pitchFamily="18" charset="0"/>
                              </a:rPr>
                              <m:t>2</m:t>
                            </m:r>
                          </m:sub>
                          <m:sup>
                            <m:r>
                              <a:rPr lang="en-US" sz="2600" b="0" i="1" smtClean="0">
                                <a:latin typeface="Cambria Math" panose="02040503050406030204" pitchFamily="18" charset="0"/>
                              </a:rPr>
                              <m:t>(</m:t>
                            </m:r>
                            <m:r>
                              <a:rPr lang="en-US" sz="2600" b="0" i="1" smtClean="0">
                                <a:latin typeface="Cambria Math" panose="02040503050406030204" pitchFamily="18" charset="0"/>
                              </a:rPr>
                              <m:t>𝑖</m:t>
                            </m:r>
                            <m:r>
                              <a:rPr lang="en-US" sz="2600" b="0" i="1" smtClean="0">
                                <a:latin typeface="Cambria Math" panose="02040503050406030204" pitchFamily="18" charset="0"/>
                              </a:rPr>
                              <m:t>)</m:t>
                            </m:r>
                          </m:sup>
                        </m:sSubSup>
                      </m:e>
                    </m:d>
                  </m:oMath>
                </a14:m>
                <a:endParaRPr sz="2600" dirty="0">
                  <a:latin typeface="FreeSerif"/>
                  <a:cs typeface="FreeSerif"/>
                </a:endParaRPr>
              </a:p>
            </p:txBody>
          </p:sp>
        </mc:Choice>
        <mc:Fallback xmlns="">
          <p:sp>
            <p:nvSpPr>
              <p:cNvPr id="15" name="object 15"/>
              <p:cNvSpPr txBox="1">
                <a:spLocks noRot="1" noChangeAspect="1" noMove="1" noResize="1" noEditPoints="1" noAdjustHandles="1" noChangeArrowheads="1" noChangeShapeType="1" noTextEdit="1"/>
              </p:cNvSpPr>
              <p:nvPr/>
            </p:nvSpPr>
            <p:spPr>
              <a:xfrm>
                <a:off x="3932" y="4533901"/>
                <a:ext cx="5589867" cy="1070934"/>
              </a:xfrm>
              <a:prstGeom prst="rect">
                <a:avLst/>
              </a:prstGeom>
              <a:blipFill>
                <a:blip r:embed="rId4"/>
                <a:stretch>
                  <a:fillRect l="-1963" t="-4000" b="-10857"/>
                </a:stretch>
              </a:blipFill>
            </p:spPr>
            <p:txBody>
              <a:bodyPr/>
              <a:lstStyle/>
              <a:p>
                <a:r>
                  <a:rPr lang="en-US">
                    <a:noFill/>
                  </a:rPr>
                  <a:t> </a:t>
                </a:r>
              </a:p>
            </p:txBody>
          </p:sp>
        </mc:Fallback>
      </mc:AlternateContent>
      <p:sp>
        <p:nvSpPr>
          <p:cNvPr id="18" name="object 18"/>
          <p:cNvSpPr txBox="1"/>
          <p:nvPr/>
        </p:nvSpPr>
        <p:spPr>
          <a:xfrm>
            <a:off x="3932" y="5987625"/>
            <a:ext cx="5589866" cy="412934"/>
          </a:xfrm>
          <a:prstGeom prst="rect">
            <a:avLst/>
          </a:prstGeom>
        </p:spPr>
        <p:txBody>
          <a:bodyPr vert="horz" wrap="square" lIns="0" tIns="12700" rIns="0" bIns="0" rtlCol="0" anchor="ctr">
            <a:spAutoFit/>
          </a:bodyPr>
          <a:lstStyle/>
          <a:p>
            <a:pPr marL="359410" indent="-295910">
              <a:lnSpc>
                <a:spcPct val="100000"/>
              </a:lnSpc>
              <a:spcBef>
                <a:spcPts val="570"/>
              </a:spcBef>
              <a:buClr>
                <a:srgbClr val="2F5597"/>
              </a:buClr>
              <a:buSzPct val="84615"/>
              <a:buFont typeface="Wingdings"/>
              <a:buChar char=""/>
              <a:tabLst>
                <a:tab pos="359410" algn="l"/>
              </a:tabLst>
            </a:pPr>
            <a:r>
              <a:rPr lang="en-US" sz="2600" dirty="0">
                <a:latin typeface="Carlito"/>
                <a:cs typeface="Carlito"/>
              </a:rPr>
              <a:t>“</a:t>
            </a:r>
            <a:r>
              <a:rPr sz="2600" dirty="0">
                <a:latin typeface="Carlito"/>
                <a:cs typeface="Carlito"/>
              </a:rPr>
              <a:t>Supervision”</a:t>
            </a:r>
            <a:r>
              <a:rPr sz="2600" spc="-110" dirty="0">
                <a:latin typeface="Carlito"/>
                <a:cs typeface="Carlito"/>
              </a:rPr>
              <a:t> </a:t>
            </a:r>
            <a:r>
              <a:rPr lang="en-US" sz="2600" spc="-20" dirty="0" err="1">
                <a:latin typeface="Carlito"/>
                <a:cs typeface="Carlito"/>
              </a:rPr>
              <a:t>đề</a:t>
            </a:r>
            <a:r>
              <a:rPr lang="en-US" sz="2600" spc="-20" dirty="0">
                <a:latin typeface="Carlito"/>
                <a:cs typeface="Carlito"/>
              </a:rPr>
              <a:t> </a:t>
            </a:r>
            <a:r>
              <a:rPr lang="en-US" sz="2600" spc="-20" dirty="0" err="1">
                <a:latin typeface="Carlito"/>
                <a:cs typeface="Carlito"/>
              </a:rPr>
              <a:t>cập</a:t>
            </a:r>
            <a:r>
              <a:rPr lang="en-US" sz="2600" spc="-20" dirty="0">
                <a:latin typeface="Carlito"/>
                <a:cs typeface="Carlito"/>
              </a:rPr>
              <a:t> </a:t>
            </a:r>
            <a:r>
              <a:rPr lang="en-US" sz="2600" spc="-20" dirty="0" err="1">
                <a:latin typeface="Carlito"/>
                <a:cs typeface="Carlito"/>
              </a:rPr>
              <a:t>đến</a:t>
            </a:r>
            <a:r>
              <a:rPr lang="en-US" sz="2600" spc="-20" dirty="0">
                <a:latin typeface="Carlito"/>
                <a:cs typeface="Carlito"/>
              </a:rPr>
              <a:t> </a:t>
            </a:r>
            <a:r>
              <a:rPr sz="2600" spc="165" dirty="0">
                <a:latin typeface="FreeSerif"/>
                <a:cs typeface="FreeSerif"/>
              </a:rPr>
              <a:t>𝑦</a:t>
            </a:r>
            <a:r>
              <a:rPr sz="2850" spc="247" baseline="27777" dirty="0">
                <a:latin typeface="FreeSerif"/>
                <a:cs typeface="FreeSerif"/>
              </a:rPr>
              <a:t>(1)</a:t>
            </a:r>
            <a:r>
              <a:rPr sz="2600" spc="165" dirty="0">
                <a:latin typeface="FreeSerif"/>
                <a:cs typeface="FreeSerif"/>
              </a:rPr>
              <a:t>,</a:t>
            </a:r>
            <a:r>
              <a:rPr sz="2600" spc="-215" dirty="0">
                <a:latin typeface="FreeSerif"/>
                <a:cs typeface="FreeSerif"/>
              </a:rPr>
              <a:t> </a:t>
            </a:r>
            <a:r>
              <a:rPr sz="2600" spc="-650" dirty="0">
                <a:latin typeface="FreeSerif"/>
                <a:cs typeface="FreeSerif"/>
              </a:rPr>
              <a:t>…</a:t>
            </a:r>
            <a:r>
              <a:rPr sz="2600" spc="-225" dirty="0">
                <a:latin typeface="FreeSerif"/>
                <a:cs typeface="FreeSerif"/>
              </a:rPr>
              <a:t> </a:t>
            </a:r>
            <a:r>
              <a:rPr sz="2600" spc="-125" dirty="0">
                <a:latin typeface="FreeSerif"/>
                <a:cs typeface="FreeSerif"/>
              </a:rPr>
              <a:t>,</a:t>
            </a:r>
            <a:r>
              <a:rPr sz="2600" spc="-215" dirty="0">
                <a:latin typeface="FreeSerif"/>
                <a:cs typeface="FreeSerif"/>
              </a:rPr>
              <a:t> </a:t>
            </a:r>
            <a:r>
              <a:rPr sz="2600" spc="229" dirty="0">
                <a:latin typeface="FreeSerif"/>
                <a:cs typeface="FreeSerif"/>
              </a:rPr>
              <a:t>𝑦</a:t>
            </a:r>
            <a:r>
              <a:rPr sz="2850" spc="345" baseline="27777" dirty="0">
                <a:latin typeface="FreeSerif"/>
                <a:cs typeface="FreeSerif"/>
              </a:rPr>
              <a:t>(𝑛)</a:t>
            </a:r>
            <a:endParaRPr sz="2850" baseline="27777" dirty="0">
              <a:latin typeface="FreeSerif"/>
              <a:cs typeface="FreeSerif"/>
            </a:endParaRPr>
          </a:p>
        </p:txBody>
      </p:sp>
      <p:sp>
        <p:nvSpPr>
          <p:cNvPr id="20" name="TextBox 19">
            <a:extLst>
              <a:ext uri="{FF2B5EF4-FFF2-40B4-BE49-F238E27FC236}">
                <a16:creationId xmlns:a16="http://schemas.microsoft.com/office/drawing/2014/main" id="{B966CBA2-CC4F-EE5C-78E2-4A37393BC7E6}"/>
              </a:ext>
            </a:extLst>
          </p:cNvPr>
          <p:cNvSpPr txBox="1"/>
          <p:nvPr/>
        </p:nvSpPr>
        <p:spPr>
          <a:xfrm>
            <a:off x="914400" y="2429297"/>
            <a:ext cx="1761696" cy="400110"/>
          </a:xfrm>
          <a:prstGeom prst="rect">
            <a:avLst/>
          </a:prstGeom>
          <a:noFill/>
        </p:spPr>
        <p:txBody>
          <a:bodyPr wrap="square">
            <a:spAutoFit/>
          </a:bodyPr>
          <a:lstStyle/>
          <a:p>
            <a:pPr algn="ctr"/>
            <a:r>
              <a:rPr lang="en-US" sz="2000" dirty="0"/>
              <a:t>(size, lot size)</a:t>
            </a:r>
          </a:p>
        </p:txBody>
      </p:sp>
      <p:sp>
        <p:nvSpPr>
          <p:cNvPr id="22" name="TextBox 21">
            <a:extLst>
              <a:ext uri="{FF2B5EF4-FFF2-40B4-BE49-F238E27FC236}">
                <a16:creationId xmlns:a16="http://schemas.microsoft.com/office/drawing/2014/main" id="{53F0400D-62A1-77CD-1A30-7AC6E08BC693}"/>
              </a:ext>
            </a:extLst>
          </p:cNvPr>
          <p:cNvSpPr txBox="1"/>
          <p:nvPr/>
        </p:nvSpPr>
        <p:spPr>
          <a:xfrm>
            <a:off x="2703515" y="2444686"/>
            <a:ext cx="410019" cy="369332"/>
          </a:xfrm>
          <a:prstGeom prst="rect">
            <a:avLst/>
          </a:prstGeom>
          <a:noFill/>
        </p:spPr>
        <p:txBody>
          <a:bodyPr wrap="square">
            <a:spAutoFit/>
          </a:bodyPr>
          <a:lstStyle/>
          <a:p>
            <a:r>
              <a:rPr lang="en-US" dirty="0"/>
              <a:t>→</a:t>
            </a:r>
          </a:p>
        </p:txBody>
      </p:sp>
      <p:sp>
        <p:nvSpPr>
          <p:cNvPr id="24" name="TextBox 23">
            <a:extLst>
              <a:ext uri="{FF2B5EF4-FFF2-40B4-BE49-F238E27FC236}">
                <a16:creationId xmlns:a16="http://schemas.microsoft.com/office/drawing/2014/main" id="{24AC3707-CF74-2C25-5657-A8A891AFF9BE}"/>
              </a:ext>
            </a:extLst>
          </p:cNvPr>
          <p:cNvSpPr txBox="1"/>
          <p:nvPr/>
        </p:nvSpPr>
        <p:spPr>
          <a:xfrm>
            <a:off x="3246820" y="2429297"/>
            <a:ext cx="769270" cy="400110"/>
          </a:xfrm>
          <a:prstGeom prst="rect">
            <a:avLst/>
          </a:prstGeom>
          <a:noFill/>
        </p:spPr>
        <p:txBody>
          <a:bodyPr wrap="square">
            <a:spAutoFit/>
          </a:bodyPr>
          <a:lstStyle/>
          <a:p>
            <a:pPr algn="ctr"/>
            <a:r>
              <a:rPr lang="en-US" sz="2000" dirty="0"/>
              <a:t>price</a:t>
            </a:r>
          </a:p>
        </p:txBody>
      </p:sp>
      <p:sp>
        <p:nvSpPr>
          <p:cNvPr id="26" name="TextBox 25">
            <a:extLst>
              <a:ext uri="{FF2B5EF4-FFF2-40B4-BE49-F238E27FC236}">
                <a16:creationId xmlns:a16="http://schemas.microsoft.com/office/drawing/2014/main" id="{910D14BA-FA80-A862-8C1F-7AD25922730E}"/>
              </a:ext>
            </a:extLst>
          </p:cNvPr>
          <p:cNvSpPr txBox="1"/>
          <p:nvPr/>
        </p:nvSpPr>
        <p:spPr>
          <a:xfrm>
            <a:off x="999161" y="3082466"/>
            <a:ext cx="1603376" cy="369332"/>
          </a:xfrm>
          <a:prstGeom prst="rect">
            <a:avLst/>
          </a:prstGeom>
          <a:noFill/>
        </p:spPr>
        <p:txBody>
          <a:bodyPr wrap="square">
            <a:spAutoFit/>
          </a:bodyPr>
          <a:lstStyle/>
          <a:p>
            <a:pPr algn="ctr"/>
            <a:r>
              <a:rPr lang="en-US" dirty="0"/>
              <a:t>features/input</a:t>
            </a:r>
          </a:p>
        </p:txBody>
      </p:sp>
      <p:sp>
        <p:nvSpPr>
          <p:cNvPr id="30" name="TextBox 29">
            <a:extLst>
              <a:ext uri="{FF2B5EF4-FFF2-40B4-BE49-F238E27FC236}">
                <a16:creationId xmlns:a16="http://schemas.microsoft.com/office/drawing/2014/main" id="{098DAB19-1C38-49DA-D7FC-6B65B4DB97AF}"/>
              </a:ext>
            </a:extLst>
          </p:cNvPr>
          <p:cNvSpPr txBox="1"/>
          <p:nvPr/>
        </p:nvSpPr>
        <p:spPr>
          <a:xfrm>
            <a:off x="3153471" y="3364468"/>
            <a:ext cx="955968" cy="369332"/>
          </a:xfrm>
          <a:prstGeom prst="rect">
            <a:avLst/>
          </a:prstGeom>
          <a:noFill/>
        </p:spPr>
        <p:txBody>
          <a:bodyPr wrap="square">
            <a:spAutoFit/>
          </a:bodyPr>
          <a:lstStyle/>
          <a:p>
            <a:pPr algn="ctr"/>
            <a:r>
              <a:rPr lang="en-US" dirty="0"/>
              <a:t>𝑦 ∈ ℝ</a:t>
            </a:r>
          </a:p>
        </p:txBody>
      </p:sp>
      <p:sp>
        <p:nvSpPr>
          <p:cNvPr id="32" name="TextBox 31">
            <a:extLst>
              <a:ext uri="{FF2B5EF4-FFF2-40B4-BE49-F238E27FC236}">
                <a16:creationId xmlns:a16="http://schemas.microsoft.com/office/drawing/2014/main" id="{3A8004CA-03EA-5FAA-E46E-9F7E06D63833}"/>
              </a:ext>
            </a:extLst>
          </p:cNvPr>
          <p:cNvSpPr txBox="1"/>
          <p:nvPr/>
        </p:nvSpPr>
        <p:spPr>
          <a:xfrm>
            <a:off x="3020913" y="3082466"/>
            <a:ext cx="1422438" cy="369332"/>
          </a:xfrm>
          <a:prstGeom prst="rect">
            <a:avLst/>
          </a:prstGeom>
          <a:noFill/>
        </p:spPr>
        <p:txBody>
          <a:bodyPr wrap="square">
            <a:spAutoFit/>
          </a:bodyPr>
          <a:lstStyle/>
          <a:p>
            <a:pPr algn="ctr"/>
            <a:r>
              <a:rPr lang="en-US" dirty="0"/>
              <a:t>label/output</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CB2E5C0-5AE9-88DD-2697-069F9FB06B03}"/>
                  </a:ext>
                </a:extLst>
              </p:cNvPr>
              <p:cNvSpPr txBox="1"/>
              <p:nvPr/>
            </p:nvSpPr>
            <p:spPr>
              <a:xfrm>
                <a:off x="1425499" y="3410635"/>
                <a:ext cx="7459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33" name="TextBox 32">
                <a:extLst>
                  <a:ext uri="{FF2B5EF4-FFF2-40B4-BE49-F238E27FC236}">
                    <a16:creationId xmlns:a16="http://schemas.microsoft.com/office/drawing/2014/main" id="{0CB2E5C0-5AE9-88DD-2697-069F9FB06B03}"/>
                  </a:ext>
                </a:extLst>
              </p:cNvPr>
              <p:cNvSpPr txBox="1">
                <a:spLocks noRot="1" noChangeAspect="1" noMove="1" noResize="1" noEditPoints="1" noAdjustHandles="1" noChangeArrowheads="1" noChangeShapeType="1" noTextEdit="1"/>
              </p:cNvSpPr>
              <p:nvPr/>
            </p:nvSpPr>
            <p:spPr>
              <a:xfrm>
                <a:off x="1425499" y="3410635"/>
                <a:ext cx="745910" cy="276999"/>
              </a:xfrm>
              <a:prstGeom prst="rect">
                <a:avLst/>
              </a:prstGeom>
              <a:blipFill>
                <a:blip r:embed="rId5"/>
                <a:stretch>
                  <a:fillRect l="-3279" t="-2174" r="-1639" b="-8696"/>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spc="-35" dirty="0" err="1"/>
              <a:t>Đặc</a:t>
            </a:r>
            <a:r>
              <a:rPr lang="en-US" spc="-35" dirty="0"/>
              <a:t> </a:t>
            </a:r>
            <a:r>
              <a:rPr lang="en-US" spc="-35" dirty="0" err="1"/>
              <a:t>trưng</a:t>
            </a:r>
            <a:r>
              <a:rPr lang="en-US" spc="-35" dirty="0"/>
              <a:t> </a:t>
            </a:r>
            <a:r>
              <a:rPr lang="en-US" spc="-35" dirty="0" err="1"/>
              <a:t>nhiều</a:t>
            </a:r>
            <a:r>
              <a:rPr lang="en-US" spc="-35" dirty="0"/>
              <a:t> </a:t>
            </a:r>
            <a:r>
              <a:rPr lang="en-US" spc="-35" dirty="0" err="1"/>
              <a:t>chiều</a:t>
            </a:r>
            <a:endParaRPr spc="-10" dirty="0"/>
          </a:p>
        </p:txBody>
      </p:sp>
      <mc:AlternateContent xmlns:mc="http://schemas.openxmlformats.org/markup-compatibility/2006" xmlns:a14="http://schemas.microsoft.com/office/drawing/2010/main">
        <mc:Choice Requires="a14">
          <p:sp>
            <p:nvSpPr>
              <p:cNvPr id="3" name="object 3"/>
              <p:cNvSpPr txBox="1"/>
              <p:nvPr/>
            </p:nvSpPr>
            <p:spPr>
              <a:xfrm>
                <a:off x="466090" y="1244599"/>
                <a:ext cx="2886710" cy="790601"/>
              </a:xfrm>
              <a:prstGeom prst="rect">
                <a:avLst/>
              </a:prstGeom>
            </p:spPr>
            <p:txBody>
              <a:bodyPr vert="horz" wrap="square" lIns="0" tIns="73660" rIns="0" bIns="0" rtlCol="0">
                <a:spAutoFit/>
              </a:bodyPr>
              <a:lstStyle/>
              <a:p>
                <a:pPr marL="256540" indent="-231140">
                  <a:lnSpc>
                    <a:spcPct val="100000"/>
                  </a:lnSpc>
                  <a:spcBef>
                    <a:spcPts val="580"/>
                  </a:spcBef>
                  <a:buFont typeface="Arial"/>
                  <a:buChar char="•"/>
                  <a:tabLst>
                    <a:tab pos="256540" algn="l"/>
                  </a:tabLst>
                </a:pPr>
                <a14:m>
                  <m:oMath xmlns:m="http://schemas.openxmlformats.org/officeDocument/2006/math">
                    <m:r>
                      <a:rPr lang="ar-AE" sz="2100" i="1" spc="-375" dirty="0" smtClean="0">
                        <a:latin typeface="Cambria Math" panose="02040503050406030204" pitchFamily="18" charset="0"/>
                        <a:cs typeface="DejaVu Math TeX Gyre"/>
                      </a:rPr>
                      <m:t>𝑥</m:t>
                    </m:r>
                    <m:r>
                      <a:rPr lang="ar-AE" sz="2100" i="1" spc="-25" dirty="0">
                        <a:latin typeface="Cambria Math" panose="02040503050406030204" pitchFamily="18" charset="0"/>
                        <a:cs typeface="DejaVu Math TeX Gyre"/>
                      </a:rPr>
                      <m:t> </m:t>
                    </m:r>
                    <m:r>
                      <a:rPr lang="ar-AE" sz="2100" i="1" spc="-390" dirty="0">
                        <a:latin typeface="Cambria Math" panose="02040503050406030204" pitchFamily="18" charset="0"/>
                        <a:cs typeface="DejaVu Math TeX Gyre"/>
                      </a:rPr>
                      <m:t>∈</m:t>
                    </m:r>
                    <m:r>
                      <a:rPr lang="ar-AE" sz="2100" i="1" spc="-80" dirty="0">
                        <a:latin typeface="Cambria Math" panose="02040503050406030204" pitchFamily="18" charset="0"/>
                        <a:cs typeface="DejaVu Math TeX Gyre"/>
                      </a:rPr>
                      <m:t> </m:t>
                    </m:r>
                    <m:sSup>
                      <m:sSupPr>
                        <m:ctrlPr>
                          <a:rPr lang="ar-AE" sz="2100" i="1" spc="-80" dirty="0" smtClean="0">
                            <a:latin typeface="Cambria Math" panose="02040503050406030204" pitchFamily="18" charset="0"/>
                          </a:rPr>
                        </m:ctrlPr>
                      </m:sSupPr>
                      <m:e>
                        <m:r>
                          <a:rPr lang="ar-AE" sz="2100" i="1" spc="-80" dirty="0" smtClean="0">
                            <a:latin typeface="Cambria Math" panose="02040503050406030204" pitchFamily="18" charset="0"/>
                            <a:ea typeface="Cambria Math" panose="02040503050406030204" pitchFamily="18" charset="0"/>
                          </a:rPr>
                          <m:t>ℝ</m:t>
                        </m:r>
                      </m:e>
                      <m:sup>
                        <m:r>
                          <a:rPr lang="ar-AE" sz="2100" b="0" i="1" spc="-80" dirty="0" smtClean="0">
                            <a:latin typeface="Cambria Math" panose="02040503050406030204" pitchFamily="18" charset="0"/>
                          </a:rPr>
                          <m:t>𝑑</m:t>
                        </m:r>
                      </m:sup>
                    </m:sSup>
                  </m:oMath>
                </a14:m>
                <a:r>
                  <a:rPr lang="en-US" sz="2100" dirty="0">
                    <a:latin typeface="DejaVu Math TeX Gyre"/>
                    <a:cs typeface="DejaVu Math TeX Gyre"/>
                  </a:rPr>
                  <a:t> </a:t>
                </a:r>
                <a:r>
                  <a:rPr lang="en-US" sz="2100" dirty="0" err="1">
                    <a:latin typeface="DejaVu Math TeX Gyre"/>
                    <a:cs typeface="DejaVu Math TeX Gyre"/>
                  </a:rPr>
                  <a:t>với</a:t>
                </a:r>
                <a:r>
                  <a:rPr lang="en-US" sz="2100" dirty="0">
                    <a:latin typeface="DejaVu Math TeX Gyre"/>
                    <a:cs typeface="DejaVu Math TeX Gyre"/>
                  </a:rPr>
                  <a:t> </a:t>
                </a:r>
                <a:r>
                  <a:rPr lang="en-US" sz="2100" dirty="0" err="1">
                    <a:latin typeface="DejaVu Math TeX Gyre"/>
                    <a:cs typeface="DejaVu Math TeX Gyre"/>
                  </a:rPr>
                  <a:t>có</a:t>
                </a:r>
                <a:r>
                  <a:rPr lang="en-US" sz="2100" dirty="0">
                    <a:latin typeface="DejaVu Math TeX Gyre"/>
                    <a:cs typeface="DejaVu Math TeX Gyre"/>
                  </a:rPr>
                  <a:t> </a:t>
                </a:r>
                <a:r>
                  <a:rPr lang="en-US" sz="2100" dirty="0" err="1">
                    <a:latin typeface="DejaVu Math TeX Gyre"/>
                    <a:cs typeface="DejaVu Math TeX Gyre"/>
                  </a:rPr>
                  <a:t>giá</a:t>
                </a:r>
                <a:r>
                  <a:rPr lang="en-US" sz="2100" dirty="0">
                    <a:latin typeface="DejaVu Math TeX Gyre"/>
                    <a:cs typeface="DejaVu Math TeX Gyre"/>
                  </a:rPr>
                  <a:t> </a:t>
                </a:r>
                <a:r>
                  <a:rPr lang="en-US" sz="2100" dirty="0" err="1">
                    <a:latin typeface="DejaVu Math TeX Gyre"/>
                    <a:cs typeface="DejaVu Math TeX Gyre"/>
                  </a:rPr>
                  <a:t>trị</a:t>
                </a:r>
                <a:r>
                  <a:rPr lang="en-US" sz="2100" dirty="0">
                    <a:latin typeface="DejaVu Math TeX Gyre"/>
                    <a:cs typeface="DejaVu Math TeX Gyre"/>
                  </a:rPr>
                  <a:t> </a:t>
                </a:r>
                <a:r>
                  <a:rPr lang="en-US" sz="2100" dirty="0" err="1">
                    <a:latin typeface="DejaVu Math TeX Gyre"/>
                    <a:cs typeface="DejaVu Math TeX Gyre"/>
                  </a:rPr>
                  <a:t>lớn</a:t>
                </a:r>
                <a:endParaRPr lang="ar-AE" sz="2100" dirty="0">
                  <a:latin typeface="DejaVu Math TeX Gyre"/>
                  <a:cs typeface="DejaVu Math TeX Gyre"/>
                </a:endParaRPr>
              </a:p>
              <a:p>
                <a:pPr marL="256540" indent="-231140">
                  <a:lnSpc>
                    <a:spcPct val="100000"/>
                  </a:lnSpc>
                  <a:spcBef>
                    <a:spcPts val="480"/>
                  </a:spcBef>
                  <a:buFont typeface="Arial"/>
                  <a:buChar char="•"/>
                  <a:tabLst>
                    <a:tab pos="256540" algn="l"/>
                  </a:tabLst>
                </a:pPr>
                <a:r>
                  <a:rPr lang="en-US" sz="2100" spc="-10" dirty="0" err="1">
                    <a:latin typeface="Carlito"/>
                    <a:cs typeface="Carlito"/>
                  </a:rPr>
                  <a:t>Ví</a:t>
                </a:r>
                <a:r>
                  <a:rPr lang="en-US" sz="2100" spc="-10" dirty="0">
                    <a:latin typeface="Carlito"/>
                    <a:cs typeface="Carlito"/>
                  </a:rPr>
                  <a:t> </a:t>
                </a:r>
                <a:r>
                  <a:rPr lang="en-US" sz="2100" spc="-10" dirty="0" err="1">
                    <a:latin typeface="Carlito"/>
                    <a:cs typeface="Carlito"/>
                  </a:rPr>
                  <a:t>dụ</a:t>
                </a:r>
                <a:r>
                  <a:rPr lang="en-US" sz="2100" spc="-10" dirty="0">
                    <a:latin typeface="Carlito"/>
                    <a:cs typeface="Carlito"/>
                  </a:rPr>
                  <a:t>:</a:t>
                </a:r>
                <a:endParaRPr sz="2100" dirty="0">
                  <a:latin typeface="Carlito"/>
                  <a:cs typeface="Carlito"/>
                </a:endParaRPr>
              </a:p>
            </p:txBody>
          </p:sp>
        </mc:Choice>
        <mc:Fallback xmlns="">
          <p:sp>
            <p:nvSpPr>
              <p:cNvPr id="3" name="object 3"/>
              <p:cNvSpPr txBox="1">
                <a:spLocks noRot="1" noChangeAspect="1" noMove="1" noResize="1" noEditPoints="1" noAdjustHandles="1" noChangeArrowheads="1" noChangeShapeType="1" noTextEdit="1"/>
              </p:cNvSpPr>
              <p:nvPr/>
            </p:nvSpPr>
            <p:spPr>
              <a:xfrm>
                <a:off x="466090" y="1244599"/>
                <a:ext cx="2886710" cy="790601"/>
              </a:xfrm>
              <a:prstGeom prst="rect">
                <a:avLst/>
              </a:prstGeom>
              <a:blipFill>
                <a:blip r:embed="rId3"/>
                <a:stretch>
                  <a:fillRect l="-4430" r="-6540" b="-20000"/>
                </a:stretch>
              </a:blipFill>
            </p:spPr>
            <p:txBody>
              <a:bodyPr/>
              <a:lstStyle/>
              <a:p>
                <a:r>
                  <a:rPr lang="en-US">
                    <a:noFill/>
                  </a:rPr>
                  <a:t> </a:t>
                </a:r>
              </a:p>
            </p:txBody>
          </p:sp>
        </mc:Fallback>
      </mc:AlternateContent>
      <p:sp>
        <p:nvSpPr>
          <p:cNvPr id="4" name="object 4"/>
          <p:cNvSpPr txBox="1"/>
          <p:nvPr/>
        </p:nvSpPr>
        <p:spPr>
          <a:xfrm>
            <a:off x="1627022" y="3447794"/>
            <a:ext cx="589915" cy="452120"/>
          </a:xfrm>
          <a:prstGeom prst="rect">
            <a:avLst/>
          </a:prstGeom>
        </p:spPr>
        <p:txBody>
          <a:bodyPr vert="horz" wrap="square" lIns="0" tIns="12700" rIns="0" bIns="0" rtlCol="0">
            <a:spAutoFit/>
          </a:bodyPr>
          <a:lstStyle/>
          <a:p>
            <a:pPr marL="12700">
              <a:lnSpc>
                <a:spcPct val="100000"/>
              </a:lnSpc>
              <a:spcBef>
                <a:spcPts val="100"/>
              </a:spcBef>
            </a:pPr>
            <a:r>
              <a:rPr sz="2800" spc="245" dirty="0">
                <a:latin typeface="FreeSerif"/>
                <a:cs typeface="FreeSerif"/>
              </a:rPr>
              <a:t>𝑥</a:t>
            </a:r>
            <a:r>
              <a:rPr sz="2800" spc="160" dirty="0">
                <a:latin typeface="FreeSerif"/>
                <a:cs typeface="FreeSerif"/>
              </a:rPr>
              <a:t> </a:t>
            </a:r>
            <a:r>
              <a:rPr sz="2800" spc="450" dirty="0">
                <a:latin typeface="FreeSerif"/>
                <a:cs typeface="FreeSerif"/>
              </a:rPr>
              <a:t>=</a:t>
            </a:r>
            <a:endParaRPr sz="2800">
              <a:latin typeface="FreeSerif"/>
              <a:cs typeface="FreeSerif"/>
            </a:endParaRPr>
          </a:p>
        </p:txBody>
      </p:sp>
      <p:sp>
        <p:nvSpPr>
          <p:cNvPr id="5" name="object 5"/>
          <p:cNvSpPr/>
          <p:nvPr/>
        </p:nvSpPr>
        <p:spPr>
          <a:xfrm>
            <a:off x="2315692" y="2416809"/>
            <a:ext cx="104775" cy="2595880"/>
          </a:xfrm>
          <a:custGeom>
            <a:avLst/>
            <a:gdLst/>
            <a:ahLst/>
            <a:cxnLst/>
            <a:rect l="l" t="t" r="r" b="b"/>
            <a:pathLst>
              <a:path w="104775" h="2595879">
                <a:moveTo>
                  <a:pt x="104533" y="0"/>
                </a:moveTo>
                <a:lnTo>
                  <a:pt x="0" y="0"/>
                </a:lnTo>
                <a:lnTo>
                  <a:pt x="0" y="15240"/>
                </a:lnTo>
                <a:lnTo>
                  <a:pt x="0" y="2580640"/>
                </a:lnTo>
                <a:lnTo>
                  <a:pt x="0" y="2595880"/>
                </a:lnTo>
                <a:lnTo>
                  <a:pt x="104533" y="2595880"/>
                </a:lnTo>
                <a:lnTo>
                  <a:pt x="104533" y="2580640"/>
                </a:lnTo>
                <a:lnTo>
                  <a:pt x="36461" y="2580640"/>
                </a:lnTo>
                <a:lnTo>
                  <a:pt x="36461" y="15240"/>
                </a:lnTo>
                <a:lnTo>
                  <a:pt x="104533" y="15240"/>
                </a:lnTo>
                <a:lnTo>
                  <a:pt x="104533" y="0"/>
                </a:lnTo>
                <a:close/>
              </a:path>
            </a:pathLst>
          </a:custGeom>
          <a:solidFill>
            <a:srgbClr val="000000"/>
          </a:solidFill>
        </p:spPr>
        <p:txBody>
          <a:bodyPr wrap="square" lIns="0" tIns="0" rIns="0" bIns="0" rtlCol="0"/>
          <a:lstStyle/>
          <a:p>
            <a:endParaRPr/>
          </a:p>
        </p:txBody>
      </p:sp>
      <p:sp>
        <p:nvSpPr>
          <p:cNvPr id="6" name="object 6"/>
          <p:cNvSpPr/>
          <p:nvPr/>
        </p:nvSpPr>
        <p:spPr>
          <a:xfrm>
            <a:off x="2808135" y="2416809"/>
            <a:ext cx="104775" cy="2595880"/>
          </a:xfrm>
          <a:custGeom>
            <a:avLst/>
            <a:gdLst/>
            <a:ahLst/>
            <a:cxnLst/>
            <a:rect l="l" t="t" r="r" b="b"/>
            <a:pathLst>
              <a:path w="104775" h="2595879">
                <a:moveTo>
                  <a:pt x="104521" y="0"/>
                </a:moveTo>
                <a:lnTo>
                  <a:pt x="0" y="0"/>
                </a:lnTo>
                <a:lnTo>
                  <a:pt x="0" y="15240"/>
                </a:lnTo>
                <a:lnTo>
                  <a:pt x="68059" y="15240"/>
                </a:lnTo>
                <a:lnTo>
                  <a:pt x="68059" y="2580640"/>
                </a:lnTo>
                <a:lnTo>
                  <a:pt x="0" y="2580640"/>
                </a:lnTo>
                <a:lnTo>
                  <a:pt x="0" y="2595880"/>
                </a:lnTo>
                <a:lnTo>
                  <a:pt x="104521" y="2595880"/>
                </a:lnTo>
                <a:lnTo>
                  <a:pt x="104521" y="2580640"/>
                </a:lnTo>
                <a:lnTo>
                  <a:pt x="104521" y="15240"/>
                </a:lnTo>
                <a:lnTo>
                  <a:pt x="104521" y="0"/>
                </a:lnTo>
                <a:close/>
              </a:path>
            </a:pathLst>
          </a:custGeom>
          <a:solidFill>
            <a:srgbClr val="000000"/>
          </a:solidFill>
        </p:spPr>
        <p:txBody>
          <a:bodyPr wrap="square" lIns="0" tIns="0" rIns="0" bIns="0" rtlCol="0"/>
          <a:lstStyle/>
          <a:p>
            <a:endParaRPr/>
          </a:p>
        </p:txBody>
      </p:sp>
      <p:sp>
        <p:nvSpPr>
          <p:cNvPr id="7" name="object 7"/>
          <p:cNvSpPr txBox="1"/>
          <p:nvPr/>
        </p:nvSpPr>
        <p:spPr>
          <a:xfrm>
            <a:off x="2375877" y="2182875"/>
            <a:ext cx="2355215" cy="2912110"/>
          </a:xfrm>
          <a:prstGeom prst="rect">
            <a:avLst/>
          </a:prstGeom>
        </p:spPr>
        <p:txBody>
          <a:bodyPr vert="horz" wrap="square" lIns="0" tIns="12700" rIns="0" bIns="0" rtlCol="0">
            <a:spAutoFit/>
          </a:bodyPr>
          <a:lstStyle/>
          <a:p>
            <a:pPr marL="66675">
              <a:lnSpc>
                <a:spcPts val="3180"/>
              </a:lnSpc>
              <a:spcBef>
                <a:spcPts val="100"/>
              </a:spcBef>
              <a:tabLst>
                <a:tab pos="731520" algn="l"/>
              </a:tabLst>
            </a:pPr>
            <a:r>
              <a:rPr sz="4200" spc="-37" baseline="5952" dirty="0">
                <a:latin typeface="FreeSerif"/>
                <a:cs typeface="FreeSerif"/>
              </a:rPr>
              <a:t>𝑥</a:t>
            </a:r>
            <a:r>
              <a:rPr sz="3000" spc="-37" baseline="-6944" dirty="0">
                <a:latin typeface="DejaVu Math TeX Gyre"/>
                <a:cs typeface="DejaVu Math TeX Gyre"/>
              </a:rPr>
              <a:t>1</a:t>
            </a:r>
            <a:r>
              <a:rPr sz="3000" baseline="-6944" dirty="0">
                <a:latin typeface="DejaVu Math TeX Gyre"/>
                <a:cs typeface="DejaVu Math TeX Gyre"/>
              </a:rPr>
              <a:t>	</a:t>
            </a:r>
            <a:r>
              <a:rPr sz="2500" spc="-10" dirty="0">
                <a:latin typeface="Carlito"/>
                <a:cs typeface="Carlito"/>
              </a:rPr>
              <a:t>--</a:t>
            </a:r>
            <a:r>
              <a:rPr sz="2500" dirty="0">
                <a:latin typeface="Carlito"/>
                <a:cs typeface="Carlito"/>
              </a:rPr>
              <a:t>-</a:t>
            </a:r>
            <a:r>
              <a:rPr sz="2500" spc="-20" dirty="0">
                <a:latin typeface="Carlito"/>
                <a:cs typeface="Carlito"/>
              </a:rPr>
              <a:t> </a:t>
            </a:r>
            <a:r>
              <a:rPr sz="2500" dirty="0">
                <a:latin typeface="Carlito"/>
                <a:cs typeface="Carlito"/>
              </a:rPr>
              <a:t>living</a:t>
            </a:r>
            <a:r>
              <a:rPr sz="2500" spc="-10" dirty="0">
                <a:latin typeface="Carlito"/>
                <a:cs typeface="Carlito"/>
              </a:rPr>
              <a:t> </a:t>
            </a:r>
            <a:r>
              <a:rPr sz="2500" spc="-20" dirty="0">
                <a:latin typeface="Carlito"/>
                <a:cs typeface="Carlito"/>
              </a:rPr>
              <a:t>size</a:t>
            </a:r>
            <a:endParaRPr sz="2500" dirty="0">
              <a:latin typeface="Carlito"/>
              <a:cs typeface="Carlito"/>
            </a:endParaRPr>
          </a:p>
          <a:p>
            <a:pPr marL="62230">
              <a:lnSpc>
                <a:spcPts val="3000"/>
              </a:lnSpc>
              <a:tabLst>
                <a:tab pos="731520" algn="l"/>
              </a:tabLst>
            </a:pPr>
            <a:r>
              <a:rPr sz="2800" spc="-25" dirty="0">
                <a:latin typeface="FreeSerif"/>
                <a:cs typeface="FreeSerif"/>
              </a:rPr>
              <a:t>𝑥</a:t>
            </a:r>
            <a:r>
              <a:rPr sz="3000" spc="-37" baseline="-15277" dirty="0">
                <a:latin typeface="DejaVu Math TeX Gyre"/>
                <a:cs typeface="DejaVu Math TeX Gyre"/>
              </a:rPr>
              <a:t>2</a:t>
            </a:r>
            <a:r>
              <a:rPr sz="3000" baseline="-15277" dirty="0">
                <a:latin typeface="DejaVu Math TeX Gyre"/>
                <a:cs typeface="DejaVu Math TeX Gyre"/>
              </a:rPr>
              <a:t>	</a:t>
            </a:r>
            <a:r>
              <a:rPr sz="2500" spc="-10" dirty="0">
                <a:latin typeface="Carlito"/>
                <a:cs typeface="Carlito"/>
              </a:rPr>
              <a:t>--</a:t>
            </a:r>
            <a:r>
              <a:rPr sz="2500" dirty="0">
                <a:latin typeface="Carlito"/>
                <a:cs typeface="Carlito"/>
              </a:rPr>
              <a:t>-</a:t>
            </a:r>
            <a:r>
              <a:rPr sz="2500" spc="-20" dirty="0">
                <a:latin typeface="Carlito"/>
                <a:cs typeface="Carlito"/>
              </a:rPr>
              <a:t> </a:t>
            </a:r>
            <a:r>
              <a:rPr sz="2500" dirty="0">
                <a:latin typeface="Carlito"/>
                <a:cs typeface="Carlito"/>
              </a:rPr>
              <a:t>lot</a:t>
            </a:r>
            <a:r>
              <a:rPr sz="2500" spc="-10" dirty="0">
                <a:latin typeface="Carlito"/>
                <a:cs typeface="Carlito"/>
              </a:rPr>
              <a:t> </a:t>
            </a:r>
            <a:r>
              <a:rPr sz="2500" spc="-20" dirty="0">
                <a:latin typeface="Carlito"/>
                <a:cs typeface="Carlito"/>
              </a:rPr>
              <a:t>size</a:t>
            </a:r>
            <a:endParaRPr sz="2500" dirty="0">
              <a:latin typeface="Carlito"/>
              <a:cs typeface="Carlito"/>
            </a:endParaRPr>
          </a:p>
          <a:p>
            <a:pPr marL="62230">
              <a:lnSpc>
                <a:spcPts val="3000"/>
              </a:lnSpc>
              <a:tabLst>
                <a:tab pos="731520" algn="l"/>
              </a:tabLst>
            </a:pPr>
            <a:r>
              <a:rPr sz="4200" spc="-37" baseline="-4960" dirty="0">
                <a:latin typeface="FreeSerif"/>
                <a:cs typeface="FreeSerif"/>
              </a:rPr>
              <a:t>𝑥</a:t>
            </a:r>
            <a:r>
              <a:rPr sz="3000" spc="-37" baseline="-22222" dirty="0">
                <a:latin typeface="DejaVu Math TeX Gyre"/>
                <a:cs typeface="DejaVu Math TeX Gyre"/>
              </a:rPr>
              <a:t>3</a:t>
            </a:r>
            <a:r>
              <a:rPr sz="3000" baseline="-22222" dirty="0">
                <a:latin typeface="DejaVu Math TeX Gyre"/>
                <a:cs typeface="DejaVu Math TeX Gyre"/>
              </a:rPr>
              <a:t>	</a:t>
            </a:r>
            <a:r>
              <a:rPr sz="2500" spc="-10" dirty="0">
                <a:latin typeface="Carlito"/>
                <a:cs typeface="Carlito"/>
              </a:rPr>
              <a:t>--</a:t>
            </a:r>
            <a:r>
              <a:rPr sz="2500" dirty="0">
                <a:latin typeface="Carlito"/>
                <a:cs typeface="Carlito"/>
              </a:rPr>
              <a:t>-</a:t>
            </a:r>
            <a:r>
              <a:rPr sz="2500" spc="-15" dirty="0">
                <a:latin typeface="Carlito"/>
                <a:cs typeface="Carlito"/>
              </a:rPr>
              <a:t> </a:t>
            </a:r>
            <a:r>
              <a:rPr sz="2500" dirty="0">
                <a:latin typeface="Carlito"/>
                <a:cs typeface="Carlito"/>
              </a:rPr>
              <a:t># </a:t>
            </a:r>
            <a:r>
              <a:rPr sz="2500" spc="-10" dirty="0">
                <a:latin typeface="Carlito"/>
                <a:cs typeface="Carlito"/>
              </a:rPr>
              <a:t>floors</a:t>
            </a:r>
            <a:endParaRPr sz="2500" dirty="0">
              <a:latin typeface="Carlito"/>
              <a:cs typeface="Carlito"/>
            </a:endParaRPr>
          </a:p>
          <a:p>
            <a:pPr marL="182245">
              <a:lnSpc>
                <a:spcPts val="3000"/>
              </a:lnSpc>
              <a:tabLst>
                <a:tab pos="731520" algn="l"/>
              </a:tabLst>
            </a:pPr>
            <a:r>
              <a:rPr sz="4200" spc="172" baseline="-10912" dirty="0">
                <a:latin typeface="FreeSerif"/>
                <a:cs typeface="FreeSerif"/>
              </a:rPr>
              <a:t>⋮</a:t>
            </a:r>
            <a:r>
              <a:rPr sz="4200" baseline="-10912" dirty="0">
                <a:latin typeface="FreeSerif"/>
                <a:cs typeface="FreeSerif"/>
              </a:rPr>
              <a:t>	</a:t>
            </a:r>
            <a:r>
              <a:rPr sz="2500" spc="-10" dirty="0">
                <a:latin typeface="Carlito"/>
                <a:cs typeface="Carlito"/>
              </a:rPr>
              <a:t>--</a:t>
            </a:r>
            <a:r>
              <a:rPr sz="2500" dirty="0">
                <a:latin typeface="Carlito"/>
                <a:cs typeface="Carlito"/>
              </a:rPr>
              <a:t>- </a:t>
            </a:r>
            <a:r>
              <a:rPr sz="2500" spc="-10" dirty="0">
                <a:latin typeface="Carlito"/>
                <a:cs typeface="Carlito"/>
              </a:rPr>
              <a:t>condition</a:t>
            </a:r>
            <a:endParaRPr sz="2500" dirty="0">
              <a:latin typeface="Carlito"/>
              <a:cs typeface="Carlito"/>
            </a:endParaRPr>
          </a:p>
          <a:p>
            <a:pPr marL="182245">
              <a:lnSpc>
                <a:spcPts val="3145"/>
              </a:lnSpc>
              <a:tabLst>
                <a:tab pos="731520" algn="l"/>
              </a:tabLst>
            </a:pPr>
            <a:r>
              <a:rPr sz="4200" spc="172" baseline="-15873" dirty="0">
                <a:latin typeface="FreeSerif"/>
                <a:cs typeface="FreeSerif"/>
              </a:rPr>
              <a:t>⋮</a:t>
            </a:r>
            <a:r>
              <a:rPr sz="4200" baseline="-15873" dirty="0">
                <a:latin typeface="FreeSerif"/>
                <a:cs typeface="FreeSerif"/>
              </a:rPr>
              <a:t>	</a:t>
            </a:r>
            <a:r>
              <a:rPr sz="2500" spc="-10" dirty="0">
                <a:latin typeface="Carlito"/>
                <a:cs typeface="Carlito"/>
              </a:rPr>
              <a:t>--</a:t>
            </a:r>
            <a:r>
              <a:rPr sz="2500" dirty="0">
                <a:latin typeface="Carlito"/>
                <a:cs typeface="Carlito"/>
              </a:rPr>
              <a:t>-</a:t>
            </a:r>
            <a:r>
              <a:rPr sz="2500" spc="-20" dirty="0">
                <a:latin typeface="Carlito"/>
                <a:cs typeface="Carlito"/>
              </a:rPr>
              <a:t> </a:t>
            </a:r>
            <a:r>
              <a:rPr sz="2500" dirty="0">
                <a:latin typeface="Carlito"/>
                <a:cs typeface="Carlito"/>
              </a:rPr>
              <a:t>zip</a:t>
            </a:r>
            <a:r>
              <a:rPr sz="2500" spc="-10" dirty="0">
                <a:latin typeface="Carlito"/>
                <a:cs typeface="Carlito"/>
              </a:rPr>
              <a:t> </a:t>
            </a:r>
            <a:r>
              <a:rPr sz="2500" spc="-20" dirty="0">
                <a:latin typeface="Carlito"/>
                <a:cs typeface="Carlito"/>
              </a:rPr>
              <a:t>code</a:t>
            </a:r>
            <a:endParaRPr sz="2500" dirty="0">
              <a:latin typeface="Carlito"/>
              <a:cs typeface="Carlito"/>
            </a:endParaRPr>
          </a:p>
          <a:p>
            <a:pPr marL="182245">
              <a:lnSpc>
                <a:spcPts val="3325"/>
              </a:lnSpc>
              <a:tabLst>
                <a:tab pos="1783080" algn="l"/>
              </a:tabLst>
            </a:pPr>
            <a:r>
              <a:rPr sz="4200" spc="172" baseline="-15873" dirty="0">
                <a:latin typeface="FreeSerif"/>
                <a:cs typeface="FreeSerif"/>
              </a:rPr>
              <a:t>⋮</a:t>
            </a:r>
            <a:r>
              <a:rPr sz="4200" baseline="-15873" dirty="0">
                <a:latin typeface="FreeSerif"/>
                <a:cs typeface="FreeSerif"/>
              </a:rPr>
              <a:t>	</a:t>
            </a:r>
            <a:r>
              <a:rPr sz="2800" spc="114" dirty="0">
                <a:latin typeface="FreeSerif"/>
                <a:cs typeface="FreeSerif"/>
              </a:rPr>
              <a:t>⋮</a:t>
            </a:r>
            <a:endParaRPr sz="2800" dirty="0">
              <a:latin typeface="FreeSerif"/>
              <a:cs typeface="FreeSerif"/>
            </a:endParaRPr>
          </a:p>
          <a:p>
            <a:pPr marL="50800">
              <a:lnSpc>
                <a:spcPct val="100000"/>
              </a:lnSpc>
              <a:spcBef>
                <a:spcPts val="720"/>
              </a:spcBef>
            </a:pPr>
            <a:r>
              <a:rPr sz="2800" spc="-25" dirty="0">
                <a:latin typeface="FreeSerif"/>
                <a:cs typeface="FreeSerif"/>
              </a:rPr>
              <a:t>𝑥</a:t>
            </a:r>
            <a:r>
              <a:rPr sz="3000" spc="-37" baseline="-16666" dirty="0">
                <a:latin typeface="DejaVu Math TeX Gyre"/>
                <a:cs typeface="DejaVu Math TeX Gyre"/>
              </a:rPr>
              <a:t>𝑑</a:t>
            </a:r>
            <a:endParaRPr sz="3000" baseline="-16666" dirty="0">
              <a:latin typeface="DejaVu Math TeX Gyre"/>
              <a:cs typeface="DejaVu Math TeX Gyre"/>
            </a:endParaRPr>
          </a:p>
        </p:txBody>
      </p:sp>
      <p:sp>
        <p:nvSpPr>
          <p:cNvPr id="8" name="object 8"/>
          <p:cNvSpPr/>
          <p:nvPr/>
        </p:nvSpPr>
        <p:spPr>
          <a:xfrm>
            <a:off x="5342394" y="3572014"/>
            <a:ext cx="706755" cy="114300"/>
          </a:xfrm>
          <a:custGeom>
            <a:avLst/>
            <a:gdLst/>
            <a:ahLst/>
            <a:cxnLst/>
            <a:rect l="l" t="t" r="r" b="b"/>
            <a:pathLst>
              <a:path w="706754" h="114300">
                <a:moveTo>
                  <a:pt x="592340" y="0"/>
                </a:moveTo>
                <a:lnTo>
                  <a:pt x="592340" y="114299"/>
                </a:lnTo>
                <a:lnTo>
                  <a:pt x="668540" y="76199"/>
                </a:lnTo>
                <a:lnTo>
                  <a:pt x="611390" y="76199"/>
                </a:lnTo>
                <a:lnTo>
                  <a:pt x="611390" y="38099"/>
                </a:lnTo>
                <a:lnTo>
                  <a:pt x="668540" y="38099"/>
                </a:lnTo>
                <a:lnTo>
                  <a:pt x="592340" y="0"/>
                </a:lnTo>
                <a:close/>
              </a:path>
              <a:path w="706754" h="114300">
                <a:moveTo>
                  <a:pt x="592340" y="38099"/>
                </a:moveTo>
                <a:lnTo>
                  <a:pt x="0" y="38099"/>
                </a:lnTo>
                <a:lnTo>
                  <a:pt x="0" y="76199"/>
                </a:lnTo>
                <a:lnTo>
                  <a:pt x="592340" y="76199"/>
                </a:lnTo>
                <a:lnTo>
                  <a:pt x="592340" y="38099"/>
                </a:lnTo>
                <a:close/>
              </a:path>
              <a:path w="706754" h="114300">
                <a:moveTo>
                  <a:pt x="668540" y="38099"/>
                </a:moveTo>
                <a:lnTo>
                  <a:pt x="611390" y="38099"/>
                </a:lnTo>
                <a:lnTo>
                  <a:pt x="611390" y="76199"/>
                </a:lnTo>
                <a:lnTo>
                  <a:pt x="668540" y="76199"/>
                </a:lnTo>
                <a:lnTo>
                  <a:pt x="706640" y="57149"/>
                </a:lnTo>
                <a:lnTo>
                  <a:pt x="668540" y="38099"/>
                </a:lnTo>
                <a:close/>
              </a:path>
            </a:pathLst>
          </a:custGeom>
          <a:solidFill>
            <a:srgbClr val="00B050"/>
          </a:solidFill>
        </p:spPr>
        <p:txBody>
          <a:bodyPr wrap="square" lIns="0" tIns="0" rIns="0" bIns="0" rtlCol="0"/>
          <a:lstStyle/>
          <a:p>
            <a:endParaRPr/>
          </a:p>
        </p:txBody>
      </p:sp>
      <p:sp>
        <p:nvSpPr>
          <p:cNvPr id="9" name="object 9"/>
          <p:cNvSpPr txBox="1"/>
          <p:nvPr/>
        </p:nvSpPr>
        <p:spPr>
          <a:xfrm>
            <a:off x="6494310" y="3344162"/>
            <a:ext cx="1361440" cy="452120"/>
          </a:xfrm>
          <a:prstGeom prst="rect">
            <a:avLst/>
          </a:prstGeom>
        </p:spPr>
        <p:txBody>
          <a:bodyPr vert="horz" wrap="square" lIns="0" tIns="12700" rIns="0" bIns="0" rtlCol="0">
            <a:spAutoFit/>
          </a:bodyPr>
          <a:lstStyle/>
          <a:p>
            <a:pPr marL="12700">
              <a:lnSpc>
                <a:spcPct val="100000"/>
              </a:lnSpc>
              <a:spcBef>
                <a:spcPts val="100"/>
              </a:spcBef>
            </a:pPr>
            <a:r>
              <a:rPr sz="2800" spc="320" dirty="0">
                <a:latin typeface="FreeSerif"/>
                <a:cs typeface="FreeSerif"/>
              </a:rPr>
              <a:t>𝑦</a:t>
            </a:r>
            <a:r>
              <a:rPr sz="2800" spc="330" dirty="0">
                <a:latin typeface="FreeSerif"/>
                <a:cs typeface="FreeSerif"/>
              </a:rPr>
              <a:t> </a:t>
            </a:r>
            <a:r>
              <a:rPr sz="3750" spc="-15" baseline="2222" dirty="0">
                <a:latin typeface="Carlito"/>
                <a:cs typeface="Carlito"/>
              </a:rPr>
              <a:t>--</a:t>
            </a:r>
            <a:r>
              <a:rPr sz="3750" baseline="2222" dirty="0">
                <a:latin typeface="Carlito"/>
                <a:cs typeface="Carlito"/>
              </a:rPr>
              <a:t>-</a:t>
            </a:r>
            <a:r>
              <a:rPr sz="3750" spc="-7" baseline="2222" dirty="0">
                <a:latin typeface="Carlito"/>
                <a:cs typeface="Carlito"/>
              </a:rPr>
              <a:t> </a:t>
            </a:r>
            <a:r>
              <a:rPr sz="3750" spc="-15" baseline="2222" dirty="0">
                <a:latin typeface="Carlito"/>
                <a:cs typeface="Carlito"/>
              </a:rPr>
              <a:t>price</a:t>
            </a:r>
            <a:endParaRPr sz="3750" baseline="2222" dirty="0">
              <a:latin typeface="Carlito"/>
              <a:cs typeface="Carlito"/>
            </a:endParaRPr>
          </a:p>
        </p:txBody>
      </p:sp>
      <p:sp>
        <p:nvSpPr>
          <p:cNvPr id="10" name="object 10"/>
          <p:cNvSpPr txBox="1"/>
          <p:nvPr/>
        </p:nvSpPr>
        <p:spPr>
          <a:xfrm>
            <a:off x="78739" y="5209540"/>
            <a:ext cx="8509635" cy="1092200"/>
          </a:xfrm>
          <a:prstGeom prst="rect">
            <a:avLst/>
          </a:prstGeom>
        </p:spPr>
        <p:txBody>
          <a:bodyPr vert="horz" wrap="square" lIns="0" tIns="119380" rIns="0" bIns="0" rtlCol="0">
            <a:spAutoFit/>
          </a:bodyPr>
          <a:lstStyle/>
          <a:p>
            <a:pPr marL="332740" indent="-320040">
              <a:lnSpc>
                <a:spcPct val="100000"/>
              </a:lnSpc>
              <a:spcBef>
                <a:spcPts val="940"/>
              </a:spcBef>
              <a:buClr>
                <a:srgbClr val="2F5597"/>
              </a:buClr>
              <a:buSzPct val="85714"/>
              <a:buFont typeface="Wingdings"/>
              <a:buChar char=""/>
              <a:tabLst>
                <a:tab pos="332740" algn="l"/>
              </a:tabLst>
            </a:pPr>
            <a:r>
              <a:rPr lang="en-US" sz="2800" dirty="0">
                <a:latin typeface="Carlito"/>
                <a:cs typeface="Carlito"/>
              </a:rPr>
              <a:t>I</a:t>
            </a:r>
            <a:r>
              <a:rPr sz="2800" dirty="0">
                <a:latin typeface="Carlito"/>
                <a:cs typeface="Carlito"/>
              </a:rPr>
              <a:t>nfinite</a:t>
            </a:r>
            <a:r>
              <a:rPr sz="2800" spc="-65" dirty="0">
                <a:latin typeface="Carlito"/>
                <a:cs typeface="Carlito"/>
              </a:rPr>
              <a:t> </a:t>
            </a:r>
            <a:r>
              <a:rPr sz="2800" dirty="0">
                <a:latin typeface="Carlito"/>
                <a:cs typeface="Carlito"/>
              </a:rPr>
              <a:t>dimensional</a:t>
            </a:r>
            <a:r>
              <a:rPr sz="2800" spc="-70" dirty="0">
                <a:latin typeface="Carlito"/>
                <a:cs typeface="Carlito"/>
              </a:rPr>
              <a:t> </a:t>
            </a:r>
            <a:r>
              <a:rPr sz="2800" spc="-10" dirty="0">
                <a:latin typeface="Carlito"/>
                <a:cs typeface="Carlito"/>
              </a:rPr>
              <a:t>features</a:t>
            </a:r>
            <a:r>
              <a:rPr sz="2800" spc="-60" dirty="0">
                <a:latin typeface="Carlito"/>
                <a:cs typeface="Carlito"/>
              </a:rPr>
              <a:t> </a:t>
            </a:r>
            <a:r>
              <a:rPr sz="2800" spc="-10" dirty="0">
                <a:latin typeface="Carlito"/>
                <a:cs typeface="Carlito"/>
              </a:rPr>
              <a:t>(kernels)</a:t>
            </a:r>
            <a:endParaRPr sz="2800" dirty="0">
              <a:latin typeface="Carlito"/>
              <a:cs typeface="Carlito"/>
            </a:endParaRPr>
          </a:p>
          <a:p>
            <a:pPr marL="332740" indent="-320040">
              <a:lnSpc>
                <a:spcPct val="100000"/>
              </a:lnSpc>
              <a:spcBef>
                <a:spcPts val="840"/>
              </a:spcBef>
              <a:buClr>
                <a:srgbClr val="2F5597"/>
              </a:buClr>
              <a:buSzPct val="85714"/>
              <a:buFont typeface="Wingdings"/>
              <a:buChar char=""/>
              <a:tabLst>
                <a:tab pos="332740" algn="l"/>
              </a:tabLst>
            </a:pPr>
            <a:r>
              <a:rPr lang="en-US" sz="2800" dirty="0">
                <a:latin typeface="Carlito"/>
                <a:cs typeface="Carlito"/>
              </a:rPr>
              <a:t>S</a:t>
            </a:r>
            <a:r>
              <a:rPr sz="2800" dirty="0">
                <a:latin typeface="Carlito"/>
                <a:cs typeface="Carlito"/>
              </a:rPr>
              <a:t>elect</a:t>
            </a:r>
            <a:r>
              <a:rPr sz="2800" spc="-40" dirty="0">
                <a:latin typeface="Carlito"/>
                <a:cs typeface="Carlito"/>
              </a:rPr>
              <a:t> </a:t>
            </a:r>
            <a:r>
              <a:rPr sz="2800" spc="-10" dirty="0">
                <a:latin typeface="Carlito"/>
                <a:cs typeface="Carlito"/>
              </a:rPr>
              <a:t>features</a:t>
            </a:r>
            <a:r>
              <a:rPr sz="2800" spc="-30" dirty="0">
                <a:latin typeface="Carlito"/>
                <a:cs typeface="Carlito"/>
              </a:rPr>
              <a:t> </a:t>
            </a:r>
            <a:r>
              <a:rPr sz="2800" dirty="0">
                <a:latin typeface="Carlito"/>
                <a:cs typeface="Carlito"/>
              </a:rPr>
              <a:t>based</a:t>
            </a:r>
            <a:r>
              <a:rPr sz="2800" spc="-35" dirty="0">
                <a:latin typeface="Carlito"/>
                <a:cs typeface="Carlito"/>
              </a:rPr>
              <a:t> </a:t>
            </a:r>
            <a:r>
              <a:rPr sz="2800" dirty="0">
                <a:latin typeface="Carlito"/>
                <a:cs typeface="Carlito"/>
              </a:rPr>
              <a:t>on</a:t>
            </a:r>
            <a:r>
              <a:rPr sz="2800" spc="-35" dirty="0">
                <a:latin typeface="Carlito"/>
                <a:cs typeface="Carlito"/>
              </a:rPr>
              <a:t> </a:t>
            </a:r>
            <a:r>
              <a:rPr sz="2800" dirty="0">
                <a:latin typeface="Carlito"/>
                <a:cs typeface="Carlito"/>
              </a:rPr>
              <a:t>data</a:t>
            </a:r>
            <a:r>
              <a:rPr sz="2800" spc="-40" dirty="0">
                <a:latin typeface="Carlito"/>
                <a:cs typeface="Carlito"/>
              </a:rPr>
              <a:t> </a:t>
            </a:r>
            <a:r>
              <a:rPr sz="2800" dirty="0">
                <a:latin typeface="Carlito"/>
                <a:cs typeface="Carlito"/>
              </a:rPr>
              <a:t>(deep</a:t>
            </a:r>
            <a:r>
              <a:rPr sz="2800" spc="-35" dirty="0">
                <a:latin typeface="Carlito"/>
                <a:cs typeface="Carlito"/>
              </a:rPr>
              <a:t> </a:t>
            </a:r>
            <a:r>
              <a:rPr sz="2800" spc="-10" dirty="0">
                <a:latin typeface="Carlito"/>
                <a:cs typeface="Carlito"/>
              </a:rPr>
              <a:t>learning)</a:t>
            </a:r>
            <a:endParaRPr sz="2800" dirty="0">
              <a:latin typeface="Carlito"/>
              <a:cs typeface="Carl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246477" y="3767270"/>
            <a:ext cx="4721225" cy="2552700"/>
            <a:chOff x="2246477" y="3767270"/>
            <a:chExt cx="4721225" cy="2552700"/>
          </a:xfrm>
        </p:grpSpPr>
        <p:pic>
          <p:nvPicPr>
            <p:cNvPr id="3" name="object 3"/>
            <p:cNvPicPr/>
            <p:nvPr/>
          </p:nvPicPr>
          <p:blipFill>
            <a:blip r:embed="rId2" cstate="print"/>
            <a:stretch>
              <a:fillRect/>
            </a:stretch>
          </p:blipFill>
          <p:spPr>
            <a:xfrm>
              <a:off x="2246477" y="3767270"/>
              <a:ext cx="4235967" cy="2552175"/>
            </a:xfrm>
            <a:prstGeom prst="rect">
              <a:avLst/>
            </a:prstGeom>
          </p:spPr>
        </p:pic>
        <p:sp>
          <p:nvSpPr>
            <p:cNvPr id="4" name="object 4"/>
            <p:cNvSpPr/>
            <p:nvPr/>
          </p:nvSpPr>
          <p:spPr>
            <a:xfrm>
              <a:off x="5474665" y="4762893"/>
              <a:ext cx="1492885" cy="403860"/>
            </a:xfrm>
            <a:custGeom>
              <a:avLst/>
              <a:gdLst/>
              <a:ahLst/>
              <a:cxnLst/>
              <a:rect l="l" t="t" r="r" b="b"/>
              <a:pathLst>
                <a:path w="1492884" h="403860">
                  <a:moveTo>
                    <a:pt x="1489164" y="398183"/>
                  </a:moveTo>
                  <a:lnTo>
                    <a:pt x="1452816" y="398183"/>
                  </a:lnTo>
                  <a:lnTo>
                    <a:pt x="1453299" y="398246"/>
                  </a:lnTo>
                  <a:lnTo>
                    <a:pt x="1488300" y="403720"/>
                  </a:lnTo>
                  <a:lnTo>
                    <a:pt x="1489164" y="398183"/>
                  </a:lnTo>
                  <a:close/>
                </a:path>
                <a:path w="1492884" h="403860">
                  <a:moveTo>
                    <a:pt x="1452957" y="398205"/>
                  </a:moveTo>
                  <a:lnTo>
                    <a:pt x="1453223" y="398246"/>
                  </a:lnTo>
                  <a:lnTo>
                    <a:pt x="1452957" y="398205"/>
                  </a:lnTo>
                  <a:close/>
                </a:path>
                <a:path w="1492884" h="403860">
                  <a:moveTo>
                    <a:pt x="906955" y="267334"/>
                  </a:moveTo>
                  <a:lnTo>
                    <a:pt x="783031" y="267334"/>
                  </a:lnTo>
                  <a:lnTo>
                    <a:pt x="867892" y="287807"/>
                  </a:lnTo>
                  <a:lnTo>
                    <a:pt x="934889" y="302933"/>
                  </a:lnTo>
                  <a:lnTo>
                    <a:pt x="999675" y="317017"/>
                  </a:lnTo>
                  <a:lnTo>
                    <a:pt x="1181207" y="353348"/>
                  </a:lnTo>
                  <a:lnTo>
                    <a:pt x="1330629" y="381507"/>
                  </a:lnTo>
                  <a:lnTo>
                    <a:pt x="1372781" y="388315"/>
                  </a:lnTo>
                  <a:lnTo>
                    <a:pt x="1452957" y="398205"/>
                  </a:lnTo>
                  <a:lnTo>
                    <a:pt x="1452816" y="398183"/>
                  </a:lnTo>
                  <a:lnTo>
                    <a:pt x="1489164" y="398183"/>
                  </a:lnTo>
                  <a:lnTo>
                    <a:pt x="1492707" y="375488"/>
                  </a:lnTo>
                  <a:lnTo>
                    <a:pt x="1456994" y="369912"/>
                  </a:lnTo>
                  <a:lnTo>
                    <a:pt x="1417675" y="365137"/>
                  </a:lnTo>
                  <a:lnTo>
                    <a:pt x="1376578" y="359994"/>
                  </a:lnTo>
                  <a:lnTo>
                    <a:pt x="1335400" y="353326"/>
                  </a:lnTo>
                  <a:lnTo>
                    <a:pt x="1143532" y="317004"/>
                  </a:lnTo>
                  <a:lnTo>
                    <a:pt x="1072453" y="302920"/>
                  </a:lnTo>
                  <a:lnTo>
                    <a:pt x="1034900" y="295224"/>
                  </a:lnTo>
                  <a:lnTo>
                    <a:pt x="996179" y="287083"/>
                  </a:lnTo>
                  <a:lnTo>
                    <a:pt x="956575" y="278536"/>
                  </a:lnTo>
                  <a:lnTo>
                    <a:pt x="906955" y="267334"/>
                  </a:lnTo>
                  <a:close/>
                </a:path>
                <a:path w="1492884" h="403860">
                  <a:moveTo>
                    <a:pt x="1376740" y="360014"/>
                  </a:moveTo>
                  <a:lnTo>
                    <a:pt x="1377086" y="360070"/>
                  </a:lnTo>
                  <a:lnTo>
                    <a:pt x="1376740" y="360014"/>
                  </a:lnTo>
                  <a:close/>
                </a:path>
                <a:path w="1492884" h="403860">
                  <a:moveTo>
                    <a:pt x="1376615" y="359994"/>
                  </a:moveTo>
                  <a:close/>
                </a:path>
                <a:path w="1492884" h="403860">
                  <a:moveTo>
                    <a:pt x="1335514" y="353348"/>
                  </a:moveTo>
                  <a:lnTo>
                    <a:pt x="1335798" y="353402"/>
                  </a:lnTo>
                  <a:lnTo>
                    <a:pt x="1335514" y="353348"/>
                  </a:lnTo>
                  <a:close/>
                </a:path>
                <a:path w="1492884" h="403860">
                  <a:moveTo>
                    <a:pt x="1335400" y="353326"/>
                  </a:moveTo>
                  <a:close/>
                </a:path>
                <a:path w="1492884" h="403860">
                  <a:moveTo>
                    <a:pt x="1143546" y="317004"/>
                  </a:moveTo>
                  <a:close/>
                </a:path>
                <a:path w="1492884" h="403860">
                  <a:moveTo>
                    <a:pt x="1108722" y="310172"/>
                  </a:moveTo>
                  <a:close/>
                </a:path>
                <a:path w="1492884" h="403860">
                  <a:moveTo>
                    <a:pt x="1072453" y="302920"/>
                  </a:moveTo>
                  <a:close/>
                </a:path>
                <a:path w="1492884" h="403860">
                  <a:moveTo>
                    <a:pt x="1034900" y="295224"/>
                  </a:moveTo>
                  <a:close/>
                </a:path>
                <a:path w="1492884" h="403860">
                  <a:moveTo>
                    <a:pt x="996179" y="287083"/>
                  </a:moveTo>
                  <a:close/>
                </a:path>
                <a:path w="1492884" h="403860">
                  <a:moveTo>
                    <a:pt x="956398" y="278498"/>
                  </a:moveTo>
                  <a:lnTo>
                    <a:pt x="956538" y="278536"/>
                  </a:lnTo>
                  <a:lnTo>
                    <a:pt x="956398" y="278498"/>
                  </a:lnTo>
                  <a:close/>
                </a:path>
                <a:path w="1492884" h="403860">
                  <a:moveTo>
                    <a:pt x="80100" y="36910"/>
                  </a:moveTo>
                  <a:lnTo>
                    <a:pt x="52884" y="41265"/>
                  </a:lnTo>
                  <a:lnTo>
                    <a:pt x="71071" y="64067"/>
                  </a:lnTo>
                  <a:lnTo>
                    <a:pt x="72707" y="64706"/>
                  </a:lnTo>
                  <a:lnTo>
                    <a:pt x="117855" y="81381"/>
                  </a:lnTo>
                  <a:lnTo>
                    <a:pt x="176553" y="101079"/>
                  </a:lnTo>
                  <a:lnTo>
                    <a:pt x="242370" y="122250"/>
                  </a:lnTo>
                  <a:lnTo>
                    <a:pt x="312788" y="143954"/>
                  </a:lnTo>
                  <a:lnTo>
                    <a:pt x="400768" y="169583"/>
                  </a:lnTo>
                  <a:lnTo>
                    <a:pt x="443773" y="181343"/>
                  </a:lnTo>
                  <a:lnTo>
                    <a:pt x="486026" y="192735"/>
                  </a:lnTo>
                  <a:lnTo>
                    <a:pt x="528302" y="204000"/>
                  </a:lnTo>
                  <a:lnTo>
                    <a:pt x="571746" y="215379"/>
                  </a:lnTo>
                  <a:lnTo>
                    <a:pt x="617671" y="227152"/>
                  </a:lnTo>
                  <a:lnTo>
                    <a:pt x="783120" y="267360"/>
                  </a:lnTo>
                  <a:lnTo>
                    <a:pt x="906955" y="267334"/>
                  </a:lnTo>
                  <a:lnTo>
                    <a:pt x="737131" y="227139"/>
                  </a:lnTo>
                  <a:lnTo>
                    <a:pt x="688466" y="215366"/>
                  </a:lnTo>
                  <a:lnTo>
                    <a:pt x="642456" y="203974"/>
                  </a:lnTo>
                  <a:lnTo>
                    <a:pt x="598110" y="192709"/>
                  </a:lnTo>
                  <a:lnTo>
                    <a:pt x="554284" y="181317"/>
                  </a:lnTo>
                  <a:lnTo>
                    <a:pt x="509908" y="169570"/>
                  </a:lnTo>
                  <a:lnTo>
                    <a:pt x="414959" y="143916"/>
                  </a:lnTo>
                  <a:lnTo>
                    <a:pt x="376709" y="133045"/>
                  </a:lnTo>
                  <a:lnTo>
                    <a:pt x="339674" y="122212"/>
                  </a:lnTo>
                  <a:lnTo>
                    <a:pt x="270200" y="101053"/>
                  </a:lnTo>
                  <a:lnTo>
                    <a:pt x="207325" y="81064"/>
                  </a:lnTo>
                  <a:lnTo>
                    <a:pt x="151997" y="62877"/>
                  </a:lnTo>
                  <a:lnTo>
                    <a:pt x="104203" y="46050"/>
                  </a:lnTo>
                  <a:lnTo>
                    <a:pt x="82867" y="37998"/>
                  </a:lnTo>
                  <a:lnTo>
                    <a:pt x="80100" y="36910"/>
                  </a:lnTo>
                  <a:close/>
                </a:path>
                <a:path w="1492884" h="403860">
                  <a:moveTo>
                    <a:pt x="874293" y="259956"/>
                  </a:moveTo>
                  <a:lnTo>
                    <a:pt x="874496" y="260007"/>
                  </a:lnTo>
                  <a:lnTo>
                    <a:pt x="874293" y="259956"/>
                  </a:lnTo>
                  <a:close/>
                </a:path>
                <a:path w="1492884" h="403860">
                  <a:moveTo>
                    <a:pt x="737133" y="227139"/>
                  </a:moveTo>
                  <a:close/>
                </a:path>
                <a:path w="1492884" h="403860">
                  <a:moveTo>
                    <a:pt x="688466" y="215366"/>
                  </a:moveTo>
                  <a:close/>
                </a:path>
                <a:path w="1492884" h="403860">
                  <a:moveTo>
                    <a:pt x="642480" y="203974"/>
                  </a:moveTo>
                  <a:close/>
                </a:path>
                <a:path w="1492884" h="403860">
                  <a:moveTo>
                    <a:pt x="598144" y="192709"/>
                  </a:moveTo>
                  <a:close/>
                </a:path>
                <a:path w="1492884" h="403860">
                  <a:moveTo>
                    <a:pt x="554316" y="181317"/>
                  </a:moveTo>
                  <a:close/>
                </a:path>
                <a:path w="1492884" h="403860">
                  <a:moveTo>
                    <a:pt x="509908" y="169570"/>
                  </a:moveTo>
                  <a:close/>
                </a:path>
                <a:path w="1492884" h="403860">
                  <a:moveTo>
                    <a:pt x="414977" y="143916"/>
                  </a:moveTo>
                  <a:lnTo>
                    <a:pt x="415112" y="143954"/>
                  </a:lnTo>
                  <a:lnTo>
                    <a:pt x="414977" y="143916"/>
                  </a:lnTo>
                  <a:close/>
                </a:path>
                <a:path w="1492884" h="403860">
                  <a:moveTo>
                    <a:pt x="376709" y="133045"/>
                  </a:moveTo>
                  <a:close/>
                </a:path>
                <a:path w="1492884" h="403860">
                  <a:moveTo>
                    <a:pt x="129971" y="0"/>
                  </a:moveTo>
                  <a:lnTo>
                    <a:pt x="0" y="20789"/>
                  </a:lnTo>
                  <a:lnTo>
                    <a:pt x="82080" y="123697"/>
                  </a:lnTo>
                  <a:lnTo>
                    <a:pt x="91071" y="124701"/>
                  </a:lnTo>
                  <a:lnTo>
                    <a:pt x="103403" y="114858"/>
                  </a:lnTo>
                  <a:lnTo>
                    <a:pt x="104419" y="105879"/>
                  </a:lnTo>
                  <a:lnTo>
                    <a:pt x="71071" y="64067"/>
                  </a:lnTo>
                  <a:lnTo>
                    <a:pt x="46406" y="54394"/>
                  </a:lnTo>
                  <a:lnTo>
                    <a:pt x="21132" y="44297"/>
                  </a:lnTo>
                  <a:lnTo>
                    <a:pt x="31762" y="17767"/>
                  </a:lnTo>
                  <a:lnTo>
                    <a:pt x="139291" y="17767"/>
                  </a:lnTo>
                  <a:lnTo>
                    <a:pt x="137299" y="5295"/>
                  </a:lnTo>
                  <a:lnTo>
                    <a:pt x="129971" y="0"/>
                  </a:lnTo>
                  <a:close/>
                </a:path>
                <a:path w="1492884" h="403860">
                  <a:moveTo>
                    <a:pt x="339712" y="122212"/>
                  </a:moveTo>
                  <a:lnTo>
                    <a:pt x="339842" y="122250"/>
                  </a:lnTo>
                  <a:lnTo>
                    <a:pt x="339712" y="122212"/>
                  </a:lnTo>
                  <a:close/>
                </a:path>
                <a:path w="1492884" h="403860">
                  <a:moveTo>
                    <a:pt x="304184" y="111531"/>
                  </a:moveTo>
                  <a:close/>
                </a:path>
                <a:path w="1492884" h="403860">
                  <a:moveTo>
                    <a:pt x="270200" y="101053"/>
                  </a:moveTo>
                  <a:close/>
                </a:path>
                <a:path w="1492884" h="403860">
                  <a:moveTo>
                    <a:pt x="237920" y="90881"/>
                  </a:moveTo>
                  <a:close/>
                </a:path>
                <a:path w="1492884" h="403860">
                  <a:moveTo>
                    <a:pt x="207340" y="81064"/>
                  </a:moveTo>
                  <a:close/>
                </a:path>
                <a:path w="1492884" h="403860">
                  <a:moveTo>
                    <a:pt x="178688" y="71716"/>
                  </a:moveTo>
                  <a:close/>
                </a:path>
                <a:path w="1492884" h="403860">
                  <a:moveTo>
                    <a:pt x="31762" y="17767"/>
                  </a:moveTo>
                  <a:lnTo>
                    <a:pt x="21132" y="44297"/>
                  </a:lnTo>
                  <a:lnTo>
                    <a:pt x="46598" y="54470"/>
                  </a:lnTo>
                  <a:lnTo>
                    <a:pt x="71071" y="64067"/>
                  </a:lnTo>
                  <a:lnTo>
                    <a:pt x="55971" y="45135"/>
                  </a:lnTo>
                  <a:lnTo>
                    <a:pt x="28701" y="45135"/>
                  </a:lnTo>
                  <a:lnTo>
                    <a:pt x="37617" y="22123"/>
                  </a:lnTo>
                  <a:lnTo>
                    <a:pt x="42628" y="22123"/>
                  </a:lnTo>
                  <a:lnTo>
                    <a:pt x="31762" y="17767"/>
                  </a:lnTo>
                  <a:close/>
                </a:path>
                <a:path w="1492884" h="403860">
                  <a:moveTo>
                    <a:pt x="152116" y="62918"/>
                  </a:moveTo>
                  <a:close/>
                </a:path>
                <a:path w="1492884" h="403860">
                  <a:moveTo>
                    <a:pt x="151997" y="62877"/>
                  </a:moveTo>
                  <a:close/>
                </a:path>
                <a:path w="1492884" h="403860">
                  <a:moveTo>
                    <a:pt x="127343" y="54428"/>
                  </a:moveTo>
                  <a:close/>
                </a:path>
                <a:path w="1492884" h="403860">
                  <a:moveTo>
                    <a:pt x="127246" y="54394"/>
                  </a:moveTo>
                  <a:close/>
                </a:path>
                <a:path w="1492884" h="403860">
                  <a:moveTo>
                    <a:pt x="104212" y="46050"/>
                  </a:moveTo>
                  <a:lnTo>
                    <a:pt x="104381" y="46113"/>
                  </a:lnTo>
                  <a:lnTo>
                    <a:pt x="104212" y="46050"/>
                  </a:lnTo>
                  <a:close/>
                </a:path>
                <a:path w="1492884" h="403860">
                  <a:moveTo>
                    <a:pt x="37617" y="22123"/>
                  </a:moveTo>
                  <a:lnTo>
                    <a:pt x="28701" y="45135"/>
                  </a:lnTo>
                  <a:lnTo>
                    <a:pt x="52884" y="41265"/>
                  </a:lnTo>
                  <a:lnTo>
                    <a:pt x="37617" y="22123"/>
                  </a:lnTo>
                  <a:close/>
                </a:path>
                <a:path w="1492884" h="403860">
                  <a:moveTo>
                    <a:pt x="52884" y="41265"/>
                  </a:moveTo>
                  <a:lnTo>
                    <a:pt x="28701" y="45135"/>
                  </a:lnTo>
                  <a:lnTo>
                    <a:pt x="55971" y="45135"/>
                  </a:lnTo>
                  <a:lnTo>
                    <a:pt x="52884" y="41265"/>
                  </a:lnTo>
                  <a:close/>
                </a:path>
                <a:path w="1492884" h="403860">
                  <a:moveTo>
                    <a:pt x="42628" y="22123"/>
                  </a:moveTo>
                  <a:lnTo>
                    <a:pt x="37617" y="22123"/>
                  </a:lnTo>
                  <a:lnTo>
                    <a:pt x="52884" y="41265"/>
                  </a:lnTo>
                  <a:lnTo>
                    <a:pt x="80100" y="36910"/>
                  </a:lnTo>
                  <a:lnTo>
                    <a:pt x="63353" y="30378"/>
                  </a:lnTo>
                  <a:lnTo>
                    <a:pt x="42628" y="22123"/>
                  </a:lnTo>
                  <a:close/>
                </a:path>
                <a:path w="1492884" h="403860">
                  <a:moveTo>
                    <a:pt x="82889" y="37998"/>
                  </a:moveTo>
                  <a:lnTo>
                    <a:pt x="83019" y="38049"/>
                  </a:lnTo>
                  <a:lnTo>
                    <a:pt x="82889" y="37998"/>
                  </a:lnTo>
                  <a:close/>
                </a:path>
                <a:path w="1492884" h="403860">
                  <a:moveTo>
                    <a:pt x="139291" y="17767"/>
                  </a:moveTo>
                  <a:lnTo>
                    <a:pt x="31762" y="17767"/>
                  </a:lnTo>
                  <a:lnTo>
                    <a:pt x="63449" y="30416"/>
                  </a:lnTo>
                  <a:lnTo>
                    <a:pt x="80100" y="36910"/>
                  </a:lnTo>
                  <a:lnTo>
                    <a:pt x="134492" y="28206"/>
                  </a:lnTo>
                  <a:lnTo>
                    <a:pt x="139788" y="20878"/>
                  </a:lnTo>
                  <a:lnTo>
                    <a:pt x="139291" y="17767"/>
                  </a:lnTo>
                  <a:close/>
                </a:path>
                <a:path w="1492884" h="403860">
                  <a:moveTo>
                    <a:pt x="63347" y="30378"/>
                  </a:moveTo>
                  <a:close/>
                </a:path>
                <a:path w="1492884" h="403860">
                  <a:moveTo>
                    <a:pt x="63353" y="30378"/>
                  </a:moveTo>
                  <a:close/>
                </a:path>
              </a:pathLst>
            </a:custGeom>
            <a:solidFill>
              <a:srgbClr val="00B050"/>
            </a:solidFill>
          </p:spPr>
          <p:txBody>
            <a:bodyPr wrap="square" lIns="0" tIns="0" rIns="0" bIns="0" rtlCol="0"/>
            <a:lstStyle/>
            <a:p>
              <a:endParaRPr/>
            </a:p>
          </p:txBody>
        </p:sp>
        <p:sp>
          <p:nvSpPr>
            <p:cNvPr id="5" name="object 5"/>
            <p:cNvSpPr/>
            <p:nvPr/>
          </p:nvSpPr>
          <p:spPr>
            <a:xfrm>
              <a:off x="5130139" y="4536376"/>
              <a:ext cx="288925" cy="369570"/>
            </a:xfrm>
            <a:custGeom>
              <a:avLst/>
              <a:gdLst/>
              <a:ahLst/>
              <a:cxnLst/>
              <a:rect l="l" t="t" r="r" b="b"/>
              <a:pathLst>
                <a:path w="288925" h="369570">
                  <a:moveTo>
                    <a:pt x="288378" y="0"/>
                  </a:moveTo>
                  <a:lnTo>
                    <a:pt x="0" y="0"/>
                  </a:lnTo>
                  <a:lnTo>
                    <a:pt x="0" y="369328"/>
                  </a:lnTo>
                  <a:lnTo>
                    <a:pt x="288378" y="369328"/>
                  </a:lnTo>
                  <a:lnTo>
                    <a:pt x="288378" y="0"/>
                  </a:lnTo>
                  <a:close/>
                </a:path>
              </a:pathLst>
            </a:custGeom>
            <a:solidFill>
              <a:srgbClr val="FFFFFF"/>
            </a:solidFill>
          </p:spPr>
          <p:txBody>
            <a:bodyPr wrap="square" lIns="0" tIns="0" rIns="0" bIns="0" rtlCol="0"/>
            <a:lstStyle/>
            <a:p>
              <a:endParaRPr/>
            </a:p>
          </p:txBody>
        </p:sp>
        <p:sp>
          <p:nvSpPr>
            <p:cNvPr id="6" name="object 6"/>
            <p:cNvSpPr/>
            <p:nvPr/>
          </p:nvSpPr>
          <p:spPr>
            <a:xfrm>
              <a:off x="2731325" y="4976277"/>
              <a:ext cx="3636645" cy="923290"/>
            </a:xfrm>
            <a:custGeom>
              <a:avLst/>
              <a:gdLst/>
              <a:ahLst/>
              <a:cxnLst/>
              <a:rect l="l" t="t" r="r" b="b"/>
              <a:pathLst>
                <a:path w="3636645" h="923289">
                  <a:moveTo>
                    <a:pt x="0" y="922936"/>
                  </a:moveTo>
                  <a:lnTo>
                    <a:pt x="3636362" y="0"/>
                  </a:lnTo>
                </a:path>
              </a:pathLst>
            </a:custGeom>
            <a:ln w="38100">
              <a:solidFill>
                <a:srgbClr val="4472C4"/>
              </a:solidFill>
            </a:ln>
          </p:spPr>
          <p:txBody>
            <a:bodyPr wrap="square" lIns="0" tIns="0" rIns="0" bIns="0" rtlCol="0"/>
            <a:lstStyle/>
            <a:p>
              <a:endParaRPr/>
            </a:p>
          </p:txBody>
        </p:sp>
      </p:grpSp>
      <p:sp>
        <p:nvSpPr>
          <p:cNvPr id="7" name="object 7"/>
          <p:cNvSpPr txBox="1">
            <a:spLocks noGrp="1"/>
          </p:cNvSpPr>
          <p:nvPr>
            <p:ph type="title"/>
          </p:nvPr>
        </p:nvSpPr>
        <p:spPr>
          <a:xfrm>
            <a:off x="707390" y="711200"/>
            <a:ext cx="4556125" cy="528320"/>
          </a:xfrm>
          <a:prstGeom prst="rect">
            <a:avLst/>
          </a:prstGeom>
        </p:spPr>
        <p:txBody>
          <a:bodyPr vert="horz" wrap="square" lIns="0" tIns="12700" rIns="0" bIns="0" rtlCol="0">
            <a:spAutoFit/>
          </a:bodyPr>
          <a:lstStyle/>
          <a:p>
            <a:pPr marL="12700">
              <a:lnSpc>
                <a:spcPct val="100000"/>
              </a:lnSpc>
              <a:spcBef>
                <a:spcPts val="100"/>
              </a:spcBef>
            </a:pPr>
            <a:r>
              <a:rPr lang="en-US" spc="-25" dirty="0" err="1"/>
              <a:t>Hồi</a:t>
            </a:r>
            <a:r>
              <a:rPr lang="en-US" spc="-25" dirty="0"/>
              <a:t> </a:t>
            </a:r>
            <a:r>
              <a:rPr lang="en-US" spc="-25" dirty="0" err="1"/>
              <a:t>quy</a:t>
            </a:r>
            <a:r>
              <a:rPr lang="en-US" spc="-25" dirty="0"/>
              <a:t> vs </a:t>
            </a:r>
            <a:r>
              <a:rPr lang="en-US" spc="-25" dirty="0" err="1"/>
              <a:t>Phân</a:t>
            </a:r>
            <a:r>
              <a:rPr lang="en-US" spc="-25" dirty="0"/>
              <a:t> </a:t>
            </a:r>
            <a:r>
              <a:rPr lang="en-US" spc="-25" dirty="0" err="1"/>
              <a:t>loại</a:t>
            </a:r>
            <a:endParaRPr spc="-20" dirty="0"/>
          </a:p>
        </p:txBody>
      </p:sp>
      <mc:AlternateContent xmlns:mc="http://schemas.openxmlformats.org/markup-compatibility/2006" xmlns:a14="http://schemas.microsoft.com/office/drawing/2010/main">
        <mc:Choice Requires="a14">
          <p:sp>
            <p:nvSpPr>
              <p:cNvPr id="8" name="object 8"/>
              <p:cNvSpPr txBox="1"/>
              <p:nvPr/>
            </p:nvSpPr>
            <p:spPr>
              <a:xfrm>
                <a:off x="478790" y="1160018"/>
                <a:ext cx="6851015" cy="2191626"/>
              </a:xfrm>
              <a:prstGeom prst="rect">
                <a:avLst/>
              </a:prstGeom>
            </p:spPr>
            <p:txBody>
              <a:bodyPr vert="horz" wrap="square" lIns="0" tIns="39370" rIns="0" bIns="0" rtlCol="0">
                <a:spAutoFit/>
              </a:bodyPr>
              <a:lstStyle/>
              <a:p>
                <a:pPr marL="243840" indent="-231140">
                  <a:lnSpc>
                    <a:spcPct val="100000"/>
                  </a:lnSpc>
                  <a:spcBef>
                    <a:spcPts val="310"/>
                  </a:spcBef>
                  <a:buFont typeface="Arial"/>
                  <a:buChar char="•"/>
                  <a:tabLst>
                    <a:tab pos="243840" algn="l"/>
                  </a:tabLst>
                </a:pPr>
                <a:r>
                  <a:rPr lang="en-US" sz="2100" dirty="0">
                    <a:latin typeface="Carlito"/>
                    <a:cs typeface="Carlito"/>
                  </a:rPr>
                  <a:t>Hồi </a:t>
                </a:r>
                <a:r>
                  <a:rPr lang="en-US" sz="2100" dirty="0" err="1">
                    <a:latin typeface="Carlito"/>
                    <a:cs typeface="Carlito"/>
                  </a:rPr>
                  <a:t>quy</a:t>
                </a:r>
                <a:r>
                  <a:rPr lang="en-US" sz="2100" dirty="0">
                    <a:latin typeface="Carlito"/>
                    <a:cs typeface="Carlito"/>
                  </a:rPr>
                  <a:t>:</a:t>
                </a:r>
                <a:r>
                  <a:rPr lang="en-US" sz="2100" spc="-120" dirty="0">
                    <a:latin typeface="Carlito"/>
                    <a:cs typeface="Carlito"/>
                  </a:rPr>
                  <a:t> </a:t>
                </a:r>
                <a:r>
                  <a:rPr lang="en-US" sz="2100" dirty="0" err="1">
                    <a:latin typeface="Carlito"/>
                    <a:cs typeface="Carlito"/>
                  </a:rPr>
                  <a:t>nếu</a:t>
                </a:r>
                <a:r>
                  <a:rPr lang="en-US" sz="2100" dirty="0">
                    <a:latin typeface="Carlito"/>
                    <a:cs typeface="Carlito"/>
                  </a:rPr>
                  <a:t> </a:t>
                </a:r>
                <a14:m>
                  <m:oMath xmlns:m="http://schemas.openxmlformats.org/officeDocument/2006/math">
                    <m:r>
                      <a:rPr lang="en-US" sz="2100" b="0" i="1" smtClean="0">
                        <a:latin typeface="Cambria Math" panose="02040503050406030204" pitchFamily="18" charset="0"/>
                        <a:cs typeface="Carlito"/>
                      </a:rPr>
                      <m:t>𝑦</m:t>
                    </m:r>
                    <m:r>
                      <a:rPr lang="en-US" sz="2100" b="0" i="1" smtClean="0">
                        <a:latin typeface="Cambria Math" panose="02040503050406030204" pitchFamily="18" charset="0"/>
                        <a:ea typeface="Cambria Math" panose="02040503050406030204" pitchFamily="18" charset="0"/>
                        <a:cs typeface="Carlito"/>
                      </a:rPr>
                      <m:t>∈ </m:t>
                    </m:r>
                    <m:r>
                      <a:rPr lang="en-US" sz="2100" b="0" i="1" smtClean="0">
                        <a:latin typeface="Cambria Math" panose="02040503050406030204" pitchFamily="18" charset="0"/>
                        <a:ea typeface="Cambria Math" panose="02040503050406030204" pitchFamily="18" charset="0"/>
                        <a:cs typeface="Carlito"/>
                      </a:rPr>
                      <m:t>ℝ</m:t>
                    </m:r>
                  </m:oMath>
                </a14:m>
                <a:r>
                  <a:rPr lang="en-US" sz="2100" dirty="0">
                    <a:latin typeface="Carlito"/>
                    <a:cs typeface="Carlito"/>
                  </a:rPr>
                  <a:t> </a:t>
                </a:r>
                <a:r>
                  <a:rPr lang="en-US" sz="2100" dirty="0" err="1">
                    <a:latin typeface="Carlito"/>
                    <a:cs typeface="Carlito"/>
                  </a:rPr>
                  <a:t>là</a:t>
                </a:r>
                <a:r>
                  <a:rPr lang="en-US" sz="2100" dirty="0">
                    <a:latin typeface="Carlito"/>
                    <a:cs typeface="Carlito"/>
                  </a:rPr>
                  <a:t> </a:t>
                </a:r>
                <a:r>
                  <a:rPr lang="en-US" sz="2100" dirty="0" err="1">
                    <a:latin typeface="Carlito"/>
                    <a:cs typeface="Carlito"/>
                  </a:rPr>
                  <a:t>biến</a:t>
                </a:r>
                <a:r>
                  <a:rPr lang="en-US" sz="2100" dirty="0">
                    <a:latin typeface="Carlito"/>
                    <a:cs typeface="Carlito"/>
                  </a:rPr>
                  <a:t> </a:t>
                </a:r>
                <a:r>
                  <a:rPr lang="en-US" sz="2100" dirty="0" err="1">
                    <a:latin typeface="Carlito"/>
                    <a:cs typeface="Carlito"/>
                  </a:rPr>
                  <a:t>liên</a:t>
                </a:r>
                <a:r>
                  <a:rPr lang="en-US" sz="2100" dirty="0">
                    <a:latin typeface="Carlito"/>
                    <a:cs typeface="Carlito"/>
                  </a:rPr>
                  <a:t> </a:t>
                </a:r>
                <a:r>
                  <a:rPr lang="en-US" sz="2100" dirty="0" err="1">
                    <a:latin typeface="Carlito"/>
                    <a:cs typeface="Carlito"/>
                  </a:rPr>
                  <a:t>tục</a:t>
                </a:r>
                <a:r>
                  <a:rPr lang="en-US" sz="2100" dirty="0">
                    <a:latin typeface="Carlito"/>
                    <a:cs typeface="Carlito"/>
                  </a:rPr>
                  <a:t>.</a:t>
                </a:r>
              </a:p>
              <a:p>
                <a:pPr marL="579120" lvl="1" indent="-223520">
                  <a:lnSpc>
                    <a:spcPct val="100000"/>
                  </a:lnSpc>
                  <a:spcBef>
                    <a:spcPts val="180"/>
                  </a:spcBef>
                  <a:buFont typeface="Arial"/>
                  <a:buChar char="•"/>
                  <a:tabLst>
                    <a:tab pos="579120" algn="l"/>
                  </a:tabLst>
                </a:pPr>
                <a:r>
                  <a:rPr lang="en-US" sz="1800" dirty="0" err="1">
                    <a:latin typeface="Carlito"/>
                    <a:cs typeface="Carlito"/>
                  </a:rPr>
                  <a:t>Ví</a:t>
                </a:r>
                <a:r>
                  <a:rPr lang="en-US" sz="1800" dirty="0">
                    <a:latin typeface="Carlito"/>
                    <a:cs typeface="Carlito"/>
                  </a:rPr>
                  <a:t> </a:t>
                </a:r>
                <a:r>
                  <a:rPr lang="en-US" sz="1800" dirty="0" err="1">
                    <a:latin typeface="Carlito"/>
                    <a:cs typeface="Carlito"/>
                  </a:rPr>
                  <a:t>dụ</a:t>
                </a:r>
                <a:r>
                  <a:rPr lang="en-US" sz="1800" dirty="0">
                    <a:latin typeface="Carlito"/>
                    <a:cs typeface="Carlito"/>
                  </a:rPr>
                  <a:t> </a:t>
                </a:r>
                <a:r>
                  <a:rPr lang="en-US" sz="1800" dirty="0" err="1">
                    <a:latin typeface="Carlito"/>
                    <a:cs typeface="Carlito"/>
                  </a:rPr>
                  <a:t>dự</a:t>
                </a:r>
                <a:r>
                  <a:rPr lang="en-US" sz="1800" dirty="0">
                    <a:latin typeface="Carlito"/>
                    <a:cs typeface="Carlito"/>
                  </a:rPr>
                  <a:t> </a:t>
                </a:r>
                <a:r>
                  <a:rPr lang="en-US" sz="1800" dirty="0" err="1">
                    <a:latin typeface="Carlito"/>
                    <a:cs typeface="Carlito"/>
                  </a:rPr>
                  <a:t>đoán</a:t>
                </a:r>
                <a:r>
                  <a:rPr lang="en-US" sz="1800" dirty="0">
                    <a:latin typeface="Carlito"/>
                    <a:cs typeface="Carlito"/>
                  </a:rPr>
                  <a:t> </a:t>
                </a:r>
                <a:r>
                  <a:rPr lang="en-US" sz="1800" dirty="0" err="1">
                    <a:latin typeface="Carlito"/>
                    <a:cs typeface="Carlito"/>
                  </a:rPr>
                  <a:t>giá</a:t>
                </a:r>
                <a:endParaRPr lang="en-US" sz="1800" dirty="0">
                  <a:latin typeface="Carlito"/>
                  <a:cs typeface="Carlito"/>
                </a:endParaRPr>
              </a:p>
              <a:p>
                <a:pPr marL="243840" indent="-231140">
                  <a:lnSpc>
                    <a:spcPct val="100000"/>
                  </a:lnSpc>
                  <a:spcBef>
                    <a:spcPts val="540"/>
                  </a:spcBef>
                  <a:buFont typeface="Arial"/>
                  <a:buChar char="•"/>
                  <a:tabLst>
                    <a:tab pos="243840" algn="l"/>
                  </a:tabLst>
                </a:pPr>
                <a:r>
                  <a:rPr lang="en-US" sz="2100" spc="-10" dirty="0" err="1">
                    <a:latin typeface="Carlito"/>
                    <a:cs typeface="Carlito"/>
                  </a:rPr>
                  <a:t>phân</a:t>
                </a:r>
                <a:r>
                  <a:rPr lang="en-US" sz="2100" spc="-10" dirty="0">
                    <a:latin typeface="Carlito"/>
                    <a:cs typeface="Carlito"/>
                  </a:rPr>
                  <a:t> </a:t>
                </a:r>
                <a:r>
                  <a:rPr lang="en-US" sz="2100" spc="-10" dirty="0" err="1">
                    <a:latin typeface="Carlito"/>
                    <a:cs typeface="Carlito"/>
                  </a:rPr>
                  <a:t>loại</a:t>
                </a:r>
                <a:r>
                  <a:rPr lang="en-US" sz="2100" spc="-10" dirty="0">
                    <a:latin typeface="Carlito"/>
                    <a:cs typeface="Carlito"/>
                  </a:rPr>
                  <a:t>: </a:t>
                </a:r>
                <a:r>
                  <a:rPr lang="en-US" sz="2100" spc="-10" dirty="0" err="1">
                    <a:latin typeface="Carlito"/>
                    <a:cs typeface="Carlito"/>
                  </a:rPr>
                  <a:t>nhãn</a:t>
                </a:r>
                <a:r>
                  <a:rPr lang="en-US" sz="2100" spc="-10" dirty="0">
                    <a:latin typeface="Carlito"/>
                    <a:cs typeface="Carlito"/>
                  </a:rPr>
                  <a:t> </a:t>
                </a:r>
                <a:r>
                  <a:rPr lang="en-US" sz="2100" spc="-10" dirty="0" err="1">
                    <a:latin typeface="Carlito"/>
                    <a:cs typeface="Carlito"/>
                  </a:rPr>
                  <a:t>là</a:t>
                </a:r>
                <a:r>
                  <a:rPr lang="en-US" sz="2100" spc="-10" dirty="0">
                    <a:latin typeface="Carlito"/>
                    <a:cs typeface="Carlito"/>
                  </a:rPr>
                  <a:t> </a:t>
                </a:r>
                <a:r>
                  <a:rPr lang="en-US" sz="2100" spc="-10" dirty="0" err="1">
                    <a:latin typeface="Carlito"/>
                    <a:cs typeface="Carlito"/>
                  </a:rPr>
                  <a:t>một</a:t>
                </a:r>
                <a:r>
                  <a:rPr lang="en-US" sz="2100" spc="-10" dirty="0">
                    <a:latin typeface="Carlito"/>
                    <a:cs typeface="Carlito"/>
                  </a:rPr>
                  <a:t> </a:t>
                </a:r>
                <a:r>
                  <a:rPr lang="en-US" sz="2100" spc="-10" dirty="0" err="1">
                    <a:latin typeface="Carlito"/>
                    <a:cs typeface="Carlito"/>
                  </a:rPr>
                  <a:t>biến</a:t>
                </a:r>
                <a:r>
                  <a:rPr lang="en-US" sz="2100" spc="-10" dirty="0">
                    <a:latin typeface="Carlito"/>
                    <a:cs typeface="Carlito"/>
                  </a:rPr>
                  <a:t> </a:t>
                </a:r>
                <a:r>
                  <a:rPr lang="en-US" sz="2100" spc="-10" dirty="0" err="1">
                    <a:latin typeface="Carlito"/>
                    <a:cs typeface="Carlito"/>
                  </a:rPr>
                  <a:t>rời</a:t>
                </a:r>
                <a:r>
                  <a:rPr lang="en-US" sz="2100" spc="-10" dirty="0">
                    <a:latin typeface="Carlito"/>
                    <a:cs typeface="Carlito"/>
                  </a:rPr>
                  <a:t> </a:t>
                </a:r>
                <a:r>
                  <a:rPr lang="en-US" sz="2100" spc="-10" dirty="0" err="1">
                    <a:latin typeface="Carlito"/>
                    <a:cs typeface="Carlito"/>
                  </a:rPr>
                  <a:t>rạc</a:t>
                </a:r>
                <a:endParaRPr lang="en-US" sz="2100" dirty="0">
                  <a:latin typeface="Carlito"/>
                  <a:cs typeface="Carlito"/>
                </a:endParaRPr>
              </a:p>
              <a:p>
                <a:pPr marL="579120" lvl="1" indent="-223520">
                  <a:lnSpc>
                    <a:spcPct val="100000"/>
                  </a:lnSpc>
                  <a:spcBef>
                    <a:spcPts val="180"/>
                  </a:spcBef>
                  <a:buFont typeface="Arial"/>
                  <a:buChar char="•"/>
                  <a:tabLst>
                    <a:tab pos="579120" algn="l"/>
                  </a:tabLst>
                </a:pPr>
                <a:r>
                  <a:rPr lang="en-US" sz="1800" dirty="0" err="1">
                    <a:latin typeface="Carlito"/>
                    <a:cs typeface="Carlito"/>
                  </a:rPr>
                  <a:t>Ví</a:t>
                </a:r>
                <a:r>
                  <a:rPr lang="en-US" sz="1800" dirty="0">
                    <a:latin typeface="Carlito"/>
                    <a:cs typeface="Carlito"/>
                  </a:rPr>
                  <a:t> </a:t>
                </a:r>
                <a:r>
                  <a:rPr lang="en-US" sz="1800" dirty="0" err="1">
                    <a:latin typeface="Carlito"/>
                    <a:cs typeface="Carlito"/>
                  </a:rPr>
                  <a:t>dụ</a:t>
                </a:r>
                <a:r>
                  <a:rPr lang="en-US" sz="1800" dirty="0">
                    <a:latin typeface="Carlito"/>
                    <a:cs typeface="Carlito"/>
                  </a:rPr>
                  <a:t>: </a:t>
                </a:r>
                <a:r>
                  <a:rPr lang="en-US" dirty="0" err="1">
                    <a:latin typeface="Carlito"/>
                    <a:cs typeface="Carlito"/>
                  </a:rPr>
                  <a:t>tác</a:t>
                </a:r>
                <a:r>
                  <a:rPr lang="en-US" dirty="0">
                    <a:latin typeface="Carlito"/>
                    <a:cs typeface="Carlito"/>
                  </a:rPr>
                  <a:t> </a:t>
                </a:r>
                <a:r>
                  <a:rPr lang="en-US" dirty="0" err="1">
                    <a:latin typeface="Carlito"/>
                    <a:cs typeface="Carlito"/>
                  </a:rPr>
                  <a:t>vụ</a:t>
                </a:r>
                <a:r>
                  <a:rPr lang="vi-VN" sz="1800" dirty="0">
                    <a:latin typeface="Carlito"/>
                    <a:cs typeface="Carlito"/>
                  </a:rPr>
                  <a:t>dự đoán các loại </a:t>
                </a:r>
                <a:r>
                  <a:rPr lang="en-US" sz="1800" dirty="0" err="1">
                    <a:latin typeface="Carlito"/>
                    <a:cs typeface="Carlito"/>
                  </a:rPr>
                  <a:t>căn</a:t>
                </a:r>
                <a:r>
                  <a:rPr lang="en-US" sz="1800" dirty="0">
                    <a:latin typeface="Carlito"/>
                    <a:cs typeface="Carlito"/>
                  </a:rPr>
                  <a:t> </a:t>
                </a:r>
                <a:r>
                  <a:rPr lang="en-US" sz="1800" dirty="0" err="1">
                    <a:latin typeface="Carlito"/>
                    <a:cs typeface="Carlito"/>
                  </a:rPr>
                  <a:t>hộ</a:t>
                </a:r>
                <a:endParaRPr lang="en-US" sz="1800" dirty="0">
                  <a:latin typeface="Carlito"/>
                  <a:cs typeface="Carlito"/>
                </a:endParaRPr>
              </a:p>
              <a:p>
                <a:pPr>
                  <a:lnSpc>
                    <a:spcPct val="100000"/>
                  </a:lnSpc>
                  <a:spcBef>
                    <a:spcPts val="965"/>
                  </a:spcBef>
                </a:pPr>
                <a:endParaRPr lang="en-US" sz="1800" dirty="0">
                  <a:latin typeface="Carlito"/>
                  <a:cs typeface="Carlito"/>
                </a:endParaRPr>
              </a:p>
              <a:p>
                <a:pPr marL="842644">
                  <a:lnSpc>
                    <a:spcPct val="100000"/>
                  </a:lnSpc>
                  <a:tabLst>
                    <a:tab pos="3077845" algn="l"/>
                    <a:tab pos="3700145" algn="l"/>
                  </a:tabLst>
                </a:pPr>
                <a:r>
                  <a:rPr lang="en-US" sz="2800" dirty="0">
                    <a:latin typeface="Carlito"/>
                    <a:cs typeface="Carlito"/>
                  </a:rPr>
                  <a:t>(size,</a:t>
                </a:r>
                <a:r>
                  <a:rPr lang="en-US" sz="2800" spc="-55" dirty="0">
                    <a:latin typeface="Carlito"/>
                    <a:cs typeface="Carlito"/>
                  </a:rPr>
                  <a:t> </a:t>
                </a:r>
                <a:r>
                  <a:rPr lang="en-US" sz="2800" dirty="0">
                    <a:latin typeface="Carlito"/>
                    <a:cs typeface="Carlito"/>
                  </a:rPr>
                  <a:t>lot</a:t>
                </a:r>
                <a:r>
                  <a:rPr lang="en-US" sz="2800" spc="-60" dirty="0">
                    <a:latin typeface="Carlito"/>
                    <a:cs typeface="Carlito"/>
                  </a:rPr>
                  <a:t> </a:t>
                </a:r>
                <a:r>
                  <a:rPr lang="en-US" sz="2800" spc="-10" dirty="0">
                    <a:latin typeface="Carlito"/>
                    <a:cs typeface="Carlito"/>
                  </a:rPr>
                  <a:t>size)</a:t>
                </a:r>
                <a:r>
                  <a:rPr lang="en-US" sz="2800" dirty="0">
                    <a:latin typeface="Carlito"/>
                    <a:cs typeface="Carlito"/>
                  </a:rPr>
                  <a:t>	</a:t>
                </a:r>
                <a:r>
                  <a:rPr lang="en-US" sz="2800" spc="-50" dirty="0">
                    <a:latin typeface="FreeSerif"/>
                    <a:cs typeface="FreeSerif"/>
                  </a:rPr>
                  <a:t>→</a:t>
                </a:r>
                <a:r>
                  <a:rPr lang="en-US" sz="2800" dirty="0">
                    <a:latin typeface="FreeSerif"/>
                    <a:cs typeface="FreeSerif"/>
                  </a:rPr>
                  <a:t>	</a:t>
                </a:r>
                <a:r>
                  <a:rPr lang="en-US" sz="2800" dirty="0">
                    <a:latin typeface="Carlito"/>
                    <a:cs typeface="Carlito"/>
                  </a:rPr>
                  <a:t>house</a:t>
                </a:r>
                <a:r>
                  <a:rPr lang="en-US" sz="2800" spc="-40" dirty="0">
                    <a:latin typeface="Carlito"/>
                    <a:cs typeface="Carlito"/>
                  </a:rPr>
                  <a:t> </a:t>
                </a:r>
                <a:r>
                  <a:rPr lang="en-US" sz="2800" dirty="0">
                    <a:latin typeface="Carlito"/>
                    <a:cs typeface="Carlito"/>
                  </a:rPr>
                  <a:t>or</a:t>
                </a:r>
                <a:r>
                  <a:rPr lang="en-US" sz="2800" spc="-35" dirty="0">
                    <a:latin typeface="Carlito"/>
                    <a:cs typeface="Carlito"/>
                  </a:rPr>
                  <a:t> </a:t>
                </a:r>
                <a:r>
                  <a:rPr lang="en-US" sz="2800" spc="-10" dirty="0">
                    <a:latin typeface="Carlito"/>
                    <a:cs typeface="Carlito"/>
                  </a:rPr>
                  <a:t>townhouse?</a:t>
                </a:r>
                <a:endParaRPr sz="2800" dirty="0">
                  <a:latin typeface="Carlito"/>
                  <a:cs typeface="Carlito"/>
                </a:endParaRPr>
              </a:p>
            </p:txBody>
          </p:sp>
        </mc:Choice>
        <mc:Fallback xmlns="">
          <p:sp>
            <p:nvSpPr>
              <p:cNvPr id="8" name="object 8"/>
              <p:cNvSpPr txBox="1">
                <a:spLocks noRot="1" noChangeAspect="1" noMove="1" noResize="1" noEditPoints="1" noAdjustHandles="1" noChangeArrowheads="1" noChangeShapeType="1" noTextEdit="1"/>
              </p:cNvSpPr>
              <p:nvPr/>
            </p:nvSpPr>
            <p:spPr>
              <a:xfrm>
                <a:off x="478790" y="1160018"/>
                <a:ext cx="6851015" cy="2191626"/>
              </a:xfrm>
              <a:prstGeom prst="rect">
                <a:avLst/>
              </a:prstGeom>
              <a:blipFill>
                <a:blip r:embed="rId3"/>
                <a:stretch>
                  <a:fillRect l="-2048" t="-1944" r="-2671" b="-8889"/>
                </a:stretch>
              </a:blipFill>
            </p:spPr>
            <p:txBody>
              <a:bodyPr/>
              <a:lstStyle/>
              <a:p>
                <a:r>
                  <a:rPr lang="en-US">
                    <a:noFill/>
                  </a:rPr>
                  <a:t> </a:t>
                </a:r>
              </a:p>
            </p:txBody>
          </p:sp>
        </mc:Fallback>
      </mc:AlternateContent>
      <p:sp>
        <p:nvSpPr>
          <p:cNvPr id="9" name="object 9"/>
          <p:cNvSpPr txBox="1"/>
          <p:nvPr/>
        </p:nvSpPr>
        <p:spPr>
          <a:xfrm>
            <a:off x="7063333" y="4752338"/>
            <a:ext cx="1945639" cy="833119"/>
          </a:xfrm>
          <a:prstGeom prst="rect">
            <a:avLst/>
          </a:prstGeom>
        </p:spPr>
        <p:txBody>
          <a:bodyPr vert="horz" wrap="square" lIns="0" tIns="63500" rIns="0" bIns="0" rtlCol="0">
            <a:spAutoFit/>
          </a:bodyPr>
          <a:lstStyle/>
          <a:p>
            <a:pPr marL="79375" marR="5080" indent="-67310">
              <a:lnSpc>
                <a:spcPts val="3000"/>
              </a:lnSpc>
              <a:spcBef>
                <a:spcPts val="500"/>
              </a:spcBef>
            </a:pPr>
            <a:r>
              <a:rPr sz="2800" spc="320" dirty="0">
                <a:latin typeface="FreeSerif"/>
                <a:cs typeface="FreeSerif"/>
              </a:rPr>
              <a:t>𝑦</a:t>
            </a:r>
            <a:r>
              <a:rPr sz="2800" spc="95" dirty="0">
                <a:latin typeface="FreeSerif"/>
                <a:cs typeface="FreeSerif"/>
              </a:rPr>
              <a:t> </a:t>
            </a:r>
            <a:r>
              <a:rPr sz="2800" spc="500" dirty="0">
                <a:latin typeface="FreeSerif"/>
                <a:cs typeface="FreeSerif"/>
              </a:rPr>
              <a:t>=</a:t>
            </a:r>
            <a:r>
              <a:rPr sz="2800" spc="-90" dirty="0">
                <a:latin typeface="FreeSerif"/>
                <a:cs typeface="FreeSerif"/>
              </a:rPr>
              <a:t> </a:t>
            </a:r>
            <a:r>
              <a:rPr sz="2800" dirty="0">
                <a:latin typeface="Carlito"/>
                <a:cs typeface="Carlito"/>
              </a:rPr>
              <a:t>house</a:t>
            </a:r>
            <a:r>
              <a:rPr sz="2800" spc="-20" dirty="0">
                <a:latin typeface="Carlito"/>
                <a:cs typeface="Carlito"/>
              </a:rPr>
              <a:t> </a:t>
            </a:r>
            <a:r>
              <a:rPr sz="2800" spc="-25" dirty="0">
                <a:latin typeface="Carlito"/>
                <a:cs typeface="Carlito"/>
              </a:rPr>
              <a:t>or </a:t>
            </a:r>
            <a:r>
              <a:rPr sz="2800" spc="-10" dirty="0">
                <a:latin typeface="Carlito"/>
                <a:cs typeface="Carlito"/>
              </a:rPr>
              <a:t>townhouse?</a:t>
            </a:r>
            <a:endParaRPr sz="2800">
              <a:latin typeface="Carlito"/>
              <a:cs typeface="Carl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711200"/>
            <a:ext cx="7598410" cy="520655"/>
          </a:xfrm>
          <a:prstGeom prst="rect">
            <a:avLst/>
          </a:prstGeom>
        </p:spPr>
        <p:txBody>
          <a:bodyPr vert="horz" wrap="square" lIns="0" tIns="12700" rIns="0" bIns="0" rtlCol="0">
            <a:spAutoFit/>
          </a:bodyPr>
          <a:lstStyle/>
          <a:p>
            <a:pPr marL="12700">
              <a:lnSpc>
                <a:spcPct val="100000"/>
              </a:lnSpc>
              <a:spcBef>
                <a:spcPts val="100"/>
              </a:spcBef>
            </a:pPr>
            <a:r>
              <a:rPr lang="en-US" spc="-20" dirty="0" err="1"/>
              <a:t>Học</a:t>
            </a:r>
            <a:r>
              <a:rPr lang="en-US" spc="-20" dirty="0"/>
              <a:t> </a:t>
            </a:r>
            <a:r>
              <a:rPr lang="en-US" spc="-20" dirty="0" err="1"/>
              <a:t>tập</a:t>
            </a:r>
            <a:r>
              <a:rPr lang="en-US" spc="-20" dirty="0"/>
              <a:t> </a:t>
            </a:r>
            <a:r>
              <a:rPr lang="en-US" spc="-20" dirty="0" err="1"/>
              <a:t>có</a:t>
            </a:r>
            <a:r>
              <a:rPr lang="en-US" spc="-20" dirty="0"/>
              <a:t> </a:t>
            </a:r>
            <a:r>
              <a:rPr lang="en-US" spc="-20" dirty="0" err="1"/>
              <a:t>giám</a:t>
            </a:r>
            <a:r>
              <a:rPr lang="en-US" spc="-20" dirty="0"/>
              <a:t> </a:t>
            </a:r>
            <a:r>
              <a:rPr lang="en-US" spc="-20" dirty="0" err="1"/>
              <a:t>sát</a:t>
            </a:r>
            <a:r>
              <a:rPr lang="en-US" spc="-20" dirty="0"/>
              <a:t> </a:t>
            </a:r>
            <a:r>
              <a:rPr lang="en-US" spc="-20" dirty="0" err="1"/>
              <a:t>trong</a:t>
            </a:r>
            <a:r>
              <a:rPr lang="en-US" spc="-20" dirty="0"/>
              <a:t> </a:t>
            </a:r>
            <a:r>
              <a:rPr lang="en-US" spc="-20" dirty="0" err="1"/>
              <a:t>thị</a:t>
            </a:r>
            <a:r>
              <a:rPr lang="en-US" spc="-20" dirty="0"/>
              <a:t> </a:t>
            </a:r>
            <a:r>
              <a:rPr lang="en-US" spc="-20" dirty="0" err="1"/>
              <a:t>giác</a:t>
            </a:r>
            <a:r>
              <a:rPr lang="en-US" spc="-20" dirty="0"/>
              <a:t> </a:t>
            </a:r>
            <a:r>
              <a:rPr lang="en-US" spc="-20" dirty="0" err="1"/>
              <a:t>máy</a:t>
            </a:r>
            <a:r>
              <a:rPr lang="en-US" spc="-20" dirty="0"/>
              <a:t> </a:t>
            </a:r>
            <a:r>
              <a:rPr lang="en-US" spc="-20" dirty="0" err="1"/>
              <a:t>tính</a:t>
            </a:r>
            <a:endParaRPr spc="-10" dirty="0"/>
          </a:p>
        </p:txBody>
      </p:sp>
      <p:sp>
        <p:nvSpPr>
          <p:cNvPr id="3" name="object 3"/>
          <p:cNvSpPr txBox="1"/>
          <p:nvPr/>
        </p:nvSpPr>
        <p:spPr>
          <a:xfrm>
            <a:off x="478790" y="1300226"/>
            <a:ext cx="5198745" cy="669290"/>
          </a:xfrm>
          <a:prstGeom prst="rect">
            <a:avLst/>
          </a:prstGeom>
        </p:spPr>
        <p:txBody>
          <a:bodyPr vert="horz" wrap="square" lIns="0" tIns="39370" rIns="0" bIns="0" rtlCol="0">
            <a:spAutoFit/>
          </a:bodyPr>
          <a:lstStyle/>
          <a:p>
            <a:pPr marL="243840" indent="-231140">
              <a:lnSpc>
                <a:spcPct val="100000"/>
              </a:lnSpc>
              <a:spcBef>
                <a:spcPts val="310"/>
              </a:spcBef>
              <a:buFont typeface="Arial"/>
              <a:buChar char="•"/>
              <a:tabLst>
                <a:tab pos="243840" algn="l"/>
              </a:tabLst>
            </a:pPr>
            <a:r>
              <a:rPr lang="en-US" sz="2100" dirty="0" err="1">
                <a:latin typeface="Carlito"/>
                <a:cs typeface="Carlito"/>
              </a:rPr>
              <a:t>Phân</a:t>
            </a:r>
            <a:r>
              <a:rPr lang="en-US" sz="2100" dirty="0">
                <a:latin typeface="Carlito"/>
                <a:cs typeface="Carlito"/>
              </a:rPr>
              <a:t> </a:t>
            </a:r>
            <a:r>
              <a:rPr lang="en-US" sz="2100" dirty="0" err="1">
                <a:latin typeface="Carlito"/>
                <a:cs typeface="Carlito"/>
              </a:rPr>
              <a:t>loại</a:t>
            </a:r>
            <a:r>
              <a:rPr lang="en-US" sz="2100" dirty="0">
                <a:latin typeface="Carlito"/>
                <a:cs typeface="Carlito"/>
              </a:rPr>
              <a:t> </a:t>
            </a:r>
            <a:r>
              <a:rPr lang="en-US" sz="2100" dirty="0" err="1">
                <a:latin typeface="Carlito"/>
                <a:cs typeface="Carlito"/>
              </a:rPr>
              <a:t>hình</a:t>
            </a:r>
            <a:r>
              <a:rPr lang="en-US" sz="2100" dirty="0">
                <a:latin typeface="Carlito"/>
                <a:cs typeface="Carlito"/>
              </a:rPr>
              <a:t> </a:t>
            </a:r>
            <a:r>
              <a:rPr lang="en-US" sz="2100" dirty="0" err="1">
                <a:latin typeface="Carlito"/>
                <a:cs typeface="Carlito"/>
              </a:rPr>
              <a:t>ảnh</a:t>
            </a:r>
            <a:endParaRPr sz="2100" dirty="0">
              <a:latin typeface="Carlito"/>
              <a:cs typeface="Carlito"/>
            </a:endParaRPr>
          </a:p>
          <a:p>
            <a:pPr marL="631190" lvl="1" indent="-275590">
              <a:lnSpc>
                <a:spcPct val="100000"/>
              </a:lnSpc>
              <a:spcBef>
                <a:spcPts val="180"/>
              </a:spcBef>
              <a:buFont typeface="Arial"/>
              <a:buChar char="•"/>
              <a:tabLst>
                <a:tab pos="631190" algn="l"/>
              </a:tabLst>
            </a:pPr>
            <a:r>
              <a:rPr lang="vi-VN" sz="1800" dirty="0">
                <a:latin typeface="TeX Gyre Bonum Math"/>
                <a:cs typeface="TeX Gyre Bonum Math"/>
              </a:rPr>
              <a:t>𝑥 = pixel thô của hình ảnh, 𝑦 = đối tượng chính</a:t>
            </a:r>
            <a:endParaRPr sz="1800" dirty="0">
              <a:latin typeface="Carlito"/>
              <a:cs typeface="Carlito"/>
            </a:endParaRPr>
          </a:p>
        </p:txBody>
      </p:sp>
      <p:pic>
        <p:nvPicPr>
          <p:cNvPr id="4" name="object 4"/>
          <p:cNvPicPr/>
          <p:nvPr/>
        </p:nvPicPr>
        <p:blipFill>
          <a:blip r:embed="rId2" cstate="print"/>
          <a:stretch>
            <a:fillRect/>
          </a:stretch>
        </p:blipFill>
        <p:spPr>
          <a:xfrm>
            <a:off x="2011748" y="2538603"/>
            <a:ext cx="4962098" cy="3407702"/>
          </a:xfrm>
          <a:prstGeom prst="rect">
            <a:avLst/>
          </a:prstGeom>
        </p:spPr>
      </p:pic>
      <p:sp>
        <p:nvSpPr>
          <p:cNvPr id="5" name="object 5"/>
          <p:cNvSpPr txBox="1"/>
          <p:nvPr/>
        </p:nvSpPr>
        <p:spPr>
          <a:xfrm>
            <a:off x="2030704" y="6427723"/>
            <a:ext cx="701103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rlito"/>
                <a:cs typeface="Carlito"/>
              </a:rPr>
              <a:t>ImageNet</a:t>
            </a:r>
            <a:r>
              <a:rPr sz="1800" spc="-55" dirty="0">
                <a:latin typeface="Carlito"/>
                <a:cs typeface="Carlito"/>
              </a:rPr>
              <a:t> </a:t>
            </a:r>
            <a:r>
              <a:rPr sz="1800" dirty="0">
                <a:latin typeface="Carlito"/>
                <a:cs typeface="Carlito"/>
              </a:rPr>
              <a:t>Large</a:t>
            </a:r>
            <a:r>
              <a:rPr sz="1800" spc="-45" dirty="0">
                <a:latin typeface="Carlito"/>
                <a:cs typeface="Carlito"/>
              </a:rPr>
              <a:t> </a:t>
            </a:r>
            <a:r>
              <a:rPr sz="1800" dirty="0">
                <a:latin typeface="Carlito"/>
                <a:cs typeface="Carlito"/>
              </a:rPr>
              <a:t>Scale</a:t>
            </a:r>
            <a:r>
              <a:rPr sz="1800" spc="-50" dirty="0">
                <a:latin typeface="Carlito"/>
                <a:cs typeface="Carlito"/>
              </a:rPr>
              <a:t> </a:t>
            </a:r>
            <a:r>
              <a:rPr sz="1800" dirty="0">
                <a:latin typeface="Carlito"/>
                <a:cs typeface="Carlito"/>
              </a:rPr>
              <a:t>Visual</a:t>
            </a:r>
            <a:r>
              <a:rPr sz="1800" spc="-50" dirty="0">
                <a:latin typeface="Carlito"/>
                <a:cs typeface="Carlito"/>
              </a:rPr>
              <a:t> </a:t>
            </a:r>
            <a:r>
              <a:rPr sz="1800" spc="-10" dirty="0">
                <a:latin typeface="Carlito"/>
                <a:cs typeface="Carlito"/>
              </a:rPr>
              <a:t>Recognition</a:t>
            </a:r>
            <a:r>
              <a:rPr sz="1800" spc="-40" dirty="0">
                <a:latin typeface="Carlito"/>
                <a:cs typeface="Carlito"/>
              </a:rPr>
              <a:t> </a:t>
            </a:r>
            <a:r>
              <a:rPr sz="1800" dirty="0">
                <a:latin typeface="Carlito"/>
                <a:cs typeface="Carlito"/>
              </a:rPr>
              <a:t>Challenge.</a:t>
            </a:r>
            <a:r>
              <a:rPr sz="1800" spc="-55" dirty="0">
                <a:latin typeface="Carlito"/>
                <a:cs typeface="Carlito"/>
              </a:rPr>
              <a:t> </a:t>
            </a:r>
            <a:r>
              <a:rPr sz="1800" spc="-10" dirty="0">
                <a:latin typeface="Carlito"/>
                <a:cs typeface="Carlito"/>
              </a:rPr>
              <a:t>Russakovsky</a:t>
            </a:r>
            <a:r>
              <a:rPr sz="1800" spc="-50" dirty="0">
                <a:latin typeface="Carlito"/>
                <a:cs typeface="Carlito"/>
              </a:rPr>
              <a:t> </a:t>
            </a:r>
            <a:r>
              <a:rPr sz="1800" dirty="0">
                <a:latin typeface="Carlito"/>
                <a:cs typeface="Carlito"/>
              </a:rPr>
              <a:t>et</a:t>
            </a:r>
            <a:r>
              <a:rPr sz="1800" spc="-50" dirty="0">
                <a:latin typeface="Carlito"/>
                <a:cs typeface="Carlito"/>
              </a:rPr>
              <a:t> </a:t>
            </a:r>
            <a:r>
              <a:rPr sz="1800" spc="-10" dirty="0">
                <a:latin typeface="Carlito"/>
                <a:cs typeface="Carlito"/>
              </a:rPr>
              <a:t>al.’2015</a:t>
            </a:r>
            <a:endParaRPr sz="1800">
              <a:latin typeface="Carlito"/>
              <a:cs typeface="Carl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78790" y="1315465"/>
            <a:ext cx="5568315" cy="669290"/>
          </a:xfrm>
          <a:prstGeom prst="rect">
            <a:avLst/>
          </a:prstGeom>
        </p:spPr>
        <p:txBody>
          <a:bodyPr vert="horz" wrap="square" lIns="0" tIns="39370" rIns="0" bIns="0" rtlCol="0">
            <a:spAutoFit/>
          </a:bodyPr>
          <a:lstStyle/>
          <a:p>
            <a:pPr marL="243840" indent="-231140">
              <a:lnSpc>
                <a:spcPct val="100000"/>
              </a:lnSpc>
              <a:spcBef>
                <a:spcPts val="310"/>
              </a:spcBef>
              <a:buFont typeface="Arial"/>
              <a:buChar char="•"/>
              <a:tabLst>
                <a:tab pos="243840" algn="l"/>
              </a:tabLst>
            </a:pPr>
            <a:r>
              <a:rPr lang="vi-VN" sz="2100" dirty="0">
                <a:latin typeface="Carlito"/>
                <a:cs typeface="Carlito"/>
              </a:rPr>
              <a:t>Định vị và phát hiện đối tượng</a:t>
            </a:r>
            <a:endParaRPr lang="en-US" sz="2100" dirty="0">
              <a:latin typeface="Carlito"/>
              <a:cs typeface="Carlito"/>
            </a:endParaRPr>
          </a:p>
          <a:p>
            <a:pPr marL="631190" lvl="1" indent="-275590">
              <a:lnSpc>
                <a:spcPct val="100000"/>
              </a:lnSpc>
              <a:spcBef>
                <a:spcPts val="180"/>
              </a:spcBef>
              <a:buFont typeface="Arial"/>
              <a:buChar char="•"/>
              <a:tabLst>
                <a:tab pos="631190" algn="l"/>
              </a:tabLst>
            </a:pPr>
            <a:r>
              <a:rPr lang="en-US" sz="1800" dirty="0">
                <a:latin typeface="TeX Gyre Bonum Math"/>
                <a:cs typeface="TeX Gyre Bonum Math"/>
              </a:rPr>
              <a:t>𝑥</a:t>
            </a:r>
            <a:r>
              <a:rPr lang="en-US" sz="1800" spc="-125" dirty="0">
                <a:latin typeface="TeX Gyre Bonum Math"/>
                <a:cs typeface="TeX Gyre Bonum Math"/>
              </a:rPr>
              <a:t> </a:t>
            </a:r>
            <a:r>
              <a:rPr lang="en-US" sz="1800" spc="-110" dirty="0">
                <a:latin typeface="TeX Gyre Bonum Math"/>
                <a:cs typeface="TeX Gyre Bonum Math"/>
              </a:rPr>
              <a:t>=</a:t>
            </a:r>
            <a:r>
              <a:rPr lang="en-US" sz="1800" spc="-160" dirty="0">
                <a:latin typeface="TeX Gyre Bonum Math"/>
                <a:cs typeface="TeX Gyre Bonum Math"/>
              </a:rPr>
              <a:t> </a:t>
            </a:r>
            <a:r>
              <a:rPr lang="en-US" sz="1800" dirty="0">
                <a:latin typeface="Carlito"/>
                <a:cs typeface="Carlito"/>
              </a:rPr>
              <a:t>raw</a:t>
            </a:r>
            <a:r>
              <a:rPr lang="en-US" sz="1800" spc="-25" dirty="0">
                <a:latin typeface="Carlito"/>
                <a:cs typeface="Carlito"/>
              </a:rPr>
              <a:t> </a:t>
            </a:r>
            <a:r>
              <a:rPr lang="en-US" sz="1800" dirty="0">
                <a:latin typeface="Carlito"/>
                <a:cs typeface="Carlito"/>
              </a:rPr>
              <a:t>pixels</a:t>
            </a:r>
            <a:r>
              <a:rPr lang="en-US" sz="1800" spc="-30" dirty="0">
                <a:latin typeface="Carlito"/>
                <a:cs typeface="Carlito"/>
              </a:rPr>
              <a:t> </a:t>
            </a:r>
            <a:r>
              <a:rPr lang="en-US" sz="1800" dirty="0">
                <a:latin typeface="Carlito"/>
                <a:cs typeface="Carlito"/>
              </a:rPr>
              <a:t>of</a:t>
            </a:r>
            <a:r>
              <a:rPr lang="en-US" sz="1800" spc="-25" dirty="0">
                <a:latin typeface="Carlito"/>
                <a:cs typeface="Carlito"/>
              </a:rPr>
              <a:t> </a:t>
            </a:r>
            <a:r>
              <a:rPr lang="en-US" sz="1800" dirty="0">
                <a:latin typeface="Carlito"/>
                <a:cs typeface="Carlito"/>
              </a:rPr>
              <a:t>the</a:t>
            </a:r>
            <a:r>
              <a:rPr lang="en-US" sz="1800" spc="-25" dirty="0">
                <a:latin typeface="Carlito"/>
                <a:cs typeface="Carlito"/>
              </a:rPr>
              <a:t> </a:t>
            </a:r>
            <a:r>
              <a:rPr lang="en-US" sz="1800" dirty="0">
                <a:latin typeface="Carlito"/>
                <a:cs typeface="Carlito"/>
              </a:rPr>
              <a:t>image,</a:t>
            </a:r>
            <a:r>
              <a:rPr lang="en-US" sz="1800" spc="-25" dirty="0">
                <a:latin typeface="Carlito"/>
                <a:cs typeface="Carlito"/>
              </a:rPr>
              <a:t> </a:t>
            </a:r>
            <a:r>
              <a:rPr lang="en-US" sz="1800" dirty="0">
                <a:latin typeface="TeX Gyre Bonum Math"/>
                <a:cs typeface="TeX Gyre Bonum Math"/>
              </a:rPr>
              <a:t>𝑦</a:t>
            </a:r>
            <a:r>
              <a:rPr lang="en-US" sz="1800" spc="-80" dirty="0">
                <a:latin typeface="TeX Gyre Bonum Math"/>
                <a:cs typeface="TeX Gyre Bonum Math"/>
              </a:rPr>
              <a:t> </a:t>
            </a:r>
            <a:r>
              <a:rPr lang="en-US" sz="1800" spc="-110" dirty="0">
                <a:latin typeface="TeX Gyre Bonum Math"/>
                <a:cs typeface="TeX Gyre Bonum Math"/>
              </a:rPr>
              <a:t>=</a:t>
            </a:r>
            <a:r>
              <a:rPr lang="en-US" sz="1800" spc="-160" dirty="0">
                <a:latin typeface="TeX Gyre Bonum Math"/>
                <a:cs typeface="TeX Gyre Bonum Math"/>
              </a:rPr>
              <a:t> </a:t>
            </a:r>
            <a:r>
              <a:rPr lang="en-US" sz="1800" dirty="0">
                <a:latin typeface="Carlito"/>
                <a:cs typeface="Carlito"/>
              </a:rPr>
              <a:t>the</a:t>
            </a:r>
            <a:r>
              <a:rPr lang="en-US" sz="1800" spc="-20" dirty="0">
                <a:latin typeface="Carlito"/>
                <a:cs typeface="Carlito"/>
              </a:rPr>
              <a:t> </a:t>
            </a:r>
            <a:r>
              <a:rPr lang="en-US" sz="1800" dirty="0">
                <a:latin typeface="Carlito"/>
                <a:cs typeface="Carlito"/>
              </a:rPr>
              <a:t>bounding</a:t>
            </a:r>
            <a:r>
              <a:rPr lang="en-US" sz="1800" spc="-25" dirty="0">
                <a:latin typeface="Carlito"/>
                <a:cs typeface="Carlito"/>
              </a:rPr>
              <a:t> </a:t>
            </a:r>
            <a:r>
              <a:rPr lang="en-US" sz="1800" spc="-10" dirty="0">
                <a:latin typeface="Carlito"/>
                <a:cs typeface="Carlito"/>
              </a:rPr>
              <a:t>boxes</a:t>
            </a:r>
            <a:endParaRPr lang="en-US" sz="1800" dirty="0">
              <a:latin typeface="Carlito"/>
              <a:cs typeface="Carlito"/>
            </a:endParaRPr>
          </a:p>
        </p:txBody>
      </p:sp>
      <p:sp>
        <p:nvSpPr>
          <p:cNvPr id="4" name="object 4"/>
          <p:cNvSpPr txBox="1"/>
          <p:nvPr/>
        </p:nvSpPr>
        <p:spPr>
          <a:xfrm>
            <a:off x="2030704" y="6427723"/>
            <a:ext cx="701103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rlito"/>
                <a:cs typeface="Carlito"/>
              </a:rPr>
              <a:t>ImageNet</a:t>
            </a:r>
            <a:r>
              <a:rPr sz="1800" spc="-55" dirty="0">
                <a:latin typeface="Carlito"/>
                <a:cs typeface="Carlito"/>
              </a:rPr>
              <a:t> </a:t>
            </a:r>
            <a:r>
              <a:rPr sz="1800" dirty="0">
                <a:latin typeface="Carlito"/>
                <a:cs typeface="Carlito"/>
              </a:rPr>
              <a:t>Large</a:t>
            </a:r>
            <a:r>
              <a:rPr sz="1800" spc="-45" dirty="0">
                <a:latin typeface="Carlito"/>
                <a:cs typeface="Carlito"/>
              </a:rPr>
              <a:t> </a:t>
            </a:r>
            <a:r>
              <a:rPr sz="1800" dirty="0">
                <a:latin typeface="Carlito"/>
                <a:cs typeface="Carlito"/>
              </a:rPr>
              <a:t>Scale</a:t>
            </a:r>
            <a:r>
              <a:rPr sz="1800" spc="-50" dirty="0">
                <a:latin typeface="Carlito"/>
                <a:cs typeface="Carlito"/>
              </a:rPr>
              <a:t> </a:t>
            </a:r>
            <a:r>
              <a:rPr sz="1800" dirty="0">
                <a:latin typeface="Carlito"/>
                <a:cs typeface="Carlito"/>
              </a:rPr>
              <a:t>Visual</a:t>
            </a:r>
            <a:r>
              <a:rPr sz="1800" spc="-50" dirty="0">
                <a:latin typeface="Carlito"/>
                <a:cs typeface="Carlito"/>
              </a:rPr>
              <a:t> </a:t>
            </a:r>
            <a:r>
              <a:rPr sz="1800" spc="-10" dirty="0">
                <a:latin typeface="Carlito"/>
                <a:cs typeface="Carlito"/>
              </a:rPr>
              <a:t>Recognition</a:t>
            </a:r>
            <a:r>
              <a:rPr sz="1800" spc="-40" dirty="0">
                <a:latin typeface="Carlito"/>
                <a:cs typeface="Carlito"/>
              </a:rPr>
              <a:t> </a:t>
            </a:r>
            <a:r>
              <a:rPr sz="1800" dirty="0">
                <a:latin typeface="Carlito"/>
                <a:cs typeface="Carlito"/>
              </a:rPr>
              <a:t>Challenge.</a:t>
            </a:r>
            <a:r>
              <a:rPr sz="1800" spc="-55" dirty="0">
                <a:latin typeface="Carlito"/>
                <a:cs typeface="Carlito"/>
              </a:rPr>
              <a:t> </a:t>
            </a:r>
            <a:r>
              <a:rPr sz="1800" spc="-10" dirty="0">
                <a:latin typeface="Carlito"/>
                <a:cs typeface="Carlito"/>
              </a:rPr>
              <a:t>Russakovsky</a:t>
            </a:r>
            <a:r>
              <a:rPr sz="1800" spc="-50" dirty="0">
                <a:latin typeface="Carlito"/>
                <a:cs typeface="Carlito"/>
              </a:rPr>
              <a:t> </a:t>
            </a:r>
            <a:r>
              <a:rPr sz="1800" dirty="0">
                <a:latin typeface="Carlito"/>
                <a:cs typeface="Carlito"/>
              </a:rPr>
              <a:t>et</a:t>
            </a:r>
            <a:r>
              <a:rPr sz="1800" spc="-50" dirty="0">
                <a:latin typeface="Carlito"/>
                <a:cs typeface="Carlito"/>
              </a:rPr>
              <a:t> </a:t>
            </a:r>
            <a:r>
              <a:rPr sz="1800" spc="-10" dirty="0">
                <a:latin typeface="Carlito"/>
                <a:cs typeface="Carlito"/>
              </a:rPr>
              <a:t>al.’2015</a:t>
            </a:r>
            <a:endParaRPr sz="1800">
              <a:latin typeface="Carlito"/>
              <a:cs typeface="Carlito"/>
            </a:endParaRPr>
          </a:p>
        </p:txBody>
      </p:sp>
      <p:pic>
        <p:nvPicPr>
          <p:cNvPr id="5" name="object 5"/>
          <p:cNvPicPr/>
          <p:nvPr/>
        </p:nvPicPr>
        <p:blipFill>
          <a:blip r:embed="rId2" cstate="print"/>
          <a:stretch>
            <a:fillRect/>
          </a:stretch>
        </p:blipFill>
        <p:spPr>
          <a:xfrm>
            <a:off x="1784756" y="2238489"/>
            <a:ext cx="5303203" cy="3846979"/>
          </a:xfrm>
          <a:prstGeom prst="rect">
            <a:avLst/>
          </a:prstGeom>
        </p:spPr>
      </p:pic>
      <p:sp>
        <p:nvSpPr>
          <p:cNvPr id="9" name="object 2">
            <a:extLst>
              <a:ext uri="{FF2B5EF4-FFF2-40B4-BE49-F238E27FC236}">
                <a16:creationId xmlns:a16="http://schemas.microsoft.com/office/drawing/2014/main" id="{560A5D02-F1B3-5DDF-8071-9D58B763BF65}"/>
              </a:ext>
            </a:extLst>
          </p:cNvPr>
          <p:cNvSpPr txBox="1">
            <a:spLocks noGrp="1"/>
          </p:cNvSpPr>
          <p:nvPr>
            <p:ph type="title"/>
          </p:nvPr>
        </p:nvSpPr>
        <p:spPr>
          <a:xfrm>
            <a:off x="707390" y="711200"/>
            <a:ext cx="7598410" cy="520655"/>
          </a:xfrm>
          <a:prstGeom prst="rect">
            <a:avLst/>
          </a:prstGeom>
        </p:spPr>
        <p:txBody>
          <a:bodyPr vert="horz" wrap="square" lIns="0" tIns="12700" rIns="0" bIns="0" rtlCol="0">
            <a:spAutoFit/>
          </a:bodyPr>
          <a:lstStyle/>
          <a:p>
            <a:pPr marL="12700">
              <a:lnSpc>
                <a:spcPct val="100000"/>
              </a:lnSpc>
              <a:spcBef>
                <a:spcPts val="100"/>
              </a:spcBef>
            </a:pPr>
            <a:r>
              <a:rPr lang="en-US" spc="-20" dirty="0" err="1"/>
              <a:t>Học</a:t>
            </a:r>
            <a:r>
              <a:rPr lang="en-US" spc="-20" dirty="0"/>
              <a:t> </a:t>
            </a:r>
            <a:r>
              <a:rPr lang="en-US" spc="-20" dirty="0" err="1"/>
              <a:t>tập</a:t>
            </a:r>
            <a:r>
              <a:rPr lang="en-US" spc="-20" dirty="0"/>
              <a:t> </a:t>
            </a:r>
            <a:r>
              <a:rPr lang="en-US" spc="-20" dirty="0" err="1"/>
              <a:t>có</a:t>
            </a:r>
            <a:r>
              <a:rPr lang="en-US" spc="-20" dirty="0"/>
              <a:t> </a:t>
            </a:r>
            <a:r>
              <a:rPr lang="en-US" spc="-20" dirty="0" err="1"/>
              <a:t>giám</a:t>
            </a:r>
            <a:r>
              <a:rPr lang="en-US" spc="-20" dirty="0"/>
              <a:t> </a:t>
            </a:r>
            <a:r>
              <a:rPr lang="en-US" spc="-20" dirty="0" err="1"/>
              <a:t>sát</a:t>
            </a:r>
            <a:r>
              <a:rPr lang="en-US" spc="-20" dirty="0"/>
              <a:t> </a:t>
            </a:r>
            <a:r>
              <a:rPr lang="en-US" spc="-20" dirty="0" err="1"/>
              <a:t>trong</a:t>
            </a:r>
            <a:r>
              <a:rPr lang="en-US" spc="-20" dirty="0"/>
              <a:t> </a:t>
            </a:r>
            <a:r>
              <a:rPr lang="en-US" spc="-20" dirty="0" err="1"/>
              <a:t>thị</a:t>
            </a:r>
            <a:r>
              <a:rPr lang="en-US" spc="-20" dirty="0"/>
              <a:t> </a:t>
            </a:r>
            <a:r>
              <a:rPr lang="en-US" spc="-20" dirty="0" err="1"/>
              <a:t>giác</a:t>
            </a:r>
            <a:r>
              <a:rPr lang="en-US" spc="-20" dirty="0"/>
              <a:t> </a:t>
            </a:r>
            <a:r>
              <a:rPr lang="en-US" spc="-20" dirty="0" err="1"/>
              <a:t>máy</a:t>
            </a:r>
            <a:r>
              <a:rPr lang="en-US" spc="-20" dirty="0"/>
              <a:t> </a:t>
            </a:r>
            <a:r>
              <a:rPr lang="en-US" spc="-20" dirty="0" err="1"/>
              <a:t>tính</a:t>
            </a:r>
            <a:endParaRPr spc="-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485647"/>
            <a:ext cx="6850380" cy="1028487"/>
          </a:xfrm>
          <a:prstGeom prst="rect">
            <a:avLst/>
          </a:prstGeom>
        </p:spPr>
        <p:txBody>
          <a:bodyPr vert="horz" wrap="square" lIns="0" tIns="12700" rIns="0" bIns="0" rtlCol="0">
            <a:spAutoFit/>
          </a:bodyPr>
          <a:lstStyle/>
          <a:p>
            <a:pPr marL="12700">
              <a:spcBef>
                <a:spcPts val="100"/>
              </a:spcBef>
            </a:pPr>
            <a:r>
              <a:rPr lang="en-US" sz="3300" dirty="0" err="1">
                <a:latin typeface="Carlito"/>
                <a:cs typeface="Carlito"/>
              </a:rPr>
              <a:t>Học</a:t>
            </a:r>
            <a:r>
              <a:rPr lang="en-US" sz="3300" dirty="0">
                <a:latin typeface="Carlito"/>
                <a:cs typeface="Carlito"/>
              </a:rPr>
              <a:t> </a:t>
            </a:r>
            <a:r>
              <a:rPr lang="en-US" sz="3300" dirty="0" err="1">
                <a:latin typeface="Carlito"/>
                <a:cs typeface="Carlito"/>
              </a:rPr>
              <a:t>có</a:t>
            </a:r>
            <a:r>
              <a:rPr lang="en-US" sz="3300" dirty="0">
                <a:latin typeface="Carlito"/>
                <a:cs typeface="Carlito"/>
              </a:rPr>
              <a:t> </a:t>
            </a:r>
            <a:r>
              <a:rPr lang="en-US" sz="3300" dirty="0" err="1">
                <a:latin typeface="Carlito"/>
                <a:cs typeface="Carlito"/>
              </a:rPr>
              <a:t>giám</a:t>
            </a:r>
            <a:r>
              <a:rPr lang="en-US" sz="3300" dirty="0">
                <a:latin typeface="Carlito"/>
                <a:cs typeface="Carlito"/>
              </a:rPr>
              <a:t> </a:t>
            </a:r>
            <a:r>
              <a:rPr lang="en-US" sz="3300" dirty="0" err="1">
                <a:latin typeface="Carlito"/>
                <a:cs typeface="Carlito"/>
              </a:rPr>
              <a:t>sát</a:t>
            </a:r>
            <a:r>
              <a:rPr lang="en-US" sz="3300" dirty="0">
                <a:latin typeface="Carlito"/>
                <a:cs typeface="Carlito"/>
              </a:rPr>
              <a:t> </a:t>
            </a:r>
            <a:r>
              <a:rPr lang="en-US" sz="3300" dirty="0" err="1">
                <a:latin typeface="Carlito"/>
                <a:cs typeface="Carlito"/>
              </a:rPr>
              <a:t>trong</a:t>
            </a:r>
            <a:r>
              <a:rPr lang="en-US" sz="3300" dirty="0">
                <a:latin typeface="Carlito"/>
                <a:cs typeface="Carlito"/>
              </a:rPr>
              <a:t> </a:t>
            </a:r>
            <a:r>
              <a:rPr lang="en-US" sz="3300" dirty="0" err="1">
                <a:latin typeface="Carlito"/>
                <a:cs typeface="Carlito"/>
              </a:rPr>
              <a:t>xử</a:t>
            </a:r>
            <a:r>
              <a:rPr lang="en-US" sz="3300" dirty="0">
                <a:latin typeface="Carlito"/>
                <a:cs typeface="Carlito"/>
              </a:rPr>
              <a:t> </a:t>
            </a:r>
            <a:r>
              <a:rPr lang="en-US" sz="3300" dirty="0" err="1">
                <a:latin typeface="Carlito"/>
                <a:cs typeface="Carlito"/>
              </a:rPr>
              <a:t>lý</a:t>
            </a:r>
            <a:r>
              <a:rPr lang="en-US" sz="3300" dirty="0">
                <a:latin typeface="Carlito"/>
                <a:cs typeface="Carlito"/>
              </a:rPr>
              <a:t> </a:t>
            </a:r>
            <a:r>
              <a:rPr lang="en-US" sz="3300" dirty="0" err="1">
                <a:latin typeface="Carlito"/>
                <a:cs typeface="Carlito"/>
              </a:rPr>
              <a:t>ngôn</a:t>
            </a:r>
            <a:r>
              <a:rPr lang="en-US" sz="3300" dirty="0">
                <a:latin typeface="Carlito"/>
                <a:cs typeface="Carlito"/>
              </a:rPr>
              <a:t> </a:t>
            </a:r>
            <a:r>
              <a:rPr lang="en-US" sz="3300" dirty="0" err="1">
                <a:latin typeface="Carlito"/>
                <a:cs typeface="Carlito"/>
              </a:rPr>
              <a:t>ngữ</a:t>
            </a:r>
            <a:r>
              <a:rPr lang="en-US" sz="3300" dirty="0">
                <a:latin typeface="Carlito"/>
                <a:cs typeface="Carlito"/>
              </a:rPr>
              <a:t> </a:t>
            </a:r>
            <a:r>
              <a:rPr lang="en-US" sz="3300" dirty="0" err="1">
                <a:latin typeface="Carlito"/>
                <a:cs typeface="Carlito"/>
              </a:rPr>
              <a:t>tự</a:t>
            </a:r>
            <a:r>
              <a:rPr lang="en-US" sz="3300" dirty="0">
                <a:latin typeface="Carlito"/>
                <a:cs typeface="Carlito"/>
              </a:rPr>
              <a:t> </a:t>
            </a:r>
            <a:r>
              <a:rPr lang="en-US" sz="3300" dirty="0" err="1">
                <a:latin typeface="Carlito"/>
                <a:cs typeface="Carlito"/>
              </a:rPr>
              <a:t>nhiên</a:t>
            </a:r>
            <a:endParaRPr spc="-10" dirty="0"/>
          </a:p>
        </p:txBody>
      </p:sp>
      <p:sp>
        <p:nvSpPr>
          <p:cNvPr id="4" name="object 4"/>
          <p:cNvSpPr txBox="1"/>
          <p:nvPr/>
        </p:nvSpPr>
        <p:spPr>
          <a:xfrm>
            <a:off x="2606357" y="1112686"/>
            <a:ext cx="2428240" cy="345440"/>
          </a:xfrm>
          <a:prstGeom prst="rect">
            <a:avLst/>
          </a:prstGeom>
        </p:spPr>
        <p:txBody>
          <a:bodyPr vert="horz" wrap="square" lIns="0" tIns="12700" rIns="0" bIns="0" rtlCol="0">
            <a:spAutoFit/>
          </a:bodyPr>
          <a:lstStyle/>
          <a:p>
            <a:pPr marL="243840" indent="-231140">
              <a:lnSpc>
                <a:spcPct val="100000"/>
              </a:lnSpc>
              <a:spcBef>
                <a:spcPts val="100"/>
              </a:spcBef>
              <a:buFont typeface="Arial"/>
              <a:buChar char="•"/>
              <a:tabLst>
                <a:tab pos="243840" algn="l"/>
              </a:tabLst>
            </a:pPr>
            <a:r>
              <a:rPr sz="2100" dirty="0">
                <a:latin typeface="Carlito"/>
                <a:cs typeface="Carlito"/>
              </a:rPr>
              <a:t>Machine</a:t>
            </a:r>
            <a:r>
              <a:rPr sz="2100" spc="-40" dirty="0">
                <a:latin typeface="Carlito"/>
                <a:cs typeface="Carlito"/>
              </a:rPr>
              <a:t> </a:t>
            </a:r>
            <a:r>
              <a:rPr sz="2100" spc="-10" dirty="0">
                <a:latin typeface="Carlito"/>
                <a:cs typeface="Carlito"/>
              </a:rPr>
              <a:t>translation</a:t>
            </a:r>
            <a:endParaRPr sz="2100" dirty="0">
              <a:latin typeface="Carlito"/>
              <a:cs typeface="Carlito"/>
            </a:endParaRPr>
          </a:p>
        </p:txBody>
      </p:sp>
      <p:grpSp>
        <p:nvGrpSpPr>
          <p:cNvPr id="5" name="object 5"/>
          <p:cNvGrpSpPr/>
          <p:nvPr/>
        </p:nvGrpSpPr>
        <p:grpSpPr>
          <a:xfrm>
            <a:off x="0" y="1722089"/>
            <a:ext cx="9144000" cy="2294255"/>
            <a:chOff x="0" y="1722089"/>
            <a:chExt cx="9144000" cy="2294255"/>
          </a:xfrm>
        </p:grpSpPr>
        <p:pic>
          <p:nvPicPr>
            <p:cNvPr id="6" name="object 6"/>
            <p:cNvPicPr/>
            <p:nvPr/>
          </p:nvPicPr>
          <p:blipFill>
            <a:blip r:embed="rId2" cstate="print"/>
            <a:stretch>
              <a:fillRect/>
            </a:stretch>
          </p:blipFill>
          <p:spPr>
            <a:xfrm>
              <a:off x="0" y="1722089"/>
              <a:ext cx="9144000" cy="2293936"/>
            </a:xfrm>
            <a:prstGeom prst="rect">
              <a:avLst/>
            </a:prstGeom>
          </p:spPr>
        </p:pic>
        <p:sp>
          <p:nvSpPr>
            <p:cNvPr id="7" name="object 7"/>
            <p:cNvSpPr/>
            <p:nvPr/>
          </p:nvSpPr>
          <p:spPr>
            <a:xfrm>
              <a:off x="973775" y="3442093"/>
              <a:ext cx="3004820" cy="323215"/>
            </a:xfrm>
            <a:custGeom>
              <a:avLst/>
              <a:gdLst/>
              <a:ahLst/>
              <a:cxnLst/>
              <a:rect l="l" t="t" r="r" b="b"/>
              <a:pathLst>
                <a:path w="3004820" h="323214">
                  <a:moveTo>
                    <a:pt x="3004461" y="0"/>
                  </a:moveTo>
                  <a:lnTo>
                    <a:pt x="2981771" y="70970"/>
                  </a:lnTo>
                  <a:lnTo>
                    <a:pt x="2955418" y="100934"/>
                  </a:lnTo>
                  <a:lnTo>
                    <a:pt x="2920846" y="125925"/>
                  </a:lnTo>
                  <a:lnTo>
                    <a:pt x="2879396" y="144976"/>
                  </a:lnTo>
                  <a:lnTo>
                    <a:pt x="2832407" y="157116"/>
                  </a:lnTo>
                  <a:lnTo>
                    <a:pt x="2781220" y="161379"/>
                  </a:lnTo>
                  <a:lnTo>
                    <a:pt x="1725470" y="161379"/>
                  </a:lnTo>
                  <a:lnTo>
                    <a:pt x="1674284" y="165641"/>
                  </a:lnTo>
                  <a:lnTo>
                    <a:pt x="1627296" y="177781"/>
                  </a:lnTo>
                  <a:lnTo>
                    <a:pt x="1585846" y="196832"/>
                  </a:lnTo>
                  <a:lnTo>
                    <a:pt x="1551274" y="221823"/>
                  </a:lnTo>
                  <a:lnTo>
                    <a:pt x="1524921" y="251787"/>
                  </a:lnTo>
                  <a:lnTo>
                    <a:pt x="1502230" y="322758"/>
                  </a:lnTo>
                  <a:lnTo>
                    <a:pt x="1496334" y="285755"/>
                  </a:lnTo>
                  <a:lnTo>
                    <a:pt x="1453186" y="221823"/>
                  </a:lnTo>
                  <a:lnTo>
                    <a:pt x="1418615" y="196832"/>
                  </a:lnTo>
                  <a:lnTo>
                    <a:pt x="1377165" y="177781"/>
                  </a:lnTo>
                  <a:lnTo>
                    <a:pt x="1330176" y="165641"/>
                  </a:lnTo>
                  <a:lnTo>
                    <a:pt x="1278990" y="161379"/>
                  </a:lnTo>
                  <a:lnTo>
                    <a:pt x="223240" y="161379"/>
                  </a:lnTo>
                  <a:lnTo>
                    <a:pt x="172053" y="157116"/>
                  </a:lnTo>
                  <a:lnTo>
                    <a:pt x="125065" y="144976"/>
                  </a:lnTo>
                  <a:lnTo>
                    <a:pt x="83615" y="125925"/>
                  </a:lnTo>
                  <a:lnTo>
                    <a:pt x="49043" y="100934"/>
                  </a:lnTo>
                  <a:lnTo>
                    <a:pt x="22690" y="70970"/>
                  </a:lnTo>
                  <a:lnTo>
                    <a:pt x="5896" y="37002"/>
                  </a:lnTo>
                  <a:lnTo>
                    <a:pt x="0" y="0"/>
                  </a:lnTo>
                </a:path>
              </a:pathLst>
            </a:custGeom>
            <a:ln w="28575">
              <a:solidFill>
                <a:srgbClr val="00B050"/>
              </a:solidFill>
            </a:ln>
          </p:spPr>
          <p:txBody>
            <a:bodyPr wrap="square" lIns="0" tIns="0" rIns="0" bIns="0" rtlCol="0"/>
            <a:lstStyle/>
            <a:p>
              <a:endParaRPr/>
            </a:p>
          </p:txBody>
        </p:sp>
        <p:sp>
          <p:nvSpPr>
            <p:cNvPr id="8" name="object 8"/>
            <p:cNvSpPr/>
            <p:nvPr/>
          </p:nvSpPr>
          <p:spPr>
            <a:xfrm>
              <a:off x="5058882" y="3464090"/>
              <a:ext cx="2292350" cy="300990"/>
            </a:xfrm>
            <a:custGeom>
              <a:avLst/>
              <a:gdLst/>
              <a:ahLst/>
              <a:cxnLst/>
              <a:rect l="l" t="t" r="r" b="b"/>
              <a:pathLst>
                <a:path w="2292350" h="300989">
                  <a:moveTo>
                    <a:pt x="2291941" y="0"/>
                  </a:moveTo>
                  <a:lnTo>
                    <a:pt x="2284510" y="39976"/>
                  </a:lnTo>
                  <a:lnTo>
                    <a:pt x="2263540" y="75898"/>
                  </a:lnTo>
                  <a:lnTo>
                    <a:pt x="2231013" y="106333"/>
                  </a:lnTo>
                  <a:lnTo>
                    <a:pt x="2188912" y="129847"/>
                  </a:lnTo>
                  <a:lnTo>
                    <a:pt x="2139220" y="145006"/>
                  </a:lnTo>
                  <a:lnTo>
                    <a:pt x="2083920" y="150378"/>
                  </a:lnTo>
                  <a:lnTo>
                    <a:pt x="1353993" y="150378"/>
                  </a:lnTo>
                  <a:lnTo>
                    <a:pt x="1298694" y="155749"/>
                  </a:lnTo>
                  <a:lnTo>
                    <a:pt x="1249002" y="170909"/>
                  </a:lnTo>
                  <a:lnTo>
                    <a:pt x="1206901" y="194422"/>
                  </a:lnTo>
                  <a:lnTo>
                    <a:pt x="1174373" y="224857"/>
                  </a:lnTo>
                  <a:lnTo>
                    <a:pt x="1153401" y="260779"/>
                  </a:lnTo>
                  <a:lnTo>
                    <a:pt x="1145970" y="300756"/>
                  </a:lnTo>
                  <a:lnTo>
                    <a:pt x="1138540" y="260779"/>
                  </a:lnTo>
                  <a:lnTo>
                    <a:pt x="1117570" y="224857"/>
                  </a:lnTo>
                  <a:lnTo>
                    <a:pt x="1085044" y="194422"/>
                  </a:lnTo>
                  <a:lnTo>
                    <a:pt x="1042943" y="170909"/>
                  </a:lnTo>
                  <a:lnTo>
                    <a:pt x="993251" y="155749"/>
                  </a:lnTo>
                  <a:lnTo>
                    <a:pt x="937950" y="150378"/>
                  </a:lnTo>
                  <a:lnTo>
                    <a:pt x="208020" y="150378"/>
                  </a:lnTo>
                  <a:lnTo>
                    <a:pt x="152722" y="145006"/>
                  </a:lnTo>
                  <a:lnTo>
                    <a:pt x="103031" y="129847"/>
                  </a:lnTo>
                  <a:lnTo>
                    <a:pt x="60930" y="106333"/>
                  </a:lnTo>
                  <a:lnTo>
                    <a:pt x="28402" y="75898"/>
                  </a:lnTo>
                  <a:lnTo>
                    <a:pt x="7431" y="39976"/>
                  </a:lnTo>
                  <a:lnTo>
                    <a:pt x="0" y="0"/>
                  </a:lnTo>
                </a:path>
              </a:pathLst>
            </a:custGeom>
            <a:ln w="28575">
              <a:solidFill>
                <a:srgbClr val="00B050"/>
              </a:solidFill>
            </a:ln>
          </p:spPr>
          <p:txBody>
            <a:bodyPr wrap="square" lIns="0" tIns="0" rIns="0" bIns="0" rtlCol="0"/>
            <a:lstStyle/>
            <a:p>
              <a:endParaRPr/>
            </a:p>
          </p:txBody>
        </p:sp>
      </p:grpSp>
      <p:sp>
        <p:nvSpPr>
          <p:cNvPr id="9" name="object 9"/>
          <p:cNvSpPr txBox="1"/>
          <p:nvPr/>
        </p:nvSpPr>
        <p:spPr>
          <a:xfrm>
            <a:off x="478790" y="3624580"/>
            <a:ext cx="8337550" cy="3089307"/>
          </a:xfrm>
          <a:prstGeom prst="rect">
            <a:avLst/>
          </a:prstGeom>
        </p:spPr>
        <p:txBody>
          <a:bodyPr vert="horz" wrap="square" lIns="0" tIns="219710" rIns="0" bIns="0" rtlCol="0">
            <a:spAutoFit/>
          </a:bodyPr>
          <a:lstStyle/>
          <a:p>
            <a:pPr marR="609600" algn="ctr">
              <a:lnSpc>
                <a:spcPct val="100000"/>
              </a:lnSpc>
              <a:spcBef>
                <a:spcPts val="1730"/>
              </a:spcBef>
              <a:tabLst>
                <a:tab pos="3726179" algn="l"/>
              </a:tabLst>
            </a:pPr>
            <a:r>
              <a:rPr sz="2800" spc="195" dirty="0">
                <a:latin typeface="FreeSerif"/>
                <a:cs typeface="FreeSerif"/>
              </a:rPr>
              <a:t>𝑥</a:t>
            </a:r>
            <a:r>
              <a:rPr sz="2800" dirty="0">
                <a:latin typeface="FreeSerif"/>
                <a:cs typeface="FreeSerif"/>
              </a:rPr>
              <a:t>	</a:t>
            </a:r>
            <a:r>
              <a:rPr sz="2800" spc="270" dirty="0">
                <a:latin typeface="FreeSerif"/>
                <a:cs typeface="FreeSerif"/>
              </a:rPr>
              <a:t>𝑦</a:t>
            </a:r>
            <a:endParaRPr sz="2800" dirty="0">
              <a:latin typeface="FreeSerif"/>
              <a:cs typeface="FreeSerif"/>
            </a:endParaRPr>
          </a:p>
          <a:p>
            <a:pPr marL="194945" marR="5080" indent="-182880">
              <a:lnSpc>
                <a:spcPts val="3000"/>
              </a:lnSpc>
              <a:spcBef>
                <a:spcPts val="2030"/>
              </a:spcBef>
              <a:buClr>
                <a:srgbClr val="2F5597"/>
              </a:buClr>
              <a:buSzPct val="85714"/>
              <a:buFont typeface="Wingdings"/>
              <a:buChar char=""/>
              <a:tabLst>
                <a:tab pos="194945" algn="l"/>
                <a:tab pos="332105" algn="l"/>
              </a:tabLst>
            </a:pPr>
            <a:r>
              <a:rPr sz="2800" dirty="0">
                <a:solidFill>
                  <a:srgbClr val="0432FF"/>
                </a:solidFill>
                <a:latin typeface="Carlito"/>
                <a:cs typeface="Carlito"/>
              </a:rPr>
              <a:t>	Note:</a:t>
            </a:r>
            <a:r>
              <a:rPr sz="2800" spc="-65" dirty="0">
                <a:solidFill>
                  <a:srgbClr val="0432FF"/>
                </a:solidFill>
                <a:latin typeface="Carlito"/>
                <a:cs typeface="Carlito"/>
              </a:rPr>
              <a:t> </a:t>
            </a:r>
            <a:r>
              <a:rPr lang="en-US" sz="2800" dirty="0">
                <a:latin typeface="Carlito"/>
                <a:cs typeface="Carlito"/>
              </a:rPr>
              <a:t>Môn</a:t>
            </a:r>
            <a:r>
              <a:rPr lang="vi-VN" sz="2800" dirty="0">
                <a:latin typeface="Carlito"/>
                <a:cs typeface="Carlito"/>
              </a:rPr>
              <a:t> học này chỉ bao gồm các kỹ thuật cơ bản và cơ bản của học tập có giám sát (không đủ để giải quyết các vấn đề về thị </a:t>
            </a:r>
            <a:r>
              <a:rPr lang="en-US" sz="2800" dirty="0" err="1">
                <a:latin typeface="Carlito"/>
                <a:cs typeface="Carlito"/>
              </a:rPr>
              <a:t>giác</a:t>
            </a:r>
            <a:r>
              <a:rPr lang="vi-VN" sz="2800" dirty="0">
                <a:latin typeface="Carlito"/>
                <a:cs typeface="Carlito"/>
              </a:rPr>
              <a:t> hoặc NLP.)</a:t>
            </a:r>
            <a:endParaRPr lang="en-US" sz="2800" dirty="0">
              <a:latin typeface="Carlito"/>
              <a:cs typeface="Carlito"/>
            </a:endParaRPr>
          </a:p>
          <a:p>
            <a:pPr marL="194945" marR="5080" indent="-182880">
              <a:lnSpc>
                <a:spcPts val="3000"/>
              </a:lnSpc>
              <a:spcBef>
                <a:spcPts val="2030"/>
              </a:spcBef>
              <a:buClr>
                <a:srgbClr val="2F5597"/>
              </a:buClr>
              <a:buSzPct val="85714"/>
              <a:buFont typeface="Wingdings"/>
              <a:buChar char=""/>
              <a:tabLst>
                <a:tab pos="194945" algn="l"/>
                <a:tab pos="332105" algn="l"/>
              </a:tabLst>
            </a:pPr>
            <a:r>
              <a:rPr lang="en-US" sz="2800" dirty="0" err="1">
                <a:latin typeface="Carlito"/>
                <a:cs typeface="Carlito"/>
              </a:rPr>
              <a:t>Các</a:t>
            </a:r>
            <a:r>
              <a:rPr lang="en-US" sz="2800" dirty="0">
                <a:latin typeface="Carlito"/>
                <a:cs typeface="Carlito"/>
              </a:rPr>
              <a:t> </a:t>
            </a:r>
            <a:r>
              <a:rPr lang="en-US" sz="2800" dirty="0" err="1">
                <a:latin typeface="Carlito"/>
                <a:cs typeface="Carlito"/>
              </a:rPr>
              <a:t>vấn</a:t>
            </a:r>
            <a:r>
              <a:rPr lang="en-US" sz="2800" dirty="0">
                <a:latin typeface="Carlito"/>
                <a:cs typeface="Carlito"/>
              </a:rPr>
              <a:t> </a:t>
            </a:r>
            <a:r>
              <a:rPr lang="en-US" sz="2800" dirty="0" err="1">
                <a:latin typeface="Carlito"/>
                <a:cs typeface="Carlito"/>
              </a:rPr>
              <a:t>đề</a:t>
            </a:r>
            <a:r>
              <a:rPr lang="en-US" sz="2800" dirty="0">
                <a:latin typeface="Carlito"/>
                <a:cs typeface="Carlito"/>
              </a:rPr>
              <a:t> </a:t>
            </a:r>
            <a:r>
              <a:rPr lang="en-US" sz="2800" dirty="0" err="1">
                <a:latin typeface="Carlito"/>
                <a:cs typeface="Carlito"/>
              </a:rPr>
              <a:t>kể</a:t>
            </a:r>
            <a:r>
              <a:rPr lang="en-US" sz="2800" dirty="0">
                <a:latin typeface="Carlito"/>
                <a:cs typeface="Carlito"/>
              </a:rPr>
              <a:t> </a:t>
            </a:r>
            <a:r>
              <a:rPr lang="en-US" sz="2800" dirty="0" err="1">
                <a:latin typeface="Carlito"/>
                <a:cs typeface="Carlito"/>
              </a:rPr>
              <a:t>trên</a:t>
            </a:r>
            <a:r>
              <a:rPr lang="en-US" sz="2800" dirty="0">
                <a:latin typeface="Carlito"/>
                <a:cs typeface="Carlito"/>
              </a:rPr>
              <a:t> </a:t>
            </a:r>
            <a:r>
              <a:rPr lang="en-US" sz="2800" dirty="0" err="1">
                <a:latin typeface="Carlito"/>
                <a:cs typeface="Carlito"/>
              </a:rPr>
              <a:t>được</a:t>
            </a:r>
            <a:r>
              <a:rPr lang="en-US" sz="2800" dirty="0">
                <a:latin typeface="Carlito"/>
                <a:cs typeface="Carlito"/>
              </a:rPr>
              <a:t> </a:t>
            </a:r>
            <a:r>
              <a:rPr lang="en-US" sz="2800" dirty="0" err="1">
                <a:latin typeface="Carlito"/>
                <a:cs typeface="Carlito"/>
              </a:rPr>
              <a:t>đề</a:t>
            </a:r>
            <a:r>
              <a:rPr lang="en-US" sz="2800" dirty="0">
                <a:latin typeface="Carlito"/>
                <a:cs typeface="Carlito"/>
              </a:rPr>
              <a:t> </a:t>
            </a:r>
            <a:r>
              <a:rPr lang="en-US" sz="2800" dirty="0" err="1">
                <a:latin typeface="Carlito"/>
                <a:cs typeface="Carlito"/>
              </a:rPr>
              <a:t>cập</a:t>
            </a:r>
            <a:r>
              <a:rPr lang="en-US" sz="2800" dirty="0">
                <a:latin typeface="Carlito"/>
                <a:cs typeface="Carlito"/>
              </a:rPr>
              <a:t> </a:t>
            </a:r>
            <a:r>
              <a:rPr lang="en-US" sz="2800" dirty="0" err="1">
                <a:latin typeface="Carlito"/>
                <a:cs typeface="Carlito"/>
              </a:rPr>
              <a:t>trong</a:t>
            </a:r>
            <a:r>
              <a:rPr lang="en-US" sz="2800" dirty="0">
                <a:latin typeface="Carlito"/>
                <a:cs typeface="Carlito"/>
              </a:rPr>
              <a:t> </a:t>
            </a:r>
            <a:r>
              <a:rPr lang="en-US" sz="2800" dirty="0" err="1">
                <a:latin typeface="Carlito"/>
                <a:cs typeface="Carlito"/>
              </a:rPr>
              <a:t>môn</a:t>
            </a:r>
            <a:r>
              <a:rPr lang="en-US" sz="2800" dirty="0">
                <a:latin typeface="Carlito"/>
                <a:cs typeface="Carlito"/>
              </a:rPr>
              <a:t> </a:t>
            </a:r>
            <a:r>
              <a:rPr lang="en-US" sz="2800" dirty="0" err="1">
                <a:latin typeface="Carlito"/>
                <a:cs typeface="Carlito"/>
              </a:rPr>
              <a:t>Thị</a:t>
            </a:r>
            <a:r>
              <a:rPr lang="en-US" sz="2800" dirty="0">
                <a:latin typeface="Carlito"/>
                <a:cs typeface="Carlito"/>
              </a:rPr>
              <a:t> </a:t>
            </a:r>
            <a:r>
              <a:rPr lang="en-US" sz="2800" dirty="0" err="1">
                <a:latin typeface="Carlito"/>
                <a:cs typeface="Carlito"/>
              </a:rPr>
              <a:t>giác</a:t>
            </a:r>
            <a:r>
              <a:rPr lang="en-US" sz="2800" dirty="0">
                <a:latin typeface="Carlito"/>
                <a:cs typeface="Carlito"/>
              </a:rPr>
              <a:t> </a:t>
            </a:r>
            <a:r>
              <a:rPr lang="en-US" sz="2800" dirty="0" err="1">
                <a:latin typeface="Carlito"/>
                <a:cs typeface="Carlito"/>
              </a:rPr>
              <a:t>máy</a:t>
            </a:r>
            <a:r>
              <a:rPr lang="en-US" sz="2800" dirty="0">
                <a:latin typeface="Carlito"/>
                <a:cs typeface="Carlito"/>
              </a:rPr>
              <a:t> </a:t>
            </a:r>
            <a:r>
              <a:rPr lang="en-US" sz="2800" dirty="0" err="1">
                <a:latin typeface="Carlito"/>
                <a:cs typeface="Carlito"/>
              </a:rPr>
              <a:t>tính</a:t>
            </a:r>
            <a:r>
              <a:rPr lang="en-US" sz="2800" dirty="0">
                <a:latin typeface="Carlito"/>
                <a:cs typeface="Carlito"/>
              </a:rPr>
              <a:t> </a:t>
            </a:r>
            <a:r>
              <a:rPr lang="en-US" sz="2800" dirty="0" err="1">
                <a:latin typeface="Carlito"/>
                <a:cs typeface="Carlito"/>
              </a:rPr>
              <a:t>và</a:t>
            </a:r>
            <a:r>
              <a:rPr lang="en-US" sz="2800" dirty="0">
                <a:latin typeface="Carlito"/>
                <a:cs typeface="Carlito"/>
              </a:rPr>
              <a:t> </a:t>
            </a:r>
            <a:r>
              <a:rPr lang="en-US" sz="2800" dirty="0" err="1">
                <a:latin typeface="Carlito"/>
                <a:cs typeface="Carlito"/>
              </a:rPr>
              <a:t>Xử</a:t>
            </a:r>
            <a:r>
              <a:rPr lang="en-US" sz="2800" dirty="0">
                <a:latin typeface="Carlito"/>
                <a:cs typeface="Carlito"/>
              </a:rPr>
              <a:t> </a:t>
            </a:r>
            <a:r>
              <a:rPr lang="en-US" sz="2800" dirty="0" err="1">
                <a:latin typeface="Carlito"/>
                <a:cs typeface="Carlito"/>
              </a:rPr>
              <a:t>lý</a:t>
            </a:r>
            <a:r>
              <a:rPr lang="en-US" sz="2800" dirty="0">
                <a:latin typeface="Carlito"/>
                <a:cs typeface="Carlito"/>
              </a:rPr>
              <a:t> </a:t>
            </a:r>
            <a:r>
              <a:rPr lang="en-US" sz="2800" dirty="0" err="1">
                <a:latin typeface="Carlito"/>
                <a:cs typeface="Carlito"/>
              </a:rPr>
              <a:t>ngôn</a:t>
            </a:r>
            <a:r>
              <a:rPr lang="en-US" sz="2800" dirty="0">
                <a:latin typeface="Carlito"/>
                <a:cs typeface="Carlito"/>
              </a:rPr>
              <a:t> </a:t>
            </a:r>
            <a:r>
              <a:rPr lang="en-US" sz="2800" dirty="0" err="1">
                <a:latin typeface="Carlito"/>
                <a:cs typeface="Carlito"/>
              </a:rPr>
              <a:t>ngữ</a:t>
            </a:r>
            <a:r>
              <a:rPr lang="en-US" sz="2800" dirty="0">
                <a:latin typeface="Carlito"/>
                <a:cs typeface="Carlito"/>
              </a:rPr>
              <a:t> </a:t>
            </a:r>
            <a:r>
              <a:rPr lang="en-US" sz="2800" dirty="0" err="1">
                <a:latin typeface="Carlito"/>
                <a:cs typeface="Carlito"/>
              </a:rPr>
              <a:t>tự</a:t>
            </a:r>
            <a:r>
              <a:rPr lang="en-US" sz="2800" dirty="0">
                <a:latin typeface="Carlito"/>
                <a:cs typeface="Carlito"/>
              </a:rPr>
              <a:t> </a:t>
            </a:r>
            <a:r>
              <a:rPr lang="en-US" sz="2800" dirty="0" err="1">
                <a:latin typeface="Carlito"/>
                <a:cs typeface="Carlito"/>
              </a:rPr>
              <a:t>nhiên</a:t>
            </a:r>
            <a:r>
              <a:rPr lang="en-US" sz="2800" dirty="0">
                <a:latin typeface="Carlito"/>
                <a:cs typeface="Carlito"/>
              </a:rPr>
              <a:t>.</a:t>
            </a:r>
            <a:endParaRPr sz="2800" dirty="0">
              <a:latin typeface="Carlito"/>
              <a:cs typeface="Carlito"/>
            </a:endParaRPr>
          </a:p>
        </p:txBody>
      </p:sp>
      <p:sp>
        <p:nvSpPr>
          <p:cNvPr id="10" name="object 10"/>
          <p:cNvSpPr/>
          <p:nvPr/>
        </p:nvSpPr>
        <p:spPr>
          <a:xfrm>
            <a:off x="4171264" y="4038625"/>
            <a:ext cx="706755" cy="114300"/>
          </a:xfrm>
          <a:custGeom>
            <a:avLst/>
            <a:gdLst/>
            <a:ahLst/>
            <a:cxnLst/>
            <a:rect l="l" t="t" r="r" b="b"/>
            <a:pathLst>
              <a:path w="706754" h="114300">
                <a:moveTo>
                  <a:pt x="592340" y="0"/>
                </a:moveTo>
                <a:lnTo>
                  <a:pt x="592340" y="114300"/>
                </a:lnTo>
                <a:lnTo>
                  <a:pt x="668540" y="76200"/>
                </a:lnTo>
                <a:lnTo>
                  <a:pt x="611390" y="76200"/>
                </a:lnTo>
                <a:lnTo>
                  <a:pt x="611390" y="38100"/>
                </a:lnTo>
                <a:lnTo>
                  <a:pt x="668540" y="38100"/>
                </a:lnTo>
                <a:lnTo>
                  <a:pt x="592340" y="0"/>
                </a:lnTo>
                <a:close/>
              </a:path>
              <a:path w="706754" h="114300">
                <a:moveTo>
                  <a:pt x="592340" y="38100"/>
                </a:moveTo>
                <a:lnTo>
                  <a:pt x="0" y="38100"/>
                </a:lnTo>
                <a:lnTo>
                  <a:pt x="0" y="76200"/>
                </a:lnTo>
                <a:lnTo>
                  <a:pt x="592340" y="76200"/>
                </a:lnTo>
                <a:lnTo>
                  <a:pt x="592340" y="38100"/>
                </a:lnTo>
                <a:close/>
              </a:path>
              <a:path w="706754" h="114300">
                <a:moveTo>
                  <a:pt x="668540" y="38100"/>
                </a:moveTo>
                <a:lnTo>
                  <a:pt x="611390" y="38100"/>
                </a:lnTo>
                <a:lnTo>
                  <a:pt x="611390" y="76200"/>
                </a:lnTo>
                <a:lnTo>
                  <a:pt x="668540" y="76200"/>
                </a:lnTo>
                <a:lnTo>
                  <a:pt x="706640" y="57150"/>
                </a:lnTo>
                <a:lnTo>
                  <a:pt x="668540" y="38100"/>
                </a:lnTo>
                <a:close/>
              </a:path>
            </a:pathLst>
          </a:custGeom>
          <a:solidFill>
            <a:srgbClr val="00B050"/>
          </a:solidFill>
        </p:spPr>
        <p:txBody>
          <a:bodyPr wrap="square" lIns="0" tIns="0" rIns="0" bIns="0" rtlCol="0"/>
          <a:lstStyle/>
          <a:p>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6613" y="2327148"/>
            <a:ext cx="5853430" cy="1551707"/>
          </a:xfrm>
          <a:prstGeom prst="rect">
            <a:avLst/>
          </a:prstGeom>
        </p:spPr>
        <p:txBody>
          <a:bodyPr vert="horz" wrap="square" lIns="0" tIns="12700" rIns="0" bIns="0" rtlCol="0">
            <a:spAutoFit/>
          </a:bodyPr>
          <a:lstStyle/>
          <a:p>
            <a:pPr marL="12700" algn="ctr">
              <a:lnSpc>
                <a:spcPct val="100000"/>
              </a:lnSpc>
              <a:spcBef>
                <a:spcPts val="100"/>
              </a:spcBef>
            </a:pPr>
            <a:r>
              <a:rPr sz="5000" spc="-20" dirty="0"/>
              <a:t>Unsupervised</a:t>
            </a:r>
            <a:r>
              <a:rPr sz="5000" spc="-175" dirty="0"/>
              <a:t> </a:t>
            </a:r>
            <a:r>
              <a:rPr sz="5000" spc="-10" dirty="0"/>
              <a:t>Learning</a:t>
            </a:r>
            <a:br>
              <a:rPr lang="en-US" sz="5000" spc="-10" dirty="0"/>
            </a:br>
            <a:r>
              <a:rPr lang="en-US" sz="5000" spc="-10" dirty="0"/>
              <a:t>(</a:t>
            </a:r>
            <a:r>
              <a:rPr lang="en-US" sz="5000" spc="-10" dirty="0" err="1"/>
              <a:t>Học</a:t>
            </a:r>
            <a:r>
              <a:rPr lang="en-US" sz="5000" spc="-10" dirty="0"/>
              <a:t> </a:t>
            </a:r>
            <a:r>
              <a:rPr lang="en-US" sz="5000" spc="-10" dirty="0" err="1"/>
              <a:t>không</a:t>
            </a:r>
            <a:r>
              <a:rPr lang="en-US" sz="5000" spc="-10" dirty="0"/>
              <a:t> </a:t>
            </a:r>
            <a:r>
              <a:rPr lang="en-US" sz="5000" spc="-10" dirty="0" err="1"/>
              <a:t>giám</a:t>
            </a:r>
            <a:r>
              <a:rPr lang="en-US" sz="5000" spc="-10" dirty="0"/>
              <a:t> </a:t>
            </a:r>
            <a:r>
              <a:rPr lang="en-US" sz="5000" spc="-10" dirty="0" err="1"/>
              <a:t>sát</a:t>
            </a:r>
            <a:r>
              <a:rPr lang="en-US" sz="5000" spc="-10" dirty="0"/>
              <a:t>)</a:t>
            </a:r>
            <a:endParaRPr sz="5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0" dirty="0"/>
              <a:t>Unsupervised</a:t>
            </a:r>
            <a:r>
              <a:rPr spc="-90" dirty="0"/>
              <a:t> </a:t>
            </a:r>
            <a:r>
              <a:rPr spc="-10" dirty="0"/>
              <a:t>Learning</a:t>
            </a:r>
          </a:p>
        </p:txBody>
      </p:sp>
      <mc:AlternateContent xmlns:mc="http://schemas.openxmlformats.org/markup-compatibility/2006" xmlns:a14="http://schemas.microsoft.com/office/drawing/2010/main">
        <mc:Choice Requires="a14">
          <p:sp>
            <p:nvSpPr>
              <p:cNvPr id="5" name="object 5"/>
              <p:cNvSpPr txBox="1"/>
              <p:nvPr/>
            </p:nvSpPr>
            <p:spPr>
              <a:xfrm>
                <a:off x="669290" y="1771904"/>
                <a:ext cx="7218680" cy="1911870"/>
              </a:xfrm>
              <a:prstGeom prst="rect">
                <a:avLst/>
              </a:prstGeom>
            </p:spPr>
            <p:txBody>
              <a:bodyPr vert="horz" wrap="square" lIns="0" tIns="73660" rIns="0" bIns="0" rtlCol="0">
                <a:spAutoFit/>
              </a:bodyPr>
              <a:lstStyle/>
              <a:p>
                <a:pPr marL="281940" indent="-231140">
                  <a:lnSpc>
                    <a:spcPct val="100000"/>
                  </a:lnSpc>
                  <a:spcBef>
                    <a:spcPts val="580"/>
                  </a:spcBef>
                  <a:buFont typeface="Arial"/>
                  <a:buChar char="•"/>
                  <a:tabLst>
                    <a:tab pos="281940" algn="l"/>
                  </a:tabLst>
                </a:pPr>
                <a:r>
                  <a:rPr lang="en-US" sz="2100" dirty="0">
                    <a:latin typeface="Carlito"/>
                    <a:cs typeface="Carlito"/>
                  </a:rPr>
                  <a:t>Dữ </a:t>
                </a:r>
                <a:r>
                  <a:rPr lang="en-US" sz="2100" dirty="0" err="1">
                    <a:latin typeface="Carlito"/>
                    <a:cs typeface="Carlito"/>
                  </a:rPr>
                  <a:t>liệu</a:t>
                </a:r>
                <a:r>
                  <a:rPr lang="en-US" sz="2100" dirty="0">
                    <a:latin typeface="Carlito"/>
                    <a:cs typeface="Carlito"/>
                  </a:rPr>
                  <a:t> </a:t>
                </a:r>
                <a:r>
                  <a:rPr lang="en-US" sz="2100" dirty="0" err="1">
                    <a:solidFill>
                      <a:srgbClr val="FF0000"/>
                    </a:solidFill>
                    <a:latin typeface="Carlito"/>
                    <a:cs typeface="Carlito"/>
                  </a:rPr>
                  <a:t>không</a:t>
                </a:r>
                <a:r>
                  <a:rPr lang="en-US" sz="2100" dirty="0">
                    <a:solidFill>
                      <a:srgbClr val="FF0000"/>
                    </a:solidFill>
                    <a:latin typeface="Carlito"/>
                    <a:cs typeface="Carlito"/>
                  </a:rPr>
                  <a:t> </a:t>
                </a:r>
                <a:r>
                  <a:rPr lang="en-US" sz="2100" dirty="0" err="1">
                    <a:solidFill>
                      <a:srgbClr val="FF0000"/>
                    </a:solidFill>
                    <a:latin typeface="Carlito"/>
                    <a:cs typeface="Carlito"/>
                  </a:rPr>
                  <a:t>chứa</a:t>
                </a:r>
                <a:r>
                  <a:rPr lang="en-US" sz="2100" dirty="0">
                    <a:solidFill>
                      <a:srgbClr val="FF0000"/>
                    </a:solidFill>
                    <a:latin typeface="Carlito"/>
                    <a:cs typeface="Carlito"/>
                  </a:rPr>
                  <a:t> </a:t>
                </a:r>
                <a:r>
                  <a:rPr lang="en-US" sz="2100" dirty="0" err="1">
                    <a:solidFill>
                      <a:srgbClr val="FF0000"/>
                    </a:solidFill>
                    <a:latin typeface="Carlito"/>
                    <a:cs typeface="Carlito"/>
                  </a:rPr>
                  <a:t>nhãn</a:t>
                </a:r>
                <a:r>
                  <a:rPr lang="en-US" sz="2100" dirty="0">
                    <a:latin typeface="Carlito"/>
                    <a:cs typeface="Carlito"/>
                  </a:rPr>
                  <a:t>: </a:t>
                </a:r>
                <a14:m>
                  <m:oMath xmlns:m="http://schemas.openxmlformats.org/officeDocument/2006/math">
                    <m:sSup>
                      <m:sSupPr>
                        <m:ctrlPr>
                          <a:rPr lang="en-US" sz="2100" i="1" smtClean="0">
                            <a:latin typeface="Cambria Math" panose="02040503050406030204" pitchFamily="18" charset="0"/>
                          </a:rPr>
                        </m:ctrlPr>
                      </m:sSupPr>
                      <m:e>
                        <m:r>
                          <a:rPr lang="en-US" sz="2100" b="0" i="1" smtClean="0">
                            <a:latin typeface="Cambria Math" panose="02040503050406030204" pitchFamily="18" charset="0"/>
                          </a:rPr>
                          <m:t>𝑥</m:t>
                        </m:r>
                      </m:e>
                      <m:sup>
                        <m:r>
                          <a:rPr lang="en-US" sz="2100" b="0" i="1" smtClean="0">
                            <a:latin typeface="Cambria Math" panose="02040503050406030204" pitchFamily="18" charset="0"/>
                          </a:rPr>
                          <m:t>(1)</m:t>
                        </m:r>
                      </m:sup>
                    </m:sSup>
                    <m:r>
                      <a:rPr lang="en-US" sz="2100" b="0" i="1" smtClean="0">
                        <a:latin typeface="Cambria Math" panose="02040503050406030204" pitchFamily="18" charset="0"/>
                      </a:rPr>
                      <m:t>, …, </m:t>
                    </m:r>
                    <m:sSup>
                      <m:sSupPr>
                        <m:ctrlPr>
                          <a:rPr lang="en-US" sz="2100" b="0" i="1" smtClean="0">
                            <a:latin typeface="Cambria Math" panose="02040503050406030204" pitchFamily="18" charset="0"/>
                          </a:rPr>
                        </m:ctrlPr>
                      </m:sSupPr>
                      <m:e>
                        <m:r>
                          <a:rPr lang="en-US" sz="2100" b="0" i="1" smtClean="0">
                            <a:latin typeface="Cambria Math" panose="02040503050406030204" pitchFamily="18" charset="0"/>
                          </a:rPr>
                          <m:t>𝑥</m:t>
                        </m:r>
                      </m:e>
                      <m:sup>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sup>
                    </m:sSup>
                  </m:oMath>
                </a14:m>
                <a:endParaRPr lang="en-US" sz="2250" baseline="27777" dirty="0">
                  <a:latin typeface="DejaVu Math TeX Gyre"/>
                  <a:cs typeface="DejaVu Math TeX Gyre"/>
                </a:endParaRPr>
              </a:p>
              <a:p>
                <a:pPr marL="281940" indent="-231140">
                  <a:lnSpc>
                    <a:spcPct val="100000"/>
                  </a:lnSpc>
                  <a:spcBef>
                    <a:spcPts val="480"/>
                  </a:spcBef>
                  <a:buClr>
                    <a:srgbClr val="000000"/>
                  </a:buClr>
                  <a:buFont typeface="Arial"/>
                  <a:buChar char="•"/>
                  <a:tabLst>
                    <a:tab pos="281940" algn="l"/>
                  </a:tabLst>
                </a:pPr>
                <a:r>
                  <a:rPr lang="vi-VN" sz="2100" dirty="0">
                    <a:solidFill>
                      <a:srgbClr val="0070C0"/>
                    </a:solidFill>
                    <a:latin typeface="Carlito"/>
                    <a:cs typeface="Carlito"/>
                  </a:rPr>
                  <a:t>Mục tiêu </a:t>
                </a:r>
                <a:r>
                  <a:rPr lang="vi-VN" sz="2100" dirty="0">
                    <a:latin typeface="Carlito"/>
                    <a:cs typeface="Carlito"/>
                  </a:rPr>
                  <a:t>(đặt ra mơ hồ): tìm các cấu trúc thú vị trong dữ liệu</a:t>
                </a:r>
                <a:endParaRPr lang="en-US" sz="2100" dirty="0">
                  <a:latin typeface="Carlito"/>
                  <a:cs typeface="Carlito"/>
                </a:endParaRPr>
              </a:p>
              <a:p>
                <a:pPr>
                  <a:lnSpc>
                    <a:spcPct val="100000"/>
                  </a:lnSpc>
                  <a:spcBef>
                    <a:spcPts val="2325"/>
                  </a:spcBef>
                </a:pPr>
                <a:endParaRPr lang="en-US" sz="2100" dirty="0">
                  <a:latin typeface="Carlito"/>
                  <a:cs typeface="Carlito"/>
                </a:endParaRPr>
              </a:p>
              <a:p>
                <a:pPr marL="829310">
                  <a:lnSpc>
                    <a:spcPct val="100000"/>
                  </a:lnSpc>
                  <a:tabLst>
                    <a:tab pos="5241925" algn="l"/>
                  </a:tabLst>
                </a:pPr>
                <a:r>
                  <a:rPr lang="en-US" sz="2800" spc="-10" dirty="0">
                    <a:latin typeface="Carlito"/>
                    <a:cs typeface="Carlito"/>
                  </a:rPr>
                  <a:t>supervised</a:t>
                </a:r>
                <a:r>
                  <a:rPr lang="en-US" sz="2800" dirty="0">
                    <a:latin typeface="Carlito"/>
                    <a:cs typeface="Carlito"/>
                  </a:rPr>
                  <a:t>	</a:t>
                </a:r>
                <a:r>
                  <a:rPr lang="en-US" sz="2800" spc="-10" dirty="0">
                    <a:latin typeface="Carlito"/>
                    <a:cs typeface="Carlito"/>
                  </a:rPr>
                  <a:t>unsupervised</a:t>
                </a:r>
                <a:endParaRPr sz="2800" dirty="0">
                  <a:latin typeface="Carlito"/>
                  <a:cs typeface="Carlito"/>
                </a:endParaRPr>
              </a:p>
            </p:txBody>
          </p:sp>
        </mc:Choice>
        <mc:Fallback xmlns="">
          <p:sp>
            <p:nvSpPr>
              <p:cNvPr id="5" name="object 5"/>
              <p:cNvSpPr txBox="1">
                <a:spLocks noRot="1" noChangeAspect="1" noMove="1" noResize="1" noEditPoints="1" noAdjustHandles="1" noChangeArrowheads="1" noChangeShapeType="1" noTextEdit="1"/>
              </p:cNvSpPr>
              <p:nvPr/>
            </p:nvSpPr>
            <p:spPr>
              <a:xfrm>
                <a:off x="669290" y="1771904"/>
                <a:ext cx="7218680" cy="1911870"/>
              </a:xfrm>
              <a:prstGeom prst="rect">
                <a:avLst/>
              </a:prstGeom>
              <a:blipFill>
                <a:blip r:embed="rId2"/>
                <a:stretch>
                  <a:fillRect l="-1436" r="-2027" b="-7348"/>
                </a:stretch>
              </a:blipFill>
            </p:spPr>
            <p:txBody>
              <a:bodyPr/>
              <a:lstStyle/>
              <a:p>
                <a:r>
                  <a:rPr lang="en-US">
                    <a:noFill/>
                  </a:rPr>
                  <a:t> </a:t>
                </a:r>
              </a:p>
            </p:txBody>
          </p:sp>
        </mc:Fallback>
      </mc:AlternateContent>
      <p:pic>
        <p:nvPicPr>
          <p:cNvPr id="6" name="object 6"/>
          <p:cNvPicPr/>
          <p:nvPr/>
        </p:nvPicPr>
        <p:blipFill>
          <a:blip r:embed="rId3" cstate="print"/>
          <a:stretch>
            <a:fillRect/>
          </a:stretch>
        </p:blipFill>
        <p:spPr>
          <a:xfrm>
            <a:off x="400050" y="3667924"/>
            <a:ext cx="3657435" cy="2203601"/>
          </a:xfrm>
          <a:prstGeom prst="rect">
            <a:avLst/>
          </a:prstGeom>
        </p:spPr>
      </p:pic>
      <p:pic>
        <p:nvPicPr>
          <p:cNvPr id="7" name="object 7"/>
          <p:cNvPicPr/>
          <p:nvPr/>
        </p:nvPicPr>
        <p:blipFill>
          <a:blip r:embed="rId4" cstate="print"/>
          <a:stretch>
            <a:fillRect/>
          </a:stretch>
        </p:blipFill>
        <p:spPr>
          <a:xfrm>
            <a:off x="4892637" y="3667816"/>
            <a:ext cx="3657600" cy="220370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Clustering</a:t>
            </a:r>
            <a:r>
              <a:rPr lang="en-US" spc="-25" dirty="0"/>
              <a:t> (</a:t>
            </a:r>
            <a:r>
              <a:rPr lang="en-US" spc="-25" dirty="0" err="1"/>
              <a:t>cụm</a:t>
            </a:r>
            <a:r>
              <a:rPr lang="en-US" spc="-25" dirty="0"/>
              <a:t>)</a:t>
            </a:r>
            <a:endParaRPr spc="-25" dirty="0"/>
          </a:p>
        </p:txBody>
      </p:sp>
      <p:grpSp>
        <p:nvGrpSpPr>
          <p:cNvPr id="3" name="object 3"/>
          <p:cNvGrpSpPr/>
          <p:nvPr/>
        </p:nvGrpSpPr>
        <p:grpSpPr>
          <a:xfrm>
            <a:off x="2195169" y="2606281"/>
            <a:ext cx="4756150" cy="2797175"/>
            <a:chOff x="2195169" y="2606281"/>
            <a:chExt cx="4756150" cy="2797175"/>
          </a:xfrm>
        </p:grpSpPr>
        <p:pic>
          <p:nvPicPr>
            <p:cNvPr id="4" name="object 4"/>
            <p:cNvPicPr/>
            <p:nvPr/>
          </p:nvPicPr>
          <p:blipFill>
            <a:blip r:embed="rId2" cstate="print"/>
            <a:stretch>
              <a:fillRect/>
            </a:stretch>
          </p:blipFill>
          <p:spPr>
            <a:xfrm>
              <a:off x="2195169" y="2793723"/>
              <a:ext cx="4330982" cy="2609416"/>
            </a:xfrm>
            <a:prstGeom prst="rect">
              <a:avLst/>
            </a:prstGeom>
          </p:spPr>
        </p:pic>
        <p:sp>
          <p:nvSpPr>
            <p:cNvPr id="5" name="object 5"/>
            <p:cNvSpPr/>
            <p:nvPr/>
          </p:nvSpPr>
          <p:spPr>
            <a:xfrm>
              <a:off x="2579789" y="4056227"/>
              <a:ext cx="2102485" cy="1318260"/>
            </a:xfrm>
            <a:custGeom>
              <a:avLst/>
              <a:gdLst/>
              <a:ahLst/>
              <a:cxnLst/>
              <a:rect l="l" t="t" r="r" b="b"/>
              <a:pathLst>
                <a:path w="2102485" h="1318260">
                  <a:moveTo>
                    <a:pt x="0" y="659080"/>
                  </a:moveTo>
                  <a:lnTo>
                    <a:pt x="6166" y="587266"/>
                  </a:lnTo>
                  <a:lnTo>
                    <a:pt x="24240" y="517692"/>
                  </a:lnTo>
                  <a:lnTo>
                    <a:pt x="53579" y="450759"/>
                  </a:lnTo>
                  <a:lnTo>
                    <a:pt x="93541" y="386871"/>
                  </a:lnTo>
                  <a:lnTo>
                    <a:pt x="117307" y="356194"/>
                  </a:lnTo>
                  <a:lnTo>
                    <a:pt x="143488" y="326429"/>
                  </a:lnTo>
                  <a:lnTo>
                    <a:pt x="172004" y="297626"/>
                  </a:lnTo>
                  <a:lnTo>
                    <a:pt x="202775" y="269835"/>
                  </a:lnTo>
                  <a:lnTo>
                    <a:pt x="235722" y="243107"/>
                  </a:lnTo>
                  <a:lnTo>
                    <a:pt x="270764" y="217492"/>
                  </a:lnTo>
                  <a:lnTo>
                    <a:pt x="307821" y="193040"/>
                  </a:lnTo>
                  <a:lnTo>
                    <a:pt x="346813" y="169801"/>
                  </a:lnTo>
                  <a:lnTo>
                    <a:pt x="387659" y="147825"/>
                  </a:lnTo>
                  <a:lnTo>
                    <a:pt x="430280" y="127164"/>
                  </a:lnTo>
                  <a:lnTo>
                    <a:pt x="474595" y="107866"/>
                  </a:lnTo>
                  <a:lnTo>
                    <a:pt x="520525" y="89983"/>
                  </a:lnTo>
                  <a:lnTo>
                    <a:pt x="567988" y="73565"/>
                  </a:lnTo>
                  <a:lnTo>
                    <a:pt x="616905" y="58661"/>
                  </a:lnTo>
                  <a:lnTo>
                    <a:pt x="667197" y="45323"/>
                  </a:lnTo>
                  <a:lnTo>
                    <a:pt x="718782" y="33600"/>
                  </a:lnTo>
                  <a:lnTo>
                    <a:pt x="771580" y="23542"/>
                  </a:lnTo>
                  <a:lnTo>
                    <a:pt x="825512" y="15201"/>
                  </a:lnTo>
                  <a:lnTo>
                    <a:pt x="880497" y="8626"/>
                  </a:lnTo>
                  <a:lnTo>
                    <a:pt x="936455" y="3867"/>
                  </a:lnTo>
                  <a:lnTo>
                    <a:pt x="993306" y="975"/>
                  </a:lnTo>
                  <a:lnTo>
                    <a:pt x="1050970" y="0"/>
                  </a:lnTo>
                  <a:lnTo>
                    <a:pt x="1108633" y="975"/>
                  </a:lnTo>
                  <a:lnTo>
                    <a:pt x="1165484" y="3867"/>
                  </a:lnTo>
                  <a:lnTo>
                    <a:pt x="1221442" y="8626"/>
                  </a:lnTo>
                  <a:lnTo>
                    <a:pt x="1276426" y="15201"/>
                  </a:lnTo>
                  <a:lnTo>
                    <a:pt x="1330357" y="23542"/>
                  </a:lnTo>
                  <a:lnTo>
                    <a:pt x="1383155" y="33600"/>
                  </a:lnTo>
                  <a:lnTo>
                    <a:pt x="1434740" y="45323"/>
                  </a:lnTo>
                  <a:lnTo>
                    <a:pt x="1485030" y="58661"/>
                  </a:lnTo>
                  <a:lnTo>
                    <a:pt x="1533947" y="73565"/>
                  </a:lnTo>
                  <a:lnTo>
                    <a:pt x="1581410" y="89983"/>
                  </a:lnTo>
                  <a:lnTo>
                    <a:pt x="1627339" y="107866"/>
                  </a:lnTo>
                  <a:lnTo>
                    <a:pt x="1671654" y="127164"/>
                  </a:lnTo>
                  <a:lnTo>
                    <a:pt x="1714275" y="147825"/>
                  </a:lnTo>
                  <a:lnTo>
                    <a:pt x="1755120" y="169801"/>
                  </a:lnTo>
                  <a:lnTo>
                    <a:pt x="1794112" y="193040"/>
                  </a:lnTo>
                  <a:lnTo>
                    <a:pt x="1831168" y="217492"/>
                  </a:lnTo>
                  <a:lnTo>
                    <a:pt x="1866210" y="243107"/>
                  </a:lnTo>
                  <a:lnTo>
                    <a:pt x="1899157" y="269835"/>
                  </a:lnTo>
                  <a:lnTo>
                    <a:pt x="1929928" y="297626"/>
                  </a:lnTo>
                  <a:lnTo>
                    <a:pt x="1958444" y="326429"/>
                  </a:lnTo>
                  <a:lnTo>
                    <a:pt x="1984625" y="356194"/>
                  </a:lnTo>
                  <a:lnTo>
                    <a:pt x="2008390" y="386871"/>
                  </a:lnTo>
                  <a:lnTo>
                    <a:pt x="2048352" y="450759"/>
                  </a:lnTo>
                  <a:lnTo>
                    <a:pt x="2077691" y="517692"/>
                  </a:lnTo>
                  <a:lnTo>
                    <a:pt x="2095764" y="587266"/>
                  </a:lnTo>
                  <a:lnTo>
                    <a:pt x="2101931" y="659080"/>
                  </a:lnTo>
                  <a:lnTo>
                    <a:pt x="2100376" y="695242"/>
                  </a:lnTo>
                  <a:lnTo>
                    <a:pt x="2088175" y="765986"/>
                  </a:lnTo>
                  <a:lnTo>
                    <a:pt x="2064389" y="834290"/>
                  </a:lnTo>
                  <a:lnTo>
                    <a:pt x="2029659" y="899750"/>
                  </a:lnTo>
                  <a:lnTo>
                    <a:pt x="1984625" y="961965"/>
                  </a:lnTo>
                  <a:lnTo>
                    <a:pt x="1958444" y="991730"/>
                  </a:lnTo>
                  <a:lnTo>
                    <a:pt x="1929928" y="1020533"/>
                  </a:lnTo>
                  <a:lnTo>
                    <a:pt x="1899157" y="1048324"/>
                  </a:lnTo>
                  <a:lnTo>
                    <a:pt x="1866210" y="1075052"/>
                  </a:lnTo>
                  <a:lnTo>
                    <a:pt x="1831168" y="1100668"/>
                  </a:lnTo>
                  <a:lnTo>
                    <a:pt x="1794112" y="1125120"/>
                  </a:lnTo>
                  <a:lnTo>
                    <a:pt x="1755120" y="1148359"/>
                  </a:lnTo>
                  <a:lnTo>
                    <a:pt x="1714275" y="1170334"/>
                  </a:lnTo>
                  <a:lnTo>
                    <a:pt x="1671654" y="1190996"/>
                  </a:lnTo>
                  <a:lnTo>
                    <a:pt x="1627339" y="1210293"/>
                  </a:lnTo>
                  <a:lnTo>
                    <a:pt x="1581410" y="1228176"/>
                  </a:lnTo>
                  <a:lnTo>
                    <a:pt x="1533947" y="1244595"/>
                  </a:lnTo>
                  <a:lnTo>
                    <a:pt x="1485030" y="1259498"/>
                  </a:lnTo>
                  <a:lnTo>
                    <a:pt x="1434740" y="1272837"/>
                  </a:lnTo>
                  <a:lnTo>
                    <a:pt x="1383155" y="1284560"/>
                  </a:lnTo>
                  <a:lnTo>
                    <a:pt x="1330357" y="1294617"/>
                  </a:lnTo>
                  <a:lnTo>
                    <a:pt x="1276426" y="1302959"/>
                  </a:lnTo>
                  <a:lnTo>
                    <a:pt x="1221442" y="1309534"/>
                  </a:lnTo>
                  <a:lnTo>
                    <a:pt x="1165484" y="1314293"/>
                  </a:lnTo>
                  <a:lnTo>
                    <a:pt x="1108633" y="1317185"/>
                  </a:lnTo>
                  <a:lnTo>
                    <a:pt x="1050970" y="1318160"/>
                  </a:lnTo>
                  <a:lnTo>
                    <a:pt x="993306" y="1317185"/>
                  </a:lnTo>
                  <a:lnTo>
                    <a:pt x="936455" y="1314293"/>
                  </a:lnTo>
                  <a:lnTo>
                    <a:pt x="880497" y="1309534"/>
                  </a:lnTo>
                  <a:lnTo>
                    <a:pt x="825512" y="1302959"/>
                  </a:lnTo>
                  <a:lnTo>
                    <a:pt x="771580" y="1294617"/>
                  </a:lnTo>
                  <a:lnTo>
                    <a:pt x="718782" y="1284560"/>
                  </a:lnTo>
                  <a:lnTo>
                    <a:pt x="667197" y="1272837"/>
                  </a:lnTo>
                  <a:lnTo>
                    <a:pt x="616905" y="1259498"/>
                  </a:lnTo>
                  <a:lnTo>
                    <a:pt x="567988" y="1244595"/>
                  </a:lnTo>
                  <a:lnTo>
                    <a:pt x="520525" y="1228176"/>
                  </a:lnTo>
                  <a:lnTo>
                    <a:pt x="474595" y="1210293"/>
                  </a:lnTo>
                  <a:lnTo>
                    <a:pt x="430280" y="1190996"/>
                  </a:lnTo>
                  <a:lnTo>
                    <a:pt x="387659" y="1170334"/>
                  </a:lnTo>
                  <a:lnTo>
                    <a:pt x="346813" y="1148359"/>
                  </a:lnTo>
                  <a:lnTo>
                    <a:pt x="307821" y="1125120"/>
                  </a:lnTo>
                  <a:lnTo>
                    <a:pt x="270764" y="1100668"/>
                  </a:lnTo>
                  <a:lnTo>
                    <a:pt x="235722" y="1075052"/>
                  </a:lnTo>
                  <a:lnTo>
                    <a:pt x="202775" y="1048324"/>
                  </a:lnTo>
                  <a:lnTo>
                    <a:pt x="172004" y="1020533"/>
                  </a:lnTo>
                  <a:lnTo>
                    <a:pt x="143488" y="991730"/>
                  </a:lnTo>
                  <a:lnTo>
                    <a:pt x="117307" y="961965"/>
                  </a:lnTo>
                  <a:lnTo>
                    <a:pt x="93541" y="931288"/>
                  </a:lnTo>
                  <a:lnTo>
                    <a:pt x="53579" y="867400"/>
                  </a:lnTo>
                  <a:lnTo>
                    <a:pt x="24240" y="800468"/>
                  </a:lnTo>
                  <a:lnTo>
                    <a:pt x="6166" y="730894"/>
                  </a:lnTo>
                  <a:lnTo>
                    <a:pt x="0" y="659080"/>
                  </a:lnTo>
                  <a:close/>
                </a:path>
              </a:pathLst>
            </a:custGeom>
            <a:ln w="38100">
              <a:solidFill>
                <a:srgbClr val="FF2600"/>
              </a:solidFill>
            </a:ln>
          </p:spPr>
          <p:txBody>
            <a:bodyPr wrap="square" lIns="0" tIns="0" rIns="0" bIns="0" rtlCol="0"/>
            <a:lstStyle/>
            <a:p>
              <a:endParaRPr/>
            </a:p>
          </p:txBody>
        </p:sp>
        <p:sp>
          <p:nvSpPr>
            <p:cNvPr id="6" name="object 6"/>
            <p:cNvSpPr/>
            <p:nvPr/>
          </p:nvSpPr>
          <p:spPr>
            <a:xfrm>
              <a:off x="4287863" y="2625331"/>
              <a:ext cx="2398395" cy="1787525"/>
            </a:xfrm>
            <a:custGeom>
              <a:avLst/>
              <a:gdLst/>
              <a:ahLst/>
              <a:cxnLst/>
              <a:rect l="l" t="t" r="r" b="b"/>
              <a:pathLst>
                <a:path w="2398395" h="1787525">
                  <a:moveTo>
                    <a:pt x="0" y="893519"/>
                  </a:moveTo>
                  <a:lnTo>
                    <a:pt x="1233" y="852619"/>
                  </a:lnTo>
                  <a:lnTo>
                    <a:pt x="4899" y="812191"/>
                  </a:lnTo>
                  <a:lnTo>
                    <a:pt x="10945" y="772274"/>
                  </a:lnTo>
                  <a:lnTo>
                    <a:pt x="19317" y="732908"/>
                  </a:lnTo>
                  <a:lnTo>
                    <a:pt x="29962" y="694132"/>
                  </a:lnTo>
                  <a:lnTo>
                    <a:pt x="42828" y="655986"/>
                  </a:lnTo>
                  <a:lnTo>
                    <a:pt x="57862" y="618509"/>
                  </a:lnTo>
                  <a:lnTo>
                    <a:pt x="75010" y="581741"/>
                  </a:lnTo>
                  <a:lnTo>
                    <a:pt x="94221" y="545721"/>
                  </a:lnTo>
                  <a:lnTo>
                    <a:pt x="115440" y="510488"/>
                  </a:lnTo>
                  <a:lnTo>
                    <a:pt x="138616" y="476082"/>
                  </a:lnTo>
                  <a:lnTo>
                    <a:pt x="163694" y="442543"/>
                  </a:lnTo>
                  <a:lnTo>
                    <a:pt x="190623" y="409909"/>
                  </a:lnTo>
                  <a:lnTo>
                    <a:pt x="219350" y="378220"/>
                  </a:lnTo>
                  <a:lnTo>
                    <a:pt x="249820" y="347516"/>
                  </a:lnTo>
                  <a:lnTo>
                    <a:pt x="281983" y="317836"/>
                  </a:lnTo>
                  <a:lnTo>
                    <a:pt x="315784" y="289219"/>
                  </a:lnTo>
                  <a:lnTo>
                    <a:pt x="351170" y="261705"/>
                  </a:lnTo>
                  <a:lnTo>
                    <a:pt x="388090" y="235334"/>
                  </a:lnTo>
                  <a:lnTo>
                    <a:pt x="426489" y="210144"/>
                  </a:lnTo>
                  <a:lnTo>
                    <a:pt x="466315" y="186175"/>
                  </a:lnTo>
                  <a:lnTo>
                    <a:pt x="507516" y="163468"/>
                  </a:lnTo>
                  <a:lnTo>
                    <a:pt x="550037" y="142060"/>
                  </a:lnTo>
                  <a:lnTo>
                    <a:pt x="593827" y="121991"/>
                  </a:lnTo>
                  <a:lnTo>
                    <a:pt x="638832" y="103301"/>
                  </a:lnTo>
                  <a:lnTo>
                    <a:pt x="685000" y="86030"/>
                  </a:lnTo>
                  <a:lnTo>
                    <a:pt x="732277" y="70217"/>
                  </a:lnTo>
                  <a:lnTo>
                    <a:pt x="780611" y="55900"/>
                  </a:lnTo>
                  <a:lnTo>
                    <a:pt x="829948" y="43121"/>
                  </a:lnTo>
                  <a:lnTo>
                    <a:pt x="880237" y="31917"/>
                  </a:lnTo>
                  <a:lnTo>
                    <a:pt x="931423" y="22329"/>
                  </a:lnTo>
                  <a:lnTo>
                    <a:pt x="983454" y="14395"/>
                  </a:lnTo>
                  <a:lnTo>
                    <a:pt x="1036277" y="8156"/>
                  </a:lnTo>
                  <a:lnTo>
                    <a:pt x="1089840" y="3651"/>
                  </a:lnTo>
                  <a:lnTo>
                    <a:pt x="1144088" y="919"/>
                  </a:lnTo>
                  <a:lnTo>
                    <a:pt x="1198970" y="0"/>
                  </a:lnTo>
                  <a:lnTo>
                    <a:pt x="1253853" y="919"/>
                  </a:lnTo>
                  <a:lnTo>
                    <a:pt x="1308102" y="3651"/>
                  </a:lnTo>
                  <a:lnTo>
                    <a:pt x="1361665" y="8156"/>
                  </a:lnTo>
                  <a:lnTo>
                    <a:pt x="1414489" y="14395"/>
                  </a:lnTo>
                  <a:lnTo>
                    <a:pt x="1466521" y="22329"/>
                  </a:lnTo>
                  <a:lnTo>
                    <a:pt x="1517707" y="31917"/>
                  </a:lnTo>
                  <a:lnTo>
                    <a:pt x="1567996" y="43121"/>
                  </a:lnTo>
                  <a:lnTo>
                    <a:pt x="1617334" y="55900"/>
                  </a:lnTo>
                  <a:lnTo>
                    <a:pt x="1665668" y="70217"/>
                  </a:lnTo>
                  <a:lnTo>
                    <a:pt x="1712946" y="86030"/>
                  </a:lnTo>
                  <a:lnTo>
                    <a:pt x="1759114" y="103301"/>
                  </a:lnTo>
                  <a:lnTo>
                    <a:pt x="1804119" y="121991"/>
                  </a:lnTo>
                  <a:lnTo>
                    <a:pt x="1847910" y="142060"/>
                  </a:lnTo>
                  <a:lnTo>
                    <a:pt x="1890432" y="163468"/>
                  </a:lnTo>
                  <a:lnTo>
                    <a:pt x="1931632" y="186175"/>
                  </a:lnTo>
                  <a:lnTo>
                    <a:pt x="1971459" y="210144"/>
                  </a:lnTo>
                  <a:lnTo>
                    <a:pt x="2009858" y="235334"/>
                  </a:lnTo>
                  <a:lnTo>
                    <a:pt x="2046778" y="261705"/>
                  </a:lnTo>
                  <a:lnTo>
                    <a:pt x="2082165" y="289219"/>
                  </a:lnTo>
                  <a:lnTo>
                    <a:pt x="2115966" y="317836"/>
                  </a:lnTo>
                  <a:lnTo>
                    <a:pt x="2148129" y="347516"/>
                  </a:lnTo>
                  <a:lnTo>
                    <a:pt x="2178600" y="378220"/>
                  </a:lnTo>
                  <a:lnTo>
                    <a:pt x="2207326" y="409909"/>
                  </a:lnTo>
                  <a:lnTo>
                    <a:pt x="2234255" y="442543"/>
                  </a:lnTo>
                  <a:lnTo>
                    <a:pt x="2259334" y="476082"/>
                  </a:lnTo>
                  <a:lnTo>
                    <a:pt x="2282510" y="510488"/>
                  </a:lnTo>
                  <a:lnTo>
                    <a:pt x="2303729" y="545721"/>
                  </a:lnTo>
                  <a:lnTo>
                    <a:pt x="2322940" y="581741"/>
                  </a:lnTo>
                  <a:lnTo>
                    <a:pt x="2340088" y="618509"/>
                  </a:lnTo>
                  <a:lnTo>
                    <a:pt x="2355122" y="655986"/>
                  </a:lnTo>
                  <a:lnTo>
                    <a:pt x="2367988" y="694132"/>
                  </a:lnTo>
                  <a:lnTo>
                    <a:pt x="2378634" y="732908"/>
                  </a:lnTo>
                  <a:lnTo>
                    <a:pt x="2387006" y="772274"/>
                  </a:lnTo>
                  <a:lnTo>
                    <a:pt x="2393051" y="812191"/>
                  </a:lnTo>
                  <a:lnTo>
                    <a:pt x="2396717" y="852619"/>
                  </a:lnTo>
                  <a:lnTo>
                    <a:pt x="2397951" y="893519"/>
                  </a:lnTo>
                  <a:lnTo>
                    <a:pt x="2396717" y="934420"/>
                  </a:lnTo>
                  <a:lnTo>
                    <a:pt x="2393051" y="974848"/>
                  </a:lnTo>
                  <a:lnTo>
                    <a:pt x="2387006" y="1014765"/>
                  </a:lnTo>
                  <a:lnTo>
                    <a:pt x="2378634" y="1054131"/>
                  </a:lnTo>
                  <a:lnTo>
                    <a:pt x="2367988" y="1092907"/>
                  </a:lnTo>
                  <a:lnTo>
                    <a:pt x="2355122" y="1131053"/>
                  </a:lnTo>
                  <a:lnTo>
                    <a:pt x="2340088" y="1168530"/>
                  </a:lnTo>
                  <a:lnTo>
                    <a:pt x="2322940" y="1205299"/>
                  </a:lnTo>
                  <a:lnTo>
                    <a:pt x="2303729" y="1241319"/>
                  </a:lnTo>
                  <a:lnTo>
                    <a:pt x="2282510" y="1276552"/>
                  </a:lnTo>
                  <a:lnTo>
                    <a:pt x="2259334" y="1310958"/>
                  </a:lnTo>
                  <a:lnTo>
                    <a:pt x="2234255" y="1344498"/>
                  </a:lnTo>
                  <a:lnTo>
                    <a:pt x="2207326" y="1377132"/>
                  </a:lnTo>
                  <a:lnTo>
                    <a:pt x="2178600" y="1408820"/>
                  </a:lnTo>
                  <a:lnTo>
                    <a:pt x="2148129" y="1439525"/>
                  </a:lnTo>
                  <a:lnTo>
                    <a:pt x="2115966" y="1469205"/>
                  </a:lnTo>
                  <a:lnTo>
                    <a:pt x="2082165" y="1497821"/>
                  </a:lnTo>
                  <a:lnTo>
                    <a:pt x="2046778" y="1525335"/>
                  </a:lnTo>
                  <a:lnTo>
                    <a:pt x="2009858" y="1551707"/>
                  </a:lnTo>
                  <a:lnTo>
                    <a:pt x="1971459" y="1576896"/>
                  </a:lnTo>
                  <a:lnTo>
                    <a:pt x="1931632" y="1600865"/>
                  </a:lnTo>
                  <a:lnTo>
                    <a:pt x="1890432" y="1623573"/>
                  </a:lnTo>
                  <a:lnTo>
                    <a:pt x="1847910" y="1644981"/>
                  </a:lnTo>
                  <a:lnTo>
                    <a:pt x="1804119" y="1665049"/>
                  </a:lnTo>
                  <a:lnTo>
                    <a:pt x="1759114" y="1683739"/>
                  </a:lnTo>
                  <a:lnTo>
                    <a:pt x="1712946" y="1701010"/>
                  </a:lnTo>
                  <a:lnTo>
                    <a:pt x="1665668" y="1716824"/>
                  </a:lnTo>
                  <a:lnTo>
                    <a:pt x="1617334" y="1731140"/>
                  </a:lnTo>
                  <a:lnTo>
                    <a:pt x="1567996" y="1743920"/>
                  </a:lnTo>
                  <a:lnTo>
                    <a:pt x="1517707" y="1755123"/>
                  </a:lnTo>
                  <a:lnTo>
                    <a:pt x="1466521" y="1764711"/>
                  </a:lnTo>
                  <a:lnTo>
                    <a:pt x="1414489" y="1772645"/>
                  </a:lnTo>
                  <a:lnTo>
                    <a:pt x="1361665" y="1778884"/>
                  </a:lnTo>
                  <a:lnTo>
                    <a:pt x="1308102" y="1783389"/>
                  </a:lnTo>
                  <a:lnTo>
                    <a:pt x="1253853" y="1786121"/>
                  </a:lnTo>
                  <a:lnTo>
                    <a:pt x="1198970" y="1787041"/>
                  </a:lnTo>
                  <a:lnTo>
                    <a:pt x="1144088" y="1786121"/>
                  </a:lnTo>
                  <a:lnTo>
                    <a:pt x="1089840" y="1783389"/>
                  </a:lnTo>
                  <a:lnTo>
                    <a:pt x="1036277" y="1778884"/>
                  </a:lnTo>
                  <a:lnTo>
                    <a:pt x="983454" y="1772645"/>
                  </a:lnTo>
                  <a:lnTo>
                    <a:pt x="931423" y="1764711"/>
                  </a:lnTo>
                  <a:lnTo>
                    <a:pt x="880237" y="1755123"/>
                  </a:lnTo>
                  <a:lnTo>
                    <a:pt x="829948" y="1743920"/>
                  </a:lnTo>
                  <a:lnTo>
                    <a:pt x="780611" y="1731140"/>
                  </a:lnTo>
                  <a:lnTo>
                    <a:pt x="732277" y="1716824"/>
                  </a:lnTo>
                  <a:lnTo>
                    <a:pt x="685000" y="1701010"/>
                  </a:lnTo>
                  <a:lnTo>
                    <a:pt x="638832" y="1683739"/>
                  </a:lnTo>
                  <a:lnTo>
                    <a:pt x="593827" y="1665049"/>
                  </a:lnTo>
                  <a:lnTo>
                    <a:pt x="550037" y="1644981"/>
                  </a:lnTo>
                  <a:lnTo>
                    <a:pt x="507516" y="1623573"/>
                  </a:lnTo>
                  <a:lnTo>
                    <a:pt x="466315" y="1600865"/>
                  </a:lnTo>
                  <a:lnTo>
                    <a:pt x="426489" y="1576896"/>
                  </a:lnTo>
                  <a:lnTo>
                    <a:pt x="388090" y="1551707"/>
                  </a:lnTo>
                  <a:lnTo>
                    <a:pt x="351170" y="1525335"/>
                  </a:lnTo>
                  <a:lnTo>
                    <a:pt x="315784" y="1497821"/>
                  </a:lnTo>
                  <a:lnTo>
                    <a:pt x="281983" y="1469205"/>
                  </a:lnTo>
                  <a:lnTo>
                    <a:pt x="249820" y="1439525"/>
                  </a:lnTo>
                  <a:lnTo>
                    <a:pt x="219350" y="1408820"/>
                  </a:lnTo>
                  <a:lnTo>
                    <a:pt x="190623" y="1377132"/>
                  </a:lnTo>
                  <a:lnTo>
                    <a:pt x="163694" y="1344498"/>
                  </a:lnTo>
                  <a:lnTo>
                    <a:pt x="138616" y="1310958"/>
                  </a:lnTo>
                  <a:lnTo>
                    <a:pt x="115440" y="1276552"/>
                  </a:lnTo>
                  <a:lnTo>
                    <a:pt x="94221" y="1241319"/>
                  </a:lnTo>
                  <a:lnTo>
                    <a:pt x="75010" y="1205299"/>
                  </a:lnTo>
                  <a:lnTo>
                    <a:pt x="57862" y="1168530"/>
                  </a:lnTo>
                  <a:lnTo>
                    <a:pt x="42828" y="1131053"/>
                  </a:lnTo>
                  <a:lnTo>
                    <a:pt x="29962" y="1092907"/>
                  </a:lnTo>
                  <a:lnTo>
                    <a:pt x="19317" y="1054131"/>
                  </a:lnTo>
                  <a:lnTo>
                    <a:pt x="10945" y="1014765"/>
                  </a:lnTo>
                  <a:lnTo>
                    <a:pt x="4899" y="974848"/>
                  </a:lnTo>
                  <a:lnTo>
                    <a:pt x="1233" y="934420"/>
                  </a:lnTo>
                  <a:lnTo>
                    <a:pt x="0" y="893519"/>
                  </a:lnTo>
                  <a:close/>
                </a:path>
              </a:pathLst>
            </a:custGeom>
            <a:ln w="38100">
              <a:solidFill>
                <a:srgbClr val="FF2600"/>
              </a:solidFill>
            </a:ln>
          </p:spPr>
          <p:txBody>
            <a:bodyPr wrap="square" lIns="0" tIns="0" rIns="0" bIns="0" rtlCol="0"/>
            <a:lstStyle/>
            <a:p>
              <a:endParaRPr/>
            </a:p>
          </p:txBody>
        </p:sp>
        <p:sp>
          <p:nvSpPr>
            <p:cNvPr id="7" name="object 7"/>
            <p:cNvSpPr/>
            <p:nvPr/>
          </p:nvSpPr>
          <p:spPr>
            <a:xfrm>
              <a:off x="4681728" y="4412360"/>
              <a:ext cx="2250440" cy="779780"/>
            </a:xfrm>
            <a:custGeom>
              <a:avLst/>
              <a:gdLst/>
              <a:ahLst/>
              <a:cxnLst/>
              <a:rect l="l" t="t" r="r" b="b"/>
              <a:pathLst>
                <a:path w="2250440" h="779779">
                  <a:moveTo>
                    <a:pt x="0" y="389875"/>
                  </a:moveTo>
                  <a:lnTo>
                    <a:pt x="8134" y="342751"/>
                  </a:lnTo>
                  <a:lnTo>
                    <a:pt x="31910" y="297295"/>
                  </a:lnTo>
                  <a:lnTo>
                    <a:pt x="70386" y="253835"/>
                  </a:lnTo>
                  <a:lnTo>
                    <a:pt x="122621" y="212695"/>
                  </a:lnTo>
                  <a:lnTo>
                    <a:pt x="187672" y="174202"/>
                  </a:lnTo>
                  <a:lnTo>
                    <a:pt x="224710" y="156051"/>
                  </a:lnTo>
                  <a:lnTo>
                    <a:pt x="264599" y="138683"/>
                  </a:lnTo>
                  <a:lnTo>
                    <a:pt x="307222" y="122141"/>
                  </a:lnTo>
                  <a:lnTo>
                    <a:pt x="352461" y="106464"/>
                  </a:lnTo>
                  <a:lnTo>
                    <a:pt x="400198" y="91693"/>
                  </a:lnTo>
                  <a:lnTo>
                    <a:pt x="450315" y="77870"/>
                  </a:lnTo>
                  <a:lnTo>
                    <a:pt x="502695" y="65035"/>
                  </a:lnTo>
                  <a:lnTo>
                    <a:pt x="557220" y="53229"/>
                  </a:lnTo>
                  <a:lnTo>
                    <a:pt x="613773" y="42492"/>
                  </a:lnTo>
                  <a:lnTo>
                    <a:pt x="672235" y="32866"/>
                  </a:lnTo>
                  <a:lnTo>
                    <a:pt x="732490" y="24391"/>
                  </a:lnTo>
                  <a:lnTo>
                    <a:pt x="794419" y="17108"/>
                  </a:lnTo>
                  <a:lnTo>
                    <a:pt x="857904" y="11058"/>
                  </a:lnTo>
                  <a:lnTo>
                    <a:pt x="922829" y="6281"/>
                  </a:lnTo>
                  <a:lnTo>
                    <a:pt x="989075" y="2818"/>
                  </a:lnTo>
                  <a:lnTo>
                    <a:pt x="1056525" y="711"/>
                  </a:lnTo>
                  <a:lnTo>
                    <a:pt x="1125060" y="0"/>
                  </a:lnTo>
                  <a:lnTo>
                    <a:pt x="1193595" y="711"/>
                  </a:lnTo>
                  <a:lnTo>
                    <a:pt x="1261045" y="2818"/>
                  </a:lnTo>
                  <a:lnTo>
                    <a:pt x="1327290" y="6281"/>
                  </a:lnTo>
                  <a:lnTo>
                    <a:pt x="1392215" y="11058"/>
                  </a:lnTo>
                  <a:lnTo>
                    <a:pt x="1455700" y="17108"/>
                  </a:lnTo>
                  <a:lnTo>
                    <a:pt x="1517629" y="24391"/>
                  </a:lnTo>
                  <a:lnTo>
                    <a:pt x="1577883" y="32866"/>
                  </a:lnTo>
                  <a:lnTo>
                    <a:pt x="1636346" y="42492"/>
                  </a:lnTo>
                  <a:lnTo>
                    <a:pt x="1692898" y="53229"/>
                  </a:lnTo>
                  <a:lnTo>
                    <a:pt x="1747423" y="65035"/>
                  </a:lnTo>
                  <a:lnTo>
                    <a:pt x="1799804" y="77870"/>
                  </a:lnTo>
                  <a:lnTo>
                    <a:pt x="1849921" y="91693"/>
                  </a:lnTo>
                  <a:lnTo>
                    <a:pt x="1897658" y="106464"/>
                  </a:lnTo>
                  <a:lnTo>
                    <a:pt x="1942897" y="122141"/>
                  </a:lnTo>
                  <a:lnTo>
                    <a:pt x="1985519" y="138683"/>
                  </a:lnTo>
                  <a:lnTo>
                    <a:pt x="2025409" y="156051"/>
                  </a:lnTo>
                  <a:lnTo>
                    <a:pt x="2062447" y="174202"/>
                  </a:lnTo>
                  <a:lnTo>
                    <a:pt x="2096516" y="193097"/>
                  </a:lnTo>
                  <a:lnTo>
                    <a:pt x="2155277" y="232954"/>
                  </a:lnTo>
                  <a:lnTo>
                    <a:pt x="2200751" y="275295"/>
                  </a:lnTo>
                  <a:lnTo>
                    <a:pt x="2231994" y="319794"/>
                  </a:lnTo>
                  <a:lnTo>
                    <a:pt x="2248068" y="366125"/>
                  </a:lnTo>
                  <a:lnTo>
                    <a:pt x="2250121" y="389875"/>
                  </a:lnTo>
                  <a:lnTo>
                    <a:pt x="2248068" y="413625"/>
                  </a:lnTo>
                  <a:lnTo>
                    <a:pt x="2231994" y="459955"/>
                  </a:lnTo>
                  <a:lnTo>
                    <a:pt x="2200751" y="504454"/>
                  </a:lnTo>
                  <a:lnTo>
                    <a:pt x="2155277" y="546795"/>
                  </a:lnTo>
                  <a:lnTo>
                    <a:pt x="2096516" y="586652"/>
                  </a:lnTo>
                  <a:lnTo>
                    <a:pt x="2062447" y="605547"/>
                  </a:lnTo>
                  <a:lnTo>
                    <a:pt x="2025409" y="623699"/>
                  </a:lnTo>
                  <a:lnTo>
                    <a:pt x="1985519" y="641066"/>
                  </a:lnTo>
                  <a:lnTo>
                    <a:pt x="1942897" y="657609"/>
                  </a:lnTo>
                  <a:lnTo>
                    <a:pt x="1897658" y="673286"/>
                  </a:lnTo>
                  <a:lnTo>
                    <a:pt x="1849921" y="688056"/>
                  </a:lnTo>
                  <a:lnTo>
                    <a:pt x="1799804" y="701879"/>
                  </a:lnTo>
                  <a:lnTo>
                    <a:pt x="1747423" y="714714"/>
                  </a:lnTo>
                  <a:lnTo>
                    <a:pt x="1692898" y="726521"/>
                  </a:lnTo>
                  <a:lnTo>
                    <a:pt x="1636346" y="737257"/>
                  </a:lnTo>
                  <a:lnTo>
                    <a:pt x="1577883" y="746883"/>
                  </a:lnTo>
                  <a:lnTo>
                    <a:pt x="1517629" y="755358"/>
                  </a:lnTo>
                  <a:lnTo>
                    <a:pt x="1455700" y="762641"/>
                  </a:lnTo>
                  <a:lnTo>
                    <a:pt x="1392215" y="768692"/>
                  </a:lnTo>
                  <a:lnTo>
                    <a:pt x="1327290" y="773469"/>
                  </a:lnTo>
                  <a:lnTo>
                    <a:pt x="1261045" y="776931"/>
                  </a:lnTo>
                  <a:lnTo>
                    <a:pt x="1193595" y="779038"/>
                  </a:lnTo>
                  <a:lnTo>
                    <a:pt x="1125060" y="779750"/>
                  </a:lnTo>
                  <a:lnTo>
                    <a:pt x="1056525" y="779038"/>
                  </a:lnTo>
                  <a:lnTo>
                    <a:pt x="989075" y="776931"/>
                  </a:lnTo>
                  <a:lnTo>
                    <a:pt x="922829" y="773469"/>
                  </a:lnTo>
                  <a:lnTo>
                    <a:pt x="857904" y="768692"/>
                  </a:lnTo>
                  <a:lnTo>
                    <a:pt x="794419" y="762641"/>
                  </a:lnTo>
                  <a:lnTo>
                    <a:pt x="732490" y="755358"/>
                  </a:lnTo>
                  <a:lnTo>
                    <a:pt x="672235" y="746883"/>
                  </a:lnTo>
                  <a:lnTo>
                    <a:pt x="613773" y="737257"/>
                  </a:lnTo>
                  <a:lnTo>
                    <a:pt x="557220" y="726521"/>
                  </a:lnTo>
                  <a:lnTo>
                    <a:pt x="502695" y="714714"/>
                  </a:lnTo>
                  <a:lnTo>
                    <a:pt x="450315" y="701879"/>
                  </a:lnTo>
                  <a:lnTo>
                    <a:pt x="400198" y="688056"/>
                  </a:lnTo>
                  <a:lnTo>
                    <a:pt x="352461" y="673286"/>
                  </a:lnTo>
                  <a:lnTo>
                    <a:pt x="307222" y="657609"/>
                  </a:lnTo>
                  <a:lnTo>
                    <a:pt x="264599" y="641066"/>
                  </a:lnTo>
                  <a:lnTo>
                    <a:pt x="224710" y="623699"/>
                  </a:lnTo>
                  <a:lnTo>
                    <a:pt x="187672" y="605547"/>
                  </a:lnTo>
                  <a:lnTo>
                    <a:pt x="153603" y="586652"/>
                  </a:lnTo>
                  <a:lnTo>
                    <a:pt x="94842" y="546795"/>
                  </a:lnTo>
                  <a:lnTo>
                    <a:pt x="49369" y="504454"/>
                  </a:lnTo>
                  <a:lnTo>
                    <a:pt x="18126" y="459955"/>
                  </a:lnTo>
                  <a:lnTo>
                    <a:pt x="2053" y="413625"/>
                  </a:lnTo>
                  <a:lnTo>
                    <a:pt x="0" y="389875"/>
                  </a:lnTo>
                  <a:close/>
                </a:path>
              </a:pathLst>
            </a:custGeom>
            <a:ln w="38100">
              <a:solidFill>
                <a:srgbClr val="FF2600"/>
              </a:solidFill>
            </a:ln>
          </p:spPr>
          <p:txBody>
            <a:bodyPr wrap="square" lIns="0" tIns="0" rIns="0" bIns="0" rtlCol="0"/>
            <a:lstStyle/>
            <a:p>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Clustering</a:t>
            </a:r>
          </a:p>
        </p:txBody>
      </p:sp>
      <p:grpSp>
        <p:nvGrpSpPr>
          <p:cNvPr id="3" name="object 3"/>
          <p:cNvGrpSpPr/>
          <p:nvPr/>
        </p:nvGrpSpPr>
        <p:grpSpPr>
          <a:xfrm>
            <a:off x="2195169" y="2795387"/>
            <a:ext cx="4545965" cy="2609850"/>
            <a:chOff x="2195169" y="2795387"/>
            <a:chExt cx="4545965" cy="2609850"/>
          </a:xfrm>
        </p:grpSpPr>
        <p:pic>
          <p:nvPicPr>
            <p:cNvPr id="4" name="object 4"/>
            <p:cNvPicPr/>
            <p:nvPr/>
          </p:nvPicPr>
          <p:blipFill>
            <a:blip r:embed="rId2" cstate="print"/>
            <a:stretch>
              <a:fillRect/>
            </a:stretch>
          </p:blipFill>
          <p:spPr>
            <a:xfrm>
              <a:off x="2195169" y="2795387"/>
              <a:ext cx="4330982" cy="2609416"/>
            </a:xfrm>
            <a:prstGeom prst="rect">
              <a:avLst/>
            </a:prstGeom>
          </p:spPr>
        </p:pic>
        <p:sp>
          <p:nvSpPr>
            <p:cNvPr id="5" name="object 5"/>
            <p:cNvSpPr/>
            <p:nvPr/>
          </p:nvSpPr>
          <p:spPr>
            <a:xfrm>
              <a:off x="2908052" y="2861841"/>
              <a:ext cx="3554729" cy="2130425"/>
            </a:xfrm>
            <a:custGeom>
              <a:avLst/>
              <a:gdLst/>
              <a:ahLst/>
              <a:cxnLst/>
              <a:rect l="l" t="t" r="r" b="b"/>
              <a:pathLst>
                <a:path w="3554729" h="2130425">
                  <a:moveTo>
                    <a:pt x="11178" y="2071899"/>
                  </a:moveTo>
                  <a:lnTo>
                    <a:pt x="5095" y="2058520"/>
                  </a:lnTo>
                  <a:lnTo>
                    <a:pt x="1381" y="2043943"/>
                  </a:lnTo>
                  <a:lnTo>
                    <a:pt x="0" y="2028200"/>
                  </a:lnTo>
                  <a:lnTo>
                    <a:pt x="916" y="2011320"/>
                  </a:lnTo>
                  <a:lnTo>
                    <a:pt x="17099" y="1954168"/>
                  </a:lnTo>
                  <a:lnTo>
                    <a:pt x="38728" y="1910946"/>
                  </a:lnTo>
                  <a:lnTo>
                    <a:pt x="68697" y="1863912"/>
                  </a:lnTo>
                  <a:lnTo>
                    <a:pt x="106725" y="1813311"/>
                  </a:lnTo>
                  <a:lnTo>
                    <a:pt x="152526" y="1759389"/>
                  </a:lnTo>
                  <a:lnTo>
                    <a:pt x="178253" y="1731258"/>
                  </a:lnTo>
                  <a:lnTo>
                    <a:pt x="205817" y="1702388"/>
                  </a:lnTo>
                  <a:lnTo>
                    <a:pt x="235184" y="1672810"/>
                  </a:lnTo>
                  <a:lnTo>
                    <a:pt x="266316" y="1642555"/>
                  </a:lnTo>
                  <a:lnTo>
                    <a:pt x="299180" y="1611653"/>
                  </a:lnTo>
                  <a:lnTo>
                    <a:pt x="333739" y="1580134"/>
                  </a:lnTo>
                  <a:lnTo>
                    <a:pt x="369957" y="1548029"/>
                  </a:lnTo>
                  <a:lnTo>
                    <a:pt x="407801" y="1515369"/>
                  </a:lnTo>
                  <a:lnTo>
                    <a:pt x="447234" y="1482184"/>
                  </a:lnTo>
                  <a:lnTo>
                    <a:pt x="488220" y="1448506"/>
                  </a:lnTo>
                  <a:lnTo>
                    <a:pt x="530724" y="1414363"/>
                  </a:lnTo>
                  <a:lnTo>
                    <a:pt x="574712" y="1379788"/>
                  </a:lnTo>
                  <a:lnTo>
                    <a:pt x="620147" y="1344810"/>
                  </a:lnTo>
                  <a:lnTo>
                    <a:pt x="666993" y="1309461"/>
                  </a:lnTo>
                  <a:lnTo>
                    <a:pt x="715217" y="1273770"/>
                  </a:lnTo>
                  <a:lnTo>
                    <a:pt x="764781" y="1237769"/>
                  </a:lnTo>
                  <a:lnTo>
                    <a:pt x="815651" y="1201488"/>
                  </a:lnTo>
                  <a:lnTo>
                    <a:pt x="867791" y="1164957"/>
                  </a:lnTo>
                  <a:lnTo>
                    <a:pt x="921166" y="1128207"/>
                  </a:lnTo>
                  <a:lnTo>
                    <a:pt x="975740" y="1091269"/>
                  </a:lnTo>
                  <a:lnTo>
                    <a:pt x="1031478" y="1054174"/>
                  </a:lnTo>
                  <a:lnTo>
                    <a:pt x="1088345" y="1016951"/>
                  </a:lnTo>
                  <a:lnTo>
                    <a:pt x="1146304" y="979632"/>
                  </a:lnTo>
                  <a:lnTo>
                    <a:pt x="1205322" y="942247"/>
                  </a:lnTo>
                  <a:lnTo>
                    <a:pt x="1265361" y="904826"/>
                  </a:lnTo>
                  <a:lnTo>
                    <a:pt x="1326387" y="867401"/>
                  </a:lnTo>
                  <a:lnTo>
                    <a:pt x="1388364" y="830002"/>
                  </a:lnTo>
                  <a:lnTo>
                    <a:pt x="1451257" y="792659"/>
                  </a:lnTo>
                  <a:lnTo>
                    <a:pt x="1515031" y="755403"/>
                  </a:lnTo>
                  <a:lnTo>
                    <a:pt x="1579649" y="718264"/>
                  </a:lnTo>
                  <a:lnTo>
                    <a:pt x="1644528" y="681584"/>
                  </a:lnTo>
                  <a:lnTo>
                    <a:pt x="1709077" y="645690"/>
                  </a:lnTo>
                  <a:lnTo>
                    <a:pt x="1773252" y="610598"/>
                  </a:lnTo>
                  <a:lnTo>
                    <a:pt x="1837010" y="576323"/>
                  </a:lnTo>
                  <a:lnTo>
                    <a:pt x="1900305" y="542879"/>
                  </a:lnTo>
                  <a:lnTo>
                    <a:pt x="1963093" y="510282"/>
                  </a:lnTo>
                  <a:lnTo>
                    <a:pt x="2025331" y="478547"/>
                  </a:lnTo>
                  <a:lnTo>
                    <a:pt x="2086972" y="447688"/>
                  </a:lnTo>
                  <a:lnTo>
                    <a:pt x="2147974" y="417721"/>
                  </a:lnTo>
                  <a:lnTo>
                    <a:pt x="2208291" y="388659"/>
                  </a:lnTo>
                  <a:lnTo>
                    <a:pt x="2267880" y="360519"/>
                  </a:lnTo>
                  <a:lnTo>
                    <a:pt x="2326696" y="333315"/>
                  </a:lnTo>
                  <a:lnTo>
                    <a:pt x="2384694" y="307061"/>
                  </a:lnTo>
                  <a:lnTo>
                    <a:pt x="2441831" y="281774"/>
                  </a:lnTo>
                  <a:lnTo>
                    <a:pt x="2498061" y="257467"/>
                  </a:lnTo>
                  <a:lnTo>
                    <a:pt x="2553341" y="234157"/>
                  </a:lnTo>
                  <a:lnTo>
                    <a:pt x="2607626" y="211856"/>
                  </a:lnTo>
                  <a:lnTo>
                    <a:pt x="2660872" y="190582"/>
                  </a:lnTo>
                  <a:lnTo>
                    <a:pt x="2713034" y="170347"/>
                  </a:lnTo>
                  <a:lnTo>
                    <a:pt x="2764069" y="151168"/>
                  </a:lnTo>
                  <a:lnTo>
                    <a:pt x="2813930" y="133060"/>
                  </a:lnTo>
                  <a:lnTo>
                    <a:pt x="2862575" y="116036"/>
                  </a:lnTo>
                  <a:lnTo>
                    <a:pt x="2909959" y="100113"/>
                  </a:lnTo>
                  <a:lnTo>
                    <a:pt x="2956038" y="85304"/>
                  </a:lnTo>
                  <a:lnTo>
                    <a:pt x="3000766" y="71625"/>
                  </a:lnTo>
                  <a:lnTo>
                    <a:pt x="3044100" y="59092"/>
                  </a:lnTo>
                  <a:lnTo>
                    <a:pt x="3085996" y="47718"/>
                  </a:lnTo>
                  <a:lnTo>
                    <a:pt x="3126409" y="37518"/>
                  </a:lnTo>
                  <a:lnTo>
                    <a:pt x="3165294" y="28508"/>
                  </a:lnTo>
                  <a:lnTo>
                    <a:pt x="3202608" y="20703"/>
                  </a:lnTo>
                  <a:lnTo>
                    <a:pt x="3272342" y="8765"/>
                  </a:lnTo>
                  <a:lnTo>
                    <a:pt x="3335257" y="1824"/>
                  </a:lnTo>
                  <a:lnTo>
                    <a:pt x="3390998" y="0"/>
                  </a:lnTo>
                  <a:lnTo>
                    <a:pt x="3416067" y="1043"/>
                  </a:lnTo>
                  <a:lnTo>
                    <a:pt x="3460381" y="7116"/>
                  </a:lnTo>
                  <a:lnTo>
                    <a:pt x="3511624" y="26414"/>
                  </a:lnTo>
                  <a:lnTo>
                    <a:pt x="3543530" y="58298"/>
                  </a:lnTo>
                  <a:lnTo>
                    <a:pt x="3554709" y="101997"/>
                  </a:lnTo>
                  <a:lnTo>
                    <a:pt x="3553793" y="118876"/>
                  </a:lnTo>
                  <a:lnTo>
                    <a:pt x="3537610" y="176028"/>
                  </a:lnTo>
                  <a:lnTo>
                    <a:pt x="3515981" y="219251"/>
                  </a:lnTo>
                  <a:lnTo>
                    <a:pt x="3486012" y="266285"/>
                  </a:lnTo>
                  <a:lnTo>
                    <a:pt x="3447985" y="316886"/>
                  </a:lnTo>
                  <a:lnTo>
                    <a:pt x="3402184" y="370808"/>
                  </a:lnTo>
                  <a:lnTo>
                    <a:pt x="3376456" y="398939"/>
                  </a:lnTo>
                  <a:lnTo>
                    <a:pt x="3348892" y="427809"/>
                  </a:lnTo>
                  <a:lnTo>
                    <a:pt x="3319526" y="457386"/>
                  </a:lnTo>
                  <a:lnTo>
                    <a:pt x="3288393" y="487642"/>
                  </a:lnTo>
                  <a:lnTo>
                    <a:pt x="3255530" y="518544"/>
                  </a:lnTo>
                  <a:lnTo>
                    <a:pt x="3220971" y="550063"/>
                  </a:lnTo>
                  <a:lnTo>
                    <a:pt x="3184753" y="582168"/>
                  </a:lnTo>
                  <a:lnTo>
                    <a:pt x="3146909" y="614828"/>
                  </a:lnTo>
                  <a:lnTo>
                    <a:pt x="3107477" y="648012"/>
                  </a:lnTo>
                  <a:lnTo>
                    <a:pt x="3066491" y="681691"/>
                  </a:lnTo>
                  <a:lnTo>
                    <a:pt x="3023986" y="715833"/>
                  </a:lnTo>
                  <a:lnTo>
                    <a:pt x="2979999" y="750409"/>
                  </a:lnTo>
                  <a:lnTo>
                    <a:pt x="2934564" y="785386"/>
                  </a:lnTo>
                  <a:lnTo>
                    <a:pt x="2887718" y="820735"/>
                  </a:lnTo>
                  <a:lnTo>
                    <a:pt x="2839495" y="856426"/>
                  </a:lnTo>
                  <a:lnTo>
                    <a:pt x="2789931" y="892427"/>
                  </a:lnTo>
                  <a:lnTo>
                    <a:pt x="2739061" y="928708"/>
                  </a:lnTo>
                  <a:lnTo>
                    <a:pt x="2686921" y="965239"/>
                  </a:lnTo>
                  <a:lnTo>
                    <a:pt x="2633547" y="1001988"/>
                  </a:lnTo>
                  <a:lnTo>
                    <a:pt x="2578973" y="1038926"/>
                  </a:lnTo>
                  <a:lnTo>
                    <a:pt x="2523235" y="1076021"/>
                  </a:lnTo>
                  <a:lnTo>
                    <a:pt x="2466369" y="1113243"/>
                  </a:lnTo>
                  <a:lnTo>
                    <a:pt x="2408410" y="1150562"/>
                  </a:lnTo>
                  <a:lnTo>
                    <a:pt x="2349393" y="1187947"/>
                  </a:lnTo>
                  <a:lnTo>
                    <a:pt x="2289354" y="1225367"/>
                  </a:lnTo>
                  <a:lnTo>
                    <a:pt x="2228329" y="1262792"/>
                  </a:lnTo>
                  <a:lnTo>
                    <a:pt x="2166352" y="1300192"/>
                  </a:lnTo>
                  <a:lnTo>
                    <a:pt x="2103460" y="1337534"/>
                  </a:lnTo>
                  <a:lnTo>
                    <a:pt x="2039687" y="1374790"/>
                  </a:lnTo>
                  <a:lnTo>
                    <a:pt x="1975069" y="1411928"/>
                  </a:lnTo>
                  <a:lnTo>
                    <a:pt x="1910190" y="1448609"/>
                  </a:lnTo>
                  <a:lnTo>
                    <a:pt x="1845640" y="1484503"/>
                  </a:lnTo>
                  <a:lnTo>
                    <a:pt x="1781464" y="1519595"/>
                  </a:lnTo>
                  <a:lnTo>
                    <a:pt x="1717706" y="1553871"/>
                  </a:lnTo>
                  <a:lnTo>
                    <a:pt x="1654410" y="1587315"/>
                  </a:lnTo>
                  <a:lnTo>
                    <a:pt x="1591621" y="1619912"/>
                  </a:lnTo>
                  <a:lnTo>
                    <a:pt x="1529384" y="1651647"/>
                  </a:lnTo>
                  <a:lnTo>
                    <a:pt x="1467742" y="1682507"/>
                  </a:lnTo>
                  <a:lnTo>
                    <a:pt x="1406740" y="1712474"/>
                  </a:lnTo>
                  <a:lnTo>
                    <a:pt x="1346422" y="1741536"/>
                  </a:lnTo>
                  <a:lnTo>
                    <a:pt x="1286833" y="1769676"/>
                  </a:lnTo>
                  <a:lnTo>
                    <a:pt x="1228016" y="1796881"/>
                  </a:lnTo>
                  <a:lnTo>
                    <a:pt x="1170018" y="1823134"/>
                  </a:lnTo>
                  <a:lnTo>
                    <a:pt x="1112881" y="1848422"/>
                  </a:lnTo>
                  <a:lnTo>
                    <a:pt x="1056650" y="1872729"/>
                  </a:lnTo>
                  <a:lnTo>
                    <a:pt x="1001370" y="1896040"/>
                  </a:lnTo>
                  <a:lnTo>
                    <a:pt x="947085" y="1918340"/>
                  </a:lnTo>
                  <a:lnTo>
                    <a:pt x="893839" y="1939615"/>
                  </a:lnTo>
                  <a:lnTo>
                    <a:pt x="841676" y="1959849"/>
                  </a:lnTo>
                  <a:lnTo>
                    <a:pt x="790642" y="1979028"/>
                  </a:lnTo>
                  <a:lnTo>
                    <a:pt x="740780" y="1997137"/>
                  </a:lnTo>
                  <a:lnTo>
                    <a:pt x="692135" y="2014161"/>
                  </a:lnTo>
                  <a:lnTo>
                    <a:pt x="644751" y="2030084"/>
                  </a:lnTo>
                  <a:lnTo>
                    <a:pt x="598672" y="2044893"/>
                  </a:lnTo>
                  <a:lnTo>
                    <a:pt x="553944" y="2058571"/>
                  </a:lnTo>
                  <a:lnTo>
                    <a:pt x="510609" y="2071105"/>
                  </a:lnTo>
                  <a:lnTo>
                    <a:pt x="468714" y="2082479"/>
                  </a:lnTo>
                  <a:lnTo>
                    <a:pt x="428301" y="2092679"/>
                  </a:lnTo>
                  <a:lnTo>
                    <a:pt x="389415" y="2101689"/>
                  </a:lnTo>
                  <a:lnTo>
                    <a:pt x="352102" y="2109494"/>
                  </a:lnTo>
                  <a:lnTo>
                    <a:pt x="282367" y="2121432"/>
                  </a:lnTo>
                  <a:lnTo>
                    <a:pt x="219452" y="2128373"/>
                  </a:lnTo>
                  <a:lnTo>
                    <a:pt x="163711" y="2130197"/>
                  </a:lnTo>
                  <a:lnTo>
                    <a:pt x="138642" y="2129154"/>
                  </a:lnTo>
                  <a:lnTo>
                    <a:pt x="94328" y="2123081"/>
                  </a:lnTo>
                  <a:lnTo>
                    <a:pt x="43085" y="2103782"/>
                  </a:lnTo>
                  <a:lnTo>
                    <a:pt x="11178" y="2071899"/>
                  </a:lnTo>
                  <a:close/>
                </a:path>
              </a:pathLst>
            </a:custGeom>
            <a:ln w="38099">
              <a:solidFill>
                <a:srgbClr val="0432FF"/>
              </a:solidFill>
            </a:ln>
          </p:spPr>
          <p:txBody>
            <a:bodyPr wrap="square" lIns="0" tIns="0" rIns="0" bIns="0" rtlCol="0"/>
            <a:lstStyle/>
            <a:p>
              <a:endParaRPr/>
            </a:p>
          </p:txBody>
        </p:sp>
        <p:sp>
          <p:nvSpPr>
            <p:cNvPr id="6" name="object 6"/>
            <p:cNvSpPr/>
            <p:nvPr/>
          </p:nvSpPr>
          <p:spPr>
            <a:xfrm>
              <a:off x="2822524" y="4623993"/>
              <a:ext cx="3899535" cy="540385"/>
            </a:xfrm>
            <a:custGeom>
              <a:avLst/>
              <a:gdLst/>
              <a:ahLst/>
              <a:cxnLst/>
              <a:rect l="l" t="t" r="r" b="b"/>
              <a:pathLst>
                <a:path w="3899534" h="540385">
                  <a:moveTo>
                    <a:pt x="0" y="270125"/>
                  </a:moveTo>
                  <a:lnTo>
                    <a:pt x="24301" y="227353"/>
                  </a:lnTo>
                  <a:lnTo>
                    <a:pt x="72997" y="196644"/>
                  </a:lnTo>
                  <a:lnTo>
                    <a:pt x="119096" y="176944"/>
                  </a:lnTo>
                  <a:lnTo>
                    <a:pt x="175561" y="157938"/>
                  </a:lnTo>
                  <a:lnTo>
                    <a:pt x="241924" y="139690"/>
                  </a:lnTo>
                  <a:lnTo>
                    <a:pt x="317721" y="122265"/>
                  </a:lnTo>
                  <a:lnTo>
                    <a:pt x="359011" y="113882"/>
                  </a:lnTo>
                  <a:lnTo>
                    <a:pt x="402484" y="105728"/>
                  </a:lnTo>
                  <a:lnTo>
                    <a:pt x="448083" y="97812"/>
                  </a:lnTo>
                  <a:lnTo>
                    <a:pt x="495750" y="90143"/>
                  </a:lnTo>
                  <a:lnTo>
                    <a:pt x="545425" y="82727"/>
                  </a:lnTo>
                  <a:lnTo>
                    <a:pt x="597050" y="75574"/>
                  </a:lnTo>
                  <a:lnTo>
                    <a:pt x="650568" y="68691"/>
                  </a:lnTo>
                  <a:lnTo>
                    <a:pt x="705920" y="62086"/>
                  </a:lnTo>
                  <a:lnTo>
                    <a:pt x="763049" y="55768"/>
                  </a:lnTo>
                  <a:lnTo>
                    <a:pt x="821894" y="49744"/>
                  </a:lnTo>
                  <a:lnTo>
                    <a:pt x="882400" y="44023"/>
                  </a:lnTo>
                  <a:lnTo>
                    <a:pt x="944506" y="38613"/>
                  </a:lnTo>
                  <a:lnTo>
                    <a:pt x="1008155" y="33521"/>
                  </a:lnTo>
                  <a:lnTo>
                    <a:pt x="1073290" y="28756"/>
                  </a:lnTo>
                  <a:lnTo>
                    <a:pt x="1139850" y="24325"/>
                  </a:lnTo>
                  <a:lnTo>
                    <a:pt x="1207779" y="20238"/>
                  </a:lnTo>
                  <a:lnTo>
                    <a:pt x="1277018" y="16502"/>
                  </a:lnTo>
                  <a:lnTo>
                    <a:pt x="1347509" y="13124"/>
                  </a:lnTo>
                  <a:lnTo>
                    <a:pt x="1419193" y="10114"/>
                  </a:lnTo>
                  <a:lnTo>
                    <a:pt x="1492013" y="7479"/>
                  </a:lnTo>
                  <a:lnTo>
                    <a:pt x="1565909" y="5227"/>
                  </a:lnTo>
                  <a:lnTo>
                    <a:pt x="1640825" y="3367"/>
                  </a:lnTo>
                  <a:lnTo>
                    <a:pt x="1716701" y="1906"/>
                  </a:lnTo>
                  <a:lnTo>
                    <a:pt x="1793480" y="852"/>
                  </a:lnTo>
                  <a:lnTo>
                    <a:pt x="1871102" y="214"/>
                  </a:lnTo>
                  <a:lnTo>
                    <a:pt x="1949511" y="0"/>
                  </a:lnTo>
                  <a:lnTo>
                    <a:pt x="2027919" y="214"/>
                  </a:lnTo>
                  <a:lnTo>
                    <a:pt x="2105541" y="852"/>
                  </a:lnTo>
                  <a:lnTo>
                    <a:pt x="2182319" y="1906"/>
                  </a:lnTo>
                  <a:lnTo>
                    <a:pt x="2258194" y="3367"/>
                  </a:lnTo>
                  <a:lnTo>
                    <a:pt x="2333109" y="5227"/>
                  </a:lnTo>
                  <a:lnTo>
                    <a:pt x="2407006" y="7479"/>
                  </a:lnTo>
                  <a:lnTo>
                    <a:pt x="2479825" y="10114"/>
                  </a:lnTo>
                  <a:lnTo>
                    <a:pt x="2551509" y="13124"/>
                  </a:lnTo>
                  <a:lnTo>
                    <a:pt x="2621999" y="16502"/>
                  </a:lnTo>
                  <a:lnTo>
                    <a:pt x="2691238" y="20238"/>
                  </a:lnTo>
                  <a:lnTo>
                    <a:pt x="2759166" y="24325"/>
                  </a:lnTo>
                  <a:lnTo>
                    <a:pt x="2825726" y="28756"/>
                  </a:lnTo>
                  <a:lnTo>
                    <a:pt x="2890860" y="33521"/>
                  </a:lnTo>
                  <a:lnTo>
                    <a:pt x="2954509" y="38613"/>
                  </a:lnTo>
                  <a:lnTo>
                    <a:pt x="3016615" y="44023"/>
                  </a:lnTo>
                  <a:lnTo>
                    <a:pt x="3077120" y="49744"/>
                  </a:lnTo>
                  <a:lnTo>
                    <a:pt x="3135966" y="55768"/>
                  </a:lnTo>
                  <a:lnTo>
                    <a:pt x="3193094" y="62086"/>
                  </a:lnTo>
                  <a:lnTo>
                    <a:pt x="3248446" y="68691"/>
                  </a:lnTo>
                  <a:lnTo>
                    <a:pt x="3301964" y="75574"/>
                  </a:lnTo>
                  <a:lnTo>
                    <a:pt x="3353589" y="82727"/>
                  </a:lnTo>
                  <a:lnTo>
                    <a:pt x="3403264" y="90143"/>
                  </a:lnTo>
                  <a:lnTo>
                    <a:pt x="3450930" y="97812"/>
                  </a:lnTo>
                  <a:lnTo>
                    <a:pt x="3496528" y="105728"/>
                  </a:lnTo>
                  <a:lnTo>
                    <a:pt x="3540002" y="113882"/>
                  </a:lnTo>
                  <a:lnTo>
                    <a:pt x="3581292" y="122265"/>
                  </a:lnTo>
                  <a:lnTo>
                    <a:pt x="3620340" y="130871"/>
                  </a:lnTo>
                  <a:lnTo>
                    <a:pt x="3691478" y="148715"/>
                  </a:lnTo>
                  <a:lnTo>
                    <a:pt x="3752950" y="167350"/>
                  </a:lnTo>
                  <a:lnTo>
                    <a:pt x="3804290" y="186711"/>
                  </a:lnTo>
                  <a:lnTo>
                    <a:pt x="3845032" y="206734"/>
                  </a:lnTo>
                  <a:lnTo>
                    <a:pt x="3885255" y="237867"/>
                  </a:lnTo>
                  <a:lnTo>
                    <a:pt x="3899012" y="270125"/>
                  </a:lnTo>
                  <a:lnTo>
                    <a:pt x="3897464" y="280989"/>
                  </a:lnTo>
                  <a:lnTo>
                    <a:pt x="3874710" y="312896"/>
                  </a:lnTo>
                  <a:lnTo>
                    <a:pt x="3826015" y="343606"/>
                  </a:lnTo>
                  <a:lnTo>
                    <a:pt x="3779915" y="363306"/>
                  </a:lnTo>
                  <a:lnTo>
                    <a:pt x="3723451" y="382312"/>
                  </a:lnTo>
                  <a:lnTo>
                    <a:pt x="3657088" y="400560"/>
                  </a:lnTo>
                  <a:lnTo>
                    <a:pt x="3581292" y="417985"/>
                  </a:lnTo>
                  <a:lnTo>
                    <a:pt x="3540002" y="426368"/>
                  </a:lnTo>
                  <a:lnTo>
                    <a:pt x="3496528" y="434522"/>
                  </a:lnTo>
                  <a:lnTo>
                    <a:pt x="3450930" y="442438"/>
                  </a:lnTo>
                  <a:lnTo>
                    <a:pt x="3403264" y="450107"/>
                  </a:lnTo>
                  <a:lnTo>
                    <a:pt x="3353589" y="457523"/>
                  </a:lnTo>
                  <a:lnTo>
                    <a:pt x="3301964" y="464676"/>
                  </a:lnTo>
                  <a:lnTo>
                    <a:pt x="3248446" y="471559"/>
                  </a:lnTo>
                  <a:lnTo>
                    <a:pt x="3193094" y="478164"/>
                  </a:lnTo>
                  <a:lnTo>
                    <a:pt x="3135966" y="484482"/>
                  </a:lnTo>
                  <a:lnTo>
                    <a:pt x="3077120" y="490506"/>
                  </a:lnTo>
                  <a:lnTo>
                    <a:pt x="3016615" y="496227"/>
                  </a:lnTo>
                  <a:lnTo>
                    <a:pt x="2954509" y="501638"/>
                  </a:lnTo>
                  <a:lnTo>
                    <a:pt x="2890860" y="506730"/>
                  </a:lnTo>
                  <a:lnTo>
                    <a:pt x="2825726" y="511495"/>
                  </a:lnTo>
                  <a:lnTo>
                    <a:pt x="2759166" y="515925"/>
                  </a:lnTo>
                  <a:lnTo>
                    <a:pt x="2691238" y="520012"/>
                  </a:lnTo>
                  <a:lnTo>
                    <a:pt x="2621999" y="523749"/>
                  </a:lnTo>
                  <a:lnTo>
                    <a:pt x="2551509" y="527126"/>
                  </a:lnTo>
                  <a:lnTo>
                    <a:pt x="2479825" y="530136"/>
                  </a:lnTo>
                  <a:lnTo>
                    <a:pt x="2407006" y="532771"/>
                  </a:lnTo>
                  <a:lnTo>
                    <a:pt x="2333109" y="535023"/>
                  </a:lnTo>
                  <a:lnTo>
                    <a:pt x="2258194" y="536884"/>
                  </a:lnTo>
                  <a:lnTo>
                    <a:pt x="2182319" y="538345"/>
                  </a:lnTo>
                  <a:lnTo>
                    <a:pt x="2105541" y="539398"/>
                  </a:lnTo>
                  <a:lnTo>
                    <a:pt x="2027919" y="540036"/>
                  </a:lnTo>
                  <a:lnTo>
                    <a:pt x="1949511" y="540251"/>
                  </a:lnTo>
                  <a:lnTo>
                    <a:pt x="1871102" y="540036"/>
                  </a:lnTo>
                  <a:lnTo>
                    <a:pt x="1793480" y="539398"/>
                  </a:lnTo>
                  <a:lnTo>
                    <a:pt x="1716701" y="538345"/>
                  </a:lnTo>
                  <a:lnTo>
                    <a:pt x="1640825" y="536884"/>
                  </a:lnTo>
                  <a:lnTo>
                    <a:pt x="1565909" y="535023"/>
                  </a:lnTo>
                  <a:lnTo>
                    <a:pt x="1492013" y="532771"/>
                  </a:lnTo>
                  <a:lnTo>
                    <a:pt x="1419193" y="530136"/>
                  </a:lnTo>
                  <a:lnTo>
                    <a:pt x="1347509" y="527126"/>
                  </a:lnTo>
                  <a:lnTo>
                    <a:pt x="1277018" y="523749"/>
                  </a:lnTo>
                  <a:lnTo>
                    <a:pt x="1207779" y="520012"/>
                  </a:lnTo>
                  <a:lnTo>
                    <a:pt x="1139850" y="515925"/>
                  </a:lnTo>
                  <a:lnTo>
                    <a:pt x="1073290" y="511495"/>
                  </a:lnTo>
                  <a:lnTo>
                    <a:pt x="1008155" y="506730"/>
                  </a:lnTo>
                  <a:lnTo>
                    <a:pt x="944506" y="501638"/>
                  </a:lnTo>
                  <a:lnTo>
                    <a:pt x="882400" y="496227"/>
                  </a:lnTo>
                  <a:lnTo>
                    <a:pt x="821894" y="490506"/>
                  </a:lnTo>
                  <a:lnTo>
                    <a:pt x="763049" y="484482"/>
                  </a:lnTo>
                  <a:lnTo>
                    <a:pt x="705920" y="478164"/>
                  </a:lnTo>
                  <a:lnTo>
                    <a:pt x="650568" y="471559"/>
                  </a:lnTo>
                  <a:lnTo>
                    <a:pt x="597050" y="464676"/>
                  </a:lnTo>
                  <a:lnTo>
                    <a:pt x="545425" y="457523"/>
                  </a:lnTo>
                  <a:lnTo>
                    <a:pt x="495750" y="450107"/>
                  </a:lnTo>
                  <a:lnTo>
                    <a:pt x="448083" y="442438"/>
                  </a:lnTo>
                  <a:lnTo>
                    <a:pt x="402484" y="434522"/>
                  </a:lnTo>
                  <a:lnTo>
                    <a:pt x="359011" y="426368"/>
                  </a:lnTo>
                  <a:lnTo>
                    <a:pt x="317721" y="417985"/>
                  </a:lnTo>
                  <a:lnTo>
                    <a:pt x="278672" y="409379"/>
                  </a:lnTo>
                  <a:lnTo>
                    <a:pt x="207534" y="391535"/>
                  </a:lnTo>
                  <a:lnTo>
                    <a:pt x="146062" y="372900"/>
                  </a:lnTo>
                  <a:lnTo>
                    <a:pt x="94722" y="353539"/>
                  </a:lnTo>
                  <a:lnTo>
                    <a:pt x="53980" y="333516"/>
                  </a:lnTo>
                  <a:lnTo>
                    <a:pt x="13757" y="302383"/>
                  </a:lnTo>
                  <a:lnTo>
                    <a:pt x="0" y="270125"/>
                  </a:lnTo>
                  <a:close/>
                </a:path>
              </a:pathLst>
            </a:custGeom>
            <a:ln w="38100">
              <a:solidFill>
                <a:srgbClr val="0432FF"/>
              </a:solidFill>
            </a:ln>
          </p:spPr>
          <p:txBody>
            <a:bodyPr wrap="square" lIns="0" tIns="0" rIns="0" bIns="0" rtlCol="0"/>
            <a:lstStyle/>
            <a:p>
              <a:endParaRPr/>
            </a:p>
          </p:txBody>
        </p:sp>
      </p:grpSp>
      <p:sp>
        <p:nvSpPr>
          <p:cNvPr id="7" name="object 7"/>
          <p:cNvSpPr txBox="1"/>
          <p:nvPr/>
        </p:nvSpPr>
        <p:spPr>
          <a:xfrm>
            <a:off x="478790" y="1905507"/>
            <a:ext cx="8399780" cy="452120"/>
          </a:xfrm>
          <a:prstGeom prst="rect">
            <a:avLst/>
          </a:prstGeom>
        </p:spPr>
        <p:txBody>
          <a:bodyPr vert="horz" wrap="square" lIns="0" tIns="12700" rIns="0" bIns="0" rtlCol="0">
            <a:spAutoFit/>
          </a:bodyPr>
          <a:lstStyle/>
          <a:p>
            <a:pPr marL="332740" indent="-320040">
              <a:lnSpc>
                <a:spcPct val="100000"/>
              </a:lnSpc>
              <a:spcBef>
                <a:spcPts val="100"/>
              </a:spcBef>
              <a:buClr>
                <a:srgbClr val="2F5597"/>
              </a:buClr>
              <a:buSzPct val="85714"/>
              <a:buFont typeface="Wingdings"/>
              <a:buChar char=""/>
              <a:tabLst>
                <a:tab pos="332740" algn="l"/>
              </a:tabLst>
            </a:pPr>
            <a:r>
              <a:rPr lang="en-US" sz="2800" dirty="0" err="1">
                <a:solidFill>
                  <a:srgbClr val="0432FF"/>
                </a:solidFill>
                <a:latin typeface="Carlito"/>
                <a:cs typeface="Carlito"/>
              </a:rPr>
              <a:t>Chương</a:t>
            </a:r>
            <a:r>
              <a:rPr lang="en-US" sz="2800" dirty="0">
                <a:solidFill>
                  <a:srgbClr val="0432FF"/>
                </a:solidFill>
                <a:latin typeface="Carlito"/>
                <a:cs typeface="Carlito"/>
              </a:rPr>
              <a:t> 5</a:t>
            </a:r>
            <a:r>
              <a:rPr sz="2800" dirty="0">
                <a:latin typeface="Carlito"/>
                <a:cs typeface="Carlito"/>
              </a:rPr>
              <a:t>:</a:t>
            </a:r>
            <a:r>
              <a:rPr sz="2800" spc="-55" dirty="0">
                <a:latin typeface="Carlito"/>
                <a:cs typeface="Carlito"/>
              </a:rPr>
              <a:t> </a:t>
            </a:r>
            <a:r>
              <a:rPr sz="2800" spc="-70" dirty="0">
                <a:latin typeface="Carlito"/>
                <a:cs typeface="Carlito"/>
              </a:rPr>
              <a:t>k-</a:t>
            </a:r>
            <a:r>
              <a:rPr sz="2800" dirty="0">
                <a:latin typeface="Carlito"/>
                <a:cs typeface="Carlito"/>
              </a:rPr>
              <a:t>mean</a:t>
            </a:r>
            <a:r>
              <a:rPr sz="2800" spc="-55" dirty="0">
                <a:latin typeface="Carlito"/>
                <a:cs typeface="Carlito"/>
              </a:rPr>
              <a:t> </a:t>
            </a:r>
            <a:r>
              <a:rPr sz="2800" dirty="0">
                <a:latin typeface="Carlito"/>
                <a:cs typeface="Carlito"/>
              </a:rPr>
              <a:t>clustering,</a:t>
            </a:r>
            <a:r>
              <a:rPr sz="2800" spc="-55" dirty="0">
                <a:latin typeface="Carlito"/>
                <a:cs typeface="Carlito"/>
              </a:rPr>
              <a:t> </a:t>
            </a:r>
            <a:r>
              <a:rPr lang="en-US" sz="2800" dirty="0">
                <a:latin typeface="Carlito"/>
                <a:cs typeface="Carlito"/>
              </a:rPr>
              <a:t>DBSCAN</a:t>
            </a:r>
            <a:endParaRPr sz="2800" dirty="0">
              <a:latin typeface="Carlito"/>
              <a:cs typeface="Carl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790" y="391159"/>
            <a:ext cx="2858770" cy="528320"/>
          </a:xfrm>
          <a:prstGeom prst="rect">
            <a:avLst/>
          </a:prstGeom>
        </p:spPr>
        <p:txBody>
          <a:bodyPr vert="horz" wrap="square" lIns="0" tIns="12700" rIns="0" bIns="0" rtlCol="0">
            <a:spAutoFit/>
          </a:bodyPr>
          <a:lstStyle/>
          <a:p>
            <a:pPr marL="12700">
              <a:lnSpc>
                <a:spcPct val="100000"/>
              </a:lnSpc>
              <a:spcBef>
                <a:spcPts val="100"/>
              </a:spcBef>
            </a:pPr>
            <a:r>
              <a:rPr lang="en-US" spc="-25" dirty="0" err="1"/>
              <a:t>Phân</a:t>
            </a:r>
            <a:r>
              <a:rPr lang="en-US" spc="-25" dirty="0"/>
              <a:t> </a:t>
            </a:r>
            <a:r>
              <a:rPr lang="en-US" spc="-25" dirty="0" err="1"/>
              <a:t>cụm</a:t>
            </a:r>
            <a:r>
              <a:rPr lang="en-US" spc="-25" dirty="0"/>
              <a:t> gen</a:t>
            </a:r>
            <a:endParaRPr spc="-20" dirty="0"/>
          </a:p>
        </p:txBody>
      </p:sp>
      <p:grpSp>
        <p:nvGrpSpPr>
          <p:cNvPr id="3" name="object 3"/>
          <p:cNvGrpSpPr/>
          <p:nvPr/>
        </p:nvGrpSpPr>
        <p:grpSpPr>
          <a:xfrm>
            <a:off x="1326984" y="1770762"/>
            <a:ext cx="6402705" cy="3622675"/>
            <a:chOff x="1326984" y="1770762"/>
            <a:chExt cx="6402705" cy="3622675"/>
          </a:xfrm>
        </p:grpSpPr>
        <p:pic>
          <p:nvPicPr>
            <p:cNvPr id="4" name="object 4"/>
            <p:cNvPicPr/>
            <p:nvPr/>
          </p:nvPicPr>
          <p:blipFill>
            <a:blip r:embed="rId3" cstate="print"/>
            <a:stretch>
              <a:fillRect/>
            </a:stretch>
          </p:blipFill>
          <p:spPr>
            <a:xfrm>
              <a:off x="1329397" y="2101926"/>
              <a:ext cx="6400260" cy="3290951"/>
            </a:xfrm>
            <a:prstGeom prst="rect">
              <a:avLst/>
            </a:prstGeom>
          </p:spPr>
        </p:pic>
        <p:sp>
          <p:nvSpPr>
            <p:cNvPr id="5" name="object 5"/>
            <p:cNvSpPr/>
            <p:nvPr/>
          </p:nvSpPr>
          <p:spPr>
            <a:xfrm>
              <a:off x="1341272" y="1802144"/>
              <a:ext cx="511809" cy="246379"/>
            </a:xfrm>
            <a:custGeom>
              <a:avLst/>
              <a:gdLst/>
              <a:ahLst/>
              <a:cxnLst/>
              <a:rect l="l" t="t" r="r" b="b"/>
              <a:pathLst>
                <a:path w="511810" h="246380">
                  <a:moveTo>
                    <a:pt x="0" y="245959"/>
                  </a:moveTo>
                  <a:lnTo>
                    <a:pt x="10044" y="198089"/>
                  </a:lnTo>
                  <a:lnTo>
                    <a:pt x="37437" y="158999"/>
                  </a:lnTo>
                  <a:lnTo>
                    <a:pt x="78067" y="132643"/>
                  </a:lnTo>
                  <a:lnTo>
                    <a:pt x="127821" y="122979"/>
                  </a:lnTo>
                  <a:lnTo>
                    <a:pt x="177574" y="113314"/>
                  </a:lnTo>
                  <a:lnTo>
                    <a:pt x="218203" y="86959"/>
                  </a:lnTo>
                  <a:lnTo>
                    <a:pt x="245596" y="47869"/>
                  </a:lnTo>
                  <a:lnTo>
                    <a:pt x="255641" y="0"/>
                  </a:lnTo>
                  <a:lnTo>
                    <a:pt x="265685" y="47869"/>
                  </a:lnTo>
                  <a:lnTo>
                    <a:pt x="293078" y="86959"/>
                  </a:lnTo>
                  <a:lnTo>
                    <a:pt x="333707" y="113314"/>
                  </a:lnTo>
                  <a:lnTo>
                    <a:pt x="383461" y="122979"/>
                  </a:lnTo>
                  <a:lnTo>
                    <a:pt x="433215" y="132643"/>
                  </a:lnTo>
                  <a:lnTo>
                    <a:pt x="473844" y="158999"/>
                  </a:lnTo>
                  <a:lnTo>
                    <a:pt x="501237" y="198089"/>
                  </a:lnTo>
                  <a:lnTo>
                    <a:pt x="511282" y="245959"/>
                  </a:lnTo>
                </a:path>
              </a:pathLst>
            </a:custGeom>
            <a:ln w="28575">
              <a:solidFill>
                <a:srgbClr val="00B050"/>
              </a:solidFill>
            </a:ln>
          </p:spPr>
          <p:txBody>
            <a:bodyPr wrap="square" lIns="0" tIns="0" rIns="0" bIns="0" rtlCol="0"/>
            <a:lstStyle/>
            <a:p>
              <a:endParaRPr/>
            </a:p>
          </p:txBody>
        </p:sp>
        <p:sp>
          <p:nvSpPr>
            <p:cNvPr id="6" name="object 6"/>
            <p:cNvSpPr/>
            <p:nvPr/>
          </p:nvSpPr>
          <p:spPr>
            <a:xfrm>
              <a:off x="1992439" y="1802144"/>
              <a:ext cx="622300" cy="246379"/>
            </a:xfrm>
            <a:custGeom>
              <a:avLst/>
              <a:gdLst/>
              <a:ahLst/>
              <a:cxnLst/>
              <a:rect l="l" t="t" r="r" b="b"/>
              <a:pathLst>
                <a:path w="622300" h="246380">
                  <a:moveTo>
                    <a:pt x="0" y="245959"/>
                  </a:moveTo>
                  <a:lnTo>
                    <a:pt x="7924" y="207088"/>
                  </a:lnTo>
                  <a:lnTo>
                    <a:pt x="29992" y="173328"/>
                  </a:lnTo>
                  <a:lnTo>
                    <a:pt x="63642" y="146707"/>
                  </a:lnTo>
                  <a:lnTo>
                    <a:pt x="106314" y="129248"/>
                  </a:lnTo>
                  <a:lnTo>
                    <a:pt x="155448" y="122979"/>
                  </a:lnTo>
                  <a:lnTo>
                    <a:pt x="204581" y="116709"/>
                  </a:lnTo>
                  <a:lnTo>
                    <a:pt x="247253" y="99251"/>
                  </a:lnTo>
                  <a:lnTo>
                    <a:pt x="280903" y="72630"/>
                  </a:lnTo>
                  <a:lnTo>
                    <a:pt x="302971" y="38871"/>
                  </a:lnTo>
                  <a:lnTo>
                    <a:pt x="310896" y="0"/>
                  </a:lnTo>
                  <a:lnTo>
                    <a:pt x="318820" y="38871"/>
                  </a:lnTo>
                  <a:lnTo>
                    <a:pt x="340888" y="72630"/>
                  </a:lnTo>
                  <a:lnTo>
                    <a:pt x="374538" y="99251"/>
                  </a:lnTo>
                  <a:lnTo>
                    <a:pt x="417210" y="116709"/>
                  </a:lnTo>
                  <a:lnTo>
                    <a:pt x="466344" y="122979"/>
                  </a:lnTo>
                  <a:lnTo>
                    <a:pt x="515478" y="129248"/>
                  </a:lnTo>
                  <a:lnTo>
                    <a:pt x="558150" y="146707"/>
                  </a:lnTo>
                  <a:lnTo>
                    <a:pt x="591800" y="173328"/>
                  </a:lnTo>
                  <a:lnTo>
                    <a:pt x="613867" y="207088"/>
                  </a:lnTo>
                  <a:lnTo>
                    <a:pt x="621792" y="245959"/>
                  </a:lnTo>
                </a:path>
              </a:pathLst>
            </a:custGeom>
            <a:ln w="28575">
              <a:solidFill>
                <a:srgbClr val="00B050"/>
              </a:solidFill>
            </a:ln>
          </p:spPr>
          <p:txBody>
            <a:bodyPr wrap="square" lIns="0" tIns="0" rIns="0" bIns="0" rtlCol="0"/>
            <a:lstStyle/>
            <a:p>
              <a:endParaRPr/>
            </a:p>
          </p:txBody>
        </p:sp>
        <p:sp>
          <p:nvSpPr>
            <p:cNvPr id="7" name="object 7"/>
            <p:cNvSpPr/>
            <p:nvPr/>
          </p:nvSpPr>
          <p:spPr>
            <a:xfrm>
              <a:off x="2754109" y="1790268"/>
              <a:ext cx="1719580" cy="246379"/>
            </a:xfrm>
            <a:custGeom>
              <a:avLst/>
              <a:gdLst/>
              <a:ahLst/>
              <a:cxnLst/>
              <a:rect l="l" t="t" r="r" b="b"/>
              <a:pathLst>
                <a:path w="1719579" h="246380">
                  <a:moveTo>
                    <a:pt x="0" y="245961"/>
                  </a:moveTo>
                  <a:lnTo>
                    <a:pt x="8672" y="207089"/>
                  </a:lnTo>
                  <a:lnTo>
                    <a:pt x="32823" y="173330"/>
                  </a:lnTo>
                  <a:lnTo>
                    <a:pt x="69649" y="146709"/>
                  </a:lnTo>
                  <a:lnTo>
                    <a:pt x="116349" y="129250"/>
                  </a:lnTo>
                  <a:lnTo>
                    <a:pt x="170121" y="122981"/>
                  </a:lnTo>
                  <a:lnTo>
                    <a:pt x="689415" y="122981"/>
                  </a:lnTo>
                  <a:lnTo>
                    <a:pt x="743186" y="116711"/>
                  </a:lnTo>
                  <a:lnTo>
                    <a:pt x="789886" y="99252"/>
                  </a:lnTo>
                  <a:lnTo>
                    <a:pt x="826712" y="72630"/>
                  </a:lnTo>
                  <a:lnTo>
                    <a:pt x="850863" y="38871"/>
                  </a:lnTo>
                  <a:lnTo>
                    <a:pt x="859536" y="0"/>
                  </a:lnTo>
                  <a:lnTo>
                    <a:pt x="868209" y="38871"/>
                  </a:lnTo>
                  <a:lnTo>
                    <a:pt x="892360" y="72630"/>
                  </a:lnTo>
                  <a:lnTo>
                    <a:pt x="929187" y="99252"/>
                  </a:lnTo>
                  <a:lnTo>
                    <a:pt x="975887" y="116711"/>
                  </a:lnTo>
                  <a:lnTo>
                    <a:pt x="1029660" y="122981"/>
                  </a:lnTo>
                  <a:lnTo>
                    <a:pt x="1548950" y="122981"/>
                  </a:lnTo>
                  <a:lnTo>
                    <a:pt x="1602724" y="129250"/>
                  </a:lnTo>
                  <a:lnTo>
                    <a:pt x="1649423" y="146709"/>
                  </a:lnTo>
                  <a:lnTo>
                    <a:pt x="1686249" y="173330"/>
                  </a:lnTo>
                  <a:lnTo>
                    <a:pt x="1710398" y="207089"/>
                  </a:lnTo>
                  <a:lnTo>
                    <a:pt x="1719070" y="245961"/>
                  </a:lnTo>
                </a:path>
              </a:pathLst>
            </a:custGeom>
            <a:ln w="28575">
              <a:solidFill>
                <a:srgbClr val="00B050"/>
              </a:solidFill>
            </a:ln>
          </p:spPr>
          <p:txBody>
            <a:bodyPr wrap="square" lIns="0" tIns="0" rIns="0" bIns="0" rtlCol="0"/>
            <a:lstStyle/>
            <a:p>
              <a:endParaRPr/>
            </a:p>
          </p:txBody>
        </p:sp>
        <p:sp>
          <p:nvSpPr>
            <p:cNvPr id="8" name="object 8"/>
            <p:cNvSpPr/>
            <p:nvPr/>
          </p:nvSpPr>
          <p:spPr>
            <a:xfrm>
              <a:off x="4533900" y="1800684"/>
              <a:ext cx="713740" cy="246379"/>
            </a:xfrm>
            <a:custGeom>
              <a:avLst/>
              <a:gdLst/>
              <a:ahLst/>
              <a:cxnLst/>
              <a:rect l="l" t="t" r="r" b="b"/>
              <a:pathLst>
                <a:path w="713739" h="246380">
                  <a:moveTo>
                    <a:pt x="0" y="245959"/>
                  </a:moveTo>
                  <a:lnTo>
                    <a:pt x="8672" y="207088"/>
                  </a:lnTo>
                  <a:lnTo>
                    <a:pt x="32823" y="173328"/>
                  </a:lnTo>
                  <a:lnTo>
                    <a:pt x="69650" y="146707"/>
                  </a:lnTo>
                  <a:lnTo>
                    <a:pt x="116350" y="129248"/>
                  </a:lnTo>
                  <a:lnTo>
                    <a:pt x="170123" y="122979"/>
                  </a:lnTo>
                  <a:lnTo>
                    <a:pt x="186493" y="122979"/>
                  </a:lnTo>
                  <a:lnTo>
                    <a:pt x="240265" y="116709"/>
                  </a:lnTo>
                  <a:lnTo>
                    <a:pt x="286965" y="99251"/>
                  </a:lnTo>
                  <a:lnTo>
                    <a:pt x="323792" y="72630"/>
                  </a:lnTo>
                  <a:lnTo>
                    <a:pt x="347943" y="38871"/>
                  </a:lnTo>
                  <a:lnTo>
                    <a:pt x="356616" y="0"/>
                  </a:lnTo>
                  <a:lnTo>
                    <a:pt x="365289" y="38871"/>
                  </a:lnTo>
                  <a:lnTo>
                    <a:pt x="389439" y="72630"/>
                  </a:lnTo>
                  <a:lnTo>
                    <a:pt x="426266" y="99251"/>
                  </a:lnTo>
                  <a:lnTo>
                    <a:pt x="472966" y="116709"/>
                  </a:lnTo>
                  <a:lnTo>
                    <a:pt x="526739" y="122979"/>
                  </a:lnTo>
                  <a:lnTo>
                    <a:pt x="543109" y="122979"/>
                  </a:lnTo>
                  <a:lnTo>
                    <a:pt x="596881" y="129248"/>
                  </a:lnTo>
                  <a:lnTo>
                    <a:pt x="643581" y="146707"/>
                  </a:lnTo>
                  <a:lnTo>
                    <a:pt x="680408" y="173328"/>
                  </a:lnTo>
                  <a:lnTo>
                    <a:pt x="704559" y="207088"/>
                  </a:lnTo>
                  <a:lnTo>
                    <a:pt x="713232" y="245959"/>
                  </a:lnTo>
                </a:path>
              </a:pathLst>
            </a:custGeom>
            <a:ln w="28575">
              <a:solidFill>
                <a:srgbClr val="00B050"/>
              </a:solidFill>
            </a:ln>
          </p:spPr>
          <p:txBody>
            <a:bodyPr wrap="square" lIns="0" tIns="0" rIns="0" bIns="0" rtlCol="0"/>
            <a:lstStyle/>
            <a:p>
              <a:endParaRPr/>
            </a:p>
          </p:txBody>
        </p:sp>
        <p:sp>
          <p:nvSpPr>
            <p:cNvPr id="9" name="object 9"/>
            <p:cNvSpPr/>
            <p:nvPr/>
          </p:nvSpPr>
          <p:spPr>
            <a:xfrm>
              <a:off x="5247132" y="1800684"/>
              <a:ext cx="439420" cy="246379"/>
            </a:xfrm>
            <a:custGeom>
              <a:avLst/>
              <a:gdLst/>
              <a:ahLst/>
              <a:cxnLst/>
              <a:rect l="l" t="t" r="r" b="b"/>
              <a:pathLst>
                <a:path w="439420" h="246380">
                  <a:moveTo>
                    <a:pt x="0" y="245959"/>
                  </a:moveTo>
                  <a:lnTo>
                    <a:pt x="8622" y="198089"/>
                  </a:lnTo>
                  <a:lnTo>
                    <a:pt x="32138" y="158999"/>
                  </a:lnTo>
                  <a:lnTo>
                    <a:pt x="67016" y="132643"/>
                  </a:lnTo>
                  <a:lnTo>
                    <a:pt x="109728" y="122979"/>
                  </a:lnTo>
                  <a:lnTo>
                    <a:pt x="152439" y="113314"/>
                  </a:lnTo>
                  <a:lnTo>
                    <a:pt x="187317" y="86959"/>
                  </a:lnTo>
                  <a:lnTo>
                    <a:pt x="210833" y="47869"/>
                  </a:lnTo>
                  <a:lnTo>
                    <a:pt x="219456" y="0"/>
                  </a:lnTo>
                  <a:lnTo>
                    <a:pt x="228079" y="47869"/>
                  </a:lnTo>
                  <a:lnTo>
                    <a:pt x="251594" y="86959"/>
                  </a:lnTo>
                  <a:lnTo>
                    <a:pt x="286473" y="113314"/>
                  </a:lnTo>
                  <a:lnTo>
                    <a:pt x="329184" y="122979"/>
                  </a:lnTo>
                  <a:lnTo>
                    <a:pt x="371895" y="132643"/>
                  </a:lnTo>
                  <a:lnTo>
                    <a:pt x="406773" y="158999"/>
                  </a:lnTo>
                  <a:lnTo>
                    <a:pt x="430289" y="198089"/>
                  </a:lnTo>
                  <a:lnTo>
                    <a:pt x="438912" y="245959"/>
                  </a:lnTo>
                </a:path>
              </a:pathLst>
            </a:custGeom>
            <a:ln w="28575">
              <a:solidFill>
                <a:srgbClr val="00B050"/>
              </a:solidFill>
            </a:ln>
          </p:spPr>
          <p:txBody>
            <a:bodyPr wrap="square" lIns="0" tIns="0" rIns="0" bIns="0" rtlCol="0"/>
            <a:lstStyle/>
            <a:p>
              <a:endParaRPr/>
            </a:p>
          </p:txBody>
        </p:sp>
        <p:sp>
          <p:nvSpPr>
            <p:cNvPr id="10" name="object 10"/>
            <p:cNvSpPr/>
            <p:nvPr/>
          </p:nvSpPr>
          <p:spPr>
            <a:xfrm>
              <a:off x="5776531" y="1800684"/>
              <a:ext cx="896619" cy="246379"/>
            </a:xfrm>
            <a:custGeom>
              <a:avLst/>
              <a:gdLst/>
              <a:ahLst/>
              <a:cxnLst/>
              <a:rect l="l" t="t" r="r" b="b"/>
              <a:pathLst>
                <a:path w="896620" h="246380">
                  <a:moveTo>
                    <a:pt x="0" y="245959"/>
                  </a:moveTo>
                  <a:lnTo>
                    <a:pt x="8672" y="207088"/>
                  </a:lnTo>
                  <a:lnTo>
                    <a:pt x="32823" y="173328"/>
                  </a:lnTo>
                  <a:lnTo>
                    <a:pt x="69650" y="146707"/>
                  </a:lnTo>
                  <a:lnTo>
                    <a:pt x="116350" y="129248"/>
                  </a:lnTo>
                  <a:lnTo>
                    <a:pt x="170122" y="122979"/>
                  </a:lnTo>
                  <a:lnTo>
                    <a:pt x="277934" y="122979"/>
                  </a:lnTo>
                  <a:lnTo>
                    <a:pt x="331705" y="116709"/>
                  </a:lnTo>
                  <a:lnTo>
                    <a:pt x="378406" y="99251"/>
                  </a:lnTo>
                  <a:lnTo>
                    <a:pt x="415232" y="72630"/>
                  </a:lnTo>
                  <a:lnTo>
                    <a:pt x="439383" y="38871"/>
                  </a:lnTo>
                  <a:lnTo>
                    <a:pt x="448056" y="0"/>
                  </a:lnTo>
                  <a:lnTo>
                    <a:pt x="456729" y="38871"/>
                  </a:lnTo>
                  <a:lnTo>
                    <a:pt x="480879" y="72630"/>
                  </a:lnTo>
                  <a:lnTo>
                    <a:pt x="517706" y="99251"/>
                  </a:lnTo>
                  <a:lnTo>
                    <a:pt x="564406" y="116709"/>
                  </a:lnTo>
                  <a:lnTo>
                    <a:pt x="618178" y="122979"/>
                  </a:lnTo>
                  <a:lnTo>
                    <a:pt x="725990" y="122979"/>
                  </a:lnTo>
                  <a:lnTo>
                    <a:pt x="779762" y="129248"/>
                  </a:lnTo>
                  <a:lnTo>
                    <a:pt x="826462" y="146707"/>
                  </a:lnTo>
                  <a:lnTo>
                    <a:pt x="863288" y="173328"/>
                  </a:lnTo>
                  <a:lnTo>
                    <a:pt x="887439" y="207088"/>
                  </a:lnTo>
                  <a:lnTo>
                    <a:pt x="896112" y="245959"/>
                  </a:lnTo>
                </a:path>
              </a:pathLst>
            </a:custGeom>
            <a:ln w="28575">
              <a:solidFill>
                <a:srgbClr val="00B050"/>
              </a:solidFill>
            </a:ln>
          </p:spPr>
          <p:txBody>
            <a:bodyPr wrap="square" lIns="0" tIns="0" rIns="0" bIns="0" rtlCol="0"/>
            <a:lstStyle/>
            <a:p>
              <a:endParaRPr/>
            </a:p>
          </p:txBody>
        </p:sp>
        <p:sp>
          <p:nvSpPr>
            <p:cNvPr id="11" name="object 11"/>
            <p:cNvSpPr/>
            <p:nvPr/>
          </p:nvSpPr>
          <p:spPr>
            <a:xfrm>
              <a:off x="6763143" y="1785050"/>
              <a:ext cx="896619" cy="246379"/>
            </a:xfrm>
            <a:custGeom>
              <a:avLst/>
              <a:gdLst/>
              <a:ahLst/>
              <a:cxnLst/>
              <a:rect l="l" t="t" r="r" b="b"/>
              <a:pathLst>
                <a:path w="896620" h="246380">
                  <a:moveTo>
                    <a:pt x="0" y="245959"/>
                  </a:moveTo>
                  <a:lnTo>
                    <a:pt x="8672" y="207088"/>
                  </a:lnTo>
                  <a:lnTo>
                    <a:pt x="32823" y="173328"/>
                  </a:lnTo>
                  <a:lnTo>
                    <a:pt x="69650" y="146707"/>
                  </a:lnTo>
                  <a:lnTo>
                    <a:pt x="116350" y="129248"/>
                  </a:lnTo>
                  <a:lnTo>
                    <a:pt x="170122" y="122979"/>
                  </a:lnTo>
                  <a:lnTo>
                    <a:pt x="277934" y="122979"/>
                  </a:lnTo>
                  <a:lnTo>
                    <a:pt x="331705" y="116709"/>
                  </a:lnTo>
                  <a:lnTo>
                    <a:pt x="378406" y="99251"/>
                  </a:lnTo>
                  <a:lnTo>
                    <a:pt x="415232" y="72630"/>
                  </a:lnTo>
                  <a:lnTo>
                    <a:pt x="439383" y="38871"/>
                  </a:lnTo>
                  <a:lnTo>
                    <a:pt x="448056" y="0"/>
                  </a:lnTo>
                  <a:lnTo>
                    <a:pt x="456729" y="38871"/>
                  </a:lnTo>
                  <a:lnTo>
                    <a:pt x="480879" y="72630"/>
                  </a:lnTo>
                  <a:lnTo>
                    <a:pt x="517706" y="99251"/>
                  </a:lnTo>
                  <a:lnTo>
                    <a:pt x="564406" y="116709"/>
                  </a:lnTo>
                  <a:lnTo>
                    <a:pt x="618178" y="122979"/>
                  </a:lnTo>
                  <a:lnTo>
                    <a:pt x="725990" y="122979"/>
                  </a:lnTo>
                  <a:lnTo>
                    <a:pt x="779762" y="129248"/>
                  </a:lnTo>
                  <a:lnTo>
                    <a:pt x="826462" y="146707"/>
                  </a:lnTo>
                  <a:lnTo>
                    <a:pt x="863288" y="173328"/>
                  </a:lnTo>
                  <a:lnTo>
                    <a:pt x="887439" y="207088"/>
                  </a:lnTo>
                  <a:lnTo>
                    <a:pt x="896112" y="245959"/>
                  </a:lnTo>
                </a:path>
              </a:pathLst>
            </a:custGeom>
            <a:ln w="28575">
              <a:solidFill>
                <a:srgbClr val="00B050"/>
              </a:solidFill>
            </a:ln>
          </p:spPr>
          <p:txBody>
            <a:bodyPr wrap="square" lIns="0" tIns="0" rIns="0" bIns="0" rtlCol="0"/>
            <a:lstStyle/>
            <a:p>
              <a:endParaRPr/>
            </a:p>
          </p:txBody>
        </p:sp>
      </p:grpSp>
      <p:sp>
        <p:nvSpPr>
          <p:cNvPr id="12" name="object 12"/>
          <p:cNvSpPr txBox="1"/>
          <p:nvPr/>
        </p:nvSpPr>
        <p:spPr>
          <a:xfrm>
            <a:off x="753729" y="3318309"/>
            <a:ext cx="459740" cy="928369"/>
          </a:xfrm>
          <a:prstGeom prst="rect">
            <a:avLst/>
          </a:prstGeom>
        </p:spPr>
        <p:txBody>
          <a:bodyPr vert="vert270" wrap="square" lIns="0" tIns="0" rIns="0" bIns="0" rtlCol="0">
            <a:spAutoFit/>
          </a:bodyPr>
          <a:lstStyle/>
          <a:p>
            <a:pPr marL="12700">
              <a:lnSpc>
                <a:spcPts val="3325"/>
              </a:lnSpc>
            </a:pPr>
            <a:r>
              <a:rPr sz="2800" spc="-10" dirty="0">
                <a:latin typeface="Carlito"/>
                <a:cs typeface="Carlito"/>
              </a:rPr>
              <a:t>Genes</a:t>
            </a:r>
            <a:endParaRPr sz="2800" dirty="0">
              <a:latin typeface="Carlito"/>
              <a:cs typeface="Carlito"/>
            </a:endParaRPr>
          </a:p>
        </p:txBody>
      </p:sp>
      <p:sp>
        <p:nvSpPr>
          <p:cNvPr id="13" name="object 13"/>
          <p:cNvSpPr txBox="1"/>
          <p:nvPr/>
        </p:nvSpPr>
        <p:spPr>
          <a:xfrm>
            <a:off x="14592" y="5505194"/>
            <a:ext cx="9097645" cy="1225550"/>
          </a:xfrm>
          <a:prstGeom prst="rect">
            <a:avLst/>
          </a:prstGeom>
        </p:spPr>
        <p:txBody>
          <a:bodyPr vert="horz" wrap="square" lIns="0" tIns="12700" rIns="0" bIns="0" rtlCol="0">
            <a:spAutoFit/>
          </a:bodyPr>
          <a:lstStyle/>
          <a:p>
            <a:pPr marL="69215" algn="ctr">
              <a:lnSpc>
                <a:spcPct val="100000"/>
              </a:lnSpc>
              <a:spcBef>
                <a:spcPts val="100"/>
              </a:spcBef>
            </a:pPr>
            <a:r>
              <a:rPr sz="2800" spc="-10" dirty="0">
                <a:latin typeface="Carlito"/>
                <a:cs typeface="Carlito"/>
              </a:rPr>
              <a:t>Individuals</a:t>
            </a:r>
            <a:endParaRPr sz="2800" dirty="0">
              <a:latin typeface="Carlito"/>
              <a:cs typeface="Carlito"/>
            </a:endParaRPr>
          </a:p>
          <a:p>
            <a:pPr marL="12700" marR="5080" indent="466090">
              <a:lnSpc>
                <a:spcPts val="2110"/>
              </a:lnSpc>
              <a:spcBef>
                <a:spcPts val="1925"/>
              </a:spcBef>
            </a:pPr>
            <a:r>
              <a:rPr sz="1800" dirty="0">
                <a:latin typeface="Carlito"/>
                <a:cs typeface="Carlito"/>
              </a:rPr>
              <a:t>Identifying</a:t>
            </a:r>
            <a:r>
              <a:rPr sz="1800" spc="-60" dirty="0">
                <a:latin typeface="Carlito"/>
                <a:cs typeface="Carlito"/>
              </a:rPr>
              <a:t> </a:t>
            </a:r>
            <a:r>
              <a:rPr sz="1800" spc="-10" dirty="0">
                <a:latin typeface="Carlito"/>
                <a:cs typeface="Carlito"/>
              </a:rPr>
              <a:t>Regulatory</a:t>
            </a:r>
            <a:r>
              <a:rPr sz="1800" spc="-65" dirty="0">
                <a:latin typeface="Carlito"/>
                <a:cs typeface="Carlito"/>
              </a:rPr>
              <a:t> </a:t>
            </a:r>
            <a:r>
              <a:rPr sz="1800" dirty="0">
                <a:latin typeface="Carlito"/>
                <a:cs typeface="Carlito"/>
              </a:rPr>
              <a:t>Mechanisms</a:t>
            </a:r>
            <a:r>
              <a:rPr sz="1800" spc="-65" dirty="0">
                <a:latin typeface="Carlito"/>
                <a:cs typeface="Carlito"/>
              </a:rPr>
              <a:t> </a:t>
            </a:r>
            <a:r>
              <a:rPr sz="1800" dirty="0">
                <a:latin typeface="Carlito"/>
                <a:cs typeface="Carlito"/>
              </a:rPr>
              <a:t>using</a:t>
            </a:r>
            <a:r>
              <a:rPr sz="1800" spc="-60" dirty="0">
                <a:latin typeface="Carlito"/>
                <a:cs typeface="Carlito"/>
              </a:rPr>
              <a:t> </a:t>
            </a:r>
            <a:r>
              <a:rPr sz="1800" dirty="0">
                <a:latin typeface="Carlito"/>
                <a:cs typeface="Carlito"/>
              </a:rPr>
              <a:t>Individual</a:t>
            </a:r>
            <a:r>
              <a:rPr sz="1800" spc="-60" dirty="0">
                <a:latin typeface="Carlito"/>
                <a:cs typeface="Carlito"/>
              </a:rPr>
              <a:t> </a:t>
            </a:r>
            <a:r>
              <a:rPr sz="1800" spc="-10" dirty="0">
                <a:latin typeface="Carlito"/>
                <a:cs typeface="Carlito"/>
              </a:rPr>
              <a:t>Variation</a:t>
            </a:r>
            <a:r>
              <a:rPr sz="1800" spc="-55" dirty="0">
                <a:latin typeface="Carlito"/>
                <a:cs typeface="Carlito"/>
              </a:rPr>
              <a:t> </a:t>
            </a:r>
            <a:r>
              <a:rPr sz="1800" dirty="0">
                <a:latin typeface="Carlito"/>
                <a:cs typeface="Carlito"/>
              </a:rPr>
              <a:t>Reveals</a:t>
            </a:r>
            <a:r>
              <a:rPr sz="1800" spc="-65" dirty="0">
                <a:latin typeface="Carlito"/>
                <a:cs typeface="Carlito"/>
              </a:rPr>
              <a:t> </a:t>
            </a:r>
            <a:r>
              <a:rPr sz="1800" dirty="0">
                <a:latin typeface="Carlito"/>
                <a:cs typeface="Carlito"/>
              </a:rPr>
              <a:t>Key</a:t>
            </a:r>
            <a:r>
              <a:rPr sz="1800" spc="-65" dirty="0">
                <a:latin typeface="Carlito"/>
                <a:cs typeface="Carlito"/>
              </a:rPr>
              <a:t> </a:t>
            </a:r>
            <a:r>
              <a:rPr sz="1800" dirty="0">
                <a:latin typeface="Carlito"/>
                <a:cs typeface="Carlito"/>
              </a:rPr>
              <a:t>Role</a:t>
            </a:r>
            <a:r>
              <a:rPr sz="1800" spc="-60" dirty="0">
                <a:latin typeface="Carlito"/>
                <a:cs typeface="Carlito"/>
              </a:rPr>
              <a:t> </a:t>
            </a:r>
            <a:r>
              <a:rPr sz="1800" dirty="0">
                <a:latin typeface="Carlito"/>
                <a:cs typeface="Carlito"/>
              </a:rPr>
              <a:t>for</a:t>
            </a:r>
            <a:r>
              <a:rPr sz="1800" spc="-60" dirty="0">
                <a:latin typeface="Carlito"/>
                <a:cs typeface="Carlito"/>
              </a:rPr>
              <a:t> </a:t>
            </a:r>
            <a:r>
              <a:rPr sz="1800" spc="-10" dirty="0">
                <a:latin typeface="Carlito"/>
                <a:cs typeface="Carlito"/>
              </a:rPr>
              <a:t>Chromatin </a:t>
            </a:r>
            <a:r>
              <a:rPr sz="1800" dirty="0">
                <a:latin typeface="Carlito"/>
                <a:cs typeface="Carlito"/>
              </a:rPr>
              <a:t>Modification.</a:t>
            </a:r>
            <a:r>
              <a:rPr sz="1800" spc="330" dirty="0">
                <a:latin typeface="Carlito"/>
                <a:cs typeface="Carlito"/>
              </a:rPr>
              <a:t> </a:t>
            </a:r>
            <a:r>
              <a:rPr sz="1800" spc="-10" dirty="0">
                <a:latin typeface="Carlito"/>
                <a:cs typeface="Carlito"/>
              </a:rPr>
              <a:t>[Su-</a:t>
            </a:r>
            <a:r>
              <a:rPr sz="1800" dirty="0">
                <a:latin typeface="Carlito"/>
                <a:cs typeface="Carlito"/>
              </a:rPr>
              <a:t>In</a:t>
            </a:r>
            <a:r>
              <a:rPr sz="1800" spc="-30" dirty="0">
                <a:latin typeface="Carlito"/>
                <a:cs typeface="Carlito"/>
              </a:rPr>
              <a:t> </a:t>
            </a:r>
            <a:r>
              <a:rPr sz="1800" dirty="0">
                <a:latin typeface="Carlito"/>
                <a:cs typeface="Carlito"/>
              </a:rPr>
              <a:t>Lee,</a:t>
            </a:r>
            <a:r>
              <a:rPr sz="1800" spc="-40" dirty="0">
                <a:latin typeface="Carlito"/>
                <a:cs typeface="Carlito"/>
              </a:rPr>
              <a:t> </a:t>
            </a:r>
            <a:r>
              <a:rPr sz="1800" dirty="0">
                <a:latin typeface="Carlito"/>
                <a:cs typeface="Carlito"/>
              </a:rPr>
              <a:t>Dana</a:t>
            </a:r>
            <a:r>
              <a:rPr sz="1800" spc="-35" dirty="0">
                <a:latin typeface="Carlito"/>
                <a:cs typeface="Carlito"/>
              </a:rPr>
              <a:t> </a:t>
            </a:r>
            <a:r>
              <a:rPr sz="1800" spc="-25" dirty="0">
                <a:latin typeface="Carlito"/>
                <a:cs typeface="Carlito"/>
              </a:rPr>
              <a:t>Pe'er,</a:t>
            </a:r>
            <a:r>
              <a:rPr sz="1800" spc="-35" dirty="0">
                <a:latin typeface="Carlito"/>
                <a:cs typeface="Carlito"/>
              </a:rPr>
              <a:t> </a:t>
            </a:r>
            <a:r>
              <a:rPr sz="1800" dirty="0">
                <a:latin typeface="Carlito"/>
                <a:cs typeface="Carlito"/>
              </a:rPr>
              <a:t>Aimee</a:t>
            </a:r>
            <a:r>
              <a:rPr sz="1800" spc="-30" dirty="0">
                <a:latin typeface="Carlito"/>
                <a:cs typeface="Carlito"/>
              </a:rPr>
              <a:t> </a:t>
            </a:r>
            <a:r>
              <a:rPr sz="1800" dirty="0">
                <a:latin typeface="Carlito"/>
                <a:cs typeface="Carlito"/>
              </a:rPr>
              <a:t>M.</a:t>
            </a:r>
            <a:r>
              <a:rPr sz="1800" spc="-40" dirty="0">
                <a:latin typeface="Carlito"/>
                <a:cs typeface="Carlito"/>
              </a:rPr>
              <a:t> </a:t>
            </a:r>
            <a:r>
              <a:rPr sz="1800" spc="-20" dirty="0">
                <a:latin typeface="Carlito"/>
                <a:cs typeface="Carlito"/>
              </a:rPr>
              <a:t>Dudley,</a:t>
            </a:r>
            <a:r>
              <a:rPr sz="1800" spc="-35" dirty="0">
                <a:latin typeface="Carlito"/>
                <a:cs typeface="Carlito"/>
              </a:rPr>
              <a:t> </a:t>
            </a:r>
            <a:r>
              <a:rPr sz="1800" dirty="0">
                <a:latin typeface="Carlito"/>
                <a:cs typeface="Carlito"/>
              </a:rPr>
              <a:t>George</a:t>
            </a:r>
            <a:r>
              <a:rPr sz="1800" spc="-35" dirty="0">
                <a:latin typeface="Carlito"/>
                <a:cs typeface="Carlito"/>
              </a:rPr>
              <a:t> </a:t>
            </a:r>
            <a:r>
              <a:rPr sz="1800" dirty="0">
                <a:latin typeface="Carlito"/>
                <a:cs typeface="Carlito"/>
              </a:rPr>
              <a:t>M.</a:t>
            </a:r>
            <a:r>
              <a:rPr sz="1800" spc="-40" dirty="0">
                <a:latin typeface="Carlito"/>
                <a:cs typeface="Carlito"/>
              </a:rPr>
              <a:t> </a:t>
            </a:r>
            <a:r>
              <a:rPr sz="1800" dirty="0">
                <a:latin typeface="Carlito"/>
                <a:cs typeface="Carlito"/>
              </a:rPr>
              <a:t>Church</a:t>
            </a:r>
            <a:r>
              <a:rPr sz="1800" spc="-30" dirty="0">
                <a:latin typeface="Carlito"/>
                <a:cs typeface="Carlito"/>
              </a:rPr>
              <a:t> </a:t>
            </a:r>
            <a:r>
              <a:rPr sz="1800" dirty="0">
                <a:latin typeface="Carlito"/>
                <a:cs typeface="Carlito"/>
              </a:rPr>
              <a:t>and</a:t>
            </a:r>
            <a:r>
              <a:rPr sz="1800" spc="-30" dirty="0">
                <a:latin typeface="Carlito"/>
                <a:cs typeface="Carlito"/>
              </a:rPr>
              <a:t> </a:t>
            </a:r>
            <a:r>
              <a:rPr sz="1800" dirty="0">
                <a:latin typeface="Carlito"/>
                <a:cs typeface="Carlito"/>
              </a:rPr>
              <a:t>Daphne</a:t>
            </a:r>
            <a:r>
              <a:rPr sz="1800" spc="-30" dirty="0">
                <a:latin typeface="Carlito"/>
                <a:cs typeface="Carlito"/>
              </a:rPr>
              <a:t> Koller.</a:t>
            </a:r>
            <a:r>
              <a:rPr sz="1800" spc="-45" dirty="0">
                <a:latin typeface="Carlito"/>
                <a:cs typeface="Carlito"/>
              </a:rPr>
              <a:t> </a:t>
            </a:r>
            <a:r>
              <a:rPr sz="1800" spc="-20" dirty="0">
                <a:latin typeface="Carlito"/>
                <a:cs typeface="Carlito"/>
              </a:rPr>
              <a:t>’06]</a:t>
            </a:r>
            <a:endParaRPr sz="1800" dirty="0">
              <a:latin typeface="Carlito"/>
              <a:cs typeface="Carlito"/>
            </a:endParaRPr>
          </a:p>
        </p:txBody>
      </p:sp>
      <p:sp>
        <p:nvSpPr>
          <p:cNvPr id="14" name="object 14"/>
          <p:cNvSpPr txBox="1"/>
          <p:nvPr/>
        </p:nvSpPr>
        <p:spPr>
          <a:xfrm>
            <a:off x="6563436" y="1247139"/>
            <a:ext cx="1295400" cy="452120"/>
          </a:xfrm>
          <a:prstGeom prst="rect">
            <a:avLst/>
          </a:prstGeom>
        </p:spPr>
        <p:txBody>
          <a:bodyPr vert="horz" wrap="square" lIns="0" tIns="12700" rIns="0" bIns="0" rtlCol="0">
            <a:spAutoFit/>
          </a:bodyPr>
          <a:lstStyle/>
          <a:p>
            <a:pPr marL="12700">
              <a:lnSpc>
                <a:spcPct val="100000"/>
              </a:lnSpc>
              <a:spcBef>
                <a:spcPts val="100"/>
              </a:spcBef>
            </a:pPr>
            <a:r>
              <a:rPr sz="2800" dirty="0">
                <a:latin typeface="Carlito"/>
                <a:cs typeface="Carlito"/>
              </a:rPr>
              <a:t>Cluster</a:t>
            </a:r>
            <a:r>
              <a:rPr sz="2800" spc="-114" dirty="0">
                <a:latin typeface="Carlito"/>
                <a:cs typeface="Carlito"/>
              </a:rPr>
              <a:t> </a:t>
            </a:r>
            <a:r>
              <a:rPr sz="2800" spc="-50" dirty="0">
                <a:latin typeface="Carlito"/>
                <a:cs typeface="Carlito"/>
              </a:rPr>
              <a:t>7</a:t>
            </a:r>
            <a:endParaRPr sz="2800">
              <a:latin typeface="Carlito"/>
              <a:cs typeface="Carlito"/>
            </a:endParaRPr>
          </a:p>
        </p:txBody>
      </p:sp>
      <p:sp>
        <p:nvSpPr>
          <p:cNvPr id="15" name="object 15"/>
          <p:cNvSpPr txBox="1"/>
          <p:nvPr/>
        </p:nvSpPr>
        <p:spPr>
          <a:xfrm>
            <a:off x="681629" y="1253234"/>
            <a:ext cx="1295400" cy="452120"/>
          </a:xfrm>
          <a:prstGeom prst="rect">
            <a:avLst/>
          </a:prstGeom>
        </p:spPr>
        <p:txBody>
          <a:bodyPr vert="horz" wrap="square" lIns="0" tIns="12700" rIns="0" bIns="0" rtlCol="0">
            <a:spAutoFit/>
          </a:bodyPr>
          <a:lstStyle/>
          <a:p>
            <a:pPr marL="12700">
              <a:lnSpc>
                <a:spcPct val="100000"/>
              </a:lnSpc>
              <a:spcBef>
                <a:spcPts val="100"/>
              </a:spcBef>
            </a:pPr>
            <a:r>
              <a:rPr lang="en-US" sz="2800" dirty="0">
                <a:latin typeface="Carlito"/>
                <a:cs typeface="Carlito"/>
              </a:rPr>
              <a:t>Cluster</a:t>
            </a:r>
            <a:r>
              <a:rPr sz="2800" spc="-114" dirty="0">
                <a:latin typeface="Carlito"/>
                <a:cs typeface="Carlito"/>
              </a:rPr>
              <a:t> </a:t>
            </a:r>
            <a:r>
              <a:rPr sz="2800" spc="-50" dirty="0">
                <a:latin typeface="Carlito"/>
                <a:cs typeface="Carlito"/>
              </a:rPr>
              <a:t>1</a:t>
            </a:r>
            <a:endParaRPr sz="2800" dirty="0">
              <a:latin typeface="Carlito"/>
              <a:cs typeface="Carl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8790" y="87939"/>
            <a:ext cx="7065010" cy="1054100"/>
          </a:xfrm>
          <a:prstGeom prst="rect">
            <a:avLst/>
          </a:prstGeom>
        </p:spPr>
        <p:txBody>
          <a:bodyPr vert="horz" wrap="square" lIns="0" tIns="66040" rIns="0" bIns="0" rtlCol="0">
            <a:spAutoFit/>
          </a:bodyPr>
          <a:lstStyle/>
          <a:p>
            <a:pPr marL="12700">
              <a:lnSpc>
                <a:spcPct val="100000"/>
              </a:lnSpc>
              <a:spcBef>
                <a:spcPts val="520"/>
              </a:spcBef>
            </a:pPr>
            <a:r>
              <a:rPr lang="en-US" spc="-10" dirty="0"/>
              <a:t>Latent</a:t>
            </a:r>
            <a:r>
              <a:rPr lang="en-US" spc="-140" dirty="0"/>
              <a:t> </a:t>
            </a:r>
            <a:r>
              <a:rPr lang="en-US" spc="-20" dirty="0"/>
              <a:t>Semantic</a:t>
            </a:r>
            <a:r>
              <a:rPr lang="en-US" spc="-140" dirty="0"/>
              <a:t> </a:t>
            </a:r>
            <a:r>
              <a:rPr lang="en-US" spc="-30" dirty="0"/>
              <a:t>Analysis</a:t>
            </a:r>
            <a:r>
              <a:rPr lang="en-US" spc="-140" dirty="0"/>
              <a:t> </a:t>
            </a:r>
            <a:r>
              <a:rPr spc="-10" dirty="0"/>
              <a:t>(LSA)</a:t>
            </a:r>
          </a:p>
          <a:p>
            <a:pPr marL="3246755">
              <a:lnSpc>
                <a:spcPct val="100000"/>
              </a:lnSpc>
              <a:spcBef>
                <a:spcPts val="355"/>
              </a:spcBef>
            </a:pPr>
            <a:r>
              <a:rPr sz="2800" spc="-10" dirty="0"/>
              <a:t>documents</a:t>
            </a:r>
            <a:endParaRPr sz="2800" dirty="0"/>
          </a:p>
        </p:txBody>
      </p:sp>
      <p:sp>
        <p:nvSpPr>
          <p:cNvPr id="3" name="object 3"/>
          <p:cNvSpPr txBox="1"/>
          <p:nvPr/>
        </p:nvSpPr>
        <p:spPr>
          <a:xfrm>
            <a:off x="1228963" y="2883644"/>
            <a:ext cx="459740" cy="908685"/>
          </a:xfrm>
          <a:prstGeom prst="rect">
            <a:avLst/>
          </a:prstGeom>
        </p:spPr>
        <p:txBody>
          <a:bodyPr vert="vert270" wrap="square" lIns="0" tIns="0" rIns="0" bIns="0" rtlCol="0">
            <a:spAutoFit/>
          </a:bodyPr>
          <a:lstStyle/>
          <a:p>
            <a:pPr marL="12700">
              <a:lnSpc>
                <a:spcPts val="3325"/>
              </a:lnSpc>
            </a:pPr>
            <a:r>
              <a:rPr sz="2800" spc="-10" dirty="0">
                <a:latin typeface="Carlito"/>
                <a:cs typeface="Carlito"/>
              </a:rPr>
              <a:t>words</a:t>
            </a:r>
            <a:endParaRPr sz="2800" dirty="0">
              <a:latin typeface="Carlito"/>
              <a:cs typeface="Carlito"/>
            </a:endParaRPr>
          </a:p>
        </p:txBody>
      </p:sp>
      <p:sp>
        <p:nvSpPr>
          <p:cNvPr id="4" name="object 4"/>
          <p:cNvSpPr txBox="1"/>
          <p:nvPr/>
        </p:nvSpPr>
        <p:spPr>
          <a:xfrm>
            <a:off x="478790" y="6096000"/>
            <a:ext cx="8585200" cy="551433"/>
          </a:xfrm>
          <a:prstGeom prst="rect">
            <a:avLst/>
          </a:prstGeom>
        </p:spPr>
        <p:txBody>
          <a:bodyPr vert="horz" wrap="square" lIns="0" tIns="12700" rIns="0" bIns="0" rtlCol="0">
            <a:spAutoFit/>
          </a:bodyPr>
          <a:lstStyle/>
          <a:p>
            <a:pPr marR="5080" algn="r">
              <a:lnSpc>
                <a:spcPts val="2135"/>
              </a:lnSpc>
              <a:spcBef>
                <a:spcPts val="2630"/>
              </a:spcBef>
            </a:pPr>
            <a:r>
              <a:rPr sz="1800" dirty="0">
                <a:latin typeface="Carlito"/>
                <a:cs typeface="Carlito"/>
              </a:rPr>
              <a:t>Image</a:t>
            </a:r>
            <a:r>
              <a:rPr sz="1800" spc="-50" dirty="0">
                <a:latin typeface="Carlito"/>
                <a:cs typeface="Carlito"/>
              </a:rPr>
              <a:t> </a:t>
            </a:r>
            <a:r>
              <a:rPr sz="1800" dirty="0">
                <a:latin typeface="Carlito"/>
                <a:cs typeface="Carlito"/>
              </a:rPr>
              <a:t>credit:</a:t>
            </a:r>
            <a:r>
              <a:rPr sz="1800" spc="-50" dirty="0">
                <a:latin typeface="Carlito"/>
                <a:cs typeface="Carlito"/>
              </a:rPr>
              <a:t> </a:t>
            </a:r>
            <a:r>
              <a:rPr sz="1800" spc="-10" dirty="0">
                <a:latin typeface="Carlito"/>
                <a:cs typeface="Carlito"/>
              </a:rPr>
              <a:t>https://commons.wikimedia.org/wiki/File:Topic_</a:t>
            </a:r>
            <a:endParaRPr sz="1800" dirty="0">
              <a:latin typeface="Carlito"/>
              <a:cs typeface="Carlito"/>
            </a:endParaRPr>
          </a:p>
          <a:p>
            <a:pPr marR="5080" algn="r">
              <a:lnSpc>
                <a:spcPts val="2135"/>
              </a:lnSpc>
            </a:pPr>
            <a:r>
              <a:rPr sz="1800" spc="-20" dirty="0">
                <a:latin typeface="Carlito"/>
                <a:cs typeface="Carlito"/>
              </a:rPr>
              <a:t>detection_in_a_document-</a:t>
            </a:r>
            <a:r>
              <a:rPr sz="1800" spc="-10" dirty="0">
                <a:latin typeface="Carlito"/>
                <a:cs typeface="Carlito"/>
              </a:rPr>
              <a:t>word_matrix.gif</a:t>
            </a:r>
            <a:endParaRPr sz="1800" dirty="0">
              <a:latin typeface="Carlito"/>
              <a:cs typeface="Carlito"/>
            </a:endParaRPr>
          </a:p>
        </p:txBody>
      </p:sp>
      <p:grpSp>
        <p:nvGrpSpPr>
          <p:cNvPr id="5" name="object 5"/>
          <p:cNvGrpSpPr/>
          <p:nvPr/>
        </p:nvGrpSpPr>
        <p:grpSpPr>
          <a:xfrm>
            <a:off x="1930641" y="1188796"/>
            <a:ext cx="4741545" cy="4290060"/>
            <a:chOff x="1930641" y="1188796"/>
            <a:chExt cx="4741545" cy="4290060"/>
          </a:xfrm>
        </p:grpSpPr>
        <p:pic>
          <p:nvPicPr>
            <p:cNvPr id="6" name="object 6"/>
            <p:cNvPicPr/>
            <p:nvPr/>
          </p:nvPicPr>
          <p:blipFill>
            <a:blip r:embed="rId3" cstate="print"/>
            <a:stretch>
              <a:fillRect/>
            </a:stretch>
          </p:blipFill>
          <p:spPr>
            <a:xfrm>
              <a:off x="1949691" y="1188796"/>
              <a:ext cx="4722088" cy="4289466"/>
            </a:xfrm>
            <a:prstGeom prst="rect">
              <a:avLst/>
            </a:prstGeom>
          </p:spPr>
        </p:pic>
        <p:sp>
          <p:nvSpPr>
            <p:cNvPr id="7" name="object 7"/>
            <p:cNvSpPr/>
            <p:nvPr/>
          </p:nvSpPr>
          <p:spPr>
            <a:xfrm>
              <a:off x="1949691" y="2992577"/>
              <a:ext cx="662940" cy="831850"/>
            </a:xfrm>
            <a:custGeom>
              <a:avLst/>
              <a:gdLst/>
              <a:ahLst/>
              <a:cxnLst/>
              <a:rect l="l" t="t" r="r" b="b"/>
              <a:pathLst>
                <a:path w="662939" h="831850">
                  <a:moveTo>
                    <a:pt x="0" y="0"/>
                  </a:moveTo>
                  <a:lnTo>
                    <a:pt x="662875" y="0"/>
                  </a:lnTo>
                  <a:lnTo>
                    <a:pt x="662875" y="831273"/>
                  </a:lnTo>
                  <a:lnTo>
                    <a:pt x="0" y="831273"/>
                  </a:lnTo>
                  <a:lnTo>
                    <a:pt x="0" y="0"/>
                  </a:lnTo>
                  <a:close/>
                </a:path>
              </a:pathLst>
            </a:custGeom>
            <a:ln w="38100">
              <a:solidFill>
                <a:srgbClr val="C00000"/>
              </a:solidFill>
            </a:ln>
          </p:spPr>
          <p:txBody>
            <a:bodyPr wrap="square" lIns="0" tIns="0" rIns="0" bIns="0" rtlCol="0"/>
            <a:lstStyle/>
            <a:p>
              <a:endParaRPr/>
            </a:p>
          </p:txBody>
        </p:sp>
        <p:sp>
          <p:nvSpPr>
            <p:cNvPr id="8" name="object 8"/>
            <p:cNvSpPr/>
            <p:nvPr/>
          </p:nvSpPr>
          <p:spPr>
            <a:xfrm>
              <a:off x="4227614" y="2992577"/>
              <a:ext cx="662940" cy="831850"/>
            </a:xfrm>
            <a:custGeom>
              <a:avLst/>
              <a:gdLst/>
              <a:ahLst/>
              <a:cxnLst/>
              <a:rect l="l" t="t" r="r" b="b"/>
              <a:pathLst>
                <a:path w="662939" h="831850">
                  <a:moveTo>
                    <a:pt x="0" y="0"/>
                  </a:moveTo>
                  <a:lnTo>
                    <a:pt x="662875" y="0"/>
                  </a:lnTo>
                  <a:lnTo>
                    <a:pt x="662875" y="831273"/>
                  </a:lnTo>
                  <a:lnTo>
                    <a:pt x="0" y="831273"/>
                  </a:lnTo>
                  <a:lnTo>
                    <a:pt x="0" y="0"/>
                  </a:lnTo>
                  <a:close/>
                </a:path>
              </a:pathLst>
            </a:custGeom>
            <a:ln w="38100">
              <a:solidFill>
                <a:srgbClr val="C00000"/>
              </a:solidFill>
            </a:ln>
          </p:spPr>
          <p:txBody>
            <a:bodyPr wrap="square" lIns="0" tIns="0" rIns="0" bIns="0" rtlCol="0"/>
            <a:lstStyle/>
            <a:p>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711200"/>
            <a:ext cx="3110230" cy="528320"/>
          </a:xfrm>
          <a:prstGeom prst="rect">
            <a:avLst/>
          </a:prstGeom>
        </p:spPr>
        <p:txBody>
          <a:bodyPr vert="horz" wrap="square" lIns="0" tIns="12700" rIns="0" bIns="0" rtlCol="0">
            <a:spAutoFit/>
          </a:bodyPr>
          <a:lstStyle/>
          <a:p>
            <a:pPr marL="12700">
              <a:lnSpc>
                <a:spcPct val="100000"/>
              </a:lnSpc>
              <a:spcBef>
                <a:spcPts val="100"/>
              </a:spcBef>
            </a:pPr>
            <a:r>
              <a:rPr spc="-55" dirty="0"/>
              <a:t>Word</a:t>
            </a:r>
            <a:r>
              <a:rPr spc="-125" dirty="0"/>
              <a:t> </a:t>
            </a:r>
            <a:r>
              <a:rPr spc="-10" dirty="0"/>
              <a:t>Embeddings</a:t>
            </a:r>
          </a:p>
        </p:txBody>
      </p:sp>
      <p:pic>
        <p:nvPicPr>
          <p:cNvPr id="3" name="object 3"/>
          <p:cNvPicPr/>
          <p:nvPr/>
        </p:nvPicPr>
        <p:blipFill>
          <a:blip r:embed="rId2" cstate="print"/>
          <a:stretch>
            <a:fillRect/>
          </a:stretch>
        </p:blipFill>
        <p:spPr>
          <a:xfrm>
            <a:off x="6424841" y="313762"/>
            <a:ext cx="2698000" cy="1139905"/>
          </a:xfrm>
          <a:prstGeom prst="rect">
            <a:avLst/>
          </a:prstGeom>
        </p:spPr>
      </p:pic>
      <p:sp>
        <p:nvSpPr>
          <p:cNvPr id="4" name="object 4"/>
          <p:cNvSpPr txBox="1"/>
          <p:nvPr/>
        </p:nvSpPr>
        <p:spPr>
          <a:xfrm>
            <a:off x="478791" y="2271267"/>
            <a:ext cx="1156970" cy="970280"/>
          </a:xfrm>
          <a:prstGeom prst="rect">
            <a:avLst/>
          </a:prstGeom>
        </p:spPr>
        <p:txBody>
          <a:bodyPr vert="horz" wrap="square" lIns="0" tIns="12700" rIns="0" bIns="0" rtlCol="0">
            <a:spAutoFit/>
          </a:bodyPr>
          <a:lstStyle/>
          <a:p>
            <a:pPr marL="264160" indent="-251460">
              <a:lnSpc>
                <a:spcPct val="100000"/>
              </a:lnSpc>
              <a:spcBef>
                <a:spcPts val="100"/>
              </a:spcBef>
              <a:buClr>
                <a:srgbClr val="2F5597"/>
              </a:buClr>
              <a:buSzPct val="86363"/>
              <a:buFont typeface="Wingdings"/>
              <a:buChar char=""/>
              <a:tabLst>
                <a:tab pos="264160" algn="l"/>
              </a:tabLst>
            </a:pPr>
            <a:r>
              <a:rPr sz="2200" spc="-20" dirty="0">
                <a:latin typeface="Carlito"/>
                <a:cs typeface="Carlito"/>
              </a:rPr>
              <a:t>word</a:t>
            </a:r>
            <a:endParaRPr sz="2200" dirty="0">
              <a:latin typeface="Carlito"/>
              <a:cs typeface="Carlito"/>
            </a:endParaRPr>
          </a:p>
          <a:p>
            <a:pPr marL="264160" indent="-251460">
              <a:lnSpc>
                <a:spcPct val="100000"/>
              </a:lnSpc>
              <a:spcBef>
                <a:spcPts val="2160"/>
              </a:spcBef>
              <a:buClr>
                <a:srgbClr val="2F5597"/>
              </a:buClr>
              <a:buSzPct val="86363"/>
              <a:buFont typeface="Wingdings"/>
              <a:buChar char=""/>
              <a:tabLst>
                <a:tab pos="264160" algn="l"/>
              </a:tabLst>
            </a:pPr>
            <a:r>
              <a:rPr sz="2200" spc="-10" dirty="0">
                <a:latin typeface="Carlito"/>
                <a:cs typeface="Carlito"/>
              </a:rPr>
              <a:t>relation</a:t>
            </a:r>
            <a:endParaRPr sz="2200" dirty="0">
              <a:latin typeface="Carlito"/>
              <a:cs typeface="Carlito"/>
            </a:endParaRPr>
          </a:p>
        </p:txBody>
      </p:sp>
      <p:sp>
        <p:nvSpPr>
          <p:cNvPr id="5" name="object 5"/>
          <p:cNvSpPr txBox="1"/>
          <p:nvPr/>
        </p:nvSpPr>
        <p:spPr>
          <a:xfrm>
            <a:off x="2731249" y="4777740"/>
            <a:ext cx="716915" cy="330200"/>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rlito"/>
                <a:cs typeface="Carlito"/>
              </a:rPr>
              <a:t>France</a:t>
            </a:r>
            <a:endParaRPr sz="2000">
              <a:latin typeface="Carlito"/>
              <a:cs typeface="Carlito"/>
            </a:endParaRPr>
          </a:p>
        </p:txBody>
      </p:sp>
      <p:sp>
        <p:nvSpPr>
          <p:cNvPr id="6" name="object 6"/>
          <p:cNvSpPr txBox="1"/>
          <p:nvPr/>
        </p:nvSpPr>
        <p:spPr>
          <a:xfrm>
            <a:off x="5211521" y="3774948"/>
            <a:ext cx="1123950" cy="854710"/>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rlito"/>
                <a:cs typeface="Carlito"/>
              </a:rPr>
              <a:t>Paris</a:t>
            </a:r>
            <a:endParaRPr sz="2000">
              <a:latin typeface="Carlito"/>
              <a:cs typeface="Carlito"/>
            </a:endParaRPr>
          </a:p>
          <a:p>
            <a:pPr marL="506095">
              <a:lnSpc>
                <a:spcPct val="100000"/>
              </a:lnSpc>
              <a:spcBef>
                <a:spcPts val="1725"/>
              </a:spcBef>
            </a:pPr>
            <a:r>
              <a:rPr sz="2000" spc="-10" dirty="0">
                <a:latin typeface="Carlito"/>
                <a:cs typeface="Carlito"/>
              </a:rPr>
              <a:t>Berlin</a:t>
            </a:r>
            <a:endParaRPr sz="2000">
              <a:latin typeface="Carlito"/>
              <a:cs typeface="Carlito"/>
            </a:endParaRPr>
          </a:p>
        </p:txBody>
      </p:sp>
      <p:sp>
        <p:nvSpPr>
          <p:cNvPr id="7" name="object 7"/>
          <p:cNvSpPr txBox="1"/>
          <p:nvPr/>
        </p:nvSpPr>
        <p:spPr>
          <a:xfrm>
            <a:off x="3963034" y="5015484"/>
            <a:ext cx="971550" cy="330200"/>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rlito"/>
                <a:cs typeface="Carlito"/>
              </a:rPr>
              <a:t>Germany</a:t>
            </a:r>
            <a:endParaRPr sz="2000">
              <a:latin typeface="Carlito"/>
              <a:cs typeface="Carlito"/>
            </a:endParaRPr>
          </a:p>
        </p:txBody>
      </p:sp>
      <p:sp>
        <p:nvSpPr>
          <p:cNvPr id="8" name="object 8"/>
          <p:cNvSpPr txBox="1"/>
          <p:nvPr/>
        </p:nvSpPr>
        <p:spPr>
          <a:xfrm>
            <a:off x="3403485" y="3948684"/>
            <a:ext cx="467359" cy="330200"/>
          </a:xfrm>
          <a:prstGeom prst="rect">
            <a:avLst/>
          </a:prstGeom>
        </p:spPr>
        <p:txBody>
          <a:bodyPr vert="horz" wrap="square" lIns="0" tIns="12700" rIns="0" bIns="0" rtlCol="0">
            <a:spAutoFit/>
          </a:bodyPr>
          <a:lstStyle/>
          <a:p>
            <a:pPr marL="12700">
              <a:lnSpc>
                <a:spcPct val="100000"/>
              </a:lnSpc>
              <a:spcBef>
                <a:spcPts val="100"/>
              </a:spcBef>
            </a:pPr>
            <a:r>
              <a:rPr sz="2000" spc="-10" dirty="0">
                <a:latin typeface="Carlito"/>
                <a:cs typeface="Carlito"/>
              </a:rPr>
              <a:t>Italy</a:t>
            </a:r>
            <a:endParaRPr sz="2000">
              <a:latin typeface="Carlito"/>
              <a:cs typeface="Carlito"/>
            </a:endParaRPr>
          </a:p>
        </p:txBody>
      </p:sp>
      <p:pic>
        <p:nvPicPr>
          <p:cNvPr id="9" name="object 9"/>
          <p:cNvPicPr/>
          <p:nvPr/>
        </p:nvPicPr>
        <p:blipFill>
          <a:blip r:embed="rId3" cstate="print"/>
          <a:stretch>
            <a:fillRect/>
          </a:stretch>
        </p:blipFill>
        <p:spPr>
          <a:xfrm>
            <a:off x="3401314" y="4693132"/>
            <a:ext cx="112140" cy="121043"/>
          </a:xfrm>
          <a:prstGeom prst="rect">
            <a:avLst/>
          </a:prstGeom>
        </p:spPr>
      </p:pic>
      <p:grpSp>
        <p:nvGrpSpPr>
          <p:cNvPr id="10" name="object 10"/>
          <p:cNvGrpSpPr/>
          <p:nvPr/>
        </p:nvGrpSpPr>
        <p:grpSpPr>
          <a:xfrm>
            <a:off x="3570287" y="3338271"/>
            <a:ext cx="2355215" cy="1602740"/>
            <a:chOff x="3570287" y="3338271"/>
            <a:chExt cx="2355215" cy="1602740"/>
          </a:xfrm>
        </p:grpSpPr>
        <p:sp>
          <p:nvSpPr>
            <p:cNvPr id="11" name="object 11"/>
            <p:cNvSpPr/>
            <p:nvPr/>
          </p:nvSpPr>
          <p:spPr>
            <a:xfrm>
              <a:off x="3742651" y="3467178"/>
              <a:ext cx="1209675" cy="384810"/>
            </a:xfrm>
            <a:custGeom>
              <a:avLst/>
              <a:gdLst/>
              <a:ahLst/>
              <a:cxnLst/>
              <a:rect l="l" t="t" r="r" b="b"/>
              <a:pathLst>
                <a:path w="1209675" h="384810">
                  <a:moveTo>
                    <a:pt x="0" y="384210"/>
                  </a:moveTo>
                  <a:lnTo>
                    <a:pt x="1209460" y="0"/>
                  </a:lnTo>
                </a:path>
              </a:pathLst>
            </a:custGeom>
            <a:ln w="28575">
              <a:solidFill>
                <a:srgbClr val="000000"/>
              </a:solidFill>
            </a:ln>
          </p:spPr>
          <p:txBody>
            <a:bodyPr wrap="square" lIns="0" tIns="0" rIns="0" bIns="0" rtlCol="0"/>
            <a:lstStyle/>
            <a:p>
              <a:endParaRPr/>
            </a:p>
          </p:txBody>
        </p:sp>
        <p:sp>
          <p:nvSpPr>
            <p:cNvPr id="12" name="object 12"/>
            <p:cNvSpPr/>
            <p:nvPr/>
          </p:nvSpPr>
          <p:spPr>
            <a:xfrm>
              <a:off x="4582058" y="4223638"/>
              <a:ext cx="1231265" cy="603250"/>
            </a:xfrm>
            <a:custGeom>
              <a:avLst/>
              <a:gdLst/>
              <a:ahLst/>
              <a:cxnLst/>
              <a:rect l="l" t="t" r="r" b="b"/>
              <a:pathLst>
                <a:path w="1231264" h="603250">
                  <a:moveTo>
                    <a:pt x="0" y="602869"/>
                  </a:moveTo>
                  <a:lnTo>
                    <a:pt x="1230830" y="0"/>
                  </a:lnTo>
                </a:path>
              </a:pathLst>
            </a:custGeom>
            <a:ln w="28575">
              <a:solidFill>
                <a:srgbClr val="000000"/>
              </a:solidFill>
            </a:ln>
          </p:spPr>
          <p:txBody>
            <a:bodyPr wrap="square" lIns="0" tIns="0" rIns="0" bIns="0" rtlCol="0"/>
            <a:lstStyle/>
            <a:p>
              <a:endParaRPr/>
            </a:p>
          </p:txBody>
        </p:sp>
        <p:sp>
          <p:nvSpPr>
            <p:cNvPr id="13" name="object 13"/>
            <p:cNvSpPr/>
            <p:nvPr/>
          </p:nvSpPr>
          <p:spPr>
            <a:xfrm>
              <a:off x="3584575" y="4101927"/>
              <a:ext cx="1367790" cy="622300"/>
            </a:xfrm>
            <a:custGeom>
              <a:avLst/>
              <a:gdLst/>
              <a:ahLst/>
              <a:cxnLst/>
              <a:rect l="l" t="t" r="r" b="b"/>
              <a:pathLst>
                <a:path w="1367789" h="622300">
                  <a:moveTo>
                    <a:pt x="0" y="621862"/>
                  </a:moveTo>
                  <a:lnTo>
                    <a:pt x="1367540" y="0"/>
                  </a:lnTo>
                </a:path>
              </a:pathLst>
            </a:custGeom>
            <a:ln w="28575">
              <a:solidFill>
                <a:srgbClr val="000000"/>
              </a:solidFill>
            </a:ln>
          </p:spPr>
          <p:txBody>
            <a:bodyPr wrap="square" lIns="0" tIns="0" rIns="0" bIns="0" rtlCol="0"/>
            <a:lstStyle/>
            <a:p>
              <a:endParaRPr/>
            </a:p>
          </p:txBody>
        </p:sp>
        <p:pic>
          <p:nvPicPr>
            <p:cNvPr id="14" name="object 14"/>
            <p:cNvPicPr/>
            <p:nvPr/>
          </p:nvPicPr>
          <p:blipFill>
            <a:blip r:embed="rId4" cstate="print"/>
            <a:stretch>
              <a:fillRect/>
            </a:stretch>
          </p:blipFill>
          <p:spPr>
            <a:xfrm>
              <a:off x="3592766" y="3830662"/>
              <a:ext cx="112128" cy="121043"/>
            </a:xfrm>
            <a:prstGeom prst="rect">
              <a:avLst/>
            </a:prstGeom>
          </p:spPr>
        </p:pic>
        <p:pic>
          <p:nvPicPr>
            <p:cNvPr id="15" name="object 15"/>
            <p:cNvPicPr/>
            <p:nvPr/>
          </p:nvPicPr>
          <p:blipFill>
            <a:blip r:embed="rId5" cstate="print"/>
            <a:stretch>
              <a:fillRect/>
            </a:stretch>
          </p:blipFill>
          <p:spPr>
            <a:xfrm>
              <a:off x="5059286" y="3338271"/>
              <a:ext cx="112128" cy="121043"/>
            </a:xfrm>
            <a:prstGeom prst="rect">
              <a:avLst/>
            </a:prstGeom>
          </p:spPr>
        </p:pic>
        <p:pic>
          <p:nvPicPr>
            <p:cNvPr id="16" name="object 16"/>
            <p:cNvPicPr/>
            <p:nvPr/>
          </p:nvPicPr>
          <p:blipFill>
            <a:blip r:embed="rId6" cstate="print"/>
            <a:stretch>
              <a:fillRect/>
            </a:stretch>
          </p:blipFill>
          <p:spPr>
            <a:xfrm>
              <a:off x="5026609" y="3963060"/>
              <a:ext cx="112140" cy="121056"/>
            </a:xfrm>
            <a:prstGeom prst="rect">
              <a:avLst/>
            </a:prstGeom>
          </p:spPr>
        </p:pic>
        <p:pic>
          <p:nvPicPr>
            <p:cNvPr id="17" name="object 17"/>
            <p:cNvPicPr/>
            <p:nvPr/>
          </p:nvPicPr>
          <p:blipFill>
            <a:blip r:embed="rId7" cstate="print"/>
            <a:stretch>
              <a:fillRect/>
            </a:stretch>
          </p:blipFill>
          <p:spPr>
            <a:xfrm>
              <a:off x="5812891" y="4066831"/>
              <a:ext cx="112128" cy="121043"/>
            </a:xfrm>
            <a:prstGeom prst="rect">
              <a:avLst/>
            </a:prstGeom>
          </p:spPr>
        </p:pic>
        <p:pic>
          <p:nvPicPr>
            <p:cNvPr id="18" name="object 18"/>
            <p:cNvPicPr/>
            <p:nvPr/>
          </p:nvPicPr>
          <p:blipFill>
            <a:blip r:embed="rId8" cstate="print"/>
            <a:stretch>
              <a:fillRect/>
            </a:stretch>
          </p:blipFill>
          <p:spPr>
            <a:xfrm>
              <a:off x="4402556" y="4819459"/>
              <a:ext cx="112140" cy="121056"/>
            </a:xfrm>
            <a:prstGeom prst="rect">
              <a:avLst/>
            </a:prstGeom>
          </p:spPr>
        </p:pic>
      </p:grpSp>
      <p:sp>
        <p:nvSpPr>
          <p:cNvPr id="19" name="object 19"/>
          <p:cNvSpPr txBox="1"/>
          <p:nvPr/>
        </p:nvSpPr>
        <p:spPr>
          <a:xfrm>
            <a:off x="5292712" y="3137916"/>
            <a:ext cx="621665" cy="330200"/>
          </a:xfrm>
          <a:prstGeom prst="rect">
            <a:avLst/>
          </a:prstGeom>
        </p:spPr>
        <p:txBody>
          <a:bodyPr vert="horz" wrap="square" lIns="0" tIns="12700" rIns="0" bIns="0" rtlCol="0">
            <a:spAutoFit/>
          </a:bodyPr>
          <a:lstStyle/>
          <a:p>
            <a:pPr marL="12700">
              <a:lnSpc>
                <a:spcPct val="100000"/>
              </a:lnSpc>
              <a:spcBef>
                <a:spcPts val="100"/>
              </a:spcBef>
            </a:pPr>
            <a:r>
              <a:rPr sz="2000" spc="-20" dirty="0">
                <a:latin typeface="Carlito"/>
                <a:cs typeface="Carlito"/>
              </a:rPr>
              <a:t>Rome</a:t>
            </a:r>
            <a:endParaRPr sz="2000">
              <a:latin typeface="Carlito"/>
              <a:cs typeface="Carlito"/>
            </a:endParaRPr>
          </a:p>
        </p:txBody>
      </p:sp>
      <p:sp>
        <p:nvSpPr>
          <p:cNvPr id="20" name="object 20"/>
          <p:cNvSpPr/>
          <p:nvPr/>
        </p:nvSpPr>
        <p:spPr>
          <a:xfrm>
            <a:off x="2900387" y="3442360"/>
            <a:ext cx="3168015" cy="1121410"/>
          </a:xfrm>
          <a:custGeom>
            <a:avLst/>
            <a:gdLst/>
            <a:ahLst/>
            <a:cxnLst/>
            <a:rect l="l" t="t" r="r" b="b"/>
            <a:pathLst>
              <a:path w="3168015" h="1121410">
                <a:moveTo>
                  <a:pt x="27038" y="1085126"/>
                </a:moveTo>
                <a:lnTo>
                  <a:pt x="0" y="1094384"/>
                </a:lnTo>
                <a:lnTo>
                  <a:pt x="9258" y="1121409"/>
                </a:lnTo>
                <a:lnTo>
                  <a:pt x="36296" y="1112164"/>
                </a:lnTo>
                <a:lnTo>
                  <a:pt x="27038" y="1085126"/>
                </a:lnTo>
                <a:close/>
              </a:path>
              <a:path w="3168015" h="1121410">
                <a:moveTo>
                  <a:pt x="81114" y="1066634"/>
                </a:moveTo>
                <a:lnTo>
                  <a:pt x="54076" y="1075880"/>
                </a:lnTo>
                <a:lnTo>
                  <a:pt x="63322" y="1102918"/>
                </a:lnTo>
                <a:lnTo>
                  <a:pt x="90360" y="1093673"/>
                </a:lnTo>
                <a:lnTo>
                  <a:pt x="81114" y="1066634"/>
                </a:lnTo>
                <a:close/>
              </a:path>
              <a:path w="3168015" h="1121410">
                <a:moveTo>
                  <a:pt x="135191" y="1048143"/>
                </a:moveTo>
                <a:lnTo>
                  <a:pt x="108153" y="1057389"/>
                </a:lnTo>
                <a:lnTo>
                  <a:pt x="117398" y="1084427"/>
                </a:lnTo>
                <a:lnTo>
                  <a:pt x="144437" y="1075169"/>
                </a:lnTo>
                <a:lnTo>
                  <a:pt x="135191" y="1048143"/>
                </a:lnTo>
                <a:close/>
              </a:path>
              <a:path w="3168015" h="1121410">
                <a:moveTo>
                  <a:pt x="189268" y="1029639"/>
                </a:moveTo>
                <a:lnTo>
                  <a:pt x="162229" y="1038885"/>
                </a:lnTo>
                <a:lnTo>
                  <a:pt x="171475" y="1065923"/>
                </a:lnTo>
                <a:lnTo>
                  <a:pt x="198513" y="1056678"/>
                </a:lnTo>
                <a:lnTo>
                  <a:pt x="189268" y="1029639"/>
                </a:lnTo>
                <a:close/>
              </a:path>
              <a:path w="3168015" h="1121410">
                <a:moveTo>
                  <a:pt x="243344" y="1011148"/>
                </a:moveTo>
                <a:lnTo>
                  <a:pt x="216306" y="1020394"/>
                </a:lnTo>
                <a:lnTo>
                  <a:pt x="225551" y="1047432"/>
                </a:lnTo>
                <a:lnTo>
                  <a:pt x="252590" y="1038186"/>
                </a:lnTo>
                <a:lnTo>
                  <a:pt x="243344" y="1011148"/>
                </a:lnTo>
                <a:close/>
              </a:path>
              <a:path w="3168015" h="1121410">
                <a:moveTo>
                  <a:pt x="297408" y="992644"/>
                </a:moveTo>
                <a:lnTo>
                  <a:pt x="270370" y="1001890"/>
                </a:lnTo>
                <a:lnTo>
                  <a:pt x="279628" y="1028928"/>
                </a:lnTo>
                <a:lnTo>
                  <a:pt x="306666" y="1019682"/>
                </a:lnTo>
                <a:lnTo>
                  <a:pt x="297408" y="992644"/>
                </a:lnTo>
                <a:close/>
              </a:path>
              <a:path w="3168015" h="1121410">
                <a:moveTo>
                  <a:pt x="351485" y="974153"/>
                </a:moveTo>
                <a:lnTo>
                  <a:pt x="324446" y="983399"/>
                </a:lnTo>
                <a:lnTo>
                  <a:pt x="333705" y="1010437"/>
                </a:lnTo>
                <a:lnTo>
                  <a:pt x="360730" y="1001191"/>
                </a:lnTo>
                <a:lnTo>
                  <a:pt x="351485" y="974153"/>
                </a:lnTo>
                <a:close/>
              </a:path>
              <a:path w="3168015" h="1121410">
                <a:moveTo>
                  <a:pt x="405561" y="955649"/>
                </a:moveTo>
                <a:lnTo>
                  <a:pt x="378523" y="964907"/>
                </a:lnTo>
                <a:lnTo>
                  <a:pt x="387769" y="991933"/>
                </a:lnTo>
                <a:lnTo>
                  <a:pt x="414807" y="982687"/>
                </a:lnTo>
                <a:lnTo>
                  <a:pt x="405561" y="955649"/>
                </a:lnTo>
                <a:close/>
              </a:path>
              <a:path w="3168015" h="1121410">
                <a:moveTo>
                  <a:pt x="459638" y="937158"/>
                </a:moveTo>
                <a:lnTo>
                  <a:pt x="432600" y="946403"/>
                </a:lnTo>
                <a:lnTo>
                  <a:pt x="441845" y="973442"/>
                </a:lnTo>
                <a:lnTo>
                  <a:pt x="468884" y="964196"/>
                </a:lnTo>
                <a:lnTo>
                  <a:pt x="459638" y="937158"/>
                </a:lnTo>
                <a:close/>
              </a:path>
              <a:path w="3168015" h="1121410">
                <a:moveTo>
                  <a:pt x="513714" y="918667"/>
                </a:moveTo>
                <a:lnTo>
                  <a:pt x="486676" y="927912"/>
                </a:lnTo>
                <a:lnTo>
                  <a:pt x="495922" y="954951"/>
                </a:lnTo>
                <a:lnTo>
                  <a:pt x="522960" y="945705"/>
                </a:lnTo>
                <a:lnTo>
                  <a:pt x="513714" y="918667"/>
                </a:lnTo>
                <a:close/>
              </a:path>
              <a:path w="3168015" h="1121410">
                <a:moveTo>
                  <a:pt x="567778" y="900163"/>
                </a:moveTo>
                <a:lnTo>
                  <a:pt x="540740" y="909408"/>
                </a:lnTo>
                <a:lnTo>
                  <a:pt x="549998" y="936447"/>
                </a:lnTo>
                <a:lnTo>
                  <a:pt x="577037" y="927201"/>
                </a:lnTo>
                <a:lnTo>
                  <a:pt x="567778" y="900163"/>
                </a:lnTo>
                <a:close/>
              </a:path>
              <a:path w="3168015" h="1121410">
                <a:moveTo>
                  <a:pt x="621855" y="881672"/>
                </a:moveTo>
                <a:lnTo>
                  <a:pt x="594817" y="890917"/>
                </a:lnTo>
                <a:lnTo>
                  <a:pt x="604075" y="917955"/>
                </a:lnTo>
                <a:lnTo>
                  <a:pt x="631101" y="908710"/>
                </a:lnTo>
                <a:lnTo>
                  <a:pt x="621855" y="881672"/>
                </a:lnTo>
                <a:close/>
              </a:path>
              <a:path w="3168015" h="1121410">
                <a:moveTo>
                  <a:pt x="675932" y="863168"/>
                </a:moveTo>
                <a:lnTo>
                  <a:pt x="648893" y="872426"/>
                </a:lnTo>
                <a:lnTo>
                  <a:pt x="658139" y="899452"/>
                </a:lnTo>
                <a:lnTo>
                  <a:pt x="685177" y="890206"/>
                </a:lnTo>
                <a:lnTo>
                  <a:pt x="675932" y="863168"/>
                </a:lnTo>
                <a:close/>
              </a:path>
              <a:path w="3168015" h="1121410">
                <a:moveTo>
                  <a:pt x="730008" y="844676"/>
                </a:moveTo>
                <a:lnTo>
                  <a:pt x="702970" y="853922"/>
                </a:lnTo>
                <a:lnTo>
                  <a:pt x="712215" y="880960"/>
                </a:lnTo>
                <a:lnTo>
                  <a:pt x="739254" y="871715"/>
                </a:lnTo>
                <a:lnTo>
                  <a:pt x="730008" y="844676"/>
                </a:lnTo>
                <a:close/>
              </a:path>
              <a:path w="3168015" h="1121410">
                <a:moveTo>
                  <a:pt x="784085" y="826185"/>
                </a:moveTo>
                <a:lnTo>
                  <a:pt x="757047" y="835431"/>
                </a:lnTo>
                <a:lnTo>
                  <a:pt x="766292" y="862469"/>
                </a:lnTo>
                <a:lnTo>
                  <a:pt x="793330" y="853211"/>
                </a:lnTo>
                <a:lnTo>
                  <a:pt x="784085" y="826185"/>
                </a:lnTo>
                <a:close/>
              </a:path>
              <a:path w="3168015" h="1121410">
                <a:moveTo>
                  <a:pt x="838149" y="807681"/>
                </a:moveTo>
                <a:lnTo>
                  <a:pt x="811123" y="816927"/>
                </a:lnTo>
                <a:lnTo>
                  <a:pt x="820369" y="843965"/>
                </a:lnTo>
                <a:lnTo>
                  <a:pt x="847407" y="834720"/>
                </a:lnTo>
                <a:lnTo>
                  <a:pt x="838149" y="807681"/>
                </a:lnTo>
                <a:close/>
              </a:path>
              <a:path w="3168015" h="1121410">
                <a:moveTo>
                  <a:pt x="892225" y="789190"/>
                </a:moveTo>
                <a:lnTo>
                  <a:pt x="865187" y="798436"/>
                </a:lnTo>
                <a:lnTo>
                  <a:pt x="874445" y="825474"/>
                </a:lnTo>
                <a:lnTo>
                  <a:pt x="901484" y="816228"/>
                </a:lnTo>
                <a:lnTo>
                  <a:pt x="892225" y="789190"/>
                </a:lnTo>
                <a:close/>
              </a:path>
              <a:path w="3168015" h="1121410">
                <a:moveTo>
                  <a:pt x="946302" y="770686"/>
                </a:moveTo>
                <a:lnTo>
                  <a:pt x="919264" y="779945"/>
                </a:lnTo>
                <a:lnTo>
                  <a:pt x="928509" y="806970"/>
                </a:lnTo>
                <a:lnTo>
                  <a:pt x="955548" y="797725"/>
                </a:lnTo>
                <a:lnTo>
                  <a:pt x="946302" y="770686"/>
                </a:lnTo>
                <a:close/>
              </a:path>
              <a:path w="3168015" h="1121410">
                <a:moveTo>
                  <a:pt x="1000378" y="752195"/>
                </a:moveTo>
                <a:lnTo>
                  <a:pt x="973340" y="761441"/>
                </a:lnTo>
                <a:lnTo>
                  <a:pt x="982586" y="788479"/>
                </a:lnTo>
                <a:lnTo>
                  <a:pt x="1009624" y="779233"/>
                </a:lnTo>
                <a:lnTo>
                  <a:pt x="1000378" y="752195"/>
                </a:lnTo>
                <a:close/>
              </a:path>
              <a:path w="3168015" h="1121410">
                <a:moveTo>
                  <a:pt x="1054455" y="733704"/>
                </a:moveTo>
                <a:lnTo>
                  <a:pt x="1027417" y="742949"/>
                </a:lnTo>
                <a:lnTo>
                  <a:pt x="1036662" y="769988"/>
                </a:lnTo>
                <a:lnTo>
                  <a:pt x="1063701" y="760729"/>
                </a:lnTo>
                <a:lnTo>
                  <a:pt x="1054455" y="733704"/>
                </a:lnTo>
                <a:close/>
              </a:path>
              <a:path w="3168015" h="1121410">
                <a:moveTo>
                  <a:pt x="1108519" y="715200"/>
                </a:moveTo>
                <a:lnTo>
                  <a:pt x="1081493" y="724446"/>
                </a:lnTo>
                <a:lnTo>
                  <a:pt x="1090739" y="751484"/>
                </a:lnTo>
                <a:lnTo>
                  <a:pt x="1117777" y="742238"/>
                </a:lnTo>
                <a:lnTo>
                  <a:pt x="1108519" y="715200"/>
                </a:lnTo>
                <a:close/>
              </a:path>
              <a:path w="3168015" h="1121410">
                <a:moveTo>
                  <a:pt x="1162596" y="696709"/>
                </a:moveTo>
                <a:lnTo>
                  <a:pt x="1135557" y="705954"/>
                </a:lnTo>
                <a:lnTo>
                  <a:pt x="1144816" y="732993"/>
                </a:lnTo>
                <a:lnTo>
                  <a:pt x="1171854" y="723747"/>
                </a:lnTo>
                <a:lnTo>
                  <a:pt x="1162596" y="696709"/>
                </a:lnTo>
                <a:close/>
              </a:path>
              <a:path w="3168015" h="1121410">
                <a:moveTo>
                  <a:pt x="1216672" y="678205"/>
                </a:moveTo>
                <a:lnTo>
                  <a:pt x="1189634" y="687463"/>
                </a:lnTo>
                <a:lnTo>
                  <a:pt x="1198879" y="714489"/>
                </a:lnTo>
                <a:lnTo>
                  <a:pt x="1225918" y="705243"/>
                </a:lnTo>
                <a:lnTo>
                  <a:pt x="1216672" y="678205"/>
                </a:lnTo>
                <a:close/>
              </a:path>
              <a:path w="3168015" h="1121410">
                <a:moveTo>
                  <a:pt x="1270749" y="659714"/>
                </a:moveTo>
                <a:lnTo>
                  <a:pt x="1243711" y="668959"/>
                </a:lnTo>
                <a:lnTo>
                  <a:pt x="1252956" y="695998"/>
                </a:lnTo>
                <a:lnTo>
                  <a:pt x="1279994" y="686752"/>
                </a:lnTo>
                <a:lnTo>
                  <a:pt x="1270749" y="659714"/>
                </a:lnTo>
                <a:close/>
              </a:path>
              <a:path w="3168015" h="1121410">
                <a:moveTo>
                  <a:pt x="1324825" y="641210"/>
                </a:moveTo>
                <a:lnTo>
                  <a:pt x="1297787" y="650468"/>
                </a:lnTo>
                <a:lnTo>
                  <a:pt x="1307033" y="677506"/>
                </a:lnTo>
                <a:lnTo>
                  <a:pt x="1334071" y="668248"/>
                </a:lnTo>
                <a:lnTo>
                  <a:pt x="1324825" y="641210"/>
                </a:lnTo>
                <a:close/>
              </a:path>
              <a:path w="3168015" h="1121410">
                <a:moveTo>
                  <a:pt x="1378889" y="622719"/>
                </a:moveTo>
                <a:lnTo>
                  <a:pt x="1351864" y="631964"/>
                </a:lnTo>
                <a:lnTo>
                  <a:pt x="1361109" y="659002"/>
                </a:lnTo>
                <a:lnTo>
                  <a:pt x="1388148" y="649757"/>
                </a:lnTo>
                <a:lnTo>
                  <a:pt x="1378889" y="622719"/>
                </a:lnTo>
                <a:close/>
              </a:path>
              <a:path w="3168015" h="1121410">
                <a:moveTo>
                  <a:pt x="1432966" y="604227"/>
                </a:moveTo>
                <a:lnTo>
                  <a:pt x="1405928" y="613473"/>
                </a:lnTo>
                <a:lnTo>
                  <a:pt x="1415186" y="640511"/>
                </a:lnTo>
                <a:lnTo>
                  <a:pt x="1442212" y="631266"/>
                </a:lnTo>
                <a:lnTo>
                  <a:pt x="1432966" y="604227"/>
                </a:lnTo>
                <a:close/>
              </a:path>
              <a:path w="3168015" h="1121410">
                <a:moveTo>
                  <a:pt x="1487042" y="585723"/>
                </a:moveTo>
                <a:lnTo>
                  <a:pt x="1460004" y="594969"/>
                </a:lnTo>
                <a:lnTo>
                  <a:pt x="1469250" y="622007"/>
                </a:lnTo>
                <a:lnTo>
                  <a:pt x="1496288" y="612762"/>
                </a:lnTo>
                <a:lnTo>
                  <a:pt x="1487042" y="585723"/>
                </a:lnTo>
                <a:close/>
              </a:path>
              <a:path w="3168015" h="1121410">
                <a:moveTo>
                  <a:pt x="1541119" y="567232"/>
                </a:moveTo>
                <a:lnTo>
                  <a:pt x="1514081" y="576478"/>
                </a:lnTo>
                <a:lnTo>
                  <a:pt x="1523326" y="603516"/>
                </a:lnTo>
                <a:lnTo>
                  <a:pt x="1550365" y="594271"/>
                </a:lnTo>
                <a:lnTo>
                  <a:pt x="1541119" y="567232"/>
                </a:lnTo>
                <a:close/>
              </a:path>
              <a:path w="3168015" h="1121410">
                <a:moveTo>
                  <a:pt x="1595196" y="548728"/>
                </a:moveTo>
                <a:lnTo>
                  <a:pt x="1568157" y="557987"/>
                </a:lnTo>
                <a:lnTo>
                  <a:pt x="1577403" y="585025"/>
                </a:lnTo>
                <a:lnTo>
                  <a:pt x="1604441" y="575767"/>
                </a:lnTo>
                <a:lnTo>
                  <a:pt x="1595196" y="548728"/>
                </a:lnTo>
                <a:close/>
              </a:path>
              <a:path w="3168015" h="1121410">
                <a:moveTo>
                  <a:pt x="1649260" y="530237"/>
                </a:moveTo>
                <a:lnTo>
                  <a:pt x="1622221" y="539483"/>
                </a:lnTo>
                <a:lnTo>
                  <a:pt x="1631480" y="566521"/>
                </a:lnTo>
                <a:lnTo>
                  <a:pt x="1658518" y="557275"/>
                </a:lnTo>
                <a:lnTo>
                  <a:pt x="1649260" y="530237"/>
                </a:lnTo>
                <a:close/>
              </a:path>
              <a:path w="3168015" h="1121410">
                <a:moveTo>
                  <a:pt x="1703336" y="511746"/>
                </a:moveTo>
                <a:lnTo>
                  <a:pt x="1676298" y="520992"/>
                </a:lnTo>
                <a:lnTo>
                  <a:pt x="1685543" y="548030"/>
                </a:lnTo>
                <a:lnTo>
                  <a:pt x="1712582" y="538784"/>
                </a:lnTo>
                <a:lnTo>
                  <a:pt x="1703336" y="511746"/>
                </a:lnTo>
                <a:close/>
              </a:path>
              <a:path w="3168015" h="1121410">
                <a:moveTo>
                  <a:pt x="1757413" y="493242"/>
                </a:moveTo>
                <a:lnTo>
                  <a:pt x="1730375" y="502488"/>
                </a:lnTo>
                <a:lnTo>
                  <a:pt x="1739620" y="529526"/>
                </a:lnTo>
                <a:lnTo>
                  <a:pt x="1766658" y="520280"/>
                </a:lnTo>
                <a:lnTo>
                  <a:pt x="1757413" y="493242"/>
                </a:lnTo>
                <a:close/>
              </a:path>
              <a:path w="3168015" h="1121410">
                <a:moveTo>
                  <a:pt x="1811489" y="474751"/>
                </a:moveTo>
                <a:lnTo>
                  <a:pt x="1784451" y="483996"/>
                </a:lnTo>
                <a:lnTo>
                  <a:pt x="1793697" y="511035"/>
                </a:lnTo>
                <a:lnTo>
                  <a:pt x="1820735" y="501789"/>
                </a:lnTo>
                <a:lnTo>
                  <a:pt x="1811489" y="474751"/>
                </a:lnTo>
                <a:close/>
              </a:path>
              <a:path w="3168015" h="1121410">
                <a:moveTo>
                  <a:pt x="1865566" y="456247"/>
                </a:moveTo>
                <a:lnTo>
                  <a:pt x="1838528" y="465505"/>
                </a:lnTo>
                <a:lnTo>
                  <a:pt x="1847773" y="492544"/>
                </a:lnTo>
                <a:lnTo>
                  <a:pt x="1874812" y="483285"/>
                </a:lnTo>
                <a:lnTo>
                  <a:pt x="1865566" y="456247"/>
                </a:lnTo>
                <a:close/>
              </a:path>
              <a:path w="3168015" h="1121410">
                <a:moveTo>
                  <a:pt x="1919630" y="437756"/>
                </a:moveTo>
                <a:lnTo>
                  <a:pt x="1892592" y="447001"/>
                </a:lnTo>
                <a:lnTo>
                  <a:pt x="1901850" y="474040"/>
                </a:lnTo>
                <a:lnTo>
                  <a:pt x="1928888" y="464794"/>
                </a:lnTo>
                <a:lnTo>
                  <a:pt x="1919630" y="437756"/>
                </a:lnTo>
                <a:close/>
              </a:path>
              <a:path w="3168015" h="1121410">
                <a:moveTo>
                  <a:pt x="1973706" y="419265"/>
                </a:moveTo>
                <a:lnTo>
                  <a:pt x="1946668" y="428510"/>
                </a:lnTo>
                <a:lnTo>
                  <a:pt x="1955914" y="455548"/>
                </a:lnTo>
                <a:lnTo>
                  <a:pt x="1982952" y="446290"/>
                </a:lnTo>
                <a:lnTo>
                  <a:pt x="1973706" y="419265"/>
                </a:lnTo>
                <a:close/>
              </a:path>
              <a:path w="3168015" h="1121410">
                <a:moveTo>
                  <a:pt x="2027783" y="400761"/>
                </a:moveTo>
                <a:lnTo>
                  <a:pt x="2000745" y="410006"/>
                </a:lnTo>
                <a:lnTo>
                  <a:pt x="2009990" y="437045"/>
                </a:lnTo>
                <a:lnTo>
                  <a:pt x="2037029" y="427799"/>
                </a:lnTo>
                <a:lnTo>
                  <a:pt x="2027783" y="400761"/>
                </a:lnTo>
                <a:close/>
              </a:path>
              <a:path w="3168015" h="1121410">
                <a:moveTo>
                  <a:pt x="2081860" y="382269"/>
                </a:moveTo>
                <a:lnTo>
                  <a:pt x="2054821" y="391515"/>
                </a:lnTo>
                <a:lnTo>
                  <a:pt x="2064067" y="418553"/>
                </a:lnTo>
                <a:lnTo>
                  <a:pt x="2091105" y="409308"/>
                </a:lnTo>
                <a:lnTo>
                  <a:pt x="2081860" y="382269"/>
                </a:lnTo>
                <a:close/>
              </a:path>
              <a:path w="3168015" h="1121410">
                <a:moveTo>
                  <a:pt x="2135936" y="363766"/>
                </a:moveTo>
                <a:lnTo>
                  <a:pt x="2108898" y="373024"/>
                </a:lnTo>
                <a:lnTo>
                  <a:pt x="2118144" y="400049"/>
                </a:lnTo>
                <a:lnTo>
                  <a:pt x="2145182" y="390804"/>
                </a:lnTo>
                <a:lnTo>
                  <a:pt x="2135936" y="363766"/>
                </a:lnTo>
                <a:close/>
              </a:path>
              <a:path w="3168015" h="1121410">
                <a:moveTo>
                  <a:pt x="2190000" y="345274"/>
                </a:moveTo>
                <a:lnTo>
                  <a:pt x="2162962" y="354520"/>
                </a:lnTo>
                <a:lnTo>
                  <a:pt x="2172220" y="381558"/>
                </a:lnTo>
                <a:lnTo>
                  <a:pt x="2199259" y="372313"/>
                </a:lnTo>
                <a:lnTo>
                  <a:pt x="2190000" y="345274"/>
                </a:lnTo>
                <a:close/>
              </a:path>
              <a:path w="3168015" h="1121410">
                <a:moveTo>
                  <a:pt x="2244077" y="326783"/>
                </a:moveTo>
                <a:lnTo>
                  <a:pt x="2217039" y="336029"/>
                </a:lnTo>
                <a:lnTo>
                  <a:pt x="2226297" y="363067"/>
                </a:lnTo>
                <a:lnTo>
                  <a:pt x="2253322" y="353809"/>
                </a:lnTo>
                <a:lnTo>
                  <a:pt x="2244077" y="326783"/>
                </a:lnTo>
                <a:close/>
              </a:path>
              <a:path w="3168015" h="1121410">
                <a:moveTo>
                  <a:pt x="2298153" y="308279"/>
                </a:moveTo>
                <a:lnTo>
                  <a:pt x="2271115" y="317525"/>
                </a:lnTo>
                <a:lnTo>
                  <a:pt x="2280361" y="344563"/>
                </a:lnTo>
                <a:lnTo>
                  <a:pt x="2307399" y="335318"/>
                </a:lnTo>
                <a:lnTo>
                  <a:pt x="2298153" y="308279"/>
                </a:lnTo>
                <a:close/>
              </a:path>
              <a:path w="3168015" h="1121410">
                <a:moveTo>
                  <a:pt x="2352230" y="289788"/>
                </a:moveTo>
                <a:lnTo>
                  <a:pt x="2325192" y="299034"/>
                </a:lnTo>
                <a:lnTo>
                  <a:pt x="2334437" y="326072"/>
                </a:lnTo>
                <a:lnTo>
                  <a:pt x="2361476" y="316826"/>
                </a:lnTo>
                <a:lnTo>
                  <a:pt x="2352230" y="289788"/>
                </a:lnTo>
                <a:close/>
              </a:path>
              <a:path w="3168015" h="1121410">
                <a:moveTo>
                  <a:pt x="2406307" y="271284"/>
                </a:moveTo>
                <a:lnTo>
                  <a:pt x="2379268" y="280542"/>
                </a:lnTo>
                <a:lnTo>
                  <a:pt x="2388514" y="307568"/>
                </a:lnTo>
                <a:lnTo>
                  <a:pt x="2415552" y="298322"/>
                </a:lnTo>
                <a:lnTo>
                  <a:pt x="2406307" y="271284"/>
                </a:lnTo>
                <a:close/>
              </a:path>
              <a:path w="3168015" h="1121410">
                <a:moveTo>
                  <a:pt x="2460371" y="252793"/>
                </a:moveTo>
                <a:lnTo>
                  <a:pt x="2433332" y="262039"/>
                </a:lnTo>
                <a:lnTo>
                  <a:pt x="2442591" y="289077"/>
                </a:lnTo>
                <a:lnTo>
                  <a:pt x="2469629" y="279831"/>
                </a:lnTo>
                <a:lnTo>
                  <a:pt x="2460371" y="252793"/>
                </a:lnTo>
                <a:close/>
              </a:path>
              <a:path w="3168015" h="1121410">
                <a:moveTo>
                  <a:pt x="2514447" y="234289"/>
                </a:moveTo>
                <a:lnTo>
                  <a:pt x="2487409" y="243547"/>
                </a:lnTo>
                <a:lnTo>
                  <a:pt x="2496654" y="270586"/>
                </a:lnTo>
                <a:lnTo>
                  <a:pt x="2523693" y="261327"/>
                </a:lnTo>
                <a:lnTo>
                  <a:pt x="2514447" y="234289"/>
                </a:lnTo>
                <a:close/>
              </a:path>
              <a:path w="3168015" h="1121410">
                <a:moveTo>
                  <a:pt x="2568524" y="215798"/>
                </a:moveTo>
                <a:lnTo>
                  <a:pt x="2541485" y="225043"/>
                </a:lnTo>
                <a:lnTo>
                  <a:pt x="2550731" y="252082"/>
                </a:lnTo>
                <a:lnTo>
                  <a:pt x="2577769" y="242836"/>
                </a:lnTo>
                <a:lnTo>
                  <a:pt x="2568524" y="215798"/>
                </a:lnTo>
                <a:close/>
              </a:path>
              <a:path w="3168015" h="1121410">
                <a:moveTo>
                  <a:pt x="2622600" y="197307"/>
                </a:moveTo>
                <a:lnTo>
                  <a:pt x="2595562" y="206552"/>
                </a:lnTo>
                <a:lnTo>
                  <a:pt x="2604808" y="233591"/>
                </a:lnTo>
                <a:lnTo>
                  <a:pt x="2631846" y="224345"/>
                </a:lnTo>
                <a:lnTo>
                  <a:pt x="2622600" y="197307"/>
                </a:lnTo>
                <a:close/>
              </a:path>
              <a:path w="3168015" h="1121410">
                <a:moveTo>
                  <a:pt x="2676677" y="178803"/>
                </a:moveTo>
                <a:lnTo>
                  <a:pt x="2649639" y="188048"/>
                </a:lnTo>
                <a:lnTo>
                  <a:pt x="2658884" y="215087"/>
                </a:lnTo>
                <a:lnTo>
                  <a:pt x="2685923" y="205841"/>
                </a:lnTo>
                <a:lnTo>
                  <a:pt x="2676677" y="178803"/>
                </a:lnTo>
                <a:close/>
              </a:path>
              <a:path w="3168015" h="1121410">
                <a:moveTo>
                  <a:pt x="2730741" y="160312"/>
                </a:moveTo>
                <a:lnTo>
                  <a:pt x="2703703" y="169557"/>
                </a:lnTo>
                <a:lnTo>
                  <a:pt x="2712961" y="196595"/>
                </a:lnTo>
                <a:lnTo>
                  <a:pt x="2739999" y="187350"/>
                </a:lnTo>
                <a:lnTo>
                  <a:pt x="2730741" y="160312"/>
                </a:lnTo>
                <a:close/>
              </a:path>
              <a:path w="3168015" h="1121410">
                <a:moveTo>
                  <a:pt x="2784817" y="141808"/>
                </a:moveTo>
                <a:lnTo>
                  <a:pt x="2757779" y="151066"/>
                </a:lnTo>
                <a:lnTo>
                  <a:pt x="2767025" y="178104"/>
                </a:lnTo>
                <a:lnTo>
                  <a:pt x="2794063" y="168846"/>
                </a:lnTo>
                <a:lnTo>
                  <a:pt x="2784817" y="141808"/>
                </a:lnTo>
                <a:close/>
              </a:path>
              <a:path w="3168015" h="1121410">
                <a:moveTo>
                  <a:pt x="2838894" y="123316"/>
                </a:moveTo>
                <a:lnTo>
                  <a:pt x="2811856" y="132562"/>
                </a:lnTo>
                <a:lnTo>
                  <a:pt x="2821101" y="159600"/>
                </a:lnTo>
                <a:lnTo>
                  <a:pt x="2848140" y="150355"/>
                </a:lnTo>
                <a:lnTo>
                  <a:pt x="2838894" y="123316"/>
                </a:lnTo>
                <a:close/>
              </a:path>
              <a:path w="3168015" h="1121410">
                <a:moveTo>
                  <a:pt x="2892971" y="104825"/>
                </a:moveTo>
                <a:lnTo>
                  <a:pt x="2865932" y="114071"/>
                </a:lnTo>
                <a:lnTo>
                  <a:pt x="2875178" y="141109"/>
                </a:lnTo>
                <a:lnTo>
                  <a:pt x="2902216" y="131864"/>
                </a:lnTo>
                <a:lnTo>
                  <a:pt x="2892971" y="104825"/>
                </a:lnTo>
                <a:close/>
              </a:path>
              <a:path w="3168015" h="1121410">
                <a:moveTo>
                  <a:pt x="2947047" y="86321"/>
                </a:moveTo>
                <a:lnTo>
                  <a:pt x="2920009" y="95567"/>
                </a:lnTo>
                <a:lnTo>
                  <a:pt x="2929254" y="122605"/>
                </a:lnTo>
                <a:lnTo>
                  <a:pt x="2956293" y="113360"/>
                </a:lnTo>
                <a:lnTo>
                  <a:pt x="2947047" y="86321"/>
                </a:lnTo>
                <a:close/>
              </a:path>
              <a:path w="3168015" h="1121410">
                <a:moveTo>
                  <a:pt x="3001111" y="67830"/>
                </a:moveTo>
                <a:lnTo>
                  <a:pt x="2974086" y="77076"/>
                </a:lnTo>
                <a:lnTo>
                  <a:pt x="2983331" y="104114"/>
                </a:lnTo>
                <a:lnTo>
                  <a:pt x="3010369" y="94868"/>
                </a:lnTo>
                <a:lnTo>
                  <a:pt x="3001111" y="67830"/>
                </a:lnTo>
                <a:close/>
              </a:path>
              <a:path w="3168015" h="1121410">
                <a:moveTo>
                  <a:pt x="3113996" y="44316"/>
                </a:moveTo>
                <a:lnTo>
                  <a:pt x="3118510" y="57873"/>
                </a:lnTo>
                <a:lnTo>
                  <a:pt x="3095451" y="65758"/>
                </a:lnTo>
                <a:lnTo>
                  <a:pt x="3059938" y="106819"/>
                </a:lnTo>
                <a:lnTo>
                  <a:pt x="3060585" y="115836"/>
                </a:lnTo>
                <a:lnTo>
                  <a:pt x="3072523" y="126161"/>
                </a:lnTo>
                <a:lnTo>
                  <a:pt x="3081540" y="125514"/>
                </a:lnTo>
                <a:lnTo>
                  <a:pt x="3147600" y="49149"/>
                </a:lnTo>
                <a:lnTo>
                  <a:pt x="3138017" y="49149"/>
                </a:lnTo>
                <a:lnTo>
                  <a:pt x="3113996" y="44316"/>
                </a:lnTo>
                <a:close/>
              </a:path>
              <a:path w="3168015" h="1121410">
                <a:moveTo>
                  <a:pt x="3055188" y="49326"/>
                </a:moveTo>
                <a:lnTo>
                  <a:pt x="3028149" y="58585"/>
                </a:lnTo>
                <a:lnTo>
                  <a:pt x="3037408" y="85610"/>
                </a:lnTo>
                <a:lnTo>
                  <a:pt x="3064446" y="76365"/>
                </a:lnTo>
                <a:lnTo>
                  <a:pt x="3055188" y="49326"/>
                </a:lnTo>
                <a:close/>
              </a:path>
              <a:path w="3168015" h="1121410">
                <a:moveTo>
                  <a:pt x="3086197" y="38723"/>
                </a:moveTo>
                <a:lnTo>
                  <a:pt x="3082226" y="40081"/>
                </a:lnTo>
                <a:lnTo>
                  <a:pt x="3091472" y="67119"/>
                </a:lnTo>
                <a:lnTo>
                  <a:pt x="3095451" y="65758"/>
                </a:lnTo>
                <a:lnTo>
                  <a:pt x="3113909" y="44417"/>
                </a:lnTo>
                <a:lnTo>
                  <a:pt x="3113865" y="44289"/>
                </a:lnTo>
                <a:lnTo>
                  <a:pt x="3086197" y="38723"/>
                </a:lnTo>
                <a:close/>
              </a:path>
              <a:path w="3168015" h="1121410">
                <a:moveTo>
                  <a:pt x="3113909" y="44417"/>
                </a:moveTo>
                <a:lnTo>
                  <a:pt x="3095451" y="65758"/>
                </a:lnTo>
                <a:lnTo>
                  <a:pt x="3118510" y="57873"/>
                </a:lnTo>
                <a:lnTo>
                  <a:pt x="3113909" y="44417"/>
                </a:lnTo>
                <a:close/>
              </a:path>
              <a:path w="3168015" h="1121410">
                <a:moveTo>
                  <a:pt x="3130016" y="25793"/>
                </a:moveTo>
                <a:lnTo>
                  <a:pt x="3113996" y="44316"/>
                </a:lnTo>
                <a:lnTo>
                  <a:pt x="3138017" y="49149"/>
                </a:lnTo>
                <a:lnTo>
                  <a:pt x="3130016" y="25793"/>
                </a:lnTo>
                <a:close/>
              </a:path>
              <a:path w="3168015" h="1121410">
                <a:moveTo>
                  <a:pt x="3166838" y="25793"/>
                </a:moveTo>
                <a:lnTo>
                  <a:pt x="3130016" y="25793"/>
                </a:lnTo>
                <a:lnTo>
                  <a:pt x="3138017" y="49149"/>
                </a:lnTo>
                <a:lnTo>
                  <a:pt x="3147600" y="49149"/>
                </a:lnTo>
                <a:lnTo>
                  <a:pt x="3167659" y="25958"/>
                </a:lnTo>
                <a:lnTo>
                  <a:pt x="3166838" y="25793"/>
                </a:lnTo>
                <a:close/>
              </a:path>
              <a:path w="3168015" h="1121410">
                <a:moveTo>
                  <a:pt x="3125655" y="30835"/>
                </a:moveTo>
                <a:lnTo>
                  <a:pt x="3109264" y="30835"/>
                </a:lnTo>
                <a:lnTo>
                  <a:pt x="3113865" y="44289"/>
                </a:lnTo>
                <a:lnTo>
                  <a:pt x="3113996" y="44316"/>
                </a:lnTo>
                <a:lnTo>
                  <a:pt x="3125655" y="30835"/>
                </a:lnTo>
                <a:close/>
              </a:path>
              <a:path w="3168015" h="1121410">
                <a:moveTo>
                  <a:pt x="3109264" y="30835"/>
                </a:moveTo>
                <a:lnTo>
                  <a:pt x="3086197" y="38723"/>
                </a:lnTo>
                <a:lnTo>
                  <a:pt x="3113865" y="44289"/>
                </a:lnTo>
                <a:lnTo>
                  <a:pt x="3109264" y="30835"/>
                </a:lnTo>
                <a:close/>
              </a:path>
              <a:path w="3168015" h="1121410">
                <a:moveTo>
                  <a:pt x="3038614" y="0"/>
                </a:moveTo>
                <a:lnTo>
                  <a:pt x="3031083" y="5016"/>
                </a:lnTo>
                <a:lnTo>
                  <a:pt x="3027972" y="20485"/>
                </a:lnTo>
                <a:lnTo>
                  <a:pt x="3032975" y="28016"/>
                </a:lnTo>
                <a:lnTo>
                  <a:pt x="3086197" y="38723"/>
                </a:lnTo>
                <a:lnTo>
                  <a:pt x="3109264" y="30835"/>
                </a:lnTo>
                <a:lnTo>
                  <a:pt x="3125655" y="30835"/>
                </a:lnTo>
                <a:lnTo>
                  <a:pt x="3130016" y="25793"/>
                </a:lnTo>
                <a:lnTo>
                  <a:pt x="3166838" y="25793"/>
                </a:lnTo>
                <a:lnTo>
                  <a:pt x="3038614" y="0"/>
                </a:lnTo>
                <a:close/>
              </a:path>
            </a:pathLst>
          </a:custGeom>
          <a:solidFill>
            <a:srgbClr val="000000"/>
          </a:solidFill>
        </p:spPr>
        <p:txBody>
          <a:bodyPr wrap="square" lIns="0" tIns="0" rIns="0" bIns="0" rtlCol="0"/>
          <a:lstStyle/>
          <a:p>
            <a:endParaRPr/>
          </a:p>
        </p:txBody>
      </p:sp>
      <p:sp>
        <p:nvSpPr>
          <p:cNvPr id="21" name="object 21"/>
          <p:cNvSpPr/>
          <p:nvPr/>
        </p:nvSpPr>
        <p:spPr>
          <a:xfrm>
            <a:off x="1875447" y="2453614"/>
            <a:ext cx="782320" cy="123189"/>
          </a:xfrm>
          <a:custGeom>
            <a:avLst/>
            <a:gdLst/>
            <a:ahLst/>
            <a:cxnLst/>
            <a:rect l="l" t="t" r="r" b="b"/>
            <a:pathLst>
              <a:path w="782319" h="123189">
                <a:moveTo>
                  <a:pt x="723823" y="0"/>
                </a:moveTo>
                <a:lnTo>
                  <a:pt x="715048" y="8178"/>
                </a:lnTo>
                <a:lnTo>
                  <a:pt x="749122" y="51485"/>
                </a:lnTo>
                <a:lnTo>
                  <a:pt x="0" y="51485"/>
                </a:lnTo>
                <a:lnTo>
                  <a:pt x="0" y="71285"/>
                </a:lnTo>
                <a:lnTo>
                  <a:pt x="749122" y="71285"/>
                </a:lnTo>
                <a:lnTo>
                  <a:pt x="715048" y="114744"/>
                </a:lnTo>
                <a:lnTo>
                  <a:pt x="723823" y="122923"/>
                </a:lnTo>
                <a:lnTo>
                  <a:pt x="782319" y="66230"/>
                </a:lnTo>
                <a:lnTo>
                  <a:pt x="782319" y="56705"/>
                </a:lnTo>
                <a:lnTo>
                  <a:pt x="723823" y="0"/>
                </a:lnTo>
                <a:close/>
              </a:path>
            </a:pathLst>
          </a:custGeom>
          <a:solidFill>
            <a:srgbClr val="000000"/>
          </a:solidFill>
        </p:spPr>
        <p:txBody>
          <a:bodyPr wrap="square" lIns="0" tIns="0" rIns="0" bIns="0" rtlCol="0"/>
          <a:lstStyle/>
          <a:p>
            <a:endParaRPr/>
          </a:p>
        </p:txBody>
      </p:sp>
      <p:sp>
        <p:nvSpPr>
          <p:cNvPr id="22" name="object 22"/>
          <p:cNvSpPr txBox="1"/>
          <p:nvPr/>
        </p:nvSpPr>
        <p:spPr>
          <a:xfrm>
            <a:off x="1844598" y="2123947"/>
            <a:ext cx="79819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TeX Gyre Bonum Math"/>
                <a:cs typeface="TeX Gyre Bonum Math"/>
              </a:rPr>
              <a:t>encode</a:t>
            </a:r>
            <a:endParaRPr sz="1800">
              <a:latin typeface="TeX Gyre Bonum Math"/>
              <a:cs typeface="TeX Gyre Bonum Math"/>
            </a:endParaRPr>
          </a:p>
        </p:txBody>
      </p:sp>
      <p:sp>
        <p:nvSpPr>
          <p:cNvPr id="23" name="object 23"/>
          <p:cNvSpPr txBox="1"/>
          <p:nvPr/>
        </p:nvSpPr>
        <p:spPr>
          <a:xfrm>
            <a:off x="3136366" y="2286507"/>
            <a:ext cx="741045" cy="360680"/>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arlito"/>
                <a:cs typeface="Carlito"/>
              </a:rPr>
              <a:t>vector</a:t>
            </a:r>
            <a:endParaRPr sz="2200">
              <a:latin typeface="Carlito"/>
              <a:cs typeface="Carlito"/>
            </a:endParaRPr>
          </a:p>
        </p:txBody>
      </p:sp>
      <p:sp>
        <p:nvSpPr>
          <p:cNvPr id="24" name="object 24"/>
          <p:cNvSpPr/>
          <p:nvPr/>
        </p:nvSpPr>
        <p:spPr>
          <a:xfrm>
            <a:off x="1875447" y="3062097"/>
            <a:ext cx="782320" cy="123189"/>
          </a:xfrm>
          <a:custGeom>
            <a:avLst/>
            <a:gdLst/>
            <a:ahLst/>
            <a:cxnLst/>
            <a:rect l="l" t="t" r="r" b="b"/>
            <a:pathLst>
              <a:path w="782319" h="123189">
                <a:moveTo>
                  <a:pt x="723823" y="0"/>
                </a:moveTo>
                <a:lnTo>
                  <a:pt x="715048" y="8178"/>
                </a:lnTo>
                <a:lnTo>
                  <a:pt x="749122" y="51485"/>
                </a:lnTo>
                <a:lnTo>
                  <a:pt x="0" y="51485"/>
                </a:lnTo>
                <a:lnTo>
                  <a:pt x="0" y="71285"/>
                </a:lnTo>
                <a:lnTo>
                  <a:pt x="749122" y="71285"/>
                </a:lnTo>
                <a:lnTo>
                  <a:pt x="715048" y="114744"/>
                </a:lnTo>
                <a:lnTo>
                  <a:pt x="723823" y="122923"/>
                </a:lnTo>
                <a:lnTo>
                  <a:pt x="782319" y="66230"/>
                </a:lnTo>
                <a:lnTo>
                  <a:pt x="782319" y="56705"/>
                </a:lnTo>
                <a:lnTo>
                  <a:pt x="723823" y="0"/>
                </a:lnTo>
                <a:close/>
              </a:path>
            </a:pathLst>
          </a:custGeom>
          <a:solidFill>
            <a:srgbClr val="000000"/>
          </a:solidFill>
        </p:spPr>
        <p:txBody>
          <a:bodyPr wrap="square" lIns="0" tIns="0" rIns="0" bIns="0" rtlCol="0"/>
          <a:lstStyle/>
          <a:p>
            <a:endParaRPr/>
          </a:p>
        </p:txBody>
      </p:sp>
      <p:sp>
        <p:nvSpPr>
          <p:cNvPr id="25" name="object 25"/>
          <p:cNvSpPr txBox="1"/>
          <p:nvPr/>
        </p:nvSpPr>
        <p:spPr>
          <a:xfrm>
            <a:off x="1844598" y="2730500"/>
            <a:ext cx="79819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TeX Gyre Bonum Math"/>
                <a:cs typeface="TeX Gyre Bonum Math"/>
              </a:rPr>
              <a:t>encode</a:t>
            </a:r>
            <a:endParaRPr sz="1800">
              <a:latin typeface="TeX Gyre Bonum Math"/>
              <a:cs typeface="TeX Gyre Bonum Math"/>
            </a:endParaRPr>
          </a:p>
        </p:txBody>
      </p:sp>
      <p:sp>
        <p:nvSpPr>
          <p:cNvPr id="26" name="object 26"/>
          <p:cNvSpPr txBox="1"/>
          <p:nvPr/>
        </p:nvSpPr>
        <p:spPr>
          <a:xfrm>
            <a:off x="3136366" y="2896107"/>
            <a:ext cx="1037590" cy="360680"/>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arlito"/>
                <a:cs typeface="Carlito"/>
              </a:rPr>
              <a:t>direction</a:t>
            </a:r>
            <a:endParaRPr sz="2200" dirty="0">
              <a:latin typeface="Carlito"/>
              <a:cs typeface="Carlito"/>
            </a:endParaRPr>
          </a:p>
        </p:txBody>
      </p:sp>
      <p:sp>
        <p:nvSpPr>
          <p:cNvPr id="27" name="object 27"/>
          <p:cNvSpPr txBox="1"/>
          <p:nvPr/>
        </p:nvSpPr>
        <p:spPr>
          <a:xfrm>
            <a:off x="7889976" y="213867"/>
            <a:ext cx="855344" cy="360680"/>
          </a:xfrm>
          <a:prstGeom prst="rect">
            <a:avLst/>
          </a:prstGeom>
        </p:spPr>
        <p:txBody>
          <a:bodyPr vert="horz" wrap="square" lIns="0" tIns="12700" rIns="0" bIns="0" rtlCol="0">
            <a:spAutoFit/>
          </a:bodyPr>
          <a:lstStyle/>
          <a:p>
            <a:pPr marL="12700">
              <a:lnSpc>
                <a:spcPct val="100000"/>
              </a:lnSpc>
              <a:spcBef>
                <a:spcPts val="100"/>
              </a:spcBef>
            </a:pPr>
            <a:r>
              <a:rPr sz="2200" spc="-10" dirty="0">
                <a:solidFill>
                  <a:srgbClr val="FFFFFF"/>
                </a:solidFill>
                <a:latin typeface="Carlito"/>
                <a:cs typeface="Carlito"/>
              </a:rPr>
              <a:t>models</a:t>
            </a:r>
            <a:endParaRPr sz="2200">
              <a:latin typeface="Carlito"/>
              <a:cs typeface="Carlito"/>
            </a:endParaRPr>
          </a:p>
        </p:txBody>
      </p:sp>
      <p:sp>
        <p:nvSpPr>
          <p:cNvPr id="28" name="object 28"/>
          <p:cNvSpPr txBox="1"/>
          <p:nvPr/>
        </p:nvSpPr>
        <p:spPr>
          <a:xfrm>
            <a:off x="6126429" y="6234684"/>
            <a:ext cx="2929890" cy="610870"/>
          </a:xfrm>
          <a:prstGeom prst="rect">
            <a:avLst/>
          </a:prstGeom>
        </p:spPr>
        <p:txBody>
          <a:bodyPr vert="horz" wrap="square" lIns="0" tIns="41910" rIns="0" bIns="0" rtlCol="0">
            <a:spAutoFit/>
          </a:bodyPr>
          <a:lstStyle/>
          <a:p>
            <a:pPr marL="87630" marR="5080" indent="-75565">
              <a:lnSpc>
                <a:spcPts val="2210"/>
              </a:lnSpc>
              <a:spcBef>
                <a:spcPts val="330"/>
              </a:spcBef>
            </a:pPr>
            <a:r>
              <a:rPr sz="2000" spc="-10" dirty="0">
                <a:latin typeface="Carlito"/>
                <a:cs typeface="Carlito"/>
              </a:rPr>
              <a:t>Word2vec</a:t>
            </a:r>
            <a:r>
              <a:rPr sz="2000" spc="-60" dirty="0">
                <a:latin typeface="Carlito"/>
                <a:cs typeface="Carlito"/>
              </a:rPr>
              <a:t> </a:t>
            </a:r>
            <a:r>
              <a:rPr sz="2000" spc="-10" dirty="0">
                <a:solidFill>
                  <a:srgbClr val="7030A0"/>
                </a:solidFill>
                <a:latin typeface="Carlito"/>
                <a:cs typeface="Carlito"/>
              </a:rPr>
              <a:t>[Mikolov</a:t>
            </a:r>
            <a:r>
              <a:rPr sz="2000" spc="-60" dirty="0">
                <a:solidFill>
                  <a:srgbClr val="7030A0"/>
                </a:solidFill>
                <a:latin typeface="Carlito"/>
                <a:cs typeface="Carlito"/>
              </a:rPr>
              <a:t> </a:t>
            </a:r>
            <a:r>
              <a:rPr sz="2000" dirty="0">
                <a:solidFill>
                  <a:srgbClr val="7030A0"/>
                </a:solidFill>
                <a:latin typeface="Carlito"/>
                <a:cs typeface="Carlito"/>
              </a:rPr>
              <a:t>et</a:t>
            </a:r>
            <a:r>
              <a:rPr sz="2000" spc="-55" dirty="0">
                <a:solidFill>
                  <a:srgbClr val="7030A0"/>
                </a:solidFill>
                <a:latin typeface="Carlito"/>
                <a:cs typeface="Carlito"/>
              </a:rPr>
              <a:t> </a:t>
            </a:r>
            <a:r>
              <a:rPr sz="2000" spc="-10" dirty="0">
                <a:solidFill>
                  <a:srgbClr val="7030A0"/>
                </a:solidFill>
                <a:latin typeface="Carlito"/>
                <a:cs typeface="Carlito"/>
              </a:rPr>
              <a:t>al’13] </a:t>
            </a:r>
            <a:r>
              <a:rPr sz="2000" spc="-10" dirty="0">
                <a:latin typeface="Carlito"/>
                <a:cs typeface="Carlito"/>
              </a:rPr>
              <a:t>GloVe</a:t>
            </a:r>
            <a:r>
              <a:rPr sz="2000" spc="-60" dirty="0">
                <a:latin typeface="Carlito"/>
                <a:cs typeface="Carlito"/>
              </a:rPr>
              <a:t> </a:t>
            </a:r>
            <a:r>
              <a:rPr sz="2000" spc="-10" dirty="0">
                <a:solidFill>
                  <a:srgbClr val="7030A0"/>
                </a:solidFill>
                <a:latin typeface="Carlito"/>
                <a:cs typeface="Carlito"/>
              </a:rPr>
              <a:t>[Pennington</a:t>
            </a:r>
            <a:r>
              <a:rPr sz="2000" spc="-65" dirty="0">
                <a:solidFill>
                  <a:srgbClr val="7030A0"/>
                </a:solidFill>
                <a:latin typeface="Carlito"/>
                <a:cs typeface="Carlito"/>
              </a:rPr>
              <a:t> </a:t>
            </a:r>
            <a:r>
              <a:rPr sz="2000" dirty="0">
                <a:solidFill>
                  <a:srgbClr val="7030A0"/>
                </a:solidFill>
                <a:latin typeface="Carlito"/>
                <a:cs typeface="Carlito"/>
              </a:rPr>
              <a:t>et</a:t>
            </a:r>
            <a:r>
              <a:rPr sz="2000" spc="-60" dirty="0">
                <a:solidFill>
                  <a:srgbClr val="7030A0"/>
                </a:solidFill>
                <a:latin typeface="Carlito"/>
                <a:cs typeface="Carlito"/>
              </a:rPr>
              <a:t> </a:t>
            </a:r>
            <a:r>
              <a:rPr sz="2000" spc="-10" dirty="0">
                <a:solidFill>
                  <a:srgbClr val="7030A0"/>
                </a:solidFill>
                <a:latin typeface="Carlito"/>
                <a:cs typeface="Carlito"/>
              </a:rPr>
              <a:t>al’14]</a:t>
            </a:r>
            <a:endParaRPr sz="2000">
              <a:latin typeface="Carlito"/>
              <a:cs typeface="Carlito"/>
            </a:endParaRPr>
          </a:p>
        </p:txBody>
      </p:sp>
      <p:sp>
        <p:nvSpPr>
          <p:cNvPr id="29" name="object 29"/>
          <p:cNvSpPr txBox="1"/>
          <p:nvPr/>
        </p:nvSpPr>
        <p:spPr>
          <a:xfrm>
            <a:off x="6695757" y="1466596"/>
            <a:ext cx="2088514" cy="360680"/>
          </a:xfrm>
          <a:prstGeom prst="rect">
            <a:avLst/>
          </a:prstGeom>
        </p:spPr>
        <p:txBody>
          <a:bodyPr vert="horz" wrap="square" lIns="0" tIns="12700" rIns="0" bIns="0" rtlCol="0">
            <a:spAutoFit/>
          </a:bodyPr>
          <a:lstStyle/>
          <a:p>
            <a:pPr marL="12700">
              <a:lnSpc>
                <a:spcPct val="100000"/>
              </a:lnSpc>
              <a:spcBef>
                <a:spcPts val="100"/>
              </a:spcBef>
            </a:pPr>
            <a:r>
              <a:rPr sz="2200" dirty="0">
                <a:latin typeface="Carlito"/>
                <a:cs typeface="Carlito"/>
              </a:rPr>
              <a:t>Unlabeled</a:t>
            </a:r>
            <a:r>
              <a:rPr sz="2200" spc="-60" dirty="0">
                <a:latin typeface="Carlito"/>
                <a:cs typeface="Carlito"/>
              </a:rPr>
              <a:t> </a:t>
            </a:r>
            <a:r>
              <a:rPr sz="2200" spc="-10" dirty="0">
                <a:latin typeface="Carlito"/>
                <a:cs typeface="Carlito"/>
              </a:rPr>
              <a:t>dataset</a:t>
            </a:r>
            <a:endParaRPr sz="2200">
              <a:latin typeface="Carlito"/>
              <a:cs typeface="Carlito"/>
            </a:endParaRPr>
          </a:p>
        </p:txBody>
      </p:sp>
      <p:sp>
        <p:nvSpPr>
          <p:cNvPr id="30" name="object 30"/>
          <p:cNvSpPr txBox="1"/>
          <p:nvPr/>
        </p:nvSpPr>
        <p:spPr>
          <a:xfrm>
            <a:off x="478790" y="1610868"/>
            <a:ext cx="3721100" cy="421640"/>
          </a:xfrm>
          <a:prstGeom prst="rect">
            <a:avLst/>
          </a:prstGeom>
        </p:spPr>
        <p:txBody>
          <a:bodyPr vert="horz" wrap="square" lIns="0" tIns="12700" rIns="0" bIns="0" rtlCol="0">
            <a:spAutoFit/>
          </a:bodyPr>
          <a:lstStyle/>
          <a:p>
            <a:pPr marL="12700">
              <a:lnSpc>
                <a:spcPct val="100000"/>
              </a:lnSpc>
              <a:spcBef>
                <a:spcPts val="100"/>
              </a:spcBef>
            </a:pPr>
            <a:r>
              <a:rPr lang="vi-VN" sz="2600" spc="-10" dirty="0">
                <a:latin typeface="Carlito"/>
                <a:cs typeface="Carlito"/>
              </a:rPr>
              <a:t>Biểu diễn từ bằng vectơ</a:t>
            </a:r>
            <a:endParaRPr sz="2600" dirty="0">
              <a:latin typeface="Carlito"/>
              <a:cs typeface="Carl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31470" y="4398009"/>
            <a:ext cx="8706485" cy="1972310"/>
          </a:xfrm>
          <a:custGeom>
            <a:avLst/>
            <a:gdLst/>
            <a:ahLst/>
            <a:cxnLst/>
            <a:rect l="l" t="t" r="r" b="b"/>
            <a:pathLst>
              <a:path w="8706485" h="1972310">
                <a:moveTo>
                  <a:pt x="8655304" y="50800"/>
                </a:moveTo>
                <a:lnTo>
                  <a:pt x="50800" y="50800"/>
                </a:lnTo>
                <a:lnTo>
                  <a:pt x="50800" y="127000"/>
                </a:lnTo>
                <a:lnTo>
                  <a:pt x="63500" y="127000"/>
                </a:lnTo>
                <a:lnTo>
                  <a:pt x="63500" y="1845310"/>
                </a:lnTo>
                <a:lnTo>
                  <a:pt x="50800" y="1845310"/>
                </a:lnTo>
                <a:lnTo>
                  <a:pt x="50800" y="1921510"/>
                </a:lnTo>
                <a:lnTo>
                  <a:pt x="8655304" y="1921510"/>
                </a:lnTo>
                <a:lnTo>
                  <a:pt x="8655304" y="1845310"/>
                </a:lnTo>
                <a:lnTo>
                  <a:pt x="8642604" y="1845310"/>
                </a:lnTo>
                <a:lnTo>
                  <a:pt x="8642604" y="127000"/>
                </a:lnTo>
                <a:lnTo>
                  <a:pt x="8655304" y="127000"/>
                </a:lnTo>
                <a:lnTo>
                  <a:pt x="8655304" y="50800"/>
                </a:lnTo>
                <a:close/>
              </a:path>
              <a:path w="8706485" h="1972310">
                <a:moveTo>
                  <a:pt x="8706104" y="25933"/>
                </a:moveTo>
                <a:lnTo>
                  <a:pt x="8680704" y="25933"/>
                </a:lnTo>
                <a:lnTo>
                  <a:pt x="8680704" y="1946389"/>
                </a:lnTo>
                <a:lnTo>
                  <a:pt x="8706104" y="1946389"/>
                </a:lnTo>
                <a:lnTo>
                  <a:pt x="8706104" y="25933"/>
                </a:lnTo>
                <a:close/>
              </a:path>
              <a:path w="8706485" h="1972310">
                <a:moveTo>
                  <a:pt x="8706104" y="0"/>
                </a:moveTo>
                <a:lnTo>
                  <a:pt x="0" y="0"/>
                </a:lnTo>
                <a:lnTo>
                  <a:pt x="0" y="25400"/>
                </a:lnTo>
                <a:lnTo>
                  <a:pt x="0" y="1946910"/>
                </a:lnTo>
                <a:lnTo>
                  <a:pt x="0" y="1972310"/>
                </a:lnTo>
                <a:lnTo>
                  <a:pt x="8706104" y="1972310"/>
                </a:lnTo>
                <a:lnTo>
                  <a:pt x="8706104" y="1946910"/>
                </a:lnTo>
                <a:lnTo>
                  <a:pt x="25400" y="1946910"/>
                </a:lnTo>
                <a:lnTo>
                  <a:pt x="25400" y="25400"/>
                </a:lnTo>
                <a:lnTo>
                  <a:pt x="8706104" y="25400"/>
                </a:lnTo>
                <a:lnTo>
                  <a:pt x="8706104" y="0"/>
                </a:lnTo>
                <a:close/>
              </a:path>
            </a:pathLst>
          </a:custGeom>
          <a:solidFill>
            <a:srgbClr val="404040"/>
          </a:solidFill>
        </p:spPr>
        <p:txBody>
          <a:bodyPr wrap="square" lIns="0" tIns="0" rIns="0" bIns="0" rtlCol="0"/>
          <a:lstStyle/>
          <a:p>
            <a:endParaRPr/>
          </a:p>
        </p:txBody>
      </p:sp>
      <p:sp>
        <p:nvSpPr>
          <p:cNvPr id="3" name="object 3"/>
          <p:cNvSpPr txBox="1"/>
          <p:nvPr/>
        </p:nvSpPr>
        <p:spPr>
          <a:xfrm>
            <a:off x="2594521" y="5125213"/>
            <a:ext cx="729615" cy="421640"/>
          </a:xfrm>
          <a:prstGeom prst="rect">
            <a:avLst/>
          </a:prstGeom>
        </p:spPr>
        <p:txBody>
          <a:bodyPr vert="horz" wrap="square" lIns="0" tIns="12700" rIns="0" bIns="0" rtlCol="0">
            <a:spAutoFit/>
          </a:bodyPr>
          <a:lstStyle/>
          <a:p>
            <a:pPr marL="12700">
              <a:lnSpc>
                <a:spcPct val="100000"/>
              </a:lnSpc>
              <a:spcBef>
                <a:spcPts val="100"/>
              </a:spcBef>
            </a:pPr>
            <a:r>
              <a:rPr sz="2600" spc="-20" dirty="0">
                <a:solidFill>
                  <a:srgbClr val="FFFFFF"/>
                </a:solidFill>
                <a:latin typeface="Carlito"/>
                <a:cs typeface="Carlito"/>
              </a:rPr>
              <a:t>GPT3</a:t>
            </a:r>
            <a:endParaRPr sz="2600" dirty="0">
              <a:latin typeface="Carlito"/>
              <a:cs typeface="Carlito"/>
            </a:endParaRPr>
          </a:p>
        </p:txBody>
      </p:sp>
      <p:pic>
        <p:nvPicPr>
          <p:cNvPr id="4" name="object 4"/>
          <p:cNvPicPr/>
          <p:nvPr/>
        </p:nvPicPr>
        <p:blipFill>
          <a:blip r:embed="rId2" cstate="print"/>
          <a:stretch>
            <a:fillRect/>
          </a:stretch>
        </p:blipFill>
        <p:spPr>
          <a:xfrm>
            <a:off x="333499" y="1842211"/>
            <a:ext cx="3986650" cy="751208"/>
          </a:xfrm>
          <a:prstGeom prst="rect">
            <a:avLst/>
          </a:prstGeom>
        </p:spPr>
      </p:pic>
      <p:pic>
        <p:nvPicPr>
          <p:cNvPr id="5" name="object 5"/>
          <p:cNvPicPr/>
          <p:nvPr/>
        </p:nvPicPr>
        <p:blipFill>
          <a:blip r:embed="rId3" cstate="print"/>
          <a:stretch>
            <a:fillRect/>
          </a:stretch>
        </p:blipFill>
        <p:spPr>
          <a:xfrm>
            <a:off x="4688801" y="978268"/>
            <a:ext cx="4160215" cy="2506535"/>
          </a:xfrm>
          <a:prstGeom prst="rect">
            <a:avLst/>
          </a:prstGeom>
        </p:spPr>
      </p:pic>
      <p:sp>
        <p:nvSpPr>
          <p:cNvPr id="6" name="object 6"/>
          <p:cNvSpPr/>
          <p:nvPr/>
        </p:nvSpPr>
        <p:spPr>
          <a:xfrm>
            <a:off x="3554907" y="4690074"/>
            <a:ext cx="0" cy="1371600"/>
          </a:xfrm>
          <a:custGeom>
            <a:avLst/>
            <a:gdLst/>
            <a:ahLst/>
            <a:cxnLst/>
            <a:rect l="l" t="t" r="r" b="b"/>
            <a:pathLst>
              <a:path h="1371600">
                <a:moveTo>
                  <a:pt x="0" y="1371600"/>
                </a:moveTo>
                <a:lnTo>
                  <a:pt x="1" y="0"/>
                </a:lnTo>
              </a:path>
            </a:pathLst>
          </a:custGeom>
          <a:ln w="19050">
            <a:solidFill>
              <a:srgbClr val="FFFFFF"/>
            </a:solidFill>
          </a:ln>
        </p:spPr>
        <p:txBody>
          <a:bodyPr wrap="square" lIns="0" tIns="0" rIns="0" bIns="0" rtlCol="0"/>
          <a:lstStyle/>
          <a:p>
            <a:endParaRPr/>
          </a:p>
        </p:txBody>
      </p:sp>
      <p:sp>
        <p:nvSpPr>
          <p:cNvPr id="7" name="object 7"/>
          <p:cNvSpPr txBox="1"/>
          <p:nvPr/>
        </p:nvSpPr>
        <p:spPr>
          <a:xfrm>
            <a:off x="3787737" y="4985511"/>
            <a:ext cx="2460662" cy="640559"/>
          </a:xfrm>
          <a:prstGeom prst="rect">
            <a:avLst/>
          </a:prstGeom>
        </p:spPr>
        <p:txBody>
          <a:bodyPr vert="horz" wrap="square" lIns="0" tIns="55244" rIns="0" bIns="0" rtlCol="0">
            <a:spAutoFit/>
          </a:bodyPr>
          <a:lstStyle/>
          <a:p>
            <a:pPr marL="240665" indent="-227965">
              <a:lnSpc>
                <a:spcPct val="100000"/>
              </a:lnSpc>
              <a:spcBef>
                <a:spcPts val="434"/>
              </a:spcBef>
              <a:buFont typeface="Arial"/>
              <a:buChar char="•"/>
              <a:tabLst>
                <a:tab pos="240665" algn="l"/>
              </a:tabLst>
            </a:pPr>
            <a:r>
              <a:rPr lang="en-US" sz="1900" dirty="0" err="1">
                <a:solidFill>
                  <a:srgbClr val="FFFFFF"/>
                </a:solidFill>
                <a:latin typeface="Carlito"/>
                <a:cs typeface="Carlito"/>
              </a:rPr>
              <a:t>Đề</a:t>
            </a:r>
            <a:r>
              <a:rPr lang="en-US" sz="1900" dirty="0">
                <a:solidFill>
                  <a:srgbClr val="FFFFFF"/>
                </a:solidFill>
                <a:latin typeface="Carlito"/>
                <a:cs typeface="Carlito"/>
              </a:rPr>
              <a:t> </a:t>
            </a:r>
            <a:r>
              <a:rPr lang="en-US" sz="1900" dirty="0" err="1">
                <a:solidFill>
                  <a:srgbClr val="FFFFFF"/>
                </a:solidFill>
                <a:latin typeface="Carlito"/>
                <a:cs typeface="Carlito"/>
              </a:rPr>
              <a:t>cập</a:t>
            </a:r>
            <a:r>
              <a:rPr lang="en-US" sz="1900" dirty="0">
                <a:solidFill>
                  <a:srgbClr val="FFFFFF"/>
                </a:solidFill>
                <a:latin typeface="Carlito"/>
                <a:cs typeface="Carlito"/>
              </a:rPr>
              <a:t> </a:t>
            </a:r>
            <a:r>
              <a:rPr lang="en-US" sz="1900" dirty="0" err="1">
                <a:solidFill>
                  <a:srgbClr val="FFFFFF"/>
                </a:solidFill>
                <a:latin typeface="Carlito"/>
                <a:cs typeface="Carlito"/>
              </a:rPr>
              <a:t>trong</a:t>
            </a:r>
            <a:r>
              <a:rPr lang="en-US" sz="1900" dirty="0">
                <a:solidFill>
                  <a:srgbClr val="FFFFFF"/>
                </a:solidFill>
                <a:latin typeface="Carlito"/>
                <a:cs typeface="Carlito"/>
              </a:rPr>
              <a:t> </a:t>
            </a:r>
            <a:r>
              <a:rPr lang="en-US" sz="1900" dirty="0" err="1">
                <a:solidFill>
                  <a:srgbClr val="FFFFFF"/>
                </a:solidFill>
                <a:latin typeface="Carlito"/>
                <a:cs typeface="Carlito"/>
              </a:rPr>
              <a:t>tương</a:t>
            </a:r>
            <a:r>
              <a:rPr lang="en-US" sz="1900" dirty="0">
                <a:solidFill>
                  <a:srgbClr val="FFFFFF"/>
                </a:solidFill>
                <a:latin typeface="Carlito"/>
                <a:cs typeface="Carlito"/>
              </a:rPr>
              <a:t> </a:t>
            </a:r>
            <a:r>
              <a:rPr lang="en-US" sz="1900" dirty="0" err="1">
                <a:solidFill>
                  <a:srgbClr val="FFFFFF"/>
                </a:solidFill>
                <a:latin typeface="Carlito"/>
                <a:cs typeface="Carlito"/>
              </a:rPr>
              <a:t>lai</a:t>
            </a:r>
            <a:r>
              <a:rPr lang="en-US" sz="1900" dirty="0">
                <a:solidFill>
                  <a:srgbClr val="FFFFFF"/>
                </a:solidFill>
                <a:latin typeface="Carlito"/>
                <a:cs typeface="Carlito"/>
              </a:rPr>
              <a:t> (</a:t>
            </a:r>
            <a:r>
              <a:rPr lang="en-US" sz="1900" dirty="0" err="1">
                <a:solidFill>
                  <a:srgbClr val="FFFFFF"/>
                </a:solidFill>
                <a:latin typeface="Carlito"/>
                <a:cs typeface="Carlito"/>
              </a:rPr>
              <a:t>nếu</a:t>
            </a:r>
            <a:r>
              <a:rPr lang="en-US" sz="1900" dirty="0">
                <a:solidFill>
                  <a:srgbClr val="FFFFFF"/>
                </a:solidFill>
                <a:latin typeface="Carlito"/>
                <a:cs typeface="Carlito"/>
              </a:rPr>
              <a:t> </a:t>
            </a:r>
            <a:r>
              <a:rPr lang="en-US" sz="1900" dirty="0" err="1">
                <a:solidFill>
                  <a:srgbClr val="FFFFFF"/>
                </a:solidFill>
                <a:latin typeface="Carlito"/>
                <a:cs typeface="Carlito"/>
              </a:rPr>
              <a:t>có</a:t>
            </a:r>
            <a:r>
              <a:rPr lang="en-US" sz="1900" dirty="0">
                <a:solidFill>
                  <a:srgbClr val="FFFFFF"/>
                </a:solidFill>
                <a:latin typeface="Carlito"/>
                <a:cs typeface="Carlito"/>
              </a:rPr>
              <a:t> </a:t>
            </a:r>
            <a:r>
              <a:rPr lang="en-US" sz="1900" dirty="0" err="1">
                <a:solidFill>
                  <a:srgbClr val="FFFFFF"/>
                </a:solidFill>
                <a:latin typeface="Carlito"/>
                <a:cs typeface="Carlito"/>
              </a:rPr>
              <a:t>thể</a:t>
            </a:r>
            <a:r>
              <a:rPr lang="en-US" sz="1900" dirty="0">
                <a:solidFill>
                  <a:srgbClr val="FFFFFF"/>
                </a:solidFill>
                <a:latin typeface="Carlito"/>
                <a:cs typeface="Carlito"/>
              </a:rPr>
              <a:t>!)</a:t>
            </a:r>
            <a:endParaRPr sz="1900" dirty="0">
              <a:latin typeface="Carlito"/>
              <a:cs typeface="Carl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7375" y="1269201"/>
            <a:ext cx="7975600" cy="685800"/>
          </a:xfrm>
          <a:prstGeom prst="rect">
            <a:avLst/>
          </a:prstGeom>
        </p:spPr>
        <p:txBody>
          <a:bodyPr vert="horz" wrap="square" lIns="0" tIns="16510" rIns="0" bIns="0" rtlCol="0">
            <a:spAutoFit/>
          </a:bodyPr>
          <a:lstStyle/>
          <a:p>
            <a:pPr marL="12700">
              <a:lnSpc>
                <a:spcPct val="100000"/>
              </a:lnSpc>
              <a:spcBef>
                <a:spcPts val="130"/>
              </a:spcBef>
            </a:pPr>
            <a:r>
              <a:rPr sz="4300" i="1" spc="-160" dirty="0">
                <a:latin typeface="Arial"/>
                <a:cs typeface="Arial"/>
              </a:rPr>
              <a:t>Software</a:t>
            </a:r>
            <a:r>
              <a:rPr sz="4300" i="1" spc="-140" dirty="0">
                <a:latin typeface="Arial"/>
                <a:cs typeface="Arial"/>
              </a:rPr>
              <a:t> </a:t>
            </a:r>
            <a:r>
              <a:rPr sz="4300" i="1" spc="-80" dirty="0">
                <a:latin typeface="Arial"/>
                <a:cs typeface="Arial"/>
              </a:rPr>
              <a:t>2.0</a:t>
            </a:r>
            <a:r>
              <a:rPr sz="4300" i="1" spc="-220" dirty="0">
                <a:latin typeface="Arial"/>
                <a:cs typeface="Arial"/>
              </a:rPr>
              <a:t> </a:t>
            </a:r>
            <a:r>
              <a:rPr sz="4300" i="1" dirty="0">
                <a:latin typeface="Arial"/>
                <a:cs typeface="Arial"/>
              </a:rPr>
              <a:t>is</a:t>
            </a:r>
            <a:r>
              <a:rPr sz="4300" i="1" spc="-204" dirty="0">
                <a:latin typeface="Arial"/>
                <a:cs typeface="Arial"/>
              </a:rPr>
              <a:t> </a:t>
            </a:r>
            <a:r>
              <a:rPr sz="4300" i="1" spc="-60" dirty="0">
                <a:latin typeface="Arial"/>
                <a:cs typeface="Arial"/>
              </a:rPr>
              <a:t>eating</a:t>
            </a:r>
            <a:r>
              <a:rPr sz="4300" i="1" spc="-180" dirty="0">
                <a:latin typeface="Arial"/>
                <a:cs typeface="Arial"/>
              </a:rPr>
              <a:t> </a:t>
            </a:r>
            <a:r>
              <a:rPr sz="4300" i="1" spc="-160" dirty="0">
                <a:latin typeface="Arial"/>
                <a:cs typeface="Arial"/>
              </a:rPr>
              <a:t>Software</a:t>
            </a:r>
            <a:r>
              <a:rPr sz="4300" i="1" spc="-140" dirty="0">
                <a:latin typeface="Arial"/>
                <a:cs typeface="Arial"/>
              </a:rPr>
              <a:t> </a:t>
            </a:r>
            <a:r>
              <a:rPr sz="4300" i="1" spc="-25" dirty="0">
                <a:latin typeface="Arial"/>
                <a:cs typeface="Arial"/>
              </a:rPr>
              <a:t>1.0</a:t>
            </a:r>
            <a:endParaRPr sz="4300" dirty="0">
              <a:latin typeface="Arial"/>
              <a:cs typeface="Arial"/>
            </a:endParaRPr>
          </a:p>
        </p:txBody>
      </p:sp>
      <p:grpSp>
        <p:nvGrpSpPr>
          <p:cNvPr id="3" name="object 3"/>
          <p:cNvGrpSpPr/>
          <p:nvPr/>
        </p:nvGrpSpPr>
        <p:grpSpPr>
          <a:xfrm>
            <a:off x="1141813" y="2162041"/>
            <a:ext cx="7092950" cy="2934335"/>
            <a:chOff x="1141813" y="2162041"/>
            <a:chExt cx="7092950" cy="2934335"/>
          </a:xfrm>
        </p:grpSpPr>
        <p:pic>
          <p:nvPicPr>
            <p:cNvPr id="4" name="object 4"/>
            <p:cNvPicPr/>
            <p:nvPr/>
          </p:nvPicPr>
          <p:blipFill>
            <a:blip r:embed="rId3" cstate="print"/>
            <a:stretch>
              <a:fillRect/>
            </a:stretch>
          </p:blipFill>
          <p:spPr>
            <a:xfrm>
              <a:off x="3718648" y="2380602"/>
              <a:ext cx="2078736" cy="1004722"/>
            </a:xfrm>
            <a:prstGeom prst="rect">
              <a:avLst/>
            </a:prstGeom>
          </p:spPr>
        </p:pic>
        <p:pic>
          <p:nvPicPr>
            <p:cNvPr id="5" name="object 5"/>
            <p:cNvPicPr/>
            <p:nvPr/>
          </p:nvPicPr>
          <p:blipFill>
            <a:blip r:embed="rId4" cstate="print"/>
            <a:stretch>
              <a:fillRect/>
            </a:stretch>
          </p:blipFill>
          <p:spPr>
            <a:xfrm>
              <a:off x="1141813" y="2230061"/>
              <a:ext cx="1454840" cy="973335"/>
            </a:xfrm>
            <a:prstGeom prst="rect">
              <a:avLst/>
            </a:prstGeom>
          </p:spPr>
        </p:pic>
        <p:pic>
          <p:nvPicPr>
            <p:cNvPr id="6" name="object 6"/>
            <p:cNvPicPr/>
            <p:nvPr/>
          </p:nvPicPr>
          <p:blipFill>
            <a:blip r:embed="rId5" cstate="print"/>
            <a:stretch>
              <a:fillRect/>
            </a:stretch>
          </p:blipFill>
          <p:spPr>
            <a:xfrm>
              <a:off x="3550920" y="3892295"/>
              <a:ext cx="2414016" cy="1203959"/>
            </a:xfrm>
            <a:prstGeom prst="rect">
              <a:avLst/>
            </a:prstGeom>
          </p:spPr>
        </p:pic>
        <p:sp>
          <p:nvSpPr>
            <p:cNvPr id="7" name="object 7"/>
            <p:cNvSpPr/>
            <p:nvPr/>
          </p:nvSpPr>
          <p:spPr>
            <a:xfrm>
              <a:off x="1868500" y="3200298"/>
              <a:ext cx="5441950" cy="713740"/>
            </a:xfrm>
            <a:custGeom>
              <a:avLst/>
              <a:gdLst/>
              <a:ahLst/>
              <a:cxnLst/>
              <a:rect l="l" t="t" r="r" b="b"/>
              <a:pathLst>
                <a:path w="5441950" h="713739">
                  <a:moveTo>
                    <a:pt x="2889529" y="694042"/>
                  </a:moveTo>
                  <a:lnTo>
                    <a:pt x="2875623" y="682371"/>
                  </a:lnTo>
                  <a:lnTo>
                    <a:pt x="2824276" y="639267"/>
                  </a:lnTo>
                  <a:lnTo>
                    <a:pt x="2816148" y="673239"/>
                  </a:lnTo>
                  <a:lnTo>
                    <a:pt x="1473" y="0"/>
                  </a:lnTo>
                  <a:lnTo>
                    <a:pt x="0" y="6184"/>
                  </a:lnTo>
                  <a:lnTo>
                    <a:pt x="2814663" y="679424"/>
                  </a:lnTo>
                  <a:lnTo>
                    <a:pt x="2806547" y="713371"/>
                  </a:lnTo>
                  <a:lnTo>
                    <a:pt x="2889529" y="694042"/>
                  </a:lnTo>
                  <a:close/>
                </a:path>
                <a:path w="5441950" h="713739">
                  <a:moveTo>
                    <a:pt x="2927629" y="617842"/>
                  </a:moveTo>
                  <a:lnTo>
                    <a:pt x="2892691" y="617842"/>
                  </a:lnTo>
                  <a:lnTo>
                    <a:pt x="2892691" y="185026"/>
                  </a:lnTo>
                  <a:lnTo>
                    <a:pt x="2886341" y="185026"/>
                  </a:lnTo>
                  <a:lnTo>
                    <a:pt x="2886341" y="617842"/>
                  </a:lnTo>
                  <a:lnTo>
                    <a:pt x="2851429" y="617842"/>
                  </a:lnTo>
                  <a:lnTo>
                    <a:pt x="2889529" y="694042"/>
                  </a:lnTo>
                  <a:lnTo>
                    <a:pt x="2921279" y="630542"/>
                  </a:lnTo>
                  <a:lnTo>
                    <a:pt x="2927629" y="617842"/>
                  </a:lnTo>
                  <a:close/>
                </a:path>
                <a:path w="5441950" h="713739">
                  <a:moveTo>
                    <a:pt x="5441429" y="6159"/>
                  </a:moveTo>
                  <a:lnTo>
                    <a:pt x="5439765" y="25"/>
                  </a:lnTo>
                  <a:lnTo>
                    <a:pt x="2962237" y="671068"/>
                  </a:lnTo>
                  <a:lnTo>
                    <a:pt x="2953118" y="637349"/>
                  </a:lnTo>
                  <a:lnTo>
                    <a:pt x="2889529" y="694042"/>
                  </a:lnTo>
                  <a:lnTo>
                    <a:pt x="2973032" y="710895"/>
                  </a:lnTo>
                  <a:lnTo>
                    <a:pt x="2964802" y="680504"/>
                  </a:lnTo>
                  <a:lnTo>
                    <a:pt x="2963900" y="677189"/>
                  </a:lnTo>
                  <a:lnTo>
                    <a:pt x="5441429" y="6159"/>
                  </a:lnTo>
                  <a:close/>
                </a:path>
              </a:pathLst>
            </a:custGeom>
            <a:solidFill>
              <a:srgbClr val="E7E6E6"/>
            </a:solidFill>
          </p:spPr>
          <p:txBody>
            <a:bodyPr wrap="square" lIns="0" tIns="0" rIns="0" bIns="0" rtlCol="0"/>
            <a:lstStyle/>
            <a:p>
              <a:endParaRPr/>
            </a:p>
          </p:txBody>
        </p:sp>
        <p:pic>
          <p:nvPicPr>
            <p:cNvPr id="8" name="object 8"/>
            <p:cNvPicPr/>
            <p:nvPr/>
          </p:nvPicPr>
          <p:blipFill>
            <a:blip r:embed="rId6" cstate="print"/>
            <a:stretch>
              <a:fillRect/>
            </a:stretch>
          </p:blipFill>
          <p:spPr>
            <a:xfrm>
              <a:off x="6383439" y="2162041"/>
              <a:ext cx="1851304" cy="1041355"/>
            </a:xfrm>
            <a:prstGeom prst="rect">
              <a:avLst/>
            </a:prstGeom>
          </p:spPr>
        </p:pic>
      </p:grpSp>
      <p:sp>
        <p:nvSpPr>
          <p:cNvPr id="9" name="object 9"/>
          <p:cNvSpPr txBox="1"/>
          <p:nvPr/>
        </p:nvSpPr>
        <p:spPr>
          <a:xfrm>
            <a:off x="4639995" y="5758688"/>
            <a:ext cx="4453255" cy="162560"/>
          </a:xfrm>
          <a:prstGeom prst="rect">
            <a:avLst/>
          </a:prstGeom>
        </p:spPr>
        <p:txBody>
          <a:bodyPr vert="horz" wrap="square" lIns="0" tIns="12700" rIns="0" bIns="0" rtlCol="0">
            <a:spAutoFit/>
          </a:bodyPr>
          <a:lstStyle/>
          <a:p>
            <a:pPr marL="12700">
              <a:lnSpc>
                <a:spcPct val="100000"/>
              </a:lnSpc>
              <a:spcBef>
                <a:spcPts val="100"/>
              </a:spcBef>
            </a:pPr>
            <a:r>
              <a:rPr sz="900" spc="-10" dirty="0">
                <a:latin typeface="Carlito"/>
                <a:cs typeface="Carlito"/>
              </a:rPr>
              <a:t>“Software</a:t>
            </a:r>
            <a:r>
              <a:rPr sz="900" spc="40" dirty="0">
                <a:latin typeface="Carlito"/>
                <a:cs typeface="Carlito"/>
              </a:rPr>
              <a:t> </a:t>
            </a:r>
            <a:r>
              <a:rPr sz="900" dirty="0">
                <a:latin typeface="Carlito"/>
                <a:cs typeface="Carlito"/>
              </a:rPr>
              <a:t>2.0”,</a:t>
            </a:r>
            <a:r>
              <a:rPr sz="900" spc="40" dirty="0">
                <a:latin typeface="Carlito"/>
                <a:cs typeface="Carlito"/>
              </a:rPr>
              <a:t> </a:t>
            </a:r>
            <a:r>
              <a:rPr sz="900" dirty="0">
                <a:latin typeface="Carlito"/>
                <a:cs typeface="Carlito"/>
              </a:rPr>
              <a:t>Andrej</a:t>
            </a:r>
            <a:r>
              <a:rPr sz="900" spc="35" dirty="0">
                <a:latin typeface="Carlito"/>
                <a:cs typeface="Carlito"/>
              </a:rPr>
              <a:t> </a:t>
            </a:r>
            <a:r>
              <a:rPr sz="900" dirty="0">
                <a:latin typeface="Carlito"/>
                <a:cs typeface="Carlito"/>
              </a:rPr>
              <a:t>Karpathy,</a:t>
            </a:r>
            <a:r>
              <a:rPr sz="900" spc="40" dirty="0">
                <a:latin typeface="Carlito"/>
                <a:cs typeface="Carlito"/>
              </a:rPr>
              <a:t> </a:t>
            </a:r>
            <a:r>
              <a:rPr sz="900" spc="-10" dirty="0">
                <a:latin typeface="Carlito"/>
                <a:cs typeface="Carlito"/>
                <a:hlinkClick r:id="rId7"/>
              </a:rPr>
              <a:t>https://medium.com/@karpathy/software-2-0-a64152b37c35</a:t>
            </a:r>
            <a:endParaRPr sz="900">
              <a:latin typeface="Carlito"/>
              <a:cs typeface="Carlito"/>
            </a:endParaRPr>
          </a:p>
        </p:txBody>
      </p:sp>
      <p:sp>
        <p:nvSpPr>
          <p:cNvPr id="10" name="object 10"/>
          <p:cNvSpPr txBox="1"/>
          <p:nvPr/>
        </p:nvSpPr>
        <p:spPr>
          <a:xfrm>
            <a:off x="82679" y="4065523"/>
            <a:ext cx="3274695" cy="845819"/>
          </a:xfrm>
          <a:prstGeom prst="rect">
            <a:avLst/>
          </a:prstGeom>
        </p:spPr>
        <p:txBody>
          <a:bodyPr vert="horz" wrap="square" lIns="0" tIns="13970" rIns="0" bIns="0" rtlCol="0">
            <a:spAutoFit/>
          </a:bodyPr>
          <a:lstStyle/>
          <a:p>
            <a:pPr marL="12065" marR="5080" algn="ctr">
              <a:lnSpc>
                <a:spcPct val="99400"/>
              </a:lnSpc>
              <a:spcBef>
                <a:spcPts val="110"/>
              </a:spcBef>
            </a:pPr>
            <a:r>
              <a:rPr sz="1800" b="1" dirty="0">
                <a:latin typeface="Carlito"/>
                <a:cs typeface="Carlito"/>
              </a:rPr>
              <a:t>1000x</a:t>
            </a:r>
            <a:r>
              <a:rPr sz="1800" b="1" spc="-50" dirty="0">
                <a:latin typeface="Carlito"/>
                <a:cs typeface="Carlito"/>
              </a:rPr>
              <a:t> </a:t>
            </a:r>
            <a:r>
              <a:rPr sz="1800" b="1" dirty="0">
                <a:latin typeface="Carlito"/>
                <a:cs typeface="Carlito"/>
              </a:rPr>
              <a:t>Productivity:</a:t>
            </a:r>
            <a:r>
              <a:rPr sz="1800" b="1" spc="-40" dirty="0">
                <a:latin typeface="Carlito"/>
                <a:cs typeface="Carlito"/>
              </a:rPr>
              <a:t> </a:t>
            </a:r>
            <a:r>
              <a:rPr sz="1800" dirty="0">
                <a:latin typeface="Carlito"/>
                <a:cs typeface="Carlito"/>
              </a:rPr>
              <a:t>Google</a:t>
            </a:r>
            <a:r>
              <a:rPr sz="1800" spc="-45" dirty="0">
                <a:latin typeface="Carlito"/>
                <a:cs typeface="Carlito"/>
              </a:rPr>
              <a:t> </a:t>
            </a:r>
            <a:r>
              <a:rPr sz="1800" spc="-10" dirty="0">
                <a:latin typeface="Carlito"/>
                <a:cs typeface="Carlito"/>
              </a:rPr>
              <a:t>shrinks </a:t>
            </a:r>
            <a:r>
              <a:rPr sz="1800" dirty="0">
                <a:latin typeface="Carlito"/>
                <a:cs typeface="Carlito"/>
              </a:rPr>
              <a:t>language</a:t>
            </a:r>
            <a:r>
              <a:rPr sz="1800" spc="-40" dirty="0">
                <a:latin typeface="Carlito"/>
                <a:cs typeface="Carlito"/>
              </a:rPr>
              <a:t> </a:t>
            </a:r>
            <a:r>
              <a:rPr sz="1800" spc="-10" dirty="0">
                <a:latin typeface="Carlito"/>
                <a:cs typeface="Carlito"/>
              </a:rPr>
              <a:t>translation</a:t>
            </a:r>
            <a:r>
              <a:rPr sz="1800" spc="-40" dirty="0">
                <a:latin typeface="Carlito"/>
                <a:cs typeface="Carlito"/>
              </a:rPr>
              <a:t> </a:t>
            </a:r>
            <a:r>
              <a:rPr sz="1800" dirty="0">
                <a:latin typeface="Carlito"/>
                <a:cs typeface="Carlito"/>
              </a:rPr>
              <a:t>code</a:t>
            </a:r>
            <a:r>
              <a:rPr sz="1800" spc="-35" dirty="0">
                <a:latin typeface="Carlito"/>
                <a:cs typeface="Carlito"/>
              </a:rPr>
              <a:t> </a:t>
            </a:r>
            <a:r>
              <a:rPr sz="1800" spc="-20" dirty="0">
                <a:latin typeface="Carlito"/>
                <a:cs typeface="Carlito"/>
              </a:rPr>
              <a:t>from </a:t>
            </a:r>
            <a:r>
              <a:rPr sz="1800" dirty="0">
                <a:latin typeface="Carlito"/>
                <a:cs typeface="Carlito"/>
              </a:rPr>
              <a:t>500k</a:t>
            </a:r>
            <a:r>
              <a:rPr sz="1800" spc="-30" dirty="0">
                <a:latin typeface="Carlito"/>
                <a:cs typeface="Carlito"/>
              </a:rPr>
              <a:t> </a:t>
            </a:r>
            <a:r>
              <a:rPr sz="1800" dirty="0">
                <a:latin typeface="Carlito"/>
                <a:cs typeface="Carlito"/>
              </a:rPr>
              <a:t>LoC</a:t>
            </a:r>
            <a:r>
              <a:rPr sz="1800" spc="-15" dirty="0">
                <a:latin typeface="Carlito"/>
                <a:cs typeface="Carlito"/>
              </a:rPr>
              <a:t> </a:t>
            </a:r>
            <a:r>
              <a:rPr sz="1800" dirty="0">
                <a:latin typeface="Carlito"/>
                <a:cs typeface="Carlito"/>
              </a:rPr>
              <a:t>to</a:t>
            </a:r>
            <a:r>
              <a:rPr sz="1800" spc="-20" dirty="0">
                <a:latin typeface="Carlito"/>
                <a:cs typeface="Carlito"/>
              </a:rPr>
              <a:t> </a:t>
            </a:r>
            <a:r>
              <a:rPr sz="1800" dirty="0">
                <a:latin typeface="Carlito"/>
                <a:cs typeface="Carlito"/>
              </a:rPr>
              <a:t>500</a:t>
            </a:r>
            <a:r>
              <a:rPr sz="1800" spc="-15" dirty="0">
                <a:latin typeface="Carlito"/>
                <a:cs typeface="Carlito"/>
              </a:rPr>
              <a:t> </a:t>
            </a:r>
            <a:r>
              <a:rPr sz="1800" dirty="0">
                <a:latin typeface="Carlito"/>
                <a:cs typeface="Carlito"/>
              </a:rPr>
              <a:t>lines</a:t>
            </a:r>
            <a:r>
              <a:rPr sz="1800" spc="-20" dirty="0">
                <a:latin typeface="Carlito"/>
                <a:cs typeface="Carlito"/>
              </a:rPr>
              <a:t> </a:t>
            </a:r>
            <a:r>
              <a:rPr sz="1800" dirty="0">
                <a:latin typeface="Carlito"/>
                <a:cs typeface="Carlito"/>
              </a:rPr>
              <a:t>of</a:t>
            </a:r>
            <a:r>
              <a:rPr sz="1800" spc="-20" dirty="0">
                <a:latin typeface="Carlito"/>
                <a:cs typeface="Carlito"/>
              </a:rPr>
              <a:t> </a:t>
            </a:r>
            <a:r>
              <a:rPr sz="1800" b="1" spc="-10" dirty="0">
                <a:latin typeface="Carlito"/>
                <a:cs typeface="Carlito"/>
              </a:rPr>
              <a:t>dataflow</a:t>
            </a:r>
            <a:r>
              <a:rPr sz="1800" spc="-10" dirty="0">
                <a:latin typeface="Carlito"/>
                <a:cs typeface="Carlito"/>
              </a:rPr>
              <a:t>.</a:t>
            </a:r>
            <a:endParaRPr sz="1800" dirty="0">
              <a:latin typeface="Carlito"/>
              <a:cs typeface="Carlito"/>
            </a:endParaRPr>
          </a:p>
        </p:txBody>
      </p:sp>
      <p:sp>
        <p:nvSpPr>
          <p:cNvPr id="11" name="object 11"/>
          <p:cNvSpPr txBox="1"/>
          <p:nvPr/>
        </p:nvSpPr>
        <p:spPr>
          <a:xfrm>
            <a:off x="-28522" y="5688583"/>
            <a:ext cx="4224655" cy="162560"/>
          </a:xfrm>
          <a:prstGeom prst="rect">
            <a:avLst/>
          </a:prstGeom>
        </p:spPr>
        <p:txBody>
          <a:bodyPr vert="horz" wrap="square" lIns="0" tIns="12700" rIns="0" bIns="0" rtlCol="0">
            <a:spAutoFit/>
          </a:bodyPr>
          <a:lstStyle/>
          <a:p>
            <a:pPr marL="12065">
              <a:lnSpc>
                <a:spcPct val="100000"/>
              </a:lnSpc>
              <a:spcBef>
                <a:spcPts val="100"/>
              </a:spcBef>
            </a:pPr>
            <a:r>
              <a:rPr sz="900" spc="-10" dirty="0">
                <a:latin typeface="Carlito"/>
                <a:cs typeface="Carlito"/>
              </a:rPr>
              <a:t>https://jack-clark.net/2017/10/09/import-ai-63-google-shrinks-language-translation-code-</a:t>
            </a:r>
            <a:endParaRPr sz="900">
              <a:latin typeface="Carlito"/>
              <a:cs typeface="Carlito"/>
            </a:endParaRPr>
          </a:p>
        </p:txBody>
      </p:sp>
      <p:sp>
        <p:nvSpPr>
          <p:cNvPr id="12" name="object 12"/>
          <p:cNvSpPr txBox="1"/>
          <p:nvPr/>
        </p:nvSpPr>
        <p:spPr>
          <a:xfrm>
            <a:off x="-28522" y="5828791"/>
            <a:ext cx="4378960" cy="162560"/>
          </a:xfrm>
          <a:prstGeom prst="rect">
            <a:avLst/>
          </a:prstGeom>
        </p:spPr>
        <p:txBody>
          <a:bodyPr vert="horz" wrap="square" lIns="0" tIns="12700" rIns="0" bIns="0" rtlCol="0">
            <a:spAutoFit/>
          </a:bodyPr>
          <a:lstStyle/>
          <a:p>
            <a:pPr marL="12065">
              <a:lnSpc>
                <a:spcPct val="100000"/>
              </a:lnSpc>
              <a:spcBef>
                <a:spcPts val="100"/>
              </a:spcBef>
            </a:pPr>
            <a:r>
              <a:rPr sz="900" spc="-10" dirty="0">
                <a:latin typeface="Carlito"/>
                <a:cs typeface="Carlito"/>
              </a:rPr>
              <a:t>from-500000-to-500-lines-with-ai-only-25-of-surveyed-people-believe-automationbetter-</a:t>
            </a:r>
            <a:r>
              <a:rPr sz="900" spc="-20" dirty="0">
                <a:latin typeface="Carlito"/>
                <a:cs typeface="Carlito"/>
              </a:rPr>
              <a:t>jobs</a:t>
            </a:r>
            <a:endParaRPr sz="900">
              <a:latin typeface="Carlito"/>
              <a:cs typeface="Carlito"/>
            </a:endParaRPr>
          </a:p>
        </p:txBody>
      </p:sp>
      <p:sp>
        <p:nvSpPr>
          <p:cNvPr id="13" name="object 13"/>
          <p:cNvSpPr txBox="1"/>
          <p:nvPr/>
        </p:nvSpPr>
        <p:spPr>
          <a:xfrm>
            <a:off x="6211265" y="4051807"/>
            <a:ext cx="2702560" cy="857885"/>
          </a:xfrm>
          <a:prstGeom prst="rect">
            <a:avLst/>
          </a:prstGeom>
        </p:spPr>
        <p:txBody>
          <a:bodyPr vert="horz" wrap="square" lIns="0" tIns="12700" rIns="0" bIns="0" rtlCol="0">
            <a:spAutoFit/>
          </a:bodyPr>
          <a:lstStyle/>
          <a:p>
            <a:pPr algn="ctr">
              <a:lnSpc>
                <a:spcPct val="100000"/>
              </a:lnSpc>
              <a:spcBef>
                <a:spcPts val="100"/>
              </a:spcBef>
            </a:pPr>
            <a:r>
              <a:rPr sz="2700" dirty="0">
                <a:latin typeface="Carlito"/>
                <a:cs typeface="Carlito"/>
              </a:rPr>
              <a:t>AI</a:t>
            </a:r>
            <a:r>
              <a:rPr sz="2700" spc="-40" dirty="0">
                <a:latin typeface="Carlito"/>
                <a:cs typeface="Carlito"/>
              </a:rPr>
              <a:t> </a:t>
            </a:r>
            <a:r>
              <a:rPr sz="2700" dirty="0">
                <a:latin typeface="Carlito"/>
                <a:cs typeface="Carlito"/>
              </a:rPr>
              <a:t>driven</a:t>
            </a:r>
            <a:r>
              <a:rPr sz="2700" spc="-45" dirty="0">
                <a:latin typeface="Carlito"/>
                <a:cs typeface="Carlito"/>
              </a:rPr>
              <a:t> </a:t>
            </a:r>
            <a:r>
              <a:rPr sz="2700" dirty="0">
                <a:latin typeface="Carlito"/>
                <a:cs typeface="Carlito"/>
              </a:rPr>
              <a:t>by</a:t>
            </a:r>
            <a:r>
              <a:rPr sz="2700" spc="-30" dirty="0">
                <a:latin typeface="Carlito"/>
                <a:cs typeface="Carlito"/>
              </a:rPr>
              <a:t> </a:t>
            </a:r>
            <a:r>
              <a:rPr sz="2700" b="1" spc="-20" dirty="0">
                <a:latin typeface="Carlito"/>
                <a:cs typeface="Carlito"/>
              </a:rPr>
              <a:t>data—</a:t>
            </a:r>
            <a:endParaRPr sz="2700">
              <a:latin typeface="Carlito"/>
              <a:cs typeface="Carlito"/>
            </a:endParaRPr>
          </a:p>
          <a:p>
            <a:pPr algn="ctr">
              <a:lnSpc>
                <a:spcPct val="100000"/>
              </a:lnSpc>
              <a:spcBef>
                <a:spcPts val="70"/>
              </a:spcBef>
            </a:pPr>
            <a:r>
              <a:rPr sz="2700" dirty="0">
                <a:latin typeface="Carlito"/>
                <a:cs typeface="Carlito"/>
              </a:rPr>
              <a:t>not</a:t>
            </a:r>
            <a:r>
              <a:rPr sz="2700" spc="-35" dirty="0">
                <a:latin typeface="Carlito"/>
                <a:cs typeface="Carlito"/>
              </a:rPr>
              <a:t> </a:t>
            </a:r>
            <a:r>
              <a:rPr sz="2700" b="1" dirty="0">
                <a:latin typeface="Carlito"/>
                <a:cs typeface="Carlito"/>
              </a:rPr>
              <a:t>the</a:t>
            </a:r>
            <a:r>
              <a:rPr sz="2700" b="1" spc="-20" dirty="0">
                <a:latin typeface="Carlito"/>
                <a:cs typeface="Carlito"/>
              </a:rPr>
              <a:t> model</a:t>
            </a:r>
            <a:endParaRPr sz="2700">
              <a:latin typeface="Carlito"/>
              <a:cs typeface="Carli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2869" y="738413"/>
            <a:ext cx="7593330" cy="520655"/>
          </a:xfrm>
          <a:prstGeom prst="rect">
            <a:avLst/>
          </a:prstGeom>
        </p:spPr>
        <p:txBody>
          <a:bodyPr vert="horz" wrap="square" lIns="0" tIns="12700" rIns="0" bIns="0" rtlCol="0">
            <a:spAutoFit/>
          </a:bodyPr>
          <a:lstStyle/>
          <a:p>
            <a:pPr marL="12700">
              <a:lnSpc>
                <a:spcPct val="100000"/>
              </a:lnSpc>
              <a:spcBef>
                <a:spcPts val="100"/>
              </a:spcBef>
            </a:pPr>
            <a:r>
              <a:rPr lang="en-US" dirty="0"/>
              <a:t>… </a:t>
            </a:r>
            <a:r>
              <a:rPr lang="en-US" dirty="0" err="1"/>
              <a:t>bạn</a:t>
            </a:r>
            <a:r>
              <a:rPr lang="en-US" dirty="0"/>
              <a:t> </a:t>
            </a:r>
            <a:r>
              <a:rPr lang="en-US" dirty="0" err="1"/>
              <a:t>có</a:t>
            </a:r>
            <a:r>
              <a:rPr lang="en-US" dirty="0"/>
              <a:t> </a:t>
            </a:r>
            <a:r>
              <a:rPr lang="en-US" dirty="0" err="1"/>
              <a:t>thể</a:t>
            </a:r>
            <a:r>
              <a:rPr lang="en-US" dirty="0"/>
              <a:t> </a:t>
            </a:r>
            <a:r>
              <a:rPr lang="en-US" dirty="0" err="1"/>
              <a:t>đã</a:t>
            </a:r>
            <a:r>
              <a:rPr lang="en-US" dirty="0"/>
              <a:t> </a:t>
            </a:r>
            <a:r>
              <a:rPr lang="en-US" dirty="0" err="1"/>
              <a:t>sử</a:t>
            </a:r>
            <a:r>
              <a:rPr lang="en-US" dirty="0"/>
              <a:t> </a:t>
            </a:r>
            <a:r>
              <a:rPr lang="en-US" dirty="0" err="1"/>
              <a:t>dụng</a:t>
            </a:r>
            <a:r>
              <a:rPr lang="en-US" dirty="0"/>
              <a:t> SW2.0 …</a:t>
            </a:r>
            <a:endParaRPr spc="-10" dirty="0"/>
          </a:p>
        </p:txBody>
      </p:sp>
      <p:grpSp>
        <p:nvGrpSpPr>
          <p:cNvPr id="3" name="object 3"/>
          <p:cNvGrpSpPr/>
          <p:nvPr/>
        </p:nvGrpSpPr>
        <p:grpSpPr>
          <a:xfrm>
            <a:off x="89378" y="1743430"/>
            <a:ext cx="9055100" cy="4272280"/>
            <a:chOff x="89378" y="1743430"/>
            <a:chExt cx="9055100" cy="4272280"/>
          </a:xfrm>
        </p:grpSpPr>
        <p:pic>
          <p:nvPicPr>
            <p:cNvPr id="4" name="object 4"/>
            <p:cNvPicPr/>
            <p:nvPr/>
          </p:nvPicPr>
          <p:blipFill>
            <a:blip r:embed="rId2" cstate="print"/>
            <a:stretch>
              <a:fillRect/>
            </a:stretch>
          </p:blipFill>
          <p:spPr>
            <a:xfrm>
              <a:off x="286511" y="1978152"/>
              <a:ext cx="4639056" cy="1045463"/>
            </a:xfrm>
            <a:prstGeom prst="rect">
              <a:avLst/>
            </a:prstGeom>
          </p:spPr>
        </p:pic>
        <p:pic>
          <p:nvPicPr>
            <p:cNvPr id="5" name="object 5"/>
            <p:cNvPicPr/>
            <p:nvPr/>
          </p:nvPicPr>
          <p:blipFill>
            <a:blip r:embed="rId3" cstate="print"/>
            <a:stretch>
              <a:fillRect/>
            </a:stretch>
          </p:blipFill>
          <p:spPr>
            <a:xfrm>
              <a:off x="121790" y="1815084"/>
              <a:ext cx="4535743" cy="939647"/>
            </a:xfrm>
            <a:prstGeom prst="rect">
              <a:avLst/>
            </a:prstGeom>
          </p:spPr>
        </p:pic>
        <p:pic>
          <p:nvPicPr>
            <p:cNvPr id="6" name="object 6"/>
            <p:cNvPicPr/>
            <p:nvPr/>
          </p:nvPicPr>
          <p:blipFill>
            <a:blip r:embed="rId4" cstate="print"/>
            <a:stretch>
              <a:fillRect/>
            </a:stretch>
          </p:blipFill>
          <p:spPr>
            <a:xfrm>
              <a:off x="252984" y="3791711"/>
              <a:ext cx="4032504" cy="1481328"/>
            </a:xfrm>
            <a:prstGeom prst="rect">
              <a:avLst/>
            </a:prstGeom>
          </p:spPr>
        </p:pic>
        <p:pic>
          <p:nvPicPr>
            <p:cNvPr id="7" name="object 7"/>
            <p:cNvPicPr/>
            <p:nvPr/>
          </p:nvPicPr>
          <p:blipFill>
            <a:blip r:embed="rId5" cstate="print"/>
            <a:stretch>
              <a:fillRect/>
            </a:stretch>
          </p:blipFill>
          <p:spPr>
            <a:xfrm>
              <a:off x="89378" y="3627843"/>
              <a:ext cx="3929684" cy="1376502"/>
            </a:xfrm>
            <a:prstGeom prst="rect">
              <a:avLst/>
            </a:prstGeom>
          </p:spPr>
        </p:pic>
        <p:pic>
          <p:nvPicPr>
            <p:cNvPr id="8" name="object 8"/>
            <p:cNvPicPr/>
            <p:nvPr/>
          </p:nvPicPr>
          <p:blipFill>
            <a:blip r:embed="rId6" cstate="print"/>
            <a:stretch>
              <a:fillRect/>
            </a:stretch>
          </p:blipFill>
          <p:spPr>
            <a:xfrm>
              <a:off x="1339849" y="5215597"/>
              <a:ext cx="1428750" cy="800098"/>
            </a:xfrm>
            <a:prstGeom prst="rect">
              <a:avLst/>
            </a:prstGeom>
          </p:spPr>
        </p:pic>
        <p:pic>
          <p:nvPicPr>
            <p:cNvPr id="9" name="object 9"/>
            <p:cNvPicPr/>
            <p:nvPr/>
          </p:nvPicPr>
          <p:blipFill>
            <a:blip r:embed="rId7" cstate="print"/>
            <a:stretch>
              <a:fillRect/>
            </a:stretch>
          </p:blipFill>
          <p:spPr>
            <a:xfrm>
              <a:off x="1843887" y="2935655"/>
              <a:ext cx="1091552" cy="727697"/>
            </a:xfrm>
            <a:prstGeom prst="rect">
              <a:avLst/>
            </a:prstGeom>
          </p:spPr>
        </p:pic>
        <p:pic>
          <p:nvPicPr>
            <p:cNvPr id="10" name="object 10"/>
            <p:cNvPicPr/>
            <p:nvPr/>
          </p:nvPicPr>
          <p:blipFill>
            <a:blip r:embed="rId8" cstate="print"/>
            <a:stretch>
              <a:fillRect/>
            </a:stretch>
          </p:blipFill>
          <p:spPr>
            <a:xfrm>
              <a:off x="4419600" y="4029455"/>
              <a:ext cx="4724400" cy="1185672"/>
            </a:xfrm>
            <a:prstGeom prst="rect">
              <a:avLst/>
            </a:prstGeom>
          </p:spPr>
        </p:pic>
        <p:pic>
          <p:nvPicPr>
            <p:cNvPr id="11" name="object 11"/>
            <p:cNvPicPr/>
            <p:nvPr/>
          </p:nvPicPr>
          <p:blipFill>
            <a:blip r:embed="rId9" cstate="print"/>
            <a:stretch>
              <a:fillRect/>
            </a:stretch>
          </p:blipFill>
          <p:spPr>
            <a:xfrm>
              <a:off x="4257255" y="3867061"/>
              <a:ext cx="4797361" cy="1078738"/>
            </a:xfrm>
            <a:prstGeom prst="rect">
              <a:avLst/>
            </a:prstGeom>
          </p:spPr>
        </p:pic>
        <p:pic>
          <p:nvPicPr>
            <p:cNvPr id="12" name="object 12"/>
            <p:cNvPicPr/>
            <p:nvPr/>
          </p:nvPicPr>
          <p:blipFill>
            <a:blip r:embed="rId10" cstate="print"/>
            <a:stretch>
              <a:fillRect/>
            </a:stretch>
          </p:blipFill>
          <p:spPr>
            <a:xfrm>
              <a:off x="5898705" y="5215597"/>
              <a:ext cx="1514474" cy="636156"/>
            </a:xfrm>
            <a:prstGeom prst="rect">
              <a:avLst/>
            </a:prstGeom>
          </p:spPr>
        </p:pic>
        <p:pic>
          <p:nvPicPr>
            <p:cNvPr id="13" name="object 13"/>
            <p:cNvPicPr/>
            <p:nvPr/>
          </p:nvPicPr>
          <p:blipFill>
            <a:blip r:embed="rId11" cstate="print"/>
            <a:stretch>
              <a:fillRect/>
            </a:stretch>
          </p:blipFill>
          <p:spPr>
            <a:xfrm>
              <a:off x="4898136" y="1908047"/>
              <a:ext cx="4245864" cy="1395984"/>
            </a:xfrm>
            <a:prstGeom prst="rect">
              <a:avLst/>
            </a:prstGeom>
          </p:spPr>
        </p:pic>
        <p:pic>
          <p:nvPicPr>
            <p:cNvPr id="14" name="object 14"/>
            <p:cNvPicPr/>
            <p:nvPr/>
          </p:nvPicPr>
          <p:blipFill>
            <a:blip r:embed="rId12" cstate="print"/>
            <a:stretch>
              <a:fillRect/>
            </a:stretch>
          </p:blipFill>
          <p:spPr>
            <a:xfrm>
              <a:off x="4734204" y="1743430"/>
              <a:ext cx="4354207" cy="1293698"/>
            </a:xfrm>
            <a:prstGeom prst="rect">
              <a:avLst/>
            </a:prstGeom>
          </p:spPr>
        </p:pic>
        <p:pic>
          <p:nvPicPr>
            <p:cNvPr id="15" name="object 15"/>
            <p:cNvPicPr/>
            <p:nvPr/>
          </p:nvPicPr>
          <p:blipFill>
            <a:blip r:embed="rId13" cstate="print"/>
            <a:stretch>
              <a:fillRect/>
            </a:stretch>
          </p:blipFill>
          <p:spPr>
            <a:xfrm>
              <a:off x="5347588" y="2925320"/>
              <a:ext cx="3127438" cy="983434"/>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0" y="4292931"/>
              <a:ext cx="9144000" cy="2565400"/>
            </a:xfrm>
            <a:custGeom>
              <a:avLst/>
              <a:gdLst/>
              <a:ahLst/>
              <a:cxnLst/>
              <a:rect l="l" t="t" r="r" b="b"/>
              <a:pathLst>
                <a:path w="9144000" h="2565400">
                  <a:moveTo>
                    <a:pt x="0" y="2565068"/>
                  </a:moveTo>
                  <a:lnTo>
                    <a:pt x="9144000" y="2565068"/>
                  </a:lnTo>
                  <a:lnTo>
                    <a:pt x="9144000" y="0"/>
                  </a:lnTo>
                  <a:lnTo>
                    <a:pt x="0" y="0"/>
                  </a:lnTo>
                  <a:lnTo>
                    <a:pt x="0" y="2565068"/>
                  </a:lnTo>
                  <a:close/>
                </a:path>
              </a:pathLst>
            </a:custGeom>
            <a:solidFill>
              <a:srgbClr val="3F3F3F"/>
            </a:solidFill>
          </p:spPr>
          <p:txBody>
            <a:bodyPr wrap="square" lIns="0" tIns="0" rIns="0" bIns="0" rtlCol="0"/>
            <a:lstStyle/>
            <a:p>
              <a:endParaRPr/>
            </a:p>
          </p:txBody>
        </p:sp>
        <p:pic>
          <p:nvPicPr>
            <p:cNvPr id="4" name="object 4"/>
            <p:cNvPicPr/>
            <p:nvPr/>
          </p:nvPicPr>
          <p:blipFill>
            <a:blip r:embed="rId2" cstate="print"/>
            <a:stretch>
              <a:fillRect/>
            </a:stretch>
          </p:blipFill>
          <p:spPr>
            <a:xfrm>
              <a:off x="0" y="0"/>
              <a:ext cx="9144000" cy="4252531"/>
            </a:xfrm>
            <a:prstGeom prst="rect">
              <a:avLst/>
            </a:prstGeom>
          </p:spPr>
        </p:pic>
      </p:grpSp>
      <p:sp>
        <p:nvSpPr>
          <p:cNvPr id="5" name="object 5"/>
          <p:cNvSpPr txBox="1"/>
          <p:nvPr/>
        </p:nvSpPr>
        <p:spPr>
          <a:xfrm>
            <a:off x="535940" y="4629404"/>
            <a:ext cx="8008620" cy="1003935"/>
          </a:xfrm>
          <a:prstGeom prst="rect">
            <a:avLst/>
          </a:prstGeom>
        </p:spPr>
        <p:txBody>
          <a:bodyPr vert="horz" wrap="square" lIns="0" tIns="131445" rIns="0" bIns="0" rtlCol="0">
            <a:spAutoFit/>
          </a:bodyPr>
          <a:lstStyle/>
          <a:p>
            <a:pPr marL="12700" marR="5080">
              <a:lnSpc>
                <a:spcPct val="78300"/>
              </a:lnSpc>
              <a:spcBef>
                <a:spcPts val="1035"/>
              </a:spcBef>
            </a:pPr>
            <a:r>
              <a:rPr sz="3600" i="1" spc="-10" dirty="0">
                <a:solidFill>
                  <a:srgbClr val="FFFFFF"/>
                </a:solidFill>
                <a:latin typeface="Carlito"/>
                <a:cs typeface="Carlito"/>
              </a:rPr>
              <a:t>“SW2.0</a:t>
            </a:r>
            <a:r>
              <a:rPr sz="3600" i="1" spc="-140" dirty="0">
                <a:solidFill>
                  <a:srgbClr val="FFFFFF"/>
                </a:solidFill>
                <a:latin typeface="Carlito"/>
                <a:cs typeface="Carlito"/>
              </a:rPr>
              <a:t> </a:t>
            </a:r>
            <a:r>
              <a:rPr sz="3600" i="1" dirty="0">
                <a:solidFill>
                  <a:srgbClr val="FFFFFF"/>
                </a:solidFill>
                <a:latin typeface="Carlito"/>
                <a:cs typeface="Carlito"/>
              </a:rPr>
              <a:t>will</a:t>
            </a:r>
            <a:r>
              <a:rPr sz="3600" i="1" spc="-125" dirty="0">
                <a:solidFill>
                  <a:srgbClr val="FFFFFF"/>
                </a:solidFill>
                <a:latin typeface="Carlito"/>
                <a:cs typeface="Carlito"/>
              </a:rPr>
              <a:t> </a:t>
            </a:r>
            <a:r>
              <a:rPr sz="3600" i="1" dirty="0">
                <a:solidFill>
                  <a:srgbClr val="FFFFFF"/>
                </a:solidFill>
                <a:latin typeface="Carlito"/>
                <a:cs typeface="Carlito"/>
              </a:rPr>
              <a:t>add</a:t>
            </a:r>
            <a:r>
              <a:rPr sz="3600" i="1" spc="-135" dirty="0">
                <a:solidFill>
                  <a:srgbClr val="FFFFFF"/>
                </a:solidFill>
                <a:latin typeface="Carlito"/>
                <a:cs typeface="Carlito"/>
              </a:rPr>
              <a:t> </a:t>
            </a:r>
            <a:r>
              <a:rPr sz="3600" i="1" dirty="0">
                <a:solidFill>
                  <a:srgbClr val="FFFFFF"/>
                </a:solidFill>
                <a:latin typeface="Carlito"/>
                <a:cs typeface="Carlito"/>
              </a:rPr>
              <a:t>30</a:t>
            </a:r>
            <a:r>
              <a:rPr sz="3600" i="1" spc="-135" dirty="0">
                <a:solidFill>
                  <a:srgbClr val="FFFFFF"/>
                </a:solidFill>
                <a:latin typeface="Carlito"/>
                <a:cs typeface="Carlito"/>
              </a:rPr>
              <a:t> </a:t>
            </a:r>
            <a:r>
              <a:rPr sz="3600" i="1" spc="-10" dirty="0">
                <a:solidFill>
                  <a:srgbClr val="FFFFFF"/>
                </a:solidFill>
                <a:latin typeface="Carlito"/>
                <a:cs typeface="Carlito"/>
              </a:rPr>
              <a:t>trillion</a:t>
            </a:r>
            <a:r>
              <a:rPr sz="3600" i="1" spc="-140" dirty="0">
                <a:solidFill>
                  <a:srgbClr val="FFFFFF"/>
                </a:solidFill>
                <a:latin typeface="Carlito"/>
                <a:cs typeface="Carlito"/>
              </a:rPr>
              <a:t> </a:t>
            </a:r>
            <a:r>
              <a:rPr sz="3600" i="1" spc="-10" dirty="0">
                <a:solidFill>
                  <a:srgbClr val="FFFFFF"/>
                </a:solidFill>
                <a:latin typeface="Carlito"/>
                <a:cs typeface="Carlito"/>
              </a:rPr>
              <a:t>dollars</a:t>
            </a:r>
            <a:r>
              <a:rPr sz="3600" i="1" spc="-135" dirty="0">
                <a:solidFill>
                  <a:srgbClr val="FFFFFF"/>
                </a:solidFill>
                <a:latin typeface="Carlito"/>
                <a:cs typeface="Carlito"/>
              </a:rPr>
              <a:t> </a:t>
            </a:r>
            <a:r>
              <a:rPr sz="3600" i="1" dirty="0">
                <a:solidFill>
                  <a:srgbClr val="FFFFFF"/>
                </a:solidFill>
                <a:latin typeface="Carlito"/>
                <a:cs typeface="Carlito"/>
              </a:rPr>
              <a:t>to</a:t>
            </a:r>
            <a:r>
              <a:rPr sz="3600" i="1" spc="-130" dirty="0">
                <a:solidFill>
                  <a:srgbClr val="FFFFFF"/>
                </a:solidFill>
                <a:latin typeface="Carlito"/>
                <a:cs typeface="Carlito"/>
              </a:rPr>
              <a:t> </a:t>
            </a:r>
            <a:r>
              <a:rPr sz="3600" i="1" spc="-10" dirty="0">
                <a:solidFill>
                  <a:srgbClr val="FFFFFF"/>
                </a:solidFill>
                <a:latin typeface="Carlito"/>
                <a:cs typeface="Carlito"/>
              </a:rPr>
              <a:t>public equity</a:t>
            </a:r>
            <a:r>
              <a:rPr sz="3600" i="1" spc="-120" dirty="0">
                <a:solidFill>
                  <a:srgbClr val="FFFFFF"/>
                </a:solidFill>
                <a:latin typeface="Carlito"/>
                <a:cs typeface="Carlito"/>
              </a:rPr>
              <a:t> </a:t>
            </a:r>
            <a:r>
              <a:rPr sz="3600" i="1" spc="-40" dirty="0">
                <a:solidFill>
                  <a:srgbClr val="FFFFFF"/>
                </a:solidFill>
                <a:latin typeface="Carlito"/>
                <a:cs typeface="Carlito"/>
              </a:rPr>
              <a:t>markets”</a:t>
            </a:r>
            <a:r>
              <a:rPr sz="3600" i="1" spc="-110" dirty="0">
                <a:solidFill>
                  <a:srgbClr val="FFFFFF"/>
                </a:solidFill>
                <a:latin typeface="Carlito"/>
                <a:cs typeface="Carlito"/>
              </a:rPr>
              <a:t> </a:t>
            </a:r>
            <a:r>
              <a:rPr sz="3600" i="1" dirty="0">
                <a:solidFill>
                  <a:srgbClr val="FFFFFF"/>
                </a:solidFill>
                <a:latin typeface="Carlito"/>
                <a:cs typeface="Carlito"/>
              </a:rPr>
              <a:t>…</a:t>
            </a:r>
            <a:r>
              <a:rPr sz="3600" i="1" spc="-110" dirty="0">
                <a:solidFill>
                  <a:srgbClr val="FFFFFF"/>
                </a:solidFill>
                <a:latin typeface="Carlito"/>
                <a:cs typeface="Carlito"/>
              </a:rPr>
              <a:t> </a:t>
            </a:r>
            <a:r>
              <a:rPr sz="3600" i="1" dirty="0">
                <a:solidFill>
                  <a:srgbClr val="FFFFFF"/>
                </a:solidFill>
                <a:latin typeface="Carlito"/>
                <a:cs typeface="Carlito"/>
              </a:rPr>
              <a:t>this</a:t>
            </a:r>
            <a:r>
              <a:rPr sz="3600" i="1" spc="-114" dirty="0">
                <a:solidFill>
                  <a:srgbClr val="FFFFFF"/>
                </a:solidFill>
                <a:latin typeface="Carlito"/>
                <a:cs typeface="Carlito"/>
              </a:rPr>
              <a:t> </a:t>
            </a:r>
            <a:r>
              <a:rPr sz="3600" i="1" dirty="0">
                <a:solidFill>
                  <a:srgbClr val="FFFFFF"/>
                </a:solidFill>
                <a:latin typeface="Carlito"/>
                <a:cs typeface="Carlito"/>
              </a:rPr>
              <a:t>is</a:t>
            </a:r>
            <a:r>
              <a:rPr sz="3600" i="1" spc="-114" dirty="0">
                <a:solidFill>
                  <a:srgbClr val="FFFFFF"/>
                </a:solidFill>
                <a:latin typeface="Carlito"/>
                <a:cs typeface="Carlito"/>
              </a:rPr>
              <a:t> </a:t>
            </a:r>
            <a:r>
              <a:rPr sz="3600" i="1" dirty="0">
                <a:solidFill>
                  <a:srgbClr val="FFFFFF"/>
                </a:solidFill>
                <a:latin typeface="Carlito"/>
                <a:cs typeface="Carlito"/>
              </a:rPr>
              <a:t>not</a:t>
            </a:r>
            <a:r>
              <a:rPr sz="3600" i="1" spc="-110" dirty="0">
                <a:solidFill>
                  <a:srgbClr val="FFFFFF"/>
                </a:solidFill>
                <a:latin typeface="Carlito"/>
                <a:cs typeface="Carlito"/>
              </a:rPr>
              <a:t> </a:t>
            </a:r>
            <a:r>
              <a:rPr sz="3600" i="1" spc="-10" dirty="0">
                <a:solidFill>
                  <a:srgbClr val="FFFFFF"/>
                </a:solidFill>
                <a:latin typeface="Carlito"/>
                <a:cs typeface="Carlito"/>
              </a:rPr>
              <a:t>trading</a:t>
            </a:r>
            <a:r>
              <a:rPr sz="3600" i="1" spc="-114" dirty="0">
                <a:solidFill>
                  <a:srgbClr val="FFFFFF"/>
                </a:solidFill>
                <a:latin typeface="Carlito"/>
                <a:cs typeface="Carlito"/>
              </a:rPr>
              <a:t> </a:t>
            </a:r>
            <a:r>
              <a:rPr sz="3600" i="1" spc="-10" dirty="0">
                <a:solidFill>
                  <a:srgbClr val="FFFFFF"/>
                </a:solidFill>
                <a:latin typeface="Carlito"/>
                <a:cs typeface="Carlito"/>
              </a:rPr>
              <a:t>advice.</a:t>
            </a:r>
            <a:endParaRPr sz="3600" dirty="0">
              <a:latin typeface="Carlito"/>
              <a:cs typeface="Carlito"/>
            </a:endParaRPr>
          </a:p>
        </p:txBody>
      </p:sp>
      <p:grpSp>
        <p:nvGrpSpPr>
          <p:cNvPr id="6" name="object 6"/>
          <p:cNvGrpSpPr/>
          <p:nvPr/>
        </p:nvGrpSpPr>
        <p:grpSpPr>
          <a:xfrm>
            <a:off x="-1" y="-673"/>
            <a:ext cx="9144000" cy="4293870"/>
            <a:chOff x="-1" y="-673"/>
            <a:chExt cx="9144000" cy="4293870"/>
          </a:xfrm>
        </p:grpSpPr>
        <p:sp>
          <p:nvSpPr>
            <p:cNvPr id="7" name="object 7"/>
            <p:cNvSpPr/>
            <p:nvPr/>
          </p:nvSpPr>
          <p:spPr>
            <a:xfrm>
              <a:off x="4572000" y="-673"/>
              <a:ext cx="0" cy="4243070"/>
            </a:xfrm>
            <a:custGeom>
              <a:avLst/>
              <a:gdLst/>
              <a:ahLst/>
              <a:cxnLst/>
              <a:rect l="l" t="t" r="r" b="b"/>
              <a:pathLst>
                <a:path h="4243070">
                  <a:moveTo>
                    <a:pt x="0" y="0"/>
                  </a:moveTo>
                  <a:lnTo>
                    <a:pt x="1" y="4242822"/>
                  </a:lnTo>
                </a:path>
              </a:pathLst>
            </a:custGeom>
            <a:ln w="101600">
              <a:solidFill>
                <a:srgbClr val="FFFFFF"/>
              </a:solidFill>
            </a:ln>
          </p:spPr>
          <p:txBody>
            <a:bodyPr wrap="square" lIns="0" tIns="0" rIns="0" bIns="0" rtlCol="0"/>
            <a:lstStyle/>
            <a:p>
              <a:endParaRPr/>
            </a:p>
          </p:txBody>
        </p:sp>
        <p:sp>
          <p:nvSpPr>
            <p:cNvPr id="8" name="object 8"/>
            <p:cNvSpPr/>
            <p:nvPr/>
          </p:nvSpPr>
          <p:spPr>
            <a:xfrm>
              <a:off x="-1" y="4242130"/>
              <a:ext cx="9144000" cy="0"/>
            </a:xfrm>
            <a:custGeom>
              <a:avLst/>
              <a:gdLst/>
              <a:ahLst/>
              <a:cxnLst/>
              <a:rect l="l" t="t" r="r" b="b"/>
              <a:pathLst>
                <a:path w="9144000">
                  <a:moveTo>
                    <a:pt x="0" y="0"/>
                  </a:moveTo>
                  <a:lnTo>
                    <a:pt x="9144005" y="1"/>
                  </a:lnTo>
                </a:path>
              </a:pathLst>
            </a:custGeom>
            <a:ln w="101600">
              <a:solidFill>
                <a:srgbClr val="FFFFFF"/>
              </a:solidFill>
            </a:ln>
          </p:spPr>
          <p:txBody>
            <a:bodyPr wrap="square" lIns="0" tIns="0" rIns="0" bIns="0" rtlCol="0"/>
            <a:lstStyle/>
            <a:p>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1054" y="4545575"/>
            <a:ext cx="4557852" cy="428227"/>
          </a:xfrm>
          <a:prstGeom prst="rect">
            <a:avLst/>
          </a:prstGeom>
        </p:spPr>
      </p:pic>
      <p:pic>
        <p:nvPicPr>
          <p:cNvPr id="3" name="object 3"/>
          <p:cNvPicPr/>
          <p:nvPr/>
        </p:nvPicPr>
        <p:blipFill>
          <a:blip r:embed="rId3" cstate="print"/>
          <a:stretch>
            <a:fillRect/>
          </a:stretch>
        </p:blipFill>
        <p:spPr>
          <a:xfrm>
            <a:off x="941054" y="5181219"/>
            <a:ext cx="2619441" cy="426933"/>
          </a:xfrm>
          <a:prstGeom prst="rect">
            <a:avLst/>
          </a:prstGeom>
        </p:spPr>
      </p:pic>
      <p:pic>
        <p:nvPicPr>
          <p:cNvPr id="4" name="object 4"/>
          <p:cNvPicPr/>
          <p:nvPr/>
        </p:nvPicPr>
        <p:blipFill>
          <a:blip r:embed="rId4" cstate="print"/>
          <a:stretch>
            <a:fillRect/>
          </a:stretch>
        </p:blipFill>
        <p:spPr>
          <a:xfrm>
            <a:off x="478409" y="228600"/>
            <a:ext cx="8187182" cy="3316490"/>
          </a:xfrm>
          <a:prstGeom prst="rect">
            <a:avLst/>
          </a:prstGeom>
        </p:spPr>
      </p:pic>
      <p:pic>
        <p:nvPicPr>
          <p:cNvPr id="6" name="Picture 5">
            <a:extLst>
              <a:ext uri="{FF2B5EF4-FFF2-40B4-BE49-F238E27FC236}">
                <a16:creationId xmlns:a16="http://schemas.microsoft.com/office/drawing/2014/main" id="{C6B15E87-E0AB-EE84-1B24-542C7F2F0FC9}"/>
              </a:ext>
            </a:extLst>
          </p:cNvPr>
          <p:cNvPicPr>
            <a:picLocks noChangeAspect="1"/>
          </p:cNvPicPr>
          <p:nvPr/>
        </p:nvPicPr>
        <p:blipFill>
          <a:blip r:embed="rId5"/>
          <a:stretch>
            <a:fillRect/>
          </a:stretch>
        </p:blipFill>
        <p:spPr>
          <a:xfrm>
            <a:off x="0" y="3962400"/>
            <a:ext cx="9144000" cy="218410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7390" y="711200"/>
            <a:ext cx="6716395" cy="1028487"/>
          </a:xfrm>
          <a:prstGeom prst="rect">
            <a:avLst/>
          </a:prstGeom>
        </p:spPr>
        <p:txBody>
          <a:bodyPr vert="horz" wrap="square" lIns="0" tIns="12700" rIns="0" bIns="0" rtlCol="0">
            <a:spAutoFit/>
          </a:bodyPr>
          <a:lstStyle/>
          <a:p>
            <a:pPr marL="12700">
              <a:lnSpc>
                <a:spcPct val="100000"/>
              </a:lnSpc>
              <a:spcBef>
                <a:spcPts val="100"/>
              </a:spcBef>
            </a:pPr>
            <a:r>
              <a:rPr spc="-45" dirty="0"/>
              <a:t>Reinforcement</a:t>
            </a:r>
            <a:r>
              <a:rPr spc="-60" dirty="0"/>
              <a:t> </a:t>
            </a:r>
            <a:r>
              <a:rPr spc="-10" dirty="0"/>
              <a:t>Learning</a:t>
            </a:r>
            <a:br>
              <a:rPr lang="en-US" spc="-10" dirty="0"/>
            </a:br>
            <a:r>
              <a:rPr lang="en-US" spc="-10" dirty="0"/>
              <a:t>(</a:t>
            </a:r>
            <a:r>
              <a:rPr lang="vi-VN" spc="-10" dirty="0"/>
              <a:t>Học tăng cường</a:t>
            </a:r>
            <a:r>
              <a:rPr lang="en-US" spc="-10" dirty="0"/>
              <a:t>)</a:t>
            </a:r>
            <a:endParaRPr spc="-10" dirty="0"/>
          </a:p>
        </p:txBody>
      </p:sp>
      <p:sp>
        <p:nvSpPr>
          <p:cNvPr id="3" name="object 3"/>
          <p:cNvSpPr txBox="1"/>
          <p:nvPr/>
        </p:nvSpPr>
        <p:spPr>
          <a:xfrm>
            <a:off x="707390" y="1806955"/>
            <a:ext cx="5575300" cy="751488"/>
          </a:xfrm>
          <a:prstGeom prst="rect">
            <a:avLst/>
          </a:prstGeom>
        </p:spPr>
        <p:txBody>
          <a:bodyPr vert="horz" wrap="square" lIns="0" tIns="12700" rIns="0" bIns="0" rtlCol="0">
            <a:spAutoFit/>
          </a:bodyPr>
          <a:lstStyle/>
          <a:p>
            <a:pPr marL="252095" indent="-239395">
              <a:lnSpc>
                <a:spcPct val="100000"/>
              </a:lnSpc>
              <a:spcBef>
                <a:spcPts val="100"/>
              </a:spcBef>
              <a:buFont typeface="Arial"/>
              <a:buChar char="•"/>
              <a:tabLst>
                <a:tab pos="252095" algn="l"/>
              </a:tabLst>
            </a:pPr>
            <a:r>
              <a:rPr lang="vi-VN" sz="2400" dirty="0">
                <a:latin typeface="Carlito"/>
                <a:cs typeface="Carlito"/>
              </a:rPr>
              <a:t>Thuật toán có thể thu thập dữ liệu một cách tương tác</a:t>
            </a:r>
            <a:endParaRPr sz="2400" dirty="0">
              <a:latin typeface="Carlito"/>
              <a:cs typeface="Carlito"/>
            </a:endParaRPr>
          </a:p>
        </p:txBody>
      </p:sp>
      <p:sp>
        <p:nvSpPr>
          <p:cNvPr id="4" name="object 4"/>
          <p:cNvSpPr txBox="1"/>
          <p:nvPr/>
        </p:nvSpPr>
        <p:spPr>
          <a:xfrm>
            <a:off x="6497025" y="2819400"/>
            <a:ext cx="2213610" cy="868314"/>
          </a:xfrm>
          <a:prstGeom prst="rect">
            <a:avLst/>
          </a:prstGeom>
        </p:spPr>
        <p:txBody>
          <a:bodyPr vert="horz" wrap="square" lIns="0" tIns="55244" rIns="0" bIns="0" rtlCol="0" anchor="ctr">
            <a:spAutoFit/>
          </a:bodyPr>
          <a:lstStyle/>
          <a:p>
            <a:pPr marL="12700" marR="5080">
              <a:lnSpc>
                <a:spcPct val="88300"/>
              </a:lnSpc>
              <a:spcBef>
                <a:spcPts val="434"/>
              </a:spcBef>
            </a:pPr>
            <a:r>
              <a:rPr lang="vi-VN" sz="2000" dirty="0"/>
              <a:t>Cải thiện chiến lược dựa trên phản hồi</a:t>
            </a:r>
            <a:endParaRPr sz="2000" dirty="0"/>
          </a:p>
        </p:txBody>
      </p:sp>
      <p:sp>
        <p:nvSpPr>
          <p:cNvPr id="5" name="object 5"/>
          <p:cNvSpPr txBox="1"/>
          <p:nvPr/>
        </p:nvSpPr>
        <p:spPr>
          <a:xfrm>
            <a:off x="3062668" y="2866478"/>
            <a:ext cx="1325880" cy="821055"/>
          </a:xfrm>
          <a:prstGeom prst="rect">
            <a:avLst/>
          </a:prstGeom>
          <a:ln w="28575">
            <a:solidFill>
              <a:srgbClr val="0099FF"/>
            </a:solidFill>
          </a:ln>
        </p:spPr>
        <p:txBody>
          <a:bodyPr vert="horz" wrap="square" lIns="0" tIns="80010" rIns="0" bIns="0" rtlCol="0">
            <a:spAutoFit/>
          </a:bodyPr>
          <a:lstStyle/>
          <a:p>
            <a:pPr marL="113664" marR="106045" indent="285750">
              <a:lnSpc>
                <a:spcPts val="2590"/>
              </a:lnSpc>
              <a:spcBef>
                <a:spcPts val="630"/>
              </a:spcBef>
            </a:pPr>
            <a:r>
              <a:rPr sz="2200" spc="-20" dirty="0">
                <a:latin typeface="Carlito"/>
                <a:cs typeface="Carlito"/>
              </a:rPr>
              <a:t>Data </a:t>
            </a:r>
            <a:r>
              <a:rPr sz="2200" spc="-10" dirty="0">
                <a:latin typeface="Carlito"/>
                <a:cs typeface="Carlito"/>
              </a:rPr>
              <a:t>collection</a:t>
            </a:r>
            <a:endParaRPr sz="2200">
              <a:latin typeface="Carlito"/>
              <a:cs typeface="Carlito"/>
            </a:endParaRPr>
          </a:p>
        </p:txBody>
      </p:sp>
      <p:sp>
        <p:nvSpPr>
          <p:cNvPr id="6" name="object 6"/>
          <p:cNvSpPr txBox="1"/>
          <p:nvPr/>
        </p:nvSpPr>
        <p:spPr>
          <a:xfrm>
            <a:off x="4788560" y="2866478"/>
            <a:ext cx="1450975" cy="822960"/>
          </a:xfrm>
          <a:prstGeom prst="rect">
            <a:avLst/>
          </a:prstGeom>
          <a:ln w="28575">
            <a:solidFill>
              <a:srgbClr val="0099FF"/>
            </a:solidFill>
          </a:ln>
        </p:spPr>
        <p:txBody>
          <a:bodyPr vert="horz" wrap="square" lIns="0" tIns="186690" rIns="0" bIns="0" rtlCol="0">
            <a:spAutoFit/>
          </a:bodyPr>
          <a:lstStyle/>
          <a:p>
            <a:pPr marL="194310">
              <a:lnSpc>
                <a:spcPct val="100000"/>
              </a:lnSpc>
              <a:spcBef>
                <a:spcPts val="1470"/>
              </a:spcBef>
            </a:pPr>
            <a:r>
              <a:rPr sz="2600" spc="-10" dirty="0">
                <a:latin typeface="Carlito"/>
                <a:cs typeface="Carlito"/>
              </a:rPr>
              <a:t>Training</a:t>
            </a:r>
            <a:endParaRPr sz="2600">
              <a:latin typeface="Carlito"/>
              <a:cs typeface="Carlito"/>
            </a:endParaRPr>
          </a:p>
        </p:txBody>
      </p:sp>
      <p:sp>
        <p:nvSpPr>
          <p:cNvPr id="7" name="object 7"/>
          <p:cNvSpPr/>
          <p:nvPr/>
        </p:nvSpPr>
        <p:spPr>
          <a:xfrm>
            <a:off x="3741737" y="2500210"/>
            <a:ext cx="1712595" cy="372745"/>
          </a:xfrm>
          <a:custGeom>
            <a:avLst/>
            <a:gdLst/>
            <a:ahLst/>
            <a:cxnLst/>
            <a:rect l="l" t="t" r="r" b="b"/>
            <a:pathLst>
              <a:path w="1712595" h="372744">
                <a:moveTo>
                  <a:pt x="890587" y="0"/>
                </a:moveTo>
                <a:lnTo>
                  <a:pt x="846086" y="114"/>
                </a:lnTo>
                <a:lnTo>
                  <a:pt x="758456" y="3784"/>
                </a:lnTo>
                <a:lnTo>
                  <a:pt x="672490" y="11925"/>
                </a:lnTo>
                <a:lnTo>
                  <a:pt x="588873" y="24345"/>
                </a:lnTo>
                <a:lnTo>
                  <a:pt x="508114" y="40906"/>
                </a:lnTo>
                <a:lnTo>
                  <a:pt x="430771" y="61442"/>
                </a:lnTo>
                <a:lnTo>
                  <a:pt x="357517" y="85763"/>
                </a:lnTo>
                <a:lnTo>
                  <a:pt x="288455" y="113893"/>
                </a:lnTo>
                <a:lnTo>
                  <a:pt x="224536" y="145529"/>
                </a:lnTo>
                <a:lnTo>
                  <a:pt x="166166" y="180619"/>
                </a:lnTo>
                <a:lnTo>
                  <a:pt x="113906" y="219075"/>
                </a:lnTo>
                <a:lnTo>
                  <a:pt x="68195" y="260909"/>
                </a:lnTo>
                <a:lnTo>
                  <a:pt x="29984" y="305727"/>
                </a:lnTo>
                <a:lnTo>
                  <a:pt x="0" y="353110"/>
                </a:lnTo>
                <a:lnTo>
                  <a:pt x="32969" y="372211"/>
                </a:lnTo>
                <a:lnTo>
                  <a:pt x="45641" y="350329"/>
                </a:lnTo>
                <a:lnTo>
                  <a:pt x="46354" y="349097"/>
                </a:lnTo>
                <a:lnTo>
                  <a:pt x="60261" y="328929"/>
                </a:lnTo>
                <a:lnTo>
                  <a:pt x="61010" y="327837"/>
                </a:lnTo>
                <a:lnTo>
                  <a:pt x="76828" y="308063"/>
                </a:lnTo>
                <a:lnTo>
                  <a:pt x="77597" y="307098"/>
                </a:lnTo>
                <a:lnTo>
                  <a:pt x="95311" y="287731"/>
                </a:lnTo>
                <a:lnTo>
                  <a:pt x="96075" y="286892"/>
                </a:lnTo>
                <a:lnTo>
                  <a:pt x="115610" y="267995"/>
                </a:lnTo>
                <a:lnTo>
                  <a:pt x="116370" y="267258"/>
                </a:lnTo>
                <a:lnTo>
                  <a:pt x="137680" y="248869"/>
                </a:lnTo>
                <a:lnTo>
                  <a:pt x="138429" y="248221"/>
                </a:lnTo>
                <a:lnTo>
                  <a:pt x="161483" y="230390"/>
                </a:lnTo>
                <a:lnTo>
                  <a:pt x="162204" y="229831"/>
                </a:lnTo>
                <a:lnTo>
                  <a:pt x="186920" y="212598"/>
                </a:lnTo>
                <a:lnTo>
                  <a:pt x="187629" y="212102"/>
                </a:lnTo>
                <a:lnTo>
                  <a:pt x="213953" y="195503"/>
                </a:lnTo>
                <a:lnTo>
                  <a:pt x="242484" y="179158"/>
                </a:lnTo>
                <a:lnTo>
                  <a:pt x="272439" y="163575"/>
                </a:lnTo>
                <a:lnTo>
                  <a:pt x="273075" y="163245"/>
                </a:lnTo>
                <a:lnTo>
                  <a:pt x="303788" y="148780"/>
                </a:lnTo>
                <a:lnTo>
                  <a:pt x="336413" y="134810"/>
                </a:lnTo>
                <a:lnTo>
                  <a:pt x="337007" y="134556"/>
                </a:lnTo>
                <a:lnTo>
                  <a:pt x="370065" y="121767"/>
                </a:lnTo>
                <a:lnTo>
                  <a:pt x="441193" y="98120"/>
                </a:lnTo>
                <a:lnTo>
                  <a:pt x="442226" y="97777"/>
                </a:lnTo>
                <a:lnTo>
                  <a:pt x="442400" y="97777"/>
                </a:lnTo>
                <a:lnTo>
                  <a:pt x="516416" y="78117"/>
                </a:lnTo>
                <a:lnTo>
                  <a:pt x="517372" y="77863"/>
                </a:lnTo>
                <a:lnTo>
                  <a:pt x="517544" y="77863"/>
                </a:lnTo>
                <a:lnTo>
                  <a:pt x="595143" y="61950"/>
                </a:lnTo>
                <a:lnTo>
                  <a:pt x="594982" y="61950"/>
                </a:lnTo>
                <a:lnTo>
                  <a:pt x="596011" y="61772"/>
                </a:lnTo>
                <a:lnTo>
                  <a:pt x="596179" y="61772"/>
                </a:lnTo>
                <a:lnTo>
                  <a:pt x="676740" y="49809"/>
                </a:lnTo>
                <a:lnTo>
                  <a:pt x="676592" y="49809"/>
                </a:lnTo>
                <a:lnTo>
                  <a:pt x="677595" y="49682"/>
                </a:lnTo>
                <a:lnTo>
                  <a:pt x="677934" y="49682"/>
                </a:lnTo>
                <a:lnTo>
                  <a:pt x="760871" y="41833"/>
                </a:lnTo>
                <a:lnTo>
                  <a:pt x="760552" y="41833"/>
                </a:lnTo>
                <a:lnTo>
                  <a:pt x="761542" y="41770"/>
                </a:lnTo>
                <a:lnTo>
                  <a:pt x="762068" y="41770"/>
                </a:lnTo>
                <a:lnTo>
                  <a:pt x="847002" y="38214"/>
                </a:lnTo>
                <a:lnTo>
                  <a:pt x="846556" y="38214"/>
                </a:lnTo>
                <a:lnTo>
                  <a:pt x="890447" y="38100"/>
                </a:lnTo>
                <a:lnTo>
                  <a:pt x="889939" y="38087"/>
                </a:lnTo>
                <a:lnTo>
                  <a:pt x="1225884" y="38087"/>
                </a:lnTo>
                <a:lnTo>
                  <a:pt x="1218247" y="36271"/>
                </a:lnTo>
                <a:lnTo>
                  <a:pt x="1167244" y="26060"/>
                </a:lnTo>
                <a:lnTo>
                  <a:pt x="1114869" y="17437"/>
                </a:lnTo>
                <a:lnTo>
                  <a:pt x="1069898" y="11480"/>
                </a:lnTo>
                <a:lnTo>
                  <a:pt x="1024940" y="6769"/>
                </a:lnTo>
                <a:lnTo>
                  <a:pt x="980020" y="3301"/>
                </a:lnTo>
                <a:lnTo>
                  <a:pt x="935215" y="1054"/>
                </a:lnTo>
                <a:lnTo>
                  <a:pt x="890587" y="0"/>
                </a:lnTo>
                <a:close/>
              </a:path>
              <a:path w="1712595" h="372744">
                <a:moveTo>
                  <a:pt x="46354" y="349097"/>
                </a:moveTo>
                <a:lnTo>
                  <a:pt x="45580" y="350329"/>
                </a:lnTo>
                <a:lnTo>
                  <a:pt x="45973" y="349756"/>
                </a:lnTo>
                <a:lnTo>
                  <a:pt x="46354" y="349097"/>
                </a:lnTo>
                <a:close/>
              </a:path>
              <a:path w="1712595" h="372744">
                <a:moveTo>
                  <a:pt x="45973" y="349756"/>
                </a:moveTo>
                <a:lnTo>
                  <a:pt x="45580" y="350329"/>
                </a:lnTo>
                <a:lnTo>
                  <a:pt x="45973" y="349756"/>
                </a:lnTo>
                <a:close/>
              </a:path>
              <a:path w="1712595" h="372744">
                <a:moveTo>
                  <a:pt x="46425" y="349097"/>
                </a:moveTo>
                <a:lnTo>
                  <a:pt x="45973" y="349756"/>
                </a:lnTo>
                <a:lnTo>
                  <a:pt x="46425" y="349097"/>
                </a:lnTo>
                <a:close/>
              </a:path>
              <a:path w="1712595" h="372744">
                <a:moveTo>
                  <a:pt x="1620725" y="260909"/>
                </a:moveTo>
                <a:lnTo>
                  <a:pt x="1593443" y="285343"/>
                </a:lnTo>
                <a:lnTo>
                  <a:pt x="1712264" y="332358"/>
                </a:lnTo>
                <a:lnTo>
                  <a:pt x="1696628" y="275132"/>
                </a:lnTo>
                <a:lnTo>
                  <a:pt x="1635505" y="275132"/>
                </a:lnTo>
                <a:lnTo>
                  <a:pt x="1620725" y="260909"/>
                </a:lnTo>
                <a:close/>
              </a:path>
              <a:path w="1712595" h="372744">
                <a:moveTo>
                  <a:pt x="61010" y="327837"/>
                </a:moveTo>
                <a:lnTo>
                  <a:pt x="60210" y="328929"/>
                </a:lnTo>
                <a:lnTo>
                  <a:pt x="60577" y="328469"/>
                </a:lnTo>
                <a:lnTo>
                  <a:pt x="61010" y="327837"/>
                </a:lnTo>
                <a:close/>
              </a:path>
              <a:path w="1712595" h="372744">
                <a:moveTo>
                  <a:pt x="60577" y="328469"/>
                </a:moveTo>
                <a:lnTo>
                  <a:pt x="60210" y="328929"/>
                </a:lnTo>
                <a:lnTo>
                  <a:pt x="60577" y="328469"/>
                </a:lnTo>
                <a:close/>
              </a:path>
              <a:path w="1712595" h="372744">
                <a:moveTo>
                  <a:pt x="61080" y="327837"/>
                </a:moveTo>
                <a:lnTo>
                  <a:pt x="60577" y="328469"/>
                </a:lnTo>
                <a:lnTo>
                  <a:pt x="61080" y="327837"/>
                </a:lnTo>
                <a:close/>
              </a:path>
              <a:path w="1712595" h="372744">
                <a:moveTo>
                  <a:pt x="77597" y="307098"/>
                </a:moveTo>
                <a:lnTo>
                  <a:pt x="76784" y="308063"/>
                </a:lnTo>
                <a:lnTo>
                  <a:pt x="77134" y="307679"/>
                </a:lnTo>
                <a:lnTo>
                  <a:pt x="77597" y="307098"/>
                </a:lnTo>
                <a:close/>
              </a:path>
              <a:path w="1712595" h="372744">
                <a:moveTo>
                  <a:pt x="77134" y="307679"/>
                </a:moveTo>
                <a:lnTo>
                  <a:pt x="76784" y="308063"/>
                </a:lnTo>
                <a:lnTo>
                  <a:pt x="77134" y="307679"/>
                </a:lnTo>
                <a:close/>
              </a:path>
              <a:path w="1712595" h="372744">
                <a:moveTo>
                  <a:pt x="77663" y="307098"/>
                </a:moveTo>
                <a:lnTo>
                  <a:pt x="77134" y="307679"/>
                </a:lnTo>
                <a:lnTo>
                  <a:pt x="77663" y="307098"/>
                </a:lnTo>
                <a:close/>
              </a:path>
              <a:path w="1712595" h="372744">
                <a:moveTo>
                  <a:pt x="96075" y="286892"/>
                </a:moveTo>
                <a:lnTo>
                  <a:pt x="95250" y="287731"/>
                </a:lnTo>
                <a:lnTo>
                  <a:pt x="95778" y="287218"/>
                </a:lnTo>
                <a:lnTo>
                  <a:pt x="96075" y="286892"/>
                </a:lnTo>
                <a:close/>
              </a:path>
              <a:path w="1712595" h="372744">
                <a:moveTo>
                  <a:pt x="95778" y="287218"/>
                </a:moveTo>
                <a:lnTo>
                  <a:pt x="95250" y="287731"/>
                </a:lnTo>
                <a:lnTo>
                  <a:pt x="95778" y="287218"/>
                </a:lnTo>
                <a:close/>
              </a:path>
              <a:path w="1712595" h="372744">
                <a:moveTo>
                  <a:pt x="96114" y="286892"/>
                </a:moveTo>
                <a:lnTo>
                  <a:pt x="95778" y="287218"/>
                </a:lnTo>
                <a:lnTo>
                  <a:pt x="96114" y="286892"/>
                </a:lnTo>
                <a:close/>
              </a:path>
              <a:path w="1712595" h="372744">
                <a:moveTo>
                  <a:pt x="1649188" y="235419"/>
                </a:moveTo>
                <a:lnTo>
                  <a:pt x="1620725" y="260909"/>
                </a:lnTo>
                <a:lnTo>
                  <a:pt x="1635505" y="275132"/>
                </a:lnTo>
                <a:lnTo>
                  <a:pt x="1661934" y="247688"/>
                </a:lnTo>
                <a:lnTo>
                  <a:pt x="1649188" y="235419"/>
                </a:lnTo>
                <a:close/>
              </a:path>
              <a:path w="1712595" h="372744">
                <a:moveTo>
                  <a:pt x="1678584" y="209092"/>
                </a:moveTo>
                <a:lnTo>
                  <a:pt x="1649188" y="235419"/>
                </a:lnTo>
                <a:lnTo>
                  <a:pt x="1661934" y="247688"/>
                </a:lnTo>
                <a:lnTo>
                  <a:pt x="1635505" y="275132"/>
                </a:lnTo>
                <a:lnTo>
                  <a:pt x="1696628" y="275132"/>
                </a:lnTo>
                <a:lnTo>
                  <a:pt x="1678584" y="209092"/>
                </a:lnTo>
                <a:close/>
              </a:path>
              <a:path w="1712595" h="372744">
                <a:moveTo>
                  <a:pt x="116370" y="267258"/>
                </a:moveTo>
                <a:lnTo>
                  <a:pt x="115557" y="267995"/>
                </a:lnTo>
                <a:lnTo>
                  <a:pt x="116046" y="267572"/>
                </a:lnTo>
                <a:lnTo>
                  <a:pt x="116370" y="267258"/>
                </a:lnTo>
                <a:close/>
              </a:path>
              <a:path w="1712595" h="372744">
                <a:moveTo>
                  <a:pt x="116046" y="267572"/>
                </a:moveTo>
                <a:lnTo>
                  <a:pt x="115557" y="267995"/>
                </a:lnTo>
                <a:lnTo>
                  <a:pt x="116046" y="267572"/>
                </a:lnTo>
                <a:close/>
              </a:path>
              <a:path w="1712595" h="372744">
                <a:moveTo>
                  <a:pt x="116409" y="267258"/>
                </a:moveTo>
                <a:lnTo>
                  <a:pt x="116046" y="267572"/>
                </a:lnTo>
                <a:lnTo>
                  <a:pt x="116409" y="267258"/>
                </a:lnTo>
                <a:close/>
              </a:path>
              <a:path w="1712595" h="372744">
                <a:moveTo>
                  <a:pt x="1604679" y="245468"/>
                </a:moveTo>
                <a:lnTo>
                  <a:pt x="1620725" y="260909"/>
                </a:lnTo>
                <a:lnTo>
                  <a:pt x="1637205" y="246151"/>
                </a:lnTo>
                <a:lnTo>
                  <a:pt x="1605584" y="246151"/>
                </a:lnTo>
                <a:lnTo>
                  <a:pt x="1604679" y="245468"/>
                </a:lnTo>
                <a:close/>
              </a:path>
              <a:path w="1712595" h="372744">
                <a:moveTo>
                  <a:pt x="138429" y="248221"/>
                </a:moveTo>
                <a:lnTo>
                  <a:pt x="137642" y="248869"/>
                </a:lnTo>
                <a:lnTo>
                  <a:pt x="138011" y="248583"/>
                </a:lnTo>
                <a:lnTo>
                  <a:pt x="138429" y="248221"/>
                </a:lnTo>
                <a:close/>
              </a:path>
              <a:path w="1712595" h="372744">
                <a:moveTo>
                  <a:pt x="138011" y="248583"/>
                </a:moveTo>
                <a:lnTo>
                  <a:pt x="137642" y="248869"/>
                </a:lnTo>
                <a:lnTo>
                  <a:pt x="138011" y="248583"/>
                </a:lnTo>
                <a:close/>
              </a:path>
              <a:path w="1712595" h="372744">
                <a:moveTo>
                  <a:pt x="138478" y="248221"/>
                </a:moveTo>
                <a:lnTo>
                  <a:pt x="138011" y="248583"/>
                </a:lnTo>
                <a:lnTo>
                  <a:pt x="138478" y="248221"/>
                </a:lnTo>
                <a:close/>
              </a:path>
              <a:path w="1712595" h="372744">
                <a:moveTo>
                  <a:pt x="1603844" y="244665"/>
                </a:moveTo>
                <a:lnTo>
                  <a:pt x="1604679" y="245468"/>
                </a:lnTo>
                <a:lnTo>
                  <a:pt x="1605584" y="246151"/>
                </a:lnTo>
                <a:lnTo>
                  <a:pt x="1603844" y="244665"/>
                </a:lnTo>
                <a:close/>
              </a:path>
              <a:path w="1712595" h="372744">
                <a:moveTo>
                  <a:pt x="1638864" y="244665"/>
                </a:moveTo>
                <a:lnTo>
                  <a:pt x="1603844" y="244665"/>
                </a:lnTo>
                <a:lnTo>
                  <a:pt x="1605584" y="246151"/>
                </a:lnTo>
                <a:lnTo>
                  <a:pt x="1637205" y="246151"/>
                </a:lnTo>
                <a:lnTo>
                  <a:pt x="1638864" y="244665"/>
                </a:lnTo>
                <a:close/>
              </a:path>
              <a:path w="1712595" h="372744">
                <a:moveTo>
                  <a:pt x="1636455" y="223164"/>
                </a:moveTo>
                <a:lnTo>
                  <a:pt x="1575104" y="223164"/>
                </a:lnTo>
                <a:lnTo>
                  <a:pt x="1576019" y="223812"/>
                </a:lnTo>
                <a:lnTo>
                  <a:pt x="1604679" y="245468"/>
                </a:lnTo>
                <a:lnTo>
                  <a:pt x="1603844" y="244665"/>
                </a:lnTo>
                <a:lnTo>
                  <a:pt x="1638864" y="244665"/>
                </a:lnTo>
                <a:lnTo>
                  <a:pt x="1649188" y="235419"/>
                </a:lnTo>
                <a:lnTo>
                  <a:pt x="1636455" y="223164"/>
                </a:lnTo>
                <a:close/>
              </a:path>
              <a:path w="1712595" h="372744">
                <a:moveTo>
                  <a:pt x="161856" y="230101"/>
                </a:moveTo>
                <a:lnTo>
                  <a:pt x="161442" y="230390"/>
                </a:lnTo>
                <a:lnTo>
                  <a:pt x="161856" y="230101"/>
                </a:lnTo>
                <a:close/>
              </a:path>
              <a:path w="1712595" h="372744">
                <a:moveTo>
                  <a:pt x="162242" y="229831"/>
                </a:moveTo>
                <a:lnTo>
                  <a:pt x="161856" y="230101"/>
                </a:lnTo>
                <a:lnTo>
                  <a:pt x="162242" y="229831"/>
                </a:lnTo>
                <a:close/>
              </a:path>
              <a:path w="1712595" h="372744">
                <a:moveTo>
                  <a:pt x="1575547" y="223498"/>
                </a:moveTo>
                <a:lnTo>
                  <a:pt x="1575963" y="223812"/>
                </a:lnTo>
                <a:lnTo>
                  <a:pt x="1575547" y="223498"/>
                </a:lnTo>
                <a:close/>
              </a:path>
              <a:path w="1712595" h="372744">
                <a:moveTo>
                  <a:pt x="1575104" y="223164"/>
                </a:moveTo>
                <a:lnTo>
                  <a:pt x="1575547" y="223498"/>
                </a:lnTo>
                <a:lnTo>
                  <a:pt x="1576019" y="223812"/>
                </a:lnTo>
                <a:lnTo>
                  <a:pt x="1575104" y="223164"/>
                </a:lnTo>
                <a:close/>
              </a:path>
              <a:path w="1712595" h="372744">
                <a:moveTo>
                  <a:pt x="1610180" y="201891"/>
                </a:moveTo>
                <a:lnTo>
                  <a:pt x="1543075" y="201891"/>
                </a:lnTo>
                <a:lnTo>
                  <a:pt x="1543951" y="202437"/>
                </a:lnTo>
                <a:lnTo>
                  <a:pt x="1575547" y="223498"/>
                </a:lnTo>
                <a:lnTo>
                  <a:pt x="1575104" y="223164"/>
                </a:lnTo>
                <a:lnTo>
                  <a:pt x="1636455" y="223164"/>
                </a:lnTo>
                <a:lnTo>
                  <a:pt x="1629435" y="216407"/>
                </a:lnTo>
                <a:lnTo>
                  <a:pt x="1610180" y="201891"/>
                </a:lnTo>
                <a:close/>
              </a:path>
              <a:path w="1712595" h="372744">
                <a:moveTo>
                  <a:pt x="187179" y="212416"/>
                </a:moveTo>
                <a:lnTo>
                  <a:pt x="186893" y="212598"/>
                </a:lnTo>
                <a:lnTo>
                  <a:pt x="187179" y="212416"/>
                </a:lnTo>
                <a:close/>
              </a:path>
              <a:path w="1712595" h="372744">
                <a:moveTo>
                  <a:pt x="187677" y="212102"/>
                </a:moveTo>
                <a:lnTo>
                  <a:pt x="187179" y="212416"/>
                </a:lnTo>
                <a:lnTo>
                  <a:pt x="187677" y="212102"/>
                </a:lnTo>
                <a:close/>
              </a:path>
              <a:path w="1712595" h="372744">
                <a:moveTo>
                  <a:pt x="1543462" y="202149"/>
                </a:moveTo>
                <a:lnTo>
                  <a:pt x="1543896" y="202437"/>
                </a:lnTo>
                <a:lnTo>
                  <a:pt x="1543462" y="202149"/>
                </a:lnTo>
                <a:close/>
              </a:path>
              <a:path w="1712595" h="372744">
                <a:moveTo>
                  <a:pt x="1543075" y="201891"/>
                </a:moveTo>
                <a:lnTo>
                  <a:pt x="1543462" y="202149"/>
                </a:lnTo>
                <a:lnTo>
                  <a:pt x="1543951" y="202437"/>
                </a:lnTo>
                <a:lnTo>
                  <a:pt x="1543075" y="201891"/>
                </a:lnTo>
                <a:close/>
              </a:path>
              <a:path w="1712595" h="372744">
                <a:moveTo>
                  <a:pt x="1581395" y="181622"/>
                </a:moveTo>
                <a:lnTo>
                  <a:pt x="1508658" y="181622"/>
                </a:lnTo>
                <a:lnTo>
                  <a:pt x="1509509" y="182092"/>
                </a:lnTo>
                <a:lnTo>
                  <a:pt x="1543462" y="202149"/>
                </a:lnTo>
                <a:lnTo>
                  <a:pt x="1543075" y="201891"/>
                </a:lnTo>
                <a:lnTo>
                  <a:pt x="1610180" y="201891"/>
                </a:lnTo>
                <a:lnTo>
                  <a:pt x="1597596" y="192404"/>
                </a:lnTo>
                <a:lnTo>
                  <a:pt x="1581395" y="181622"/>
                </a:lnTo>
                <a:close/>
              </a:path>
              <a:path w="1712595" h="372744">
                <a:moveTo>
                  <a:pt x="214410" y="195215"/>
                </a:moveTo>
                <a:lnTo>
                  <a:pt x="213906" y="195503"/>
                </a:lnTo>
                <a:lnTo>
                  <a:pt x="214410" y="195215"/>
                </a:lnTo>
                <a:close/>
              </a:path>
              <a:path w="1712595" h="372744">
                <a:moveTo>
                  <a:pt x="1509027" y="181840"/>
                </a:moveTo>
                <a:lnTo>
                  <a:pt x="1509455" y="182092"/>
                </a:lnTo>
                <a:lnTo>
                  <a:pt x="1509027" y="181840"/>
                </a:lnTo>
                <a:close/>
              </a:path>
              <a:path w="1712595" h="372744">
                <a:moveTo>
                  <a:pt x="1551122" y="162432"/>
                </a:moveTo>
                <a:lnTo>
                  <a:pt x="1471955" y="162432"/>
                </a:lnTo>
                <a:lnTo>
                  <a:pt x="1472768" y="162839"/>
                </a:lnTo>
                <a:lnTo>
                  <a:pt x="1509027" y="181840"/>
                </a:lnTo>
                <a:lnTo>
                  <a:pt x="1508658" y="181622"/>
                </a:lnTo>
                <a:lnTo>
                  <a:pt x="1581395" y="181622"/>
                </a:lnTo>
                <a:lnTo>
                  <a:pt x="1563763" y="169887"/>
                </a:lnTo>
                <a:lnTo>
                  <a:pt x="1551122" y="162432"/>
                </a:lnTo>
                <a:close/>
              </a:path>
              <a:path w="1712595" h="372744">
                <a:moveTo>
                  <a:pt x="242899" y="178921"/>
                </a:moveTo>
                <a:lnTo>
                  <a:pt x="242442" y="179158"/>
                </a:lnTo>
                <a:lnTo>
                  <a:pt x="242899" y="178921"/>
                </a:lnTo>
                <a:close/>
              </a:path>
              <a:path w="1712595" h="372744">
                <a:moveTo>
                  <a:pt x="273115" y="163245"/>
                </a:moveTo>
                <a:lnTo>
                  <a:pt x="272683" y="163449"/>
                </a:lnTo>
                <a:lnTo>
                  <a:pt x="273115" y="163245"/>
                </a:lnTo>
                <a:close/>
              </a:path>
              <a:path w="1712595" h="372744">
                <a:moveTo>
                  <a:pt x="1472444" y="162689"/>
                </a:moveTo>
                <a:lnTo>
                  <a:pt x="1472731" y="162839"/>
                </a:lnTo>
                <a:lnTo>
                  <a:pt x="1472444" y="162689"/>
                </a:lnTo>
                <a:close/>
              </a:path>
              <a:path w="1712595" h="372744">
                <a:moveTo>
                  <a:pt x="1519649" y="144399"/>
                </a:moveTo>
                <a:lnTo>
                  <a:pt x="1433067" y="144399"/>
                </a:lnTo>
                <a:lnTo>
                  <a:pt x="1433855" y="144729"/>
                </a:lnTo>
                <a:lnTo>
                  <a:pt x="1472444" y="162689"/>
                </a:lnTo>
                <a:lnTo>
                  <a:pt x="1471955" y="162432"/>
                </a:lnTo>
                <a:lnTo>
                  <a:pt x="1551122" y="162432"/>
                </a:lnTo>
                <a:lnTo>
                  <a:pt x="1527485" y="148501"/>
                </a:lnTo>
                <a:lnTo>
                  <a:pt x="1519649" y="144399"/>
                </a:lnTo>
                <a:close/>
              </a:path>
              <a:path w="1712595" h="372744">
                <a:moveTo>
                  <a:pt x="1433185" y="144453"/>
                </a:moveTo>
                <a:lnTo>
                  <a:pt x="1433778" y="144729"/>
                </a:lnTo>
                <a:lnTo>
                  <a:pt x="1433185" y="144453"/>
                </a:lnTo>
                <a:close/>
              </a:path>
              <a:path w="1712595" h="372744">
                <a:moveTo>
                  <a:pt x="1487259" y="127558"/>
                </a:moveTo>
                <a:lnTo>
                  <a:pt x="1392123" y="127558"/>
                </a:lnTo>
                <a:lnTo>
                  <a:pt x="1392872" y="127838"/>
                </a:lnTo>
                <a:lnTo>
                  <a:pt x="1433185" y="144453"/>
                </a:lnTo>
                <a:lnTo>
                  <a:pt x="1519649" y="144399"/>
                </a:lnTo>
                <a:lnTo>
                  <a:pt x="1489227" y="128473"/>
                </a:lnTo>
                <a:lnTo>
                  <a:pt x="1487259" y="127558"/>
                </a:lnTo>
                <a:close/>
              </a:path>
              <a:path w="1712595" h="372744">
                <a:moveTo>
                  <a:pt x="337053" y="134556"/>
                </a:moveTo>
                <a:lnTo>
                  <a:pt x="336565" y="134745"/>
                </a:lnTo>
                <a:lnTo>
                  <a:pt x="337053" y="134556"/>
                </a:lnTo>
                <a:close/>
              </a:path>
              <a:path w="1712595" h="372744">
                <a:moveTo>
                  <a:pt x="1392273" y="127620"/>
                </a:moveTo>
                <a:lnTo>
                  <a:pt x="1392802" y="127838"/>
                </a:lnTo>
                <a:lnTo>
                  <a:pt x="1392273" y="127620"/>
                </a:lnTo>
                <a:close/>
              </a:path>
              <a:path w="1712595" h="372744">
                <a:moveTo>
                  <a:pt x="1453726" y="111975"/>
                </a:moveTo>
                <a:lnTo>
                  <a:pt x="1349197" y="111975"/>
                </a:lnTo>
                <a:lnTo>
                  <a:pt x="1349921" y="112217"/>
                </a:lnTo>
                <a:lnTo>
                  <a:pt x="1392273" y="127620"/>
                </a:lnTo>
                <a:lnTo>
                  <a:pt x="1392123" y="127558"/>
                </a:lnTo>
                <a:lnTo>
                  <a:pt x="1487259" y="127558"/>
                </a:lnTo>
                <a:lnTo>
                  <a:pt x="1453726" y="111975"/>
                </a:lnTo>
                <a:close/>
              </a:path>
              <a:path w="1712595" h="372744">
                <a:moveTo>
                  <a:pt x="370678" y="121530"/>
                </a:moveTo>
                <a:lnTo>
                  <a:pt x="369963" y="121767"/>
                </a:lnTo>
                <a:lnTo>
                  <a:pt x="370678" y="121530"/>
                </a:lnTo>
                <a:close/>
              </a:path>
              <a:path w="1712595" h="372744">
                <a:moveTo>
                  <a:pt x="1349437" y="112063"/>
                </a:moveTo>
                <a:lnTo>
                  <a:pt x="1349861" y="112217"/>
                </a:lnTo>
                <a:lnTo>
                  <a:pt x="1349437" y="112063"/>
                </a:lnTo>
                <a:close/>
              </a:path>
              <a:path w="1712595" h="372744">
                <a:moveTo>
                  <a:pt x="1419765" y="97726"/>
                </a:moveTo>
                <a:lnTo>
                  <a:pt x="1304429" y="97726"/>
                </a:lnTo>
                <a:lnTo>
                  <a:pt x="1305128" y="97929"/>
                </a:lnTo>
                <a:lnTo>
                  <a:pt x="1349437" y="112063"/>
                </a:lnTo>
                <a:lnTo>
                  <a:pt x="1349197" y="111975"/>
                </a:lnTo>
                <a:lnTo>
                  <a:pt x="1453726" y="111975"/>
                </a:lnTo>
                <a:lnTo>
                  <a:pt x="1448752" y="109664"/>
                </a:lnTo>
                <a:lnTo>
                  <a:pt x="1419765" y="97726"/>
                </a:lnTo>
                <a:close/>
              </a:path>
              <a:path w="1712595" h="372744">
                <a:moveTo>
                  <a:pt x="442226" y="97777"/>
                </a:moveTo>
                <a:lnTo>
                  <a:pt x="441109" y="98120"/>
                </a:lnTo>
                <a:lnTo>
                  <a:pt x="441532" y="98007"/>
                </a:lnTo>
                <a:lnTo>
                  <a:pt x="442226" y="97777"/>
                </a:lnTo>
                <a:close/>
              </a:path>
              <a:path w="1712595" h="372744">
                <a:moveTo>
                  <a:pt x="441532" y="98007"/>
                </a:moveTo>
                <a:lnTo>
                  <a:pt x="441109" y="98120"/>
                </a:lnTo>
                <a:lnTo>
                  <a:pt x="441532" y="98007"/>
                </a:lnTo>
                <a:close/>
              </a:path>
              <a:path w="1712595" h="372744">
                <a:moveTo>
                  <a:pt x="442400" y="97777"/>
                </a:moveTo>
                <a:lnTo>
                  <a:pt x="442226" y="97777"/>
                </a:lnTo>
                <a:lnTo>
                  <a:pt x="441532" y="98007"/>
                </a:lnTo>
                <a:lnTo>
                  <a:pt x="442400" y="97777"/>
                </a:lnTo>
                <a:close/>
              </a:path>
              <a:path w="1712595" h="372744">
                <a:moveTo>
                  <a:pt x="1304663" y="97800"/>
                </a:moveTo>
                <a:lnTo>
                  <a:pt x="1305067" y="97929"/>
                </a:lnTo>
                <a:lnTo>
                  <a:pt x="1304663" y="97800"/>
                </a:lnTo>
                <a:close/>
              </a:path>
              <a:path w="1712595" h="372744">
                <a:moveTo>
                  <a:pt x="1386121" y="84848"/>
                </a:moveTo>
                <a:lnTo>
                  <a:pt x="1257909" y="84848"/>
                </a:lnTo>
                <a:lnTo>
                  <a:pt x="1258595" y="85026"/>
                </a:lnTo>
                <a:lnTo>
                  <a:pt x="1304663" y="97800"/>
                </a:lnTo>
                <a:lnTo>
                  <a:pt x="1304429" y="97726"/>
                </a:lnTo>
                <a:lnTo>
                  <a:pt x="1419765" y="97726"/>
                </a:lnTo>
                <a:lnTo>
                  <a:pt x="1406258" y="92163"/>
                </a:lnTo>
                <a:lnTo>
                  <a:pt x="1386121" y="84848"/>
                </a:lnTo>
                <a:close/>
              </a:path>
              <a:path w="1712595" h="372744">
                <a:moveTo>
                  <a:pt x="1258285" y="84952"/>
                </a:moveTo>
                <a:lnTo>
                  <a:pt x="1258551" y="85026"/>
                </a:lnTo>
                <a:lnTo>
                  <a:pt x="1258285" y="84952"/>
                </a:lnTo>
                <a:close/>
              </a:path>
              <a:path w="1712595" h="372744">
                <a:moveTo>
                  <a:pt x="1353647" y="73418"/>
                </a:moveTo>
                <a:lnTo>
                  <a:pt x="1209763" y="73418"/>
                </a:lnTo>
                <a:lnTo>
                  <a:pt x="1210424" y="73558"/>
                </a:lnTo>
                <a:lnTo>
                  <a:pt x="1258285" y="84952"/>
                </a:lnTo>
                <a:lnTo>
                  <a:pt x="1257909" y="84848"/>
                </a:lnTo>
                <a:lnTo>
                  <a:pt x="1386121" y="84848"/>
                </a:lnTo>
                <a:lnTo>
                  <a:pt x="1361859" y="76034"/>
                </a:lnTo>
                <a:lnTo>
                  <a:pt x="1353647" y="73418"/>
                </a:lnTo>
                <a:close/>
              </a:path>
              <a:path w="1712595" h="372744">
                <a:moveTo>
                  <a:pt x="517372" y="77863"/>
                </a:moveTo>
                <a:lnTo>
                  <a:pt x="516305" y="78117"/>
                </a:lnTo>
                <a:lnTo>
                  <a:pt x="516790" y="78018"/>
                </a:lnTo>
                <a:lnTo>
                  <a:pt x="517372" y="77863"/>
                </a:lnTo>
                <a:close/>
              </a:path>
              <a:path w="1712595" h="372744">
                <a:moveTo>
                  <a:pt x="516790" y="78018"/>
                </a:moveTo>
                <a:lnTo>
                  <a:pt x="516305" y="78117"/>
                </a:lnTo>
                <a:lnTo>
                  <a:pt x="516790" y="78018"/>
                </a:lnTo>
                <a:close/>
              </a:path>
              <a:path w="1712595" h="372744">
                <a:moveTo>
                  <a:pt x="517544" y="77863"/>
                </a:moveTo>
                <a:lnTo>
                  <a:pt x="517372" y="77863"/>
                </a:lnTo>
                <a:lnTo>
                  <a:pt x="516790" y="78018"/>
                </a:lnTo>
                <a:lnTo>
                  <a:pt x="517544" y="77863"/>
                </a:lnTo>
                <a:close/>
              </a:path>
              <a:path w="1712595" h="372744">
                <a:moveTo>
                  <a:pt x="1209962" y="73465"/>
                </a:moveTo>
                <a:lnTo>
                  <a:pt x="1210351" y="73558"/>
                </a:lnTo>
                <a:lnTo>
                  <a:pt x="1209962" y="73465"/>
                </a:lnTo>
                <a:close/>
              </a:path>
              <a:path w="1712595" h="372744">
                <a:moveTo>
                  <a:pt x="1322433" y="63474"/>
                </a:moveTo>
                <a:lnTo>
                  <a:pt x="1160081" y="63474"/>
                </a:lnTo>
                <a:lnTo>
                  <a:pt x="1160729" y="63601"/>
                </a:lnTo>
                <a:lnTo>
                  <a:pt x="1209962" y="73465"/>
                </a:lnTo>
                <a:lnTo>
                  <a:pt x="1209763" y="73418"/>
                </a:lnTo>
                <a:lnTo>
                  <a:pt x="1353647" y="73418"/>
                </a:lnTo>
                <a:lnTo>
                  <a:pt x="1322433" y="63474"/>
                </a:lnTo>
                <a:close/>
              </a:path>
              <a:path w="1712595" h="372744">
                <a:moveTo>
                  <a:pt x="1160652" y="63588"/>
                </a:moveTo>
                <a:close/>
              </a:path>
              <a:path w="1712595" h="372744">
                <a:moveTo>
                  <a:pt x="1293148" y="55079"/>
                </a:moveTo>
                <a:lnTo>
                  <a:pt x="1108976" y="55079"/>
                </a:lnTo>
                <a:lnTo>
                  <a:pt x="1109560" y="55168"/>
                </a:lnTo>
                <a:lnTo>
                  <a:pt x="1160652" y="63588"/>
                </a:lnTo>
                <a:lnTo>
                  <a:pt x="1160081" y="63474"/>
                </a:lnTo>
                <a:lnTo>
                  <a:pt x="1322433" y="63474"/>
                </a:lnTo>
                <a:lnTo>
                  <a:pt x="1315656" y="61315"/>
                </a:lnTo>
                <a:lnTo>
                  <a:pt x="1293148" y="55079"/>
                </a:lnTo>
                <a:close/>
              </a:path>
              <a:path w="1712595" h="372744">
                <a:moveTo>
                  <a:pt x="596011" y="61772"/>
                </a:moveTo>
                <a:lnTo>
                  <a:pt x="594982" y="61950"/>
                </a:lnTo>
                <a:lnTo>
                  <a:pt x="595568" y="61863"/>
                </a:lnTo>
                <a:lnTo>
                  <a:pt x="596011" y="61772"/>
                </a:lnTo>
                <a:close/>
              </a:path>
              <a:path w="1712595" h="372744">
                <a:moveTo>
                  <a:pt x="595568" y="61863"/>
                </a:moveTo>
                <a:lnTo>
                  <a:pt x="594982" y="61950"/>
                </a:lnTo>
                <a:lnTo>
                  <a:pt x="595143" y="61950"/>
                </a:lnTo>
                <a:lnTo>
                  <a:pt x="595568" y="61863"/>
                </a:lnTo>
                <a:close/>
              </a:path>
              <a:path w="1712595" h="372744">
                <a:moveTo>
                  <a:pt x="596179" y="61772"/>
                </a:moveTo>
                <a:lnTo>
                  <a:pt x="596011" y="61772"/>
                </a:lnTo>
                <a:lnTo>
                  <a:pt x="595568" y="61863"/>
                </a:lnTo>
                <a:lnTo>
                  <a:pt x="596179" y="61772"/>
                </a:lnTo>
                <a:close/>
              </a:path>
              <a:path w="1712595" h="372744">
                <a:moveTo>
                  <a:pt x="1109332" y="55138"/>
                </a:moveTo>
                <a:lnTo>
                  <a:pt x="1109516" y="55168"/>
                </a:lnTo>
                <a:lnTo>
                  <a:pt x="1109332" y="55138"/>
                </a:lnTo>
                <a:close/>
              </a:path>
              <a:path w="1712595" h="372744">
                <a:moveTo>
                  <a:pt x="1272198" y="49275"/>
                </a:moveTo>
                <a:lnTo>
                  <a:pt x="1065149" y="49275"/>
                </a:lnTo>
                <a:lnTo>
                  <a:pt x="1065669" y="49339"/>
                </a:lnTo>
                <a:lnTo>
                  <a:pt x="1109332" y="55138"/>
                </a:lnTo>
                <a:lnTo>
                  <a:pt x="1108976" y="55079"/>
                </a:lnTo>
                <a:lnTo>
                  <a:pt x="1293148" y="55079"/>
                </a:lnTo>
                <a:lnTo>
                  <a:pt x="1272198" y="49275"/>
                </a:lnTo>
                <a:close/>
              </a:path>
              <a:path w="1712595" h="372744">
                <a:moveTo>
                  <a:pt x="677595" y="49682"/>
                </a:moveTo>
                <a:lnTo>
                  <a:pt x="676592" y="49809"/>
                </a:lnTo>
                <a:lnTo>
                  <a:pt x="677000" y="49770"/>
                </a:lnTo>
                <a:lnTo>
                  <a:pt x="677595" y="49682"/>
                </a:lnTo>
                <a:close/>
              </a:path>
              <a:path w="1712595" h="372744">
                <a:moveTo>
                  <a:pt x="677000" y="49770"/>
                </a:moveTo>
                <a:lnTo>
                  <a:pt x="676592" y="49809"/>
                </a:lnTo>
                <a:lnTo>
                  <a:pt x="676740" y="49809"/>
                </a:lnTo>
                <a:lnTo>
                  <a:pt x="677000" y="49770"/>
                </a:lnTo>
                <a:close/>
              </a:path>
              <a:path w="1712595" h="372744">
                <a:moveTo>
                  <a:pt x="677934" y="49682"/>
                </a:moveTo>
                <a:lnTo>
                  <a:pt x="677595" y="49682"/>
                </a:lnTo>
                <a:lnTo>
                  <a:pt x="677000" y="49770"/>
                </a:lnTo>
                <a:lnTo>
                  <a:pt x="677934" y="49682"/>
                </a:lnTo>
                <a:close/>
              </a:path>
              <a:path w="1712595" h="372744">
                <a:moveTo>
                  <a:pt x="1065470" y="49318"/>
                </a:moveTo>
                <a:lnTo>
                  <a:pt x="1065627" y="49339"/>
                </a:lnTo>
                <a:lnTo>
                  <a:pt x="1065470" y="49318"/>
                </a:lnTo>
                <a:close/>
              </a:path>
              <a:path w="1712595" h="372744">
                <a:moveTo>
                  <a:pt x="1253653" y="44691"/>
                </a:moveTo>
                <a:lnTo>
                  <a:pt x="1021232" y="44691"/>
                </a:lnTo>
                <a:lnTo>
                  <a:pt x="1021753" y="44742"/>
                </a:lnTo>
                <a:lnTo>
                  <a:pt x="1065470" y="49318"/>
                </a:lnTo>
                <a:lnTo>
                  <a:pt x="1065149" y="49275"/>
                </a:lnTo>
                <a:lnTo>
                  <a:pt x="1272198" y="49275"/>
                </a:lnTo>
                <a:lnTo>
                  <a:pt x="1267752" y="48044"/>
                </a:lnTo>
                <a:lnTo>
                  <a:pt x="1253653" y="44691"/>
                </a:lnTo>
                <a:close/>
              </a:path>
              <a:path w="1712595" h="372744">
                <a:moveTo>
                  <a:pt x="1021619" y="44731"/>
                </a:moveTo>
                <a:lnTo>
                  <a:pt x="1021753" y="44742"/>
                </a:lnTo>
                <a:lnTo>
                  <a:pt x="1021619" y="44731"/>
                </a:lnTo>
                <a:close/>
              </a:path>
              <a:path w="1712595" h="372744">
                <a:moveTo>
                  <a:pt x="977341" y="41313"/>
                </a:moveTo>
                <a:lnTo>
                  <a:pt x="1021619" y="44731"/>
                </a:lnTo>
                <a:lnTo>
                  <a:pt x="1021232" y="44691"/>
                </a:lnTo>
                <a:lnTo>
                  <a:pt x="1253653" y="44691"/>
                </a:lnTo>
                <a:lnTo>
                  <a:pt x="1239555" y="41338"/>
                </a:lnTo>
                <a:lnTo>
                  <a:pt x="977861" y="41338"/>
                </a:lnTo>
                <a:lnTo>
                  <a:pt x="977341" y="41313"/>
                </a:lnTo>
                <a:close/>
              </a:path>
              <a:path w="1712595" h="372744">
                <a:moveTo>
                  <a:pt x="761542" y="41770"/>
                </a:moveTo>
                <a:lnTo>
                  <a:pt x="760552" y="41833"/>
                </a:lnTo>
                <a:lnTo>
                  <a:pt x="761125" y="41809"/>
                </a:lnTo>
                <a:lnTo>
                  <a:pt x="761542" y="41770"/>
                </a:lnTo>
                <a:close/>
              </a:path>
              <a:path w="1712595" h="372744">
                <a:moveTo>
                  <a:pt x="761125" y="41809"/>
                </a:moveTo>
                <a:lnTo>
                  <a:pt x="760552" y="41833"/>
                </a:lnTo>
                <a:lnTo>
                  <a:pt x="760871" y="41833"/>
                </a:lnTo>
                <a:lnTo>
                  <a:pt x="761125" y="41809"/>
                </a:lnTo>
                <a:close/>
              </a:path>
              <a:path w="1712595" h="372744">
                <a:moveTo>
                  <a:pt x="762068" y="41770"/>
                </a:moveTo>
                <a:lnTo>
                  <a:pt x="761542" y="41770"/>
                </a:lnTo>
                <a:lnTo>
                  <a:pt x="761125" y="41809"/>
                </a:lnTo>
                <a:lnTo>
                  <a:pt x="762068" y="41770"/>
                </a:lnTo>
                <a:close/>
              </a:path>
              <a:path w="1712595" h="372744">
                <a:moveTo>
                  <a:pt x="1230209" y="39115"/>
                </a:moveTo>
                <a:lnTo>
                  <a:pt x="933564" y="39115"/>
                </a:lnTo>
                <a:lnTo>
                  <a:pt x="977861" y="41338"/>
                </a:lnTo>
                <a:lnTo>
                  <a:pt x="1239555" y="41338"/>
                </a:lnTo>
                <a:lnTo>
                  <a:pt x="1230209" y="39115"/>
                </a:lnTo>
                <a:close/>
              </a:path>
              <a:path w="1712595" h="372744">
                <a:moveTo>
                  <a:pt x="1225884" y="38087"/>
                </a:moveTo>
                <a:lnTo>
                  <a:pt x="889939" y="38087"/>
                </a:lnTo>
                <a:lnTo>
                  <a:pt x="934059" y="39141"/>
                </a:lnTo>
                <a:lnTo>
                  <a:pt x="933564" y="39115"/>
                </a:lnTo>
                <a:lnTo>
                  <a:pt x="1230209" y="39115"/>
                </a:lnTo>
                <a:lnTo>
                  <a:pt x="1225884" y="38087"/>
                </a:lnTo>
                <a:close/>
              </a:path>
            </a:pathLst>
          </a:custGeom>
          <a:solidFill>
            <a:srgbClr val="00B050"/>
          </a:solidFill>
        </p:spPr>
        <p:txBody>
          <a:bodyPr wrap="square" lIns="0" tIns="0" rIns="0" bIns="0" rtlCol="0"/>
          <a:lstStyle/>
          <a:p>
            <a:endParaRPr/>
          </a:p>
        </p:txBody>
      </p:sp>
      <p:sp>
        <p:nvSpPr>
          <p:cNvPr id="8" name="object 8"/>
          <p:cNvSpPr/>
          <p:nvPr/>
        </p:nvSpPr>
        <p:spPr>
          <a:xfrm>
            <a:off x="3797236" y="3700945"/>
            <a:ext cx="1712595" cy="372745"/>
          </a:xfrm>
          <a:custGeom>
            <a:avLst/>
            <a:gdLst/>
            <a:ahLst/>
            <a:cxnLst/>
            <a:rect l="l" t="t" r="r" b="b"/>
            <a:pathLst>
              <a:path w="1712595" h="372745">
                <a:moveTo>
                  <a:pt x="91541" y="111310"/>
                </a:moveTo>
                <a:lnTo>
                  <a:pt x="63086" y="136794"/>
                </a:lnTo>
                <a:lnTo>
                  <a:pt x="82829" y="155803"/>
                </a:lnTo>
                <a:lnTo>
                  <a:pt x="114668" y="179806"/>
                </a:lnTo>
                <a:lnTo>
                  <a:pt x="148513" y="202323"/>
                </a:lnTo>
                <a:lnTo>
                  <a:pt x="184791" y="223710"/>
                </a:lnTo>
                <a:lnTo>
                  <a:pt x="223037" y="243738"/>
                </a:lnTo>
                <a:lnTo>
                  <a:pt x="263525" y="262547"/>
                </a:lnTo>
                <a:lnTo>
                  <a:pt x="306019" y="280047"/>
                </a:lnTo>
                <a:lnTo>
                  <a:pt x="350418" y="296176"/>
                </a:lnTo>
                <a:lnTo>
                  <a:pt x="396621" y="310895"/>
                </a:lnTo>
                <a:lnTo>
                  <a:pt x="444525" y="324167"/>
                </a:lnTo>
                <a:lnTo>
                  <a:pt x="494029" y="335940"/>
                </a:lnTo>
                <a:lnTo>
                  <a:pt x="545033" y="346163"/>
                </a:lnTo>
                <a:lnTo>
                  <a:pt x="597408" y="354774"/>
                </a:lnTo>
                <a:lnTo>
                  <a:pt x="642365" y="360743"/>
                </a:lnTo>
                <a:lnTo>
                  <a:pt x="687324" y="365442"/>
                </a:lnTo>
                <a:lnTo>
                  <a:pt x="732243" y="368909"/>
                </a:lnTo>
                <a:lnTo>
                  <a:pt x="777049" y="371157"/>
                </a:lnTo>
                <a:lnTo>
                  <a:pt x="821677" y="372211"/>
                </a:lnTo>
                <a:lnTo>
                  <a:pt x="866190" y="372097"/>
                </a:lnTo>
                <a:lnTo>
                  <a:pt x="953808" y="368426"/>
                </a:lnTo>
                <a:lnTo>
                  <a:pt x="1039774" y="360286"/>
                </a:lnTo>
                <a:lnTo>
                  <a:pt x="1123403" y="347865"/>
                </a:lnTo>
                <a:lnTo>
                  <a:pt x="1190455" y="334124"/>
                </a:lnTo>
                <a:lnTo>
                  <a:pt x="822325" y="334124"/>
                </a:lnTo>
                <a:lnTo>
                  <a:pt x="778205" y="333082"/>
                </a:lnTo>
                <a:lnTo>
                  <a:pt x="778460" y="333082"/>
                </a:lnTo>
                <a:lnTo>
                  <a:pt x="734415" y="330873"/>
                </a:lnTo>
                <a:lnTo>
                  <a:pt x="734593" y="330873"/>
                </a:lnTo>
                <a:lnTo>
                  <a:pt x="690524" y="327482"/>
                </a:lnTo>
                <a:lnTo>
                  <a:pt x="690668" y="327482"/>
                </a:lnTo>
                <a:lnTo>
                  <a:pt x="646595" y="322872"/>
                </a:lnTo>
                <a:lnTo>
                  <a:pt x="602703" y="317042"/>
                </a:lnTo>
                <a:lnTo>
                  <a:pt x="551535" y="308622"/>
                </a:lnTo>
                <a:lnTo>
                  <a:pt x="501840" y="298653"/>
                </a:lnTo>
                <a:lnTo>
                  <a:pt x="454417" y="287362"/>
                </a:lnTo>
                <a:lnTo>
                  <a:pt x="453669" y="287185"/>
                </a:lnTo>
                <a:lnTo>
                  <a:pt x="407136" y="274281"/>
                </a:lnTo>
                <a:lnTo>
                  <a:pt x="362343" y="259994"/>
                </a:lnTo>
                <a:lnTo>
                  <a:pt x="320209" y="244665"/>
                </a:lnTo>
                <a:lnTo>
                  <a:pt x="319404" y="244373"/>
                </a:lnTo>
                <a:lnTo>
                  <a:pt x="279254" y="227825"/>
                </a:lnTo>
                <a:lnTo>
                  <a:pt x="278422" y="227482"/>
                </a:lnTo>
                <a:lnTo>
                  <a:pt x="240383" y="209778"/>
                </a:lnTo>
                <a:lnTo>
                  <a:pt x="239509" y="209372"/>
                </a:lnTo>
                <a:lnTo>
                  <a:pt x="203665" y="190588"/>
                </a:lnTo>
                <a:lnTo>
                  <a:pt x="202768" y="190119"/>
                </a:lnTo>
                <a:lnTo>
                  <a:pt x="169239" y="170319"/>
                </a:lnTo>
                <a:lnTo>
                  <a:pt x="168313" y="169773"/>
                </a:lnTo>
                <a:lnTo>
                  <a:pt x="137219" y="149047"/>
                </a:lnTo>
                <a:lnTo>
                  <a:pt x="136245" y="148399"/>
                </a:lnTo>
                <a:lnTo>
                  <a:pt x="108651" y="127558"/>
                </a:lnTo>
                <a:lnTo>
                  <a:pt x="108419" y="127558"/>
                </a:lnTo>
                <a:lnTo>
                  <a:pt x="106679" y="126072"/>
                </a:lnTo>
                <a:lnTo>
                  <a:pt x="106876" y="126072"/>
                </a:lnTo>
                <a:lnTo>
                  <a:pt x="91541" y="111310"/>
                </a:lnTo>
                <a:close/>
              </a:path>
              <a:path w="1712595" h="372745">
                <a:moveTo>
                  <a:pt x="865232" y="333998"/>
                </a:moveTo>
                <a:lnTo>
                  <a:pt x="821829" y="334111"/>
                </a:lnTo>
                <a:lnTo>
                  <a:pt x="822325" y="334124"/>
                </a:lnTo>
                <a:lnTo>
                  <a:pt x="1190517" y="334111"/>
                </a:lnTo>
                <a:lnTo>
                  <a:pt x="1191012" y="334009"/>
                </a:lnTo>
                <a:lnTo>
                  <a:pt x="864958" y="334009"/>
                </a:lnTo>
                <a:lnTo>
                  <a:pt x="865232" y="333998"/>
                </a:lnTo>
                <a:close/>
              </a:path>
              <a:path w="1712595" h="372745">
                <a:moveTo>
                  <a:pt x="951129" y="330402"/>
                </a:moveTo>
                <a:lnTo>
                  <a:pt x="865232" y="333998"/>
                </a:lnTo>
                <a:lnTo>
                  <a:pt x="1191074" y="333997"/>
                </a:lnTo>
                <a:lnTo>
                  <a:pt x="1204150" y="331317"/>
                </a:lnTo>
                <a:lnTo>
                  <a:pt x="1207449" y="330441"/>
                </a:lnTo>
                <a:lnTo>
                  <a:pt x="950722" y="330441"/>
                </a:lnTo>
                <a:lnTo>
                  <a:pt x="951129" y="330402"/>
                </a:lnTo>
                <a:close/>
              </a:path>
              <a:path w="1712595" h="372745">
                <a:moveTo>
                  <a:pt x="778686" y="333094"/>
                </a:moveTo>
                <a:close/>
              </a:path>
              <a:path w="1712595" h="372745">
                <a:moveTo>
                  <a:pt x="778460" y="333082"/>
                </a:moveTo>
                <a:lnTo>
                  <a:pt x="778205" y="333082"/>
                </a:lnTo>
                <a:lnTo>
                  <a:pt x="778686" y="333094"/>
                </a:lnTo>
                <a:lnTo>
                  <a:pt x="778460" y="333082"/>
                </a:lnTo>
                <a:close/>
              </a:path>
              <a:path w="1712595" h="372745">
                <a:moveTo>
                  <a:pt x="734593" y="330873"/>
                </a:moveTo>
                <a:lnTo>
                  <a:pt x="734415" y="330873"/>
                </a:lnTo>
                <a:lnTo>
                  <a:pt x="734923" y="330898"/>
                </a:lnTo>
                <a:lnTo>
                  <a:pt x="734593" y="330873"/>
                </a:lnTo>
                <a:close/>
              </a:path>
              <a:path w="1712595" h="372745">
                <a:moveTo>
                  <a:pt x="951725" y="330377"/>
                </a:moveTo>
                <a:lnTo>
                  <a:pt x="951129" y="330402"/>
                </a:lnTo>
                <a:lnTo>
                  <a:pt x="950722" y="330441"/>
                </a:lnTo>
                <a:lnTo>
                  <a:pt x="951725" y="330377"/>
                </a:lnTo>
                <a:close/>
              </a:path>
              <a:path w="1712595" h="372745">
                <a:moveTo>
                  <a:pt x="1207688" y="330377"/>
                </a:moveTo>
                <a:lnTo>
                  <a:pt x="951725" y="330377"/>
                </a:lnTo>
                <a:lnTo>
                  <a:pt x="950722" y="330441"/>
                </a:lnTo>
                <a:lnTo>
                  <a:pt x="1207449" y="330441"/>
                </a:lnTo>
                <a:lnTo>
                  <a:pt x="1207688" y="330377"/>
                </a:lnTo>
                <a:close/>
              </a:path>
              <a:path w="1712595" h="372745">
                <a:moveTo>
                  <a:pt x="1035276" y="322440"/>
                </a:moveTo>
                <a:lnTo>
                  <a:pt x="951129" y="330402"/>
                </a:lnTo>
                <a:lnTo>
                  <a:pt x="951725" y="330377"/>
                </a:lnTo>
                <a:lnTo>
                  <a:pt x="1207688" y="330377"/>
                </a:lnTo>
                <a:lnTo>
                  <a:pt x="1237234" y="322529"/>
                </a:lnTo>
                <a:lnTo>
                  <a:pt x="1034681" y="322529"/>
                </a:lnTo>
                <a:lnTo>
                  <a:pt x="1035276" y="322440"/>
                </a:lnTo>
                <a:close/>
              </a:path>
              <a:path w="1712595" h="372745">
                <a:moveTo>
                  <a:pt x="690668" y="327482"/>
                </a:moveTo>
                <a:lnTo>
                  <a:pt x="690524" y="327482"/>
                </a:lnTo>
                <a:lnTo>
                  <a:pt x="691032" y="327520"/>
                </a:lnTo>
                <a:lnTo>
                  <a:pt x="690668" y="327482"/>
                </a:lnTo>
                <a:close/>
              </a:path>
              <a:path w="1712595" h="372745">
                <a:moveTo>
                  <a:pt x="646794" y="322892"/>
                </a:moveTo>
                <a:lnTo>
                  <a:pt x="647115" y="322935"/>
                </a:lnTo>
                <a:lnTo>
                  <a:pt x="646794" y="322892"/>
                </a:lnTo>
                <a:close/>
              </a:path>
              <a:path w="1712595" h="372745">
                <a:moveTo>
                  <a:pt x="646637" y="322872"/>
                </a:moveTo>
                <a:lnTo>
                  <a:pt x="646794" y="322892"/>
                </a:lnTo>
                <a:lnTo>
                  <a:pt x="646637" y="322872"/>
                </a:lnTo>
                <a:close/>
              </a:path>
              <a:path w="1712595" h="372745">
                <a:moveTo>
                  <a:pt x="1035685" y="322402"/>
                </a:moveTo>
                <a:lnTo>
                  <a:pt x="1035276" y="322440"/>
                </a:lnTo>
                <a:lnTo>
                  <a:pt x="1034681" y="322529"/>
                </a:lnTo>
                <a:lnTo>
                  <a:pt x="1035685" y="322402"/>
                </a:lnTo>
                <a:close/>
              </a:path>
              <a:path w="1712595" h="372745">
                <a:moveTo>
                  <a:pt x="1237712" y="322402"/>
                </a:moveTo>
                <a:lnTo>
                  <a:pt x="1035685" y="322402"/>
                </a:lnTo>
                <a:lnTo>
                  <a:pt x="1034681" y="322529"/>
                </a:lnTo>
                <a:lnTo>
                  <a:pt x="1237234" y="322529"/>
                </a:lnTo>
                <a:lnTo>
                  <a:pt x="1237712" y="322402"/>
                </a:lnTo>
                <a:close/>
              </a:path>
              <a:path w="1712595" h="372745">
                <a:moveTo>
                  <a:pt x="1116696" y="310348"/>
                </a:moveTo>
                <a:lnTo>
                  <a:pt x="1035276" y="322440"/>
                </a:lnTo>
                <a:lnTo>
                  <a:pt x="1035685" y="322402"/>
                </a:lnTo>
                <a:lnTo>
                  <a:pt x="1237712" y="322402"/>
                </a:lnTo>
                <a:lnTo>
                  <a:pt x="1281506" y="310769"/>
                </a:lnTo>
                <a:lnTo>
                  <a:pt x="1282500" y="310438"/>
                </a:lnTo>
                <a:lnTo>
                  <a:pt x="1116253" y="310438"/>
                </a:lnTo>
                <a:lnTo>
                  <a:pt x="1116696" y="310348"/>
                </a:lnTo>
                <a:close/>
              </a:path>
              <a:path w="1712595" h="372745">
                <a:moveTo>
                  <a:pt x="602929" y="317072"/>
                </a:moveTo>
                <a:lnTo>
                  <a:pt x="603288" y="317131"/>
                </a:lnTo>
                <a:lnTo>
                  <a:pt x="602929" y="317072"/>
                </a:lnTo>
                <a:close/>
              </a:path>
              <a:path w="1712595" h="372745">
                <a:moveTo>
                  <a:pt x="602747" y="317042"/>
                </a:moveTo>
                <a:lnTo>
                  <a:pt x="602929" y="317072"/>
                </a:lnTo>
                <a:lnTo>
                  <a:pt x="602747" y="317042"/>
                </a:lnTo>
                <a:close/>
              </a:path>
              <a:path w="1712595" h="372745">
                <a:moveTo>
                  <a:pt x="1117282" y="310260"/>
                </a:moveTo>
                <a:lnTo>
                  <a:pt x="1116696" y="310348"/>
                </a:lnTo>
                <a:lnTo>
                  <a:pt x="1116253" y="310438"/>
                </a:lnTo>
                <a:lnTo>
                  <a:pt x="1117282" y="310260"/>
                </a:lnTo>
                <a:close/>
              </a:path>
              <a:path w="1712595" h="372745">
                <a:moveTo>
                  <a:pt x="1283036" y="310260"/>
                </a:moveTo>
                <a:lnTo>
                  <a:pt x="1117282" y="310260"/>
                </a:lnTo>
                <a:lnTo>
                  <a:pt x="1116253" y="310438"/>
                </a:lnTo>
                <a:lnTo>
                  <a:pt x="1282500" y="310438"/>
                </a:lnTo>
                <a:lnTo>
                  <a:pt x="1283036" y="310260"/>
                </a:lnTo>
                <a:close/>
              </a:path>
              <a:path w="1712595" h="372745">
                <a:moveTo>
                  <a:pt x="1195488" y="294193"/>
                </a:moveTo>
                <a:lnTo>
                  <a:pt x="1116696" y="310348"/>
                </a:lnTo>
                <a:lnTo>
                  <a:pt x="1117282" y="310260"/>
                </a:lnTo>
                <a:lnTo>
                  <a:pt x="1283036" y="310260"/>
                </a:lnTo>
                <a:lnTo>
                  <a:pt x="1330958" y="294347"/>
                </a:lnTo>
                <a:lnTo>
                  <a:pt x="1194904" y="294347"/>
                </a:lnTo>
                <a:lnTo>
                  <a:pt x="1195488" y="294193"/>
                </a:lnTo>
                <a:close/>
              </a:path>
              <a:path w="1712595" h="372745">
                <a:moveTo>
                  <a:pt x="552036" y="308705"/>
                </a:moveTo>
                <a:lnTo>
                  <a:pt x="552196" y="308737"/>
                </a:lnTo>
                <a:lnTo>
                  <a:pt x="552036" y="308705"/>
                </a:lnTo>
                <a:close/>
              </a:path>
              <a:path w="1712595" h="372745">
                <a:moveTo>
                  <a:pt x="551625" y="308622"/>
                </a:moveTo>
                <a:lnTo>
                  <a:pt x="552036" y="308705"/>
                </a:lnTo>
                <a:lnTo>
                  <a:pt x="551625" y="308622"/>
                </a:lnTo>
                <a:close/>
              </a:path>
              <a:path w="1712595" h="372745">
                <a:moveTo>
                  <a:pt x="502382" y="298761"/>
                </a:moveTo>
                <a:lnTo>
                  <a:pt x="502513" y="298792"/>
                </a:lnTo>
                <a:lnTo>
                  <a:pt x="502382" y="298761"/>
                </a:lnTo>
                <a:close/>
              </a:path>
              <a:path w="1712595" h="372745">
                <a:moveTo>
                  <a:pt x="501925" y="298653"/>
                </a:moveTo>
                <a:lnTo>
                  <a:pt x="502382" y="298761"/>
                </a:lnTo>
                <a:lnTo>
                  <a:pt x="501925" y="298653"/>
                </a:lnTo>
                <a:close/>
              </a:path>
              <a:path w="1712595" h="372745">
                <a:moveTo>
                  <a:pt x="1195971" y="294093"/>
                </a:moveTo>
                <a:lnTo>
                  <a:pt x="1195488" y="294193"/>
                </a:lnTo>
                <a:lnTo>
                  <a:pt x="1194904" y="294347"/>
                </a:lnTo>
                <a:lnTo>
                  <a:pt x="1195971" y="294093"/>
                </a:lnTo>
                <a:close/>
              </a:path>
              <a:path w="1712595" h="372745">
                <a:moveTo>
                  <a:pt x="1331723" y="294093"/>
                </a:moveTo>
                <a:lnTo>
                  <a:pt x="1195971" y="294093"/>
                </a:lnTo>
                <a:lnTo>
                  <a:pt x="1194904" y="294347"/>
                </a:lnTo>
                <a:lnTo>
                  <a:pt x="1330958" y="294347"/>
                </a:lnTo>
                <a:lnTo>
                  <a:pt x="1331723" y="294093"/>
                </a:lnTo>
                <a:close/>
              </a:path>
              <a:path w="1712595" h="372745">
                <a:moveTo>
                  <a:pt x="1270604" y="274250"/>
                </a:moveTo>
                <a:lnTo>
                  <a:pt x="1195488" y="294193"/>
                </a:lnTo>
                <a:lnTo>
                  <a:pt x="1195971" y="294093"/>
                </a:lnTo>
                <a:lnTo>
                  <a:pt x="1331723" y="294093"/>
                </a:lnTo>
                <a:lnTo>
                  <a:pt x="1354747" y="286448"/>
                </a:lnTo>
                <a:lnTo>
                  <a:pt x="1385755" y="274434"/>
                </a:lnTo>
                <a:lnTo>
                  <a:pt x="1270050" y="274434"/>
                </a:lnTo>
                <a:lnTo>
                  <a:pt x="1270604" y="274250"/>
                </a:lnTo>
                <a:close/>
              </a:path>
              <a:path w="1712595" h="372745">
                <a:moveTo>
                  <a:pt x="453978" y="287258"/>
                </a:moveTo>
                <a:lnTo>
                  <a:pt x="454355" y="287362"/>
                </a:lnTo>
                <a:lnTo>
                  <a:pt x="453978" y="287258"/>
                </a:lnTo>
                <a:close/>
              </a:path>
              <a:path w="1712595" h="372745">
                <a:moveTo>
                  <a:pt x="453713" y="287185"/>
                </a:moveTo>
                <a:lnTo>
                  <a:pt x="453978" y="287258"/>
                </a:lnTo>
                <a:lnTo>
                  <a:pt x="453713" y="287185"/>
                </a:lnTo>
                <a:close/>
              </a:path>
              <a:path w="1712595" h="372745">
                <a:moveTo>
                  <a:pt x="407601" y="274410"/>
                </a:moveTo>
                <a:lnTo>
                  <a:pt x="407835" y="274485"/>
                </a:lnTo>
                <a:lnTo>
                  <a:pt x="407601" y="274410"/>
                </a:lnTo>
                <a:close/>
              </a:path>
              <a:path w="1712595" h="372745">
                <a:moveTo>
                  <a:pt x="1271155" y="274104"/>
                </a:moveTo>
                <a:lnTo>
                  <a:pt x="1270509" y="274281"/>
                </a:lnTo>
                <a:lnTo>
                  <a:pt x="1270050" y="274434"/>
                </a:lnTo>
                <a:lnTo>
                  <a:pt x="1271155" y="274104"/>
                </a:lnTo>
                <a:close/>
              </a:path>
              <a:path w="1712595" h="372745">
                <a:moveTo>
                  <a:pt x="1386608" y="274104"/>
                </a:moveTo>
                <a:lnTo>
                  <a:pt x="1271155" y="274104"/>
                </a:lnTo>
                <a:lnTo>
                  <a:pt x="1270050" y="274434"/>
                </a:lnTo>
                <a:lnTo>
                  <a:pt x="1385755" y="274434"/>
                </a:lnTo>
                <a:lnTo>
                  <a:pt x="1386608" y="274104"/>
                </a:lnTo>
                <a:close/>
              </a:path>
              <a:path w="1712595" h="372745">
                <a:moveTo>
                  <a:pt x="407197" y="274281"/>
                </a:moveTo>
                <a:lnTo>
                  <a:pt x="407601" y="274410"/>
                </a:lnTo>
                <a:lnTo>
                  <a:pt x="407197" y="274281"/>
                </a:lnTo>
                <a:close/>
              </a:path>
              <a:path w="1712595" h="372745">
                <a:moveTo>
                  <a:pt x="1440519" y="250444"/>
                </a:moveTo>
                <a:lnTo>
                  <a:pt x="1342301" y="250444"/>
                </a:lnTo>
                <a:lnTo>
                  <a:pt x="1341424" y="250748"/>
                </a:lnTo>
                <a:lnTo>
                  <a:pt x="1270604" y="274250"/>
                </a:lnTo>
                <a:lnTo>
                  <a:pt x="1271155" y="274104"/>
                </a:lnTo>
                <a:lnTo>
                  <a:pt x="1386608" y="274104"/>
                </a:lnTo>
                <a:lnTo>
                  <a:pt x="1389951" y="272808"/>
                </a:lnTo>
                <a:lnTo>
                  <a:pt x="1423822" y="258317"/>
                </a:lnTo>
                <a:lnTo>
                  <a:pt x="1440519" y="250444"/>
                </a:lnTo>
                <a:close/>
              </a:path>
              <a:path w="1712595" h="372745">
                <a:moveTo>
                  <a:pt x="362828" y="260148"/>
                </a:moveTo>
                <a:lnTo>
                  <a:pt x="363067" y="260235"/>
                </a:lnTo>
                <a:lnTo>
                  <a:pt x="362828" y="260148"/>
                </a:lnTo>
                <a:close/>
              </a:path>
              <a:path w="1712595" h="372745">
                <a:moveTo>
                  <a:pt x="362403" y="259994"/>
                </a:moveTo>
                <a:lnTo>
                  <a:pt x="362828" y="260148"/>
                </a:lnTo>
                <a:lnTo>
                  <a:pt x="362403" y="259994"/>
                </a:lnTo>
                <a:close/>
              </a:path>
              <a:path w="1712595" h="372745">
                <a:moveTo>
                  <a:pt x="1341674" y="250652"/>
                </a:moveTo>
                <a:lnTo>
                  <a:pt x="1341383" y="250748"/>
                </a:lnTo>
                <a:lnTo>
                  <a:pt x="1341674" y="250652"/>
                </a:lnTo>
                <a:close/>
              </a:path>
              <a:path w="1712595" h="372745">
                <a:moveTo>
                  <a:pt x="1467095" y="237401"/>
                </a:moveTo>
                <a:lnTo>
                  <a:pt x="1375879" y="237401"/>
                </a:lnTo>
                <a:lnTo>
                  <a:pt x="1375270" y="237655"/>
                </a:lnTo>
                <a:lnTo>
                  <a:pt x="1341674" y="250652"/>
                </a:lnTo>
                <a:lnTo>
                  <a:pt x="1342301" y="250444"/>
                </a:lnTo>
                <a:lnTo>
                  <a:pt x="1440519" y="250444"/>
                </a:lnTo>
                <a:lnTo>
                  <a:pt x="1456436" y="242938"/>
                </a:lnTo>
                <a:lnTo>
                  <a:pt x="1467095" y="237401"/>
                </a:lnTo>
                <a:close/>
              </a:path>
              <a:path w="1712595" h="372745">
                <a:moveTo>
                  <a:pt x="319743" y="244496"/>
                </a:moveTo>
                <a:lnTo>
                  <a:pt x="320154" y="244665"/>
                </a:lnTo>
                <a:lnTo>
                  <a:pt x="319743" y="244496"/>
                </a:lnTo>
                <a:close/>
              </a:path>
              <a:path w="1712595" h="372745">
                <a:moveTo>
                  <a:pt x="319444" y="244373"/>
                </a:moveTo>
                <a:lnTo>
                  <a:pt x="319743" y="244496"/>
                </a:lnTo>
                <a:lnTo>
                  <a:pt x="319444" y="244373"/>
                </a:lnTo>
                <a:close/>
              </a:path>
              <a:path w="1712595" h="372745">
                <a:moveTo>
                  <a:pt x="1375711" y="237466"/>
                </a:moveTo>
                <a:lnTo>
                  <a:pt x="1375224" y="237655"/>
                </a:lnTo>
                <a:lnTo>
                  <a:pt x="1375711" y="237466"/>
                </a:lnTo>
                <a:close/>
              </a:path>
              <a:path w="1712595" h="372745">
                <a:moveTo>
                  <a:pt x="1493411" y="223431"/>
                </a:moveTo>
                <a:lnTo>
                  <a:pt x="1408518" y="223431"/>
                </a:lnTo>
                <a:lnTo>
                  <a:pt x="1375711" y="237466"/>
                </a:lnTo>
                <a:lnTo>
                  <a:pt x="1375879" y="237401"/>
                </a:lnTo>
                <a:lnTo>
                  <a:pt x="1467095" y="237401"/>
                </a:lnTo>
                <a:lnTo>
                  <a:pt x="1487728" y="226682"/>
                </a:lnTo>
                <a:lnTo>
                  <a:pt x="1493411" y="223431"/>
                </a:lnTo>
                <a:close/>
              </a:path>
              <a:path w="1712595" h="372745">
                <a:moveTo>
                  <a:pt x="278747" y="227616"/>
                </a:moveTo>
                <a:lnTo>
                  <a:pt x="279196" y="227825"/>
                </a:lnTo>
                <a:lnTo>
                  <a:pt x="278747" y="227616"/>
                </a:lnTo>
                <a:close/>
              </a:path>
              <a:path w="1712595" h="372745">
                <a:moveTo>
                  <a:pt x="278459" y="227482"/>
                </a:moveTo>
                <a:lnTo>
                  <a:pt x="278747" y="227616"/>
                </a:lnTo>
                <a:lnTo>
                  <a:pt x="278459" y="227482"/>
                </a:lnTo>
                <a:close/>
              </a:path>
              <a:path w="1712595" h="372745">
                <a:moveTo>
                  <a:pt x="1519117" y="208635"/>
                </a:moveTo>
                <a:lnTo>
                  <a:pt x="1439862" y="208635"/>
                </a:lnTo>
                <a:lnTo>
                  <a:pt x="1439202" y="208965"/>
                </a:lnTo>
                <a:lnTo>
                  <a:pt x="1408061" y="223626"/>
                </a:lnTo>
                <a:lnTo>
                  <a:pt x="1408518" y="223431"/>
                </a:lnTo>
                <a:lnTo>
                  <a:pt x="1493411" y="223431"/>
                </a:lnTo>
                <a:lnTo>
                  <a:pt x="1517650" y="209562"/>
                </a:lnTo>
                <a:lnTo>
                  <a:pt x="1519117" y="208635"/>
                </a:lnTo>
                <a:close/>
              </a:path>
              <a:path w="1712595" h="372745">
                <a:moveTo>
                  <a:pt x="239723" y="209471"/>
                </a:moveTo>
                <a:lnTo>
                  <a:pt x="240309" y="209778"/>
                </a:lnTo>
                <a:lnTo>
                  <a:pt x="239723" y="209471"/>
                </a:lnTo>
                <a:close/>
              </a:path>
              <a:path w="1712595" h="372745">
                <a:moveTo>
                  <a:pt x="239533" y="209372"/>
                </a:moveTo>
                <a:lnTo>
                  <a:pt x="239723" y="209471"/>
                </a:lnTo>
                <a:lnTo>
                  <a:pt x="239533" y="209372"/>
                </a:lnTo>
                <a:close/>
              </a:path>
              <a:path w="1712595" h="372745">
                <a:moveTo>
                  <a:pt x="1439593" y="208762"/>
                </a:moveTo>
                <a:lnTo>
                  <a:pt x="1439162" y="208965"/>
                </a:lnTo>
                <a:lnTo>
                  <a:pt x="1439593" y="208762"/>
                </a:lnTo>
                <a:close/>
              </a:path>
              <a:path w="1712595" h="372745">
                <a:moveTo>
                  <a:pt x="1543785" y="193052"/>
                </a:moveTo>
                <a:lnTo>
                  <a:pt x="1469821" y="193052"/>
                </a:lnTo>
                <a:lnTo>
                  <a:pt x="1469148" y="193420"/>
                </a:lnTo>
                <a:lnTo>
                  <a:pt x="1439593" y="208762"/>
                </a:lnTo>
                <a:lnTo>
                  <a:pt x="1439862" y="208635"/>
                </a:lnTo>
                <a:lnTo>
                  <a:pt x="1519117" y="208635"/>
                </a:lnTo>
                <a:lnTo>
                  <a:pt x="1543785" y="193052"/>
                </a:lnTo>
                <a:close/>
              </a:path>
              <a:path w="1712595" h="372745">
                <a:moveTo>
                  <a:pt x="1469501" y="193219"/>
                </a:moveTo>
                <a:lnTo>
                  <a:pt x="1469113" y="193420"/>
                </a:lnTo>
                <a:lnTo>
                  <a:pt x="1469501" y="193219"/>
                </a:lnTo>
                <a:close/>
              </a:path>
              <a:path w="1712595" h="372745">
                <a:moveTo>
                  <a:pt x="1567414" y="176707"/>
                </a:moveTo>
                <a:lnTo>
                  <a:pt x="1498358" y="176707"/>
                </a:lnTo>
                <a:lnTo>
                  <a:pt x="1469501" y="193219"/>
                </a:lnTo>
                <a:lnTo>
                  <a:pt x="1469821" y="193052"/>
                </a:lnTo>
                <a:lnTo>
                  <a:pt x="1543785" y="193052"/>
                </a:lnTo>
                <a:lnTo>
                  <a:pt x="1546098" y="191592"/>
                </a:lnTo>
                <a:lnTo>
                  <a:pt x="1567414" y="176707"/>
                </a:lnTo>
                <a:close/>
              </a:path>
              <a:path w="1712595" h="372745">
                <a:moveTo>
                  <a:pt x="203138" y="190312"/>
                </a:moveTo>
                <a:lnTo>
                  <a:pt x="203606" y="190588"/>
                </a:lnTo>
                <a:lnTo>
                  <a:pt x="203138" y="190312"/>
                </a:lnTo>
                <a:close/>
              </a:path>
              <a:path w="1712595" h="372745">
                <a:moveTo>
                  <a:pt x="202809" y="190119"/>
                </a:moveTo>
                <a:lnTo>
                  <a:pt x="203138" y="190312"/>
                </a:lnTo>
                <a:lnTo>
                  <a:pt x="202809" y="190119"/>
                </a:lnTo>
                <a:close/>
              </a:path>
              <a:path w="1712595" h="372745">
                <a:moveTo>
                  <a:pt x="1590029" y="159613"/>
                </a:moveTo>
                <a:lnTo>
                  <a:pt x="1525384" y="159613"/>
                </a:lnTo>
                <a:lnTo>
                  <a:pt x="1524647" y="160108"/>
                </a:lnTo>
                <a:lnTo>
                  <a:pt x="1497852" y="176997"/>
                </a:lnTo>
                <a:lnTo>
                  <a:pt x="1498358" y="176707"/>
                </a:lnTo>
                <a:lnTo>
                  <a:pt x="1567414" y="176707"/>
                </a:lnTo>
                <a:lnTo>
                  <a:pt x="1573034" y="172783"/>
                </a:lnTo>
                <a:lnTo>
                  <a:pt x="1590029" y="159613"/>
                </a:lnTo>
                <a:close/>
              </a:path>
              <a:path w="1712595" h="372745">
                <a:moveTo>
                  <a:pt x="168313" y="169773"/>
                </a:moveTo>
                <a:lnTo>
                  <a:pt x="169189" y="170319"/>
                </a:lnTo>
                <a:lnTo>
                  <a:pt x="168802" y="170062"/>
                </a:lnTo>
                <a:lnTo>
                  <a:pt x="168313" y="169773"/>
                </a:lnTo>
                <a:close/>
              </a:path>
              <a:path w="1712595" h="372745">
                <a:moveTo>
                  <a:pt x="168802" y="170062"/>
                </a:moveTo>
                <a:lnTo>
                  <a:pt x="169189" y="170319"/>
                </a:lnTo>
                <a:lnTo>
                  <a:pt x="168802" y="170062"/>
                </a:lnTo>
                <a:close/>
              </a:path>
              <a:path w="1712595" h="372745">
                <a:moveTo>
                  <a:pt x="168368" y="169773"/>
                </a:moveTo>
                <a:lnTo>
                  <a:pt x="168802" y="170062"/>
                </a:lnTo>
                <a:lnTo>
                  <a:pt x="168368" y="169773"/>
                </a:lnTo>
                <a:close/>
              </a:path>
              <a:path w="1712595" h="372745">
                <a:moveTo>
                  <a:pt x="0" y="39852"/>
                </a:moveTo>
                <a:lnTo>
                  <a:pt x="33693" y="163118"/>
                </a:lnTo>
                <a:lnTo>
                  <a:pt x="63086" y="136794"/>
                </a:lnTo>
                <a:lnTo>
                  <a:pt x="50342" y="124523"/>
                </a:lnTo>
                <a:lnTo>
                  <a:pt x="76758" y="97078"/>
                </a:lnTo>
                <a:lnTo>
                  <a:pt x="107432" y="97078"/>
                </a:lnTo>
                <a:lnTo>
                  <a:pt x="118833" y="86867"/>
                </a:lnTo>
                <a:lnTo>
                  <a:pt x="0" y="39852"/>
                </a:lnTo>
                <a:close/>
              </a:path>
              <a:path w="1712595" h="372745">
                <a:moveTo>
                  <a:pt x="1525096" y="159795"/>
                </a:moveTo>
                <a:lnTo>
                  <a:pt x="1524599" y="160108"/>
                </a:lnTo>
                <a:lnTo>
                  <a:pt x="1525096" y="159795"/>
                </a:lnTo>
                <a:close/>
              </a:path>
              <a:path w="1712595" h="372745">
                <a:moveTo>
                  <a:pt x="1611478" y="141820"/>
                </a:moveTo>
                <a:lnTo>
                  <a:pt x="1550822" y="141820"/>
                </a:lnTo>
                <a:lnTo>
                  <a:pt x="1550060" y="142379"/>
                </a:lnTo>
                <a:lnTo>
                  <a:pt x="1525096" y="159795"/>
                </a:lnTo>
                <a:lnTo>
                  <a:pt x="1525384" y="159613"/>
                </a:lnTo>
                <a:lnTo>
                  <a:pt x="1590029" y="159613"/>
                </a:lnTo>
                <a:lnTo>
                  <a:pt x="1598371" y="153149"/>
                </a:lnTo>
                <a:lnTo>
                  <a:pt x="1611478" y="141820"/>
                </a:lnTo>
                <a:close/>
              </a:path>
              <a:path w="1712595" h="372745">
                <a:moveTo>
                  <a:pt x="136245" y="148399"/>
                </a:moveTo>
                <a:lnTo>
                  <a:pt x="137160" y="149047"/>
                </a:lnTo>
                <a:lnTo>
                  <a:pt x="136715" y="148712"/>
                </a:lnTo>
                <a:lnTo>
                  <a:pt x="136245" y="148399"/>
                </a:lnTo>
                <a:close/>
              </a:path>
              <a:path w="1712595" h="372745">
                <a:moveTo>
                  <a:pt x="136715" y="148712"/>
                </a:moveTo>
                <a:lnTo>
                  <a:pt x="137160" y="149047"/>
                </a:lnTo>
                <a:lnTo>
                  <a:pt x="136715" y="148712"/>
                </a:lnTo>
                <a:close/>
              </a:path>
              <a:path w="1712595" h="372745">
                <a:moveTo>
                  <a:pt x="136300" y="148399"/>
                </a:moveTo>
                <a:lnTo>
                  <a:pt x="136715" y="148712"/>
                </a:lnTo>
                <a:lnTo>
                  <a:pt x="136300" y="148399"/>
                </a:lnTo>
                <a:close/>
              </a:path>
              <a:path w="1712595" h="372745">
                <a:moveTo>
                  <a:pt x="1550405" y="142111"/>
                </a:moveTo>
                <a:lnTo>
                  <a:pt x="1550022" y="142379"/>
                </a:lnTo>
                <a:lnTo>
                  <a:pt x="1550405" y="142111"/>
                </a:lnTo>
                <a:close/>
              </a:path>
              <a:path w="1712595" h="372745">
                <a:moveTo>
                  <a:pt x="1631675" y="123342"/>
                </a:moveTo>
                <a:lnTo>
                  <a:pt x="1574622" y="123342"/>
                </a:lnTo>
                <a:lnTo>
                  <a:pt x="1573834" y="123990"/>
                </a:lnTo>
                <a:lnTo>
                  <a:pt x="1550405" y="142111"/>
                </a:lnTo>
                <a:lnTo>
                  <a:pt x="1550822" y="141820"/>
                </a:lnTo>
                <a:lnTo>
                  <a:pt x="1611478" y="141820"/>
                </a:lnTo>
                <a:lnTo>
                  <a:pt x="1622043" y="132689"/>
                </a:lnTo>
                <a:lnTo>
                  <a:pt x="1631675" y="123342"/>
                </a:lnTo>
                <a:close/>
              </a:path>
              <a:path w="1712595" h="372745">
                <a:moveTo>
                  <a:pt x="76758" y="97078"/>
                </a:moveTo>
                <a:lnTo>
                  <a:pt x="50342" y="124523"/>
                </a:lnTo>
                <a:lnTo>
                  <a:pt x="63086" y="136794"/>
                </a:lnTo>
                <a:lnTo>
                  <a:pt x="91541" y="111310"/>
                </a:lnTo>
                <a:lnTo>
                  <a:pt x="76758" y="97078"/>
                </a:lnTo>
                <a:close/>
              </a:path>
              <a:path w="1712595" h="372745">
                <a:moveTo>
                  <a:pt x="106679" y="126072"/>
                </a:moveTo>
                <a:lnTo>
                  <a:pt x="108419" y="127558"/>
                </a:lnTo>
                <a:lnTo>
                  <a:pt x="107584" y="126755"/>
                </a:lnTo>
                <a:lnTo>
                  <a:pt x="106679" y="126072"/>
                </a:lnTo>
                <a:close/>
              </a:path>
              <a:path w="1712595" h="372745">
                <a:moveTo>
                  <a:pt x="107584" y="126755"/>
                </a:moveTo>
                <a:lnTo>
                  <a:pt x="108419" y="127558"/>
                </a:lnTo>
                <a:lnTo>
                  <a:pt x="108651" y="127558"/>
                </a:lnTo>
                <a:lnTo>
                  <a:pt x="107584" y="126755"/>
                </a:lnTo>
                <a:close/>
              </a:path>
              <a:path w="1712595" h="372745">
                <a:moveTo>
                  <a:pt x="106876" y="126072"/>
                </a:moveTo>
                <a:lnTo>
                  <a:pt x="106679" y="126072"/>
                </a:lnTo>
                <a:lnTo>
                  <a:pt x="107584" y="126755"/>
                </a:lnTo>
                <a:lnTo>
                  <a:pt x="106876" y="126072"/>
                </a:lnTo>
                <a:close/>
              </a:path>
              <a:path w="1712595" h="372745">
                <a:moveTo>
                  <a:pt x="1574252" y="123628"/>
                </a:moveTo>
                <a:lnTo>
                  <a:pt x="1573786" y="123990"/>
                </a:lnTo>
                <a:lnTo>
                  <a:pt x="1574252" y="123628"/>
                </a:lnTo>
                <a:close/>
              </a:path>
              <a:path w="1712595" h="372745">
                <a:moveTo>
                  <a:pt x="1574622" y="123342"/>
                </a:moveTo>
                <a:lnTo>
                  <a:pt x="1574252" y="123628"/>
                </a:lnTo>
                <a:lnTo>
                  <a:pt x="1573834" y="123990"/>
                </a:lnTo>
                <a:lnTo>
                  <a:pt x="1574622" y="123342"/>
                </a:lnTo>
                <a:close/>
              </a:path>
              <a:path w="1712595" h="372745">
                <a:moveTo>
                  <a:pt x="1650527" y="104216"/>
                </a:moveTo>
                <a:lnTo>
                  <a:pt x="1596707" y="104216"/>
                </a:lnTo>
                <a:lnTo>
                  <a:pt x="1595907" y="104952"/>
                </a:lnTo>
                <a:lnTo>
                  <a:pt x="1574252" y="123628"/>
                </a:lnTo>
                <a:lnTo>
                  <a:pt x="1574622" y="123342"/>
                </a:lnTo>
                <a:lnTo>
                  <a:pt x="1631675" y="123342"/>
                </a:lnTo>
                <a:lnTo>
                  <a:pt x="1644061" y="111310"/>
                </a:lnTo>
                <a:lnTo>
                  <a:pt x="1650527" y="104216"/>
                </a:lnTo>
                <a:close/>
              </a:path>
              <a:path w="1712595" h="372745">
                <a:moveTo>
                  <a:pt x="107432" y="97078"/>
                </a:moveTo>
                <a:lnTo>
                  <a:pt x="76758" y="97078"/>
                </a:lnTo>
                <a:lnTo>
                  <a:pt x="91541" y="111310"/>
                </a:lnTo>
                <a:lnTo>
                  <a:pt x="107432" y="97078"/>
                </a:lnTo>
                <a:close/>
              </a:path>
              <a:path w="1712595" h="372745">
                <a:moveTo>
                  <a:pt x="1596333" y="104539"/>
                </a:moveTo>
                <a:lnTo>
                  <a:pt x="1595855" y="104952"/>
                </a:lnTo>
                <a:lnTo>
                  <a:pt x="1596333" y="104539"/>
                </a:lnTo>
                <a:close/>
              </a:path>
              <a:path w="1712595" h="372745">
                <a:moveTo>
                  <a:pt x="1596707" y="104216"/>
                </a:moveTo>
                <a:lnTo>
                  <a:pt x="1596333" y="104539"/>
                </a:lnTo>
                <a:lnTo>
                  <a:pt x="1595907" y="104952"/>
                </a:lnTo>
                <a:lnTo>
                  <a:pt x="1596707" y="104216"/>
                </a:lnTo>
                <a:close/>
              </a:path>
              <a:path w="1712595" h="372745">
                <a:moveTo>
                  <a:pt x="1667956" y="84480"/>
                </a:moveTo>
                <a:lnTo>
                  <a:pt x="1617014" y="84480"/>
                </a:lnTo>
                <a:lnTo>
                  <a:pt x="1616202" y="85318"/>
                </a:lnTo>
                <a:lnTo>
                  <a:pt x="1596333" y="104539"/>
                </a:lnTo>
                <a:lnTo>
                  <a:pt x="1596707" y="104216"/>
                </a:lnTo>
                <a:lnTo>
                  <a:pt x="1650527" y="104216"/>
                </a:lnTo>
                <a:lnTo>
                  <a:pt x="1664080" y="89344"/>
                </a:lnTo>
                <a:lnTo>
                  <a:pt x="1667956" y="84480"/>
                </a:lnTo>
                <a:close/>
              </a:path>
              <a:path w="1712595" h="372745">
                <a:moveTo>
                  <a:pt x="1616594" y="84887"/>
                </a:moveTo>
                <a:lnTo>
                  <a:pt x="1616150" y="85318"/>
                </a:lnTo>
                <a:lnTo>
                  <a:pt x="1616594" y="84887"/>
                </a:lnTo>
                <a:close/>
              </a:path>
              <a:path w="1712595" h="372745">
                <a:moveTo>
                  <a:pt x="1617014" y="84480"/>
                </a:moveTo>
                <a:lnTo>
                  <a:pt x="1616594" y="84887"/>
                </a:lnTo>
                <a:lnTo>
                  <a:pt x="1616202" y="85318"/>
                </a:lnTo>
                <a:lnTo>
                  <a:pt x="1617014" y="84480"/>
                </a:lnTo>
                <a:close/>
              </a:path>
              <a:path w="1712595" h="372745">
                <a:moveTo>
                  <a:pt x="1683886" y="64160"/>
                </a:moveTo>
                <a:lnTo>
                  <a:pt x="1635493" y="64160"/>
                </a:lnTo>
                <a:lnTo>
                  <a:pt x="1634667" y="65112"/>
                </a:lnTo>
                <a:lnTo>
                  <a:pt x="1616594" y="84887"/>
                </a:lnTo>
                <a:lnTo>
                  <a:pt x="1617014" y="84480"/>
                </a:lnTo>
                <a:lnTo>
                  <a:pt x="1667956" y="84480"/>
                </a:lnTo>
                <a:lnTo>
                  <a:pt x="1682292" y="66484"/>
                </a:lnTo>
                <a:lnTo>
                  <a:pt x="1683886" y="64160"/>
                </a:lnTo>
                <a:close/>
              </a:path>
              <a:path w="1712595" h="372745">
                <a:moveTo>
                  <a:pt x="1634966" y="64738"/>
                </a:moveTo>
                <a:lnTo>
                  <a:pt x="1634624" y="65112"/>
                </a:lnTo>
                <a:lnTo>
                  <a:pt x="1634966" y="64738"/>
                </a:lnTo>
                <a:close/>
              </a:path>
              <a:path w="1712595" h="372745">
                <a:moveTo>
                  <a:pt x="1635493" y="64160"/>
                </a:moveTo>
                <a:lnTo>
                  <a:pt x="1634966" y="64738"/>
                </a:lnTo>
                <a:lnTo>
                  <a:pt x="1634667" y="65112"/>
                </a:lnTo>
                <a:lnTo>
                  <a:pt x="1635493" y="64160"/>
                </a:lnTo>
                <a:close/>
              </a:path>
              <a:path w="1712595" h="372745">
                <a:moveTo>
                  <a:pt x="1698205" y="43281"/>
                </a:moveTo>
                <a:lnTo>
                  <a:pt x="1652066" y="43281"/>
                </a:lnTo>
                <a:lnTo>
                  <a:pt x="1651253" y="44373"/>
                </a:lnTo>
                <a:lnTo>
                  <a:pt x="1634966" y="64738"/>
                </a:lnTo>
                <a:lnTo>
                  <a:pt x="1635493" y="64160"/>
                </a:lnTo>
                <a:lnTo>
                  <a:pt x="1683886" y="64160"/>
                </a:lnTo>
                <a:lnTo>
                  <a:pt x="1698205" y="43281"/>
                </a:lnTo>
                <a:close/>
              </a:path>
              <a:path w="1712595" h="372745">
                <a:moveTo>
                  <a:pt x="1651610" y="43854"/>
                </a:moveTo>
                <a:lnTo>
                  <a:pt x="1651196" y="44373"/>
                </a:lnTo>
                <a:lnTo>
                  <a:pt x="1651610" y="43854"/>
                </a:lnTo>
                <a:close/>
              </a:path>
              <a:path w="1712595" h="372745">
                <a:moveTo>
                  <a:pt x="1652066" y="43281"/>
                </a:moveTo>
                <a:lnTo>
                  <a:pt x="1651610" y="43854"/>
                </a:lnTo>
                <a:lnTo>
                  <a:pt x="1651253" y="44373"/>
                </a:lnTo>
                <a:lnTo>
                  <a:pt x="1652066" y="43281"/>
                </a:lnTo>
                <a:close/>
              </a:path>
              <a:path w="1712595" h="372745">
                <a:moveTo>
                  <a:pt x="1710653" y="21882"/>
                </a:moveTo>
                <a:lnTo>
                  <a:pt x="1666684" y="21882"/>
                </a:lnTo>
                <a:lnTo>
                  <a:pt x="1665909" y="23113"/>
                </a:lnTo>
                <a:lnTo>
                  <a:pt x="1651610" y="43854"/>
                </a:lnTo>
                <a:lnTo>
                  <a:pt x="1652066" y="43281"/>
                </a:lnTo>
                <a:lnTo>
                  <a:pt x="1698205" y="43281"/>
                </a:lnTo>
                <a:lnTo>
                  <a:pt x="1698510" y="42837"/>
                </a:lnTo>
                <a:lnTo>
                  <a:pt x="1710653" y="21882"/>
                </a:lnTo>
                <a:close/>
              </a:path>
              <a:path w="1712595" h="372745">
                <a:moveTo>
                  <a:pt x="1666293" y="22451"/>
                </a:moveTo>
                <a:lnTo>
                  <a:pt x="1665839" y="23113"/>
                </a:lnTo>
                <a:lnTo>
                  <a:pt x="1666293" y="22451"/>
                </a:lnTo>
                <a:close/>
              </a:path>
              <a:path w="1712595" h="372745">
                <a:moveTo>
                  <a:pt x="1666684" y="21882"/>
                </a:moveTo>
                <a:lnTo>
                  <a:pt x="1666293" y="22451"/>
                </a:lnTo>
                <a:lnTo>
                  <a:pt x="1665909" y="23113"/>
                </a:lnTo>
                <a:lnTo>
                  <a:pt x="1666684" y="21882"/>
                </a:lnTo>
                <a:close/>
              </a:path>
              <a:path w="1712595" h="372745">
                <a:moveTo>
                  <a:pt x="1679308" y="0"/>
                </a:moveTo>
                <a:lnTo>
                  <a:pt x="1666293" y="22451"/>
                </a:lnTo>
                <a:lnTo>
                  <a:pt x="1666684" y="21882"/>
                </a:lnTo>
                <a:lnTo>
                  <a:pt x="1710653" y="21882"/>
                </a:lnTo>
                <a:lnTo>
                  <a:pt x="1712264" y="19100"/>
                </a:lnTo>
                <a:lnTo>
                  <a:pt x="1679308" y="0"/>
                </a:lnTo>
                <a:close/>
              </a:path>
            </a:pathLst>
          </a:custGeom>
          <a:solidFill>
            <a:srgbClr val="FF2600"/>
          </a:solidFill>
        </p:spPr>
        <p:txBody>
          <a:bodyPr wrap="square" lIns="0" tIns="0" rIns="0" bIns="0" rtlCol="0"/>
          <a:lstStyle/>
          <a:p>
            <a:endParaRPr/>
          </a:p>
        </p:txBody>
      </p:sp>
      <p:sp>
        <p:nvSpPr>
          <p:cNvPr id="9" name="object 9"/>
          <p:cNvSpPr txBox="1"/>
          <p:nvPr/>
        </p:nvSpPr>
        <p:spPr>
          <a:xfrm>
            <a:off x="458765" y="2908270"/>
            <a:ext cx="2481580" cy="690574"/>
          </a:xfrm>
          <a:prstGeom prst="rect">
            <a:avLst/>
          </a:prstGeom>
        </p:spPr>
        <p:txBody>
          <a:bodyPr vert="horz" wrap="square" lIns="0" tIns="53975" rIns="0" bIns="0" rtlCol="0" anchor="ctr">
            <a:spAutoFit/>
          </a:bodyPr>
          <a:lstStyle/>
          <a:p>
            <a:pPr marL="205104" marR="5080" indent="-193040" algn="l">
              <a:lnSpc>
                <a:spcPts val="2590"/>
              </a:lnSpc>
              <a:spcBef>
                <a:spcPts val="425"/>
              </a:spcBef>
            </a:pPr>
            <a:r>
              <a:rPr lang="en-US" sz="2000" dirty="0"/>
              <a:t>	</a:t>
            </a:r>
            <a:r>
              <a:rPr lang="en-US" sz="2000" dirty="0" err="1"/>
              <a:t>Triến</a:t>
            </a:r>
            <a:r>
              <a:rPr lang="en-US" sz="2000" dirty="0"/>
              <a:t> </a:t>
            </a:r>
            <a:r>
              <a:rPr lang="en-US" sz="2000" dirty="0" err="1"/>
              <a:t>lược</a:t>
            </a:r>
            <a:r>
              <a:rPr lang="en-US" sz="2000" dirty="0"/>
              <a:t> </a:t>
            </a:r>
            <a:r>
              <a:rPr lang="en-US" sz="2000" dirty="0" err="1"/>
              <a:t>thử</a:t>
            </a:r>
            <a:r>
              <a:rPr lang="en-US" sz="2000" dirty="0"/>
              <a:t> </a:t>
            </a:r>
            <a:r>
              <a:rPr lang="en-US" sz="2000" dirty="0" err="1"/>
              <a:t>và</a:t>
            </a:r>
            <a:r>
              <a:rPr lang="en-US" sz="2000" dirty="0"/>
              <a:t> </a:t>
            </a:r>
            <a:r>
              <a:rPr lang="en-US" sz="2000" dirty="0" err="1"/>
              <a:t>thu</a:t>
            </a:r>
            <a:r>
              <a:rPr lang="en-US" sz="2000" dirty="0"/>
              <a:t> </a:t>
            </a:r>
            <a:r>
              <a:rPr lang="en-US" sz="2000" dirty="0" err="1"/>
              <a:t>thập</a:t>
            </a:r>
            <a:r>
              <a:rPr lang="en-US" sz="2000" dirty="0"/>
              <a:t> </a:t>
            </a:r>
            <a:r>
              <a:rPr lang="en-US" sz="2000" dirty="0" err="1"/>
              <a:t>phản</a:t>
            </a:r>
            <a:r>
              <a:rPr lang="en-US" sz="2000" dirty="0"/>
              <a:t> </a:t>
            </a:r>
            <a:r>
              <a:rPr lang="en-US" sz="2000" dirty="0" err="1"/>
              <a:t>hồi</a:t>
            </a:r>
            <a:r>
              <a:rPr lang="en-US" sz="2000"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D02565-F3FD-3B4A-92E6-59E8743AE636}"/>
              </a:ext>
            </a:extLst>
          </p:cNvPr>
          <p:cNvSpPr>
            <a:spLocks noGrp="1"/>
          </p:cNvSpPr>
          <p:nvPr>
            <p:ph type="title"/>
          </p:nvPr>
        </p:nvSpPr>
        <p:spPr>
          <a:xfrm>
            <a:off x="381000" y="228600"/>
            <a:ext cx="6716395" cy="507831"/>
          </a:xfrm>
        </p:spPr>
        <p:txBody>
          <a:bodyPr/>
          <a:lstStyle/>
          <a:p>
            <a:r>
              <a:rPr lang="en-US" dirty="0" err="1"/>
              <a:t>Một</a:t>
            </a:r>
            <a:r>
              <a:rPr lang="en-US" dirty="0"/>
              <a:t> </a:t>
            </a:r>
            <a:r>
              <a:rPr lang="en-US" dirty="0" err="1"/>
              <a:t>số</a:t>
            </a:r>
            <a:r>
              <a:rPr lang="en-US" dirty="0"/>
              <a:t> </a:t>
            </a:r>
            <a:r>
              <a:rPr lang="en-US" dirty="0" err="1"/>
              <a:t>nguồn</a:t>
            </a:r>
            <a:r>
              <a:rPr lang="en-US" dirty="0"/>
              <a:t> </a:t>
            </a:r>
            <a:r>
              <a:rPr lang="en-US" dirty="0" err="1"/>
              <a:t>tài</a:t>
            </a:r>
            <a:r>
              <a:rPr lang="en-US" dirty="0"/>
              <a:t> </a:t>
            </a:r>
            <a:r>
              <a:rPr lang="en-US" dirty="0" err="1"/>
              <a:t>nguyên</a:t>
            </a:r>
            <a:endParaRPr lang="en-US" dirty="0"/>
          </a:p>
        </p:txBody>
      </p:sp>
      <p:sp>
        <p:nvSpPr>
          <p:cNvPr id="8" name="TextBox 7">
            <a:extLst>
              <a:ext uri="{FF2B5EF4-FFF2-40B4-BE49-F238E27FC236}">
                <a16:creationId xmlns:a16="http://schemas.microsoft.com/office/drawing/2014/main" id="{88D614EB-2FFC-2B79-071F-4109E9EB48D4}"/>
              </a:ext>
            </a:extLst>
          </p:cNvPr>
          <p:cNvSpPr txBox="1"/>
          <p:nvPr/>
        </p:nvSpPr>
        <p:spPr>
          <a:xfrm>
            <a:off x="304800" y="838200"/>
            <a:ext cx="1180131" cy="461665"/>
          </a:xfrm>
          <a:prstGeom prst="rect">
            <a:avLst/>
          </a:prstGeom>
          <a:noFill/>
        </p:spPr>
        <p:txBody>
          <a:bodyPr wrap="none" rtlCol="0">
            <a:spAutoFit/>
          </a:bodyPr>
          <a:lstStyle/>
          <a:p>
            <a:r>
              <a:rPr lang="en-US" sz="2400" dirty="0" err="1"/>
              <a:t>Dữ</a:t>
            </a:r>
            <a:r>
              <a:rPr lang="en-US" sz="2400" dirty="0"/>
              <a:t> </a:t>
            </a:r>
            <a:r>
              <a:rPr lang="en-US" sz="2400" dirty="0" err="1"/>
              <a:t>liệu</a:t>
            </a:r>
            <a:endParaRPr lang="en-US" sz="2400" dirty="0"/>
          </a:p>
        </p:txBody>
      </p:sp>
      <p:sp>
        <p:nvSpPr>
          <p:cNvPr id="17" name="AutoShape 6">
            <a:extLst>
              <a:ext uri="{FF2B5EF4-FFF2-40B4-BE49-F238E27FC236}">
                <a16:creationId xmlns:a16="http://schemas.microsoft.com/office/drawing/2014/main" id="{C1527840-ECB6-0C8E-0E24-94C6C715AD3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 name="Picture 18" descr="A group of logos on a white background&#10;&#10;Description automatically generated">
            <a:extLst>
              <a:ext uri="{FF2B5EF4-FFF2-40B4-BE49-F238E27FC236}">
                <a16:creationId xmlns:a16="http://schemas.microsoft.com/office/drawing/2014/main" id="{D4E28B64-C867-9F46-21A8-F11D3328AD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0089"/>
            <a:ext cx="9144000" cy="3486150"/>
          </a:xfrm>
          <a:prstGeom prst="rect">
            <a:avLst/>
          </a:prstGeom>
        </p:spPr>
      </p:pic>
      <p:sp>
        <p:nvSpPr>
          <p:cNvPr id="21" name="TextBox 20">
            <a:extLst>
              <a:ext uri="{FF2B5EF4-FFF2-40B4-BE49-F238E27FC236}">
                <a16:creationId xmlns:a16="http://schemas.microsoft.com/office/drawing/2014/main" id="{ADA34C4E-1BCC-A687-A05D-EECDFE26964A}"/>
              </a:ext>
            </a:extLst>
          </p:cNvPr>
          <p:cNvSpPr txBox="1"/>
          <p:nvPr/>
        </p:nvSpPr>
        <p:spPr>
          <a:xfrm>
            <a:off x="152400" y="5495481"/>
            <a:ext cx="4572000" cy="369332"/>
          </a:xfrm>
          <a:prstGeom prst="rect">
            <a:avLst/>
          </a:prstGeom>
          <a:noFill/>
        </p:spPr>
        <p:txBody>
          <a:bodyPr wrap="square">
            <a:spAutoFit/>
          </a:bodyPr>
          <a:lstStyle/>
          <a:p>
            <a:r>
              <a:rPr lang="en-US" dirty="0"/>
              <a:t>kaggle.com/datasets</a:t>
            </a:r>
          </a:p>
        </p:txBody>
      </p:sp>
      <p:sp>
        <p:nvSpPr>
          <p:cNvPr id="23" name="TextBox 22">
            <a:extLst>
              <a:ext uri="{FF2B5EF4-FFF2-40B4-BE49-F238E27FC236}">
                <a16:creationId xmlns:a16="http://schemas.microsoft.com/office/drawing/2014/main" id="{69E0689F-62DD-A60B-D120-FE8E9CEE172D}"/>
              </a:ext>
            </a:extLst>
          </p:cNvPr>
          <p:cNvSpPr txBox="1"/>
          <p:nvPr/>
        </p:nvSpPr>
        <p:spPr>
          <a:xfrm>
            <a:off x="152400" y="5864813"/>
            <a:ext cx="4572000" cy="369332"/>
          </a:xfrm>
          <a:prstGeom prst="rect">
            <a:avLst/>
          </a:prstGeom>
          <a:noFill/>
        </p:spPr>
        <p:txBody>
          <a:bodyPr wrap="square">
            <a:spAutoFit/>
          </a:bodyPr>
          <a:lstStyle/>
          <a:p>
            <a:r>
              <a:rPr lang="en-US" dirty="0"/>
              <a:t>archive.ics.uci.edu/datasets</a:t>
            </a:r>
          </a:p>
        </p:txBody>
      </p:sp>
      <p:sp>
        <p:nvSpPr>
          <p:cNvPr id="25" name="TextBox 24">
            <a:extLst>
              <a:ext uri="{FF2B5EF4-FFF2-40B4-BE49-F238E27FC236}">
                <a16:creationId xmlns:a16="http://schemas.microsoft.com/office/drawing/2014/main" id="{247B0B15-3772-DF5C-9E2D-9B72DCDF66A0}"/>
              </a:ext>
            </a:extLst>
          </p:cNvPr>
          <p:cNvSpPr txBox="1"/>
          <p:nvPr/>
        </p:nvSpPr>
        <p:spPr>
          <a:xfrm>
            <a:off x="152400" y="6250309"/>
            <a:ext cx="4572000" cy="369332"/>
          </a:xfrm>
          <a:prstGeom prst="rect">
            <a:avLst/>
          </a:prstGeom>
          <a:noFill/>
        </p:spPr>
        <p:txBody>
          <a:bodyPr wrap="square">
            <a:spAutoFit/>
          </a:bodyPr>
          <a:lstStyle/>
          <a:p>
            <a:r>
              <a:rPr lang="en-US" dirty="0"/>
              <a:t>paperswithcode.com/datasets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8D02565-F3FD-3B4A-92E6-59E8743AE636}"/>
              </a:ext>
            </a:extLst>
          </p:cNvPr>
          <p:cNvSpPr>
            <a:spLocks noGrp="1"/>
          </p:cNvSpPr>
          <p:nvPr>
            <p:ph type="title"/>
          </p:nvPr>
        </p:nvSpPr>
        <p:spPr>
          <a:xfrm>
            <a:off x="381000" y="228600"/>
            <a:ext cx="6716395" cy="507831"/>
          </a:xfrm>
        </p:spPr>
        <p:txBody>
          <a:bodyPr/>
          <a:lstStyle/>
          <a:p>
            <a:r>
              <a:rPr lang="en-US" dirty="0" err="1"/>
              <a:t>Một</a:t>
            </a:r>
            <a:r>
              <a:rPr lang="en-US" dirty="0"/>
              <a:t> </a:t>
            </a:r>
            <a:r>
              <a:rPr lang="en-US" dirty="0" err="1"/>
              <a:t>số</a:t>
            </a:r>
            <a:r>
              <a:rPr lang="en-US" dirty="0"/>
              <a:t> </a:t>
            </a:r>
            <a:r>
              <a:rPr lang="en-US" dirty="0" err="1"/>
              <a:t>nguồn</a:t>
            </a:r>
            <a:r>
              <a:rPr lang="en-US" dirty="0"/>
              <a:t> </a:t>
            </a:r>
            <a:r>
              <a:rPr lang="en-US" dirty="0" err="1"/>
              <a:t>tài</a:t>
            </a:r>
            <a:r>
              <a:rPr lang="en-US" dirty="0"/>
              <a:t> </a:t>
            </a:r>
            <a:r>
              <a:rPr lang="en-US" dirty="0" err="1"/>
              <a:t>nguyên</a:t>
            </a:r>
            <a:endParaRPr lang="en-US" dirty="0"/>
          </a:p>
        </p:txBody>
      </p:sp>
      <p:sp>
        <p:nvSpPr>
          <p:cNvPr id="8" name="TextBox 7">
            <a:extLst>
              <a:ext uri="{FF2B5EF4-FFF2-40B4-BE49-F238E27FC236}">
                <a16:creationId xmlns:a16="http://schemas.microsoft.com/office/drawing/2014/main" id="{88D614EB-2FFC-2B79-071F-4109E9EB48D4}"/>
              </a:ext>
            </a:extLst>
          </p:cNvPr>
          <p:cNvSpPr txBox="1"/>
          <p:nvPr/>
        </p:nvSpPr>
        <p:spPr>
          <a:xfrm>
            <a:off x="304800" y="838200"/>
            <a:ext cx="2598788" cy="461665"/>
          </a:xfrm>
          <a:prstGeom prst="rect">
            <a:avLst/>
          </a:prstGeom>
          <a:noFill/>
        </p:spPr>
        <p:txBody>
          <a:bodyPr wrap="none" rtlCol="0">
            <a:spAutoFit/>
          </a:bodyPr>
          <a:lstStyle/>
          <a:p>
            <a:r>
              <a:rPr lang="en-US" sz="2400" dirty="0" err="1"/>
              <a:t>Thư</a:t>
            </a:r>
            <a:r>
              <a:rPr lang="en-US" sz="2400" dirty="0"/>
              <a:t> </a:t>
            </a:r>
            <a:r>
              <a:rPr lang="en-US" sz="2400" dirty="0" err="1"/>
              <a:t>viện</a:t>
            </a:r>
            <a:r>
              <a:rPr lang="en-US" sz="2400" dirty="0"/>
              <a:t> </a:t>
            </a:r>
            <a:r>
              <a:rPr lang="en-US" sz="2400" dirty="0" err="1"/>
              <a:t>lập</a:t>
            </a:r>
            <a:r>
              <a:rPr lang="en-US" sz="2400" dirty="0"/>
              <a:t> </a:t>
            </a:r>
            <a:r>
              <a:rPr lang="en-US" sz="2400" dirty="0" err="1"/>
              <a:t>trình</a:t>
            </a:r>
            <a:endParaRPr lang="en-US" sz="2400" dirty="0"/>
          </a:p>
        </p:txBody>
      </p:sp>
      <p:pic>
        <p:nvPicPr>
          <p:cNvPr id="4" name="Picture 3">
            <a:extLst>
              <a:ext uri="{FF2B5EF4-FFF2-40B4-BE49-F238E27FC236}">
                <a16:creationId xmlns:a16="http://schemas.microsoft.com/office/drawing/2014/main" id="{0B00E5B8-E753-0DC4-DF4C-E7DC37D6C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2884"/>
            <a:ext cx="9144000" cy="4297680"/>
          </a:xfrm>
          <a:prstGeom prst="rect">
            <a:avLst/>
          </a:prstGeom>
        </p:spPr>
      </p:pic>
      <p:sp>
        <p:nvSpPr>
          <p:cNvPr id="5" name="TextBox 4">
            <a:extLst>
              <a:ext uri="{FF2B5EF4-FFF2-40B4-BE49-F238E27FC236}">
                <a16:creationId xmlns:a16="http://schemas.microsoft.com/office/drawing/2014/main" id="{1AA75EE4-A829-0F56-87D5-FBBE73609453}"/>
              </a:ext>
            </a:extLst>
          </p:cNvPr>
          <p:cNvSpPr txBox="1"/>
          <p:nvPr/>
        </p:nvSpPr>
        <p:spPr>
          <a:xfrm>
            <a:off x="6019800" y="2743200"/>
            <a:ext cx="1313180" cy="369332"/>
          </a:xfrm>
          <a:prstGeom prst="rect">
            <a:avLst/>
          </a:prstGeom>
          <a:noFill/>
        </p:spPr>
        <p:txBody>
          <a:bodyPr wrap="none" rtlCol="0">
            <a:spAutoFit/>
          </a:bodyPr>
          <a:lstStyle/>
          <a:p>
            <a:r>
              <a:rPr lang="en-US" dirty="0" err="1"/>
              <a:t>Tensorlfow</a:t>
            </a:r>
            <a:endParaRPr lang="en-US" dirty="0"/>
          </a:p>
        </p:txBody>
      </p:sp>
      <p:sp>
        <p:nvSpPr>
          <p:cNvPr id="6" name="TextBox 5">
            <a:extLst>
              <a:ext uri="{FF2B5EF4-FFF2-40B4-BE49-F238E27FC236}">
                <a16:creationId xmlns:a16="http://schemas.microsoft.com/office/drawing/2014/main" id="{8135A59C-69FF-0316-CC38-D54D4E501728}"/>
              </a:ext>
            </a:extLst>
          </p:cNvPr>
          <p:cNvSpPr txBox="1"/>
          <p:nvPr/>
        </p:nvSpPr>
        <p:spPr>
          <a:xfrm>
            <a:off x="6019800" y="4192216"/>
            <a:ext cx="966931" cy="369332"/>
          </a:xfrm>
          <a:prstGeom prst="rect">
            <a:avLst/>
          </a:prstGeom>
          <a:noFill/>
        </p:spPr>
        <p:txBody>
          <a:bodyPr wrap="none" rtlCol="0">
            <a:spAutoFit/>
          </a:bodyPr>
          <a:lstStyle/>
          <a:p>
            <a:r>
              <a:rPr lang="en-US" dirty="0" err="1"/>
              <a:t>Pytorch</a:t>
            </a:r>
            <a:endParaRPr lang="en-US" dirty="0"/>
          </a:p>
        </p:txBody>
      </p:sp>
    </p:spTree>
    <p:extLst>
      <p:ext uri="{BB962C8B-B14F-4D97-AF65-F5344CB8AC3E}">
        <p14:creationId xmlns:p14="http://schemas.microsoft.com/office/powerpoint/2010/main" val="3787904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5237" y="2824988"/>
            <a:ext cx="1532890" cy="1494790"/>
          </a:xfrm>
          <a:prstGeom prst="rect">
            <a:avLst/>
          </a:prstGeom>
        </p:spPr>
        <p:txBody>
          <a:bodyPr vert="horz" wrap="square" lIns="0" tIns="6350" rIns="0" bIns="0" rtlCol="0">
            <a:spAutoFit/>
          </a:bodyPr>
          <a:lstStyle/>
          <a:p>
            <a:pPr marL="211454" marR="5080" indent="-199390">
              <a:lnSpc>
                <a:spcPct val="100800"/>
              </a:lnSpc>
              <a:spcBef>
                <a:spcPts val="50"/>
              </a:spcBef>
            </a:pPr>
            <a:r>
              <a:rPr sz="4800" spc="-10" dirty="0">
                <a:solidFill>
                  <a:srgbClr val="0432FF"/>
                </a:solidFill>
              </a:rPr>
              <a:t>Thank </a:t>
            </a:r>
            <a:r>
              <a:rPr sz="4800" spc="-20" dirty="0">
                <a:solidFill>
                  <a:srgbClr val="0432FF"/>
                </a:solidFill>
              </a:rPr>
              <a:t>you!</a:t>
            </a:r>
            <a:endParaRPr sz="4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204</TotalTime>
  <Words>1721</Words>
  <Application>Microsoft Office PowerPoint</Application>
  <PresentationFormat>On-screen Show (4:3)</PresentationFormat>
  <Paragraphs>179</Paragraphs>
  <Slides>30</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Carlito</vt:lpstr>
      <vt:lpstr>DejaVu Math TeX Gyre</vt:lpstr>
      <vt:lpstr>FreeSerif</vt:lpstr>
      <vt:lpstr>TeX Gyre Bonum Math</vt:lpstr>
      <vt:lpstr>Aptos</vt:lpstr>
      <vt:lpstr>Arial</vt:lpstr>
      <vt:lpstr>Cambria Math</vt:lpstr>
      <vt:lpstr>Wingdings</vt:lpstr>
      <vt:lpstr>Office Theme</vt:lpstr>
      <vt:lpstr>Machine Learning</vt:lpstr>
      <vt:lpstr>PowerPoint Presentation</vt:lpstr>
      <vt:lpstr>Definition of Machine Learning</vt:lpstr>
      <vt:lpstr>Phân loại học máy (Dựa trên nhiệm vụ)</vt:lpstr>
      <vt:lpstr>PowerPoint Presentation</vt:lpstr>
      <vt:lpstr>Supervised Learning (Học có giám sát)</vt:lpstr>
      <vt:lpstr>PowerPoint Presentation</vt:lpstr>
      <vt:lpstr>Dự đoán giá nhà</vt:lpstr>
      <vt:lpstr>Thêm đặc trưng</vt:lpstr>
      <vt:lpstr>Đặc trưng nhiều chiều</vt:lpstr>
      <vt:lpstr>Hồi quy vs Phân loại</vt:lpstr>
      <vt:lpstr>Học tập có giám sát trong thị giác máy tính</vt:lpstr>
      <vt:lpstr>Học tập có giám sát trong thị giác máy tính</vt:lpstr>
      <vt:lpstr>Học có giám sát trong xử lý ngôn ngữ tự nhiên</vt:lpstr>
      <vt:lpstr>Unsupervised Learning (Học không giám sát)</vt:lpstr>
      <vt:lpstr>Unsupervised Learning</vt:lpstr>
      <vt:lpstr>Clustering (cụm)</vt:lpstr>
      <vt:lpstr>Clustering</vt:lpstr>
      <vt:lpstr>Phân cụm gen</vt:lpstr>
      <vt:lpstr>Latent Semantic Analysis (LSA) documents</vt:lpstr>
      <vt:lpstr>Word Embeddings</vt:lpstr>
      <vt:lpstr>PowerPoint Presentation</vt:lpstr>
      <vt:lpstr>Software 2.0 is eating Software 1.0</vt:lpstr>
      <vt:lpstr>… bạn có thể đã sử dụng SW2.0 …</vt:lpstr>
      <vt:lpstr>PowerPoint Presentation</vt:lpstr>
      <vt:lpstr>PowerPoint Presentation</vt:lpstr>
      <vt:lpstr>Reinforcement Learning (Học tăng cường)</vt:lpstr>
      <vt:lpstr>Một số nguồn tài nguyên</vt:lpstr>
      <vt:lpstr>Một số nguồn tài nguyên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cp:lastModifiedBy>Đào Việt Cường</cp:lastModifiedBy>
  <cp:revision>3</cp:revision>
  <dcterms:created xsi:type="dcterms:W3CDTF">2024-05-06T13:40:19Z</dcterms:created>
  <dcterms:modified xsi:type="dcterms:W3CDTF">2024-05-07T02:40:24Z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2021-03-29T00:00:00Z</vt:filetime>
  </property>
  <property fmtid="{D5CDD505-2E9C-101B-9397-08002B2CF9AE}" pid="3" name="LastSaved">
    <vt:filetime>2024-05-06T00:00:00Z</vt:filetime>
  </property>
  <property fmtid="{D5CDD505-2E9C-101B-9397-08002B2CF9AE}" pid="4" name="Producer">
    <vt:lpwstr>3-Heights(TM) PDF Security Shell 4.8.25.2 (http://www.pdf-tools.com)</vt:lpwstr>
  </property>
</Properties>
</file>