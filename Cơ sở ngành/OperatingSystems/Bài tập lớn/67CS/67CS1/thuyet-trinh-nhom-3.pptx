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63"/>
  </p:notesMasterIdLst>
  <p:sldIdLst>
    <p:sldId id="256" r:id="rId2"/>
    <p:sldId id="257" r:id="rId3"/>
    <p:sldId id="258" r:id="rId4"/>
    <p:sldId id="297" r:id="rId5"/>
    <p:sldId id="263" r:id="rId6"/>
    <p:sldId id="264" r:id="rId7"/>
    <p:sldId id="298" r:id="rId8"/>
    <p:sldId id="299" r:id="rId9"/>
    <p:sldId id="300" r:id="rId10"/>
    <p:sldId id="302" r:id="rId11"/>
    <p:sldId id="301" r:id="rId12"/>
    <p:sldId id="319" r:id="rId13"/>
    <p:sldId id="303" r:id="rId14"/>
    <p:sldId id="321" r:id="rId15"/>
    <p:sldId id="320" r:id="rId16"/>
    <p:sldId id="323" r:id="rId17"/>
    <p:sldId id="322" r:id="rId18"/>
    <p:sldId id="315" r:id="rId19"/>
    <p:sldId id="316" r:id="rId20"/>
    <p:sldId id="317" r:id="rId21"/>
    <p:sldId id="325" r:id="rId22"/>
    <p:sldId id="324" r:id="rId23"/>
    <p:sldId id="327" r:id="rId24"/>
    <p:sldId id="328" r:id="rId25"/>
    <p:sldId id="329" r:id="rId26"/>
    <p:sldId id="326" r:id="rId27"/>
    <p:sldId id="307" r:id="rId28"/>
    <p:sldId id="269" r:id="rId29"/>
    <p:sldId id="331" r:id="rId30"/>
    <p:sldId id="332" r:id="rId31"/>
    <p:sldId id="260" r:id="rId32"/>
    <p:sldId id="276" r:id="rId33"/>
    <p:sldId id="333" r:id="rId34"/>
    <p:sldId id="309" r:id="rId35"/>
    <p:sldId id="274" r:id="rId36"/>
    <p:sldId id="273" r:id="rId37"/>
    <p:sldId id="270" r:id="rId38"/>
    <p:sldId id="271" r:id="rId39"/>
    <p:sldId id="334" r:id="rId40"/>
    <p:sldId id="335" r:id="rId41"/>
    <p:sldId id="336" r:id="rId42"/>
    <p:sldId id="337" r:id="rId43"/>
    <p:sldId id="275" r:id="rId44"/>
    <p:sldId id="310" r:id="rId45"/>
    <p:sldId id="338" r:id="rId46"/>
    <p:sldId id="339" r:id="rId47"/>
    <p:sldId id="340" r:id="rId48"/>
    <p:sldId id="341" r:id="rId49"/>
    <p:sldId id="342" r:id="rId50"/>
    <p:sldId id="344" r:id="rId51"/>
    <p:sldId id="345" r:id="rId52"/>
    <p:sldId id="311" r:id="rId53"/>
    <p:sldId id="312" r:id="rId54"/>
    <p:sldId id="313" r:id="rId55"/>
    <p:sldId id="314" r:id="rId56"/>
    <p:sldId id="318" r:id="rId57"/>
    <p:sldId id="308" r:id="rId58"/>
    <p:sldId id="304" r:id="rId59"/>
    <p:sldId id="305" r:id="rId60"/>
    <p:sldId id="306" r:id="rId61"/>
    <p:sldId id="278" r:id="rId62"/>
  </p:sldIdLst>
  <p:sldSz cx="9144000" cy="5143500" type="screen16x9"/>
  <p:notesSz cx="6858000" cy="9144000"/>
  <p:embeddedFontLst>
    <p:embeddedFont>
      <p:font typeface="Advent Pro SemiBold" panose="020B0604020202020204" charset="0"/>
      <p:regular r:id="rId64"/>
      <p:bold r:id="rId65"/>
      <p:italic r:id="rId66"/>
      <p:boldItalic r:id="rId67"/>
    </p:embeddedFont>
    <p:embeddedFont>
      <p:font typeface="Bahnschrift Condensed" panose="020B0502040204020203" pitchFamily="34" charset="0"/>
      <p:regular r:id="rId68"/>
      <p:bold r:id="rId69"/>
    </p:embeddedFont>
    <p:embeddedFont>
      <p:font typeface="Fira Sans Condensed Medium" panose="020B0603050000020004" pitchFamily="34" charset="0"/>
      <p:regular r:id="rId70"/>
      <p:italic r:id="rId71"/>
    </p:embeddedFont>
    <p:embeddedFont>
      <p:font typeface="Fira Sans Extra Condensed Medium" panose="020B0604020202020204" charset="0"/>
      <p:regular r:id="rId72"/>
      <p:bold r:id="rId73"/>
      <p:italic r:id="rId74"/>
      <p:boldItalic r:id="rId75"/>
    </p:embeddedFont>
    <p:embeddedFont>
      <p:font typeface="Livvic Light" pitchFamily="2" charset="0"/>
      <p:regular r:id="rId76"/>
      <p:italic r:id="rId77"/>
    </p:embeddedFont>
    <p:embeddedFont>
      <p:font typeface="Mali" panose="00000500000000000000" pitchFamily="2" charset="-34"/>
      <p:regular r:id="rId78"/>
    </p:embeddedFont>
    <p:embeddedFont>
      <p:font typeface="Maven Pro" panose="020B0604020202020204" charset="0"/>
      <p:regular r:id="rId79"/>
      <p:bold r:id="rId80"/>
    </p:embeddedFont>
    <p:embeddedFont>
      <p:font typeface="Montserrat Medium" panose="00000600000000000000" pitchFamily="2" charset="0"/>
      <p:regular r:id="rId81"/>
      <p:italic r:id="rId82"/>
    </p:embeddedFont>
    <p:embeddedFont>
      <p:font typeface="Nunito Light" pitchFamily="2" charset="0"/>
      <p:regular r:id="rId83"/>
      <p:italic r:id="rId84"/>
    </p:embeddedFont>
    <p:embeddedFont>
      <p:font typeface="Pangolin" panose="00000500000000000000" pitchFamily="2" charset="0"/>
      <p:regular r:id="rId85"/>
    </p:embeddedFont>
    <p:embeddedFont>
      <p:font typeface="Share Tech" panose="020B0604020202020204" charset="0"/>
      <p:regular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582665-C9D9-436A-9615-7CD8828311D4}">
  <a:tblStyle styleId="{C4582665-C9D9-436A-9615-7CD8828311D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p:cViewPr varScale="1">
        <p:scale>
          <a:sx n="103" d="100"/>
          <a:sy n="103" d="100"/>
        </p:scale>
        <p:origin x="874"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5.fntdata"/><Relationship Id="rId84" Type="http://schemas.openxmlformats.org/officeDocument/2006/relationships/font" Target="fonts/font21.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1.fntdata"/><Relationship Id="rId79" Type="http://schemas.openxmlformats.org/officeDocument/2006/relationships/font" Target="fonts/font16.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9.fntdata"/><Relationship Id="rId80" Type="http://schemas.openxmlformats.org/officeDocument/2006/relationships/font" Target="fonts/font17.fntdata"/><Relationship Id="rId85" Type="http://schemas.openxmlformats.org/officeDocument/2006/relationships/font" Target="fonts/font2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font" Target="fonts/font12.fntdata"/><Relationship Id="rId83" Type="http://schemas.openxmlformats.org/officeDocument/2006/relationships/font" Target="fonts/font20.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font" Target="fonts/font10.fntdata"/><Relationship Id="rId78" Type="http://schemas.openxmlformats.org/officeDocument/2006/relationships/font" Target="fonts/font15.fntdata"/><Relationship Id="rId81" Type="http://schemas.openxmlformats.org/officeDocument/2006/relationships/font" Target="fonts/font18.fntdata"/><Relationship Id="rId86" Type="http://schemas.openxmlformats.org/officeDocument/2006/relationships/font" Target="fonts/font2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3.fntdata"/><Relationship Id="rId7" Type="http://schemas.openxmlformats.org/officeDocument/2006/relationships/slide" Target="slides/slide6.xml"/><Relationship Id="rId71"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3.fntdata"/><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19.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6c52a2e8d8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6c52a2e8d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6775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9220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291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3554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2368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8907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2023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2708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4605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7745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7142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9367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28796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95082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0046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18092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17342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726821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14135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01778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8235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3480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6c4305b01e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2" name="Google Shape;1082;g6c4305b01e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6c4305b01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6c4305b01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0"/>
        <p:cNvGrpSpPr/>
        <p:nvPr/>
      </p:nvGrpSpPr>
      <p:grpSpPr>
        <a:xfrm>
          <a:off x="0" y="0"/>
          <a:ext cx="0" cy="0"/>
          <a:chOff x="0" y="0"/>
          <a:chExt cx="0" cy="0"/>
        </a:xfrm>
      </p:grpSpPr>
      <p:sp>
        <p:nvSpPr>
          <p:cNvPr id="1251" name="Google Shape;1251;g6c52a2e8d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2" name="Google Shape;1252;g6c52a2e8d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8487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70e1a7781e_1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1" name="Google Shape;1231;g70e1a7781e_1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6c52a2e8d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6c52a2e8d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6c52a2e8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6" name="Google Shape;1116;g6c52a2e8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72c4329eae_4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1" name="Google Shape;1131;g72c4329eae_4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72c4329eae_4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1" name="Google Shape;1131;g72c4329eae_4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6970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70e1a7781e_1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1" name="Google Shape;1231;g70e1a7781e_1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26986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72c4329eae_4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1" name="Google Shape;1131;g72c4329eae_4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6c52a2e8d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6c52a2e8d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87890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6c52a2e8d8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6c52a2e8d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6703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6c52a2e8d8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6c52a2e8d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54298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6c52a2e8d8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6c52a2e8d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98293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6c52a2e8d8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6c52a2e8d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49298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38438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53546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15313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88779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49638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67843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09937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12216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6c4305b01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6c4305b01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11923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7"/>
        <p:cNvGrpSpPr/>
        <p:nvPr/>
      </p:nvGrpSpPr>
      <p:grpSpPr>
        <a:xfrm>
          <a:off x="0" y="0"/>
          <a:ext cx="0" cy="0"/>
          <a:chOff x="0" y="0"/>
          <a:chExt cx="0" cy="0"/>
        </a:xfrm>
      </p:grpSpPr>
      <p:sp>
        <p:nvSpPr>
          <p:cNvPr id="1358" name="Google Shape;1358;g6c52a2e8d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9" name="Google Shape;1359;g6c52a2e8d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
          <p:cNvSpPr/>
          <p:nvPr/>
        </p:nvSpPr>
        <p:spPr>
          <a:xfrm>
            <a:off x="720239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3"/>
          <p:cNvGrpSpPr/>
          <p:nvPr/>
        </p:nvGrpSpPr>
        <p:grpSpPr>
          <a:xfrm>
            <a:off x="8263682" y="-434366"/>
            <a:ext cx="188886" cy="1181531"/>
            <a:chOff x="2877432" y="975334"/>
            <a:chExt cx="188886" cy="1181531"/>
          </a:xfrm>
        </p:grpSpPr>
        <p:sp>
          <p:nvSpPr>
            <p:cNvPr id="42" name="Google Shape;42;p3"/>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3"/>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3"/>
          <p:cNvGrpSpPr/>
          <p:nvPr/>
        </p:nvGrpSpPr>
        <p:grpSpPr>
          <a:xfrm>
            <a:off x="3643898" y="-436198"/>
            <a:ext cx="133252" cy="1952377"/>
            <a:chOff x="6780548" y="337714"/>
            <a:chExt cx="133252" cy="1952377"/>
          </a:xfrm>
        </p:grpSpPr>
        <p:sp>
          <p:nvSpPr>
            <p:cNvPr id="47" name="Google Shape;47;p3"/>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3"/>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50;p3"/>
          <p:cNvGrpSpPr/>
          <p:nvPr/>
        </p:nvGrpSpPr>
        <p:grpSpPr>
          <a:xfrm>
            <a:off x="8008096" y="2108910"/>
            <a:ext cx="199001" cy="2139769"/>
            <a:chOff x="8008096" y="2108910"/>
            <a:chExt cx="199001" cy="2139769"/>
          </a:xfrm>
        </p:grpSpPr>
        <p:sp>
          <p:nvSpPr>
            <p:cNvPr id="51" name="Google Shape;51;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3"/>
          <p:cNvGrpSpPr/>
          <p:nvPr/>
        </p:nvGrpSpPr>
        <p:grpSpPr>
          <a:xfrm>
            <a:off x="520996" y="1091548"/>
            <a:ext cx="199001" cy="2139769"/>
            <a:chOff x="8008096" y="2108910"/>
            <a:chExt cx="199001" cy="2139769"/>
          </a:xfrm>
        </p:grpSpPr>
        <p:sp>
          <p:nvSpPr>
            <p:cNvPr id="54" name="Google Shape;54;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 name="Google Shape;56;p3"/>
          <p:cNvSpPr txBox="1">
            <a:spLocks noGrp="1"/>
          </p:cNvSpPr>
          <p:nvPr>
            <p:ph type="ctrTitle"/>
          </p:nvPr>
        </p:nvSpPr>
        <p:spPr>
          <a:xfrm>
            <a:off x="2031287" y="1742775"/>
            <a:ext cx="2622000" cy="837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1200"/>
              <a:buNone/>
              <a:defRPr sz="4800">
                <a:solidFill>
                  <a:schemeClr val="lt1"/>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a:endParaRPr/>
          </a:p>
        </p:txBody>
      </p:sp>
      <p:sp>
        <p:nvSpPr>
          <p:cNvPr id="57" name="Google Shape;57;p3"/>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58" name="Google Shape;58;p3"/>
          <p:cNvSpPr txBox="1">
            <a:spLocks noGrp="1"/>
          </p:cNvSpPr>
          <p:nvPr>
            <p:ph type="title" idx="2" hasCustomPrompt="1"/>
          </p:nvPr>
        </p:nvSpPr>
        <p:spPr>
          <a:xfrm>
            <a:off x="5834900" y="2122225"/>
            <a:ext cx="9810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4800"/>
              <a:buNone/>
              <a:defRPr sz="6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95" name="Google Shape;95;p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56"/>
        <p:cNvGrpSpPr/>
        <p:nvPr/>
      </p:nvGrpSpPr>
      <p:grpSpPr>
        <a:xfrm>
          <a:off x="0" y="0"/>
          <a:ext cx="0" cy="0"/>
          <a:chOff x="0" y="0"/>
          <a:chExt cx="0" cy="0"/>
        </a:xfrm>
      </p:grpSpPr>
      <p:sp>
        <p:nvSpPr>
          <p:cNvPr id="257" name="Google Shape;257;p13"/>
          <p:cNvSpPr txBox="1">
            <a:spLocks noGrp="1"/>
          </p:cNvSpPr>
          <p:nvPr>
            <p:ph type="subTitle" idx="1"/>
          </p:nvPr>
        </p:nvSpPr>
        <p:spPr>
          <a:xfrm>
            <a:off x="6429027"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58" name="Google Shape;258;p13"/>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3"/>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3"/>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3"/>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3"/>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3"/>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3"/>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3"/>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a:off x="285750" y="4542650"/>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p:nvPr/>
        </p:nvSpPr>
        <p:spPr>
          <a:xfrm>
            <a:off x="439150" y="48034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3"/>
          <p:cNvSpPr txBox="1">
            <a:spLocks noGrp="1"/>
          </p:cNvSpPr>
          <p:nvPr>
            <p:ph type="ctrTitle"/>
          </p:nvPr>
        </p:nvSpPr>
        <p:spPr>
          <a:xfrm>
            <a:off x="970814" y="3396800"/>
            <a:ext cx="21525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69" name="Google Shape;269;p13"/>
          <p:cNvSpPr txBox="1">
            <a:spLocks noGrp="1"/>
          </p:cNvSpPr>
          <p:nvPr>
            <p:ph type="subTitle" idx="2"/>
          </p:nvPr>
        </p:nvSpPr>
        <p:spPr>
          <a:xfrm>
            <a:off x="970814"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70" name="Google Shape;270;p13"/>
          <p:cNvSpPr txBox="1">
            <a:spLocks noGrp="1"/>
          </p:cNvSpPr>
          <p:nvPr>
            <p:ph type="title" idx="3" hasCustomPrompt="1"/>
          </p:nvPr>
        </p:nvSpPr>
        <p:spPr>
          <a:xfrm>
            <a:off x="970814"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2"/>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1" name="Google Shape;271;p13"/>
          <p:cNvSpPr txBox="1">
            <a:spLocks noGrp="1"/>
          </p:cNvSpPr>
          <p:nvPr>
            <p:ph type="ctrTitle" idx="4"/>
          </p:nvPr>
        </p:nvSpPr>
        <p:spPr>
          <a:xfrm>
            <a:off x="3690348" y="3396800"/>
            <a:ext cx="13866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2" name="Google Shape;272;p13"/>
          <p:cNvSpPr txBox="1">
            <a:spLocks noGrp="1"/>
          </p:cNvSpPr>
          <p:nvPr>
            <p:ph type="subTitle" idx="5"/>
          </p:nvPr>
        </p:nvSpPr>
        <p:spPr>
          <a:xfrm>
            <a:off x="3690341"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73" name="Google Shape;273;p13"/>
          <p:cNvSpPr txBox="1">
            <a:spLocks noGrp="1"/>
          </p:cNvSpPr>
          <p:nvPr>
            <p:ph type="title" idx="6" hasCustomPrompt="1"/>
          </p:nvPr>
        </p:nvSpPr>
        <p:spPr>
          <a:xfrm>
            <a:off x="3690341"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3"/>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4" name="Google Shape;274;p13"/>
          <p:cNvSpPr txBox="1">
            <a:spLocks noGrp="1"/>
          </p:cNvSpPr>
          <p:nvPr>
            <p:ph type="ctrTitle" idx="7"/>
          </p:nvPr>
        </p:nvSpPr>
        <p:spPr>
          <a:xfrm>
            <a:off x="618825" y="411675"/>
            <a:ext cx="45762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275" name="Google Shape;275;p13"/>
          <p:cNvSpPr txBox="1">
            <a:spLocks noGrp="1"/>
          </p:cNvSpPr>
          <p:nvPr>
            <p:ph type="ctrTitle" idx="8"/>
          </p:nvPr>
        </p:nvSpPr>
        <p:spPr>
          <a:xfrm>
            <a:off x="6428436" y="3377738"/>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6" name="Google Shape;276;p13"/>
          <p:cNvSpPr txBox="1">
            <a:spLocks noGrp="1"/>
          </p:cNvSpPr>
          <p:nvPr>
            <p:ph type="title" idx="9" hasCustomPrompt="1"/>
          </p:nvPr>
        </p:nvSpPr>
        <p:spPr>
          <a:xfrm>
            <a:off x="6428436"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1"/>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7" name="Google Shape;277;p13"/>
          <p:cNvSpPr txBox="1">
            <a:spLocks noGrp="1"/>
          </p:cNvSpPr>
          <p:nvPr>
            <p:ph type="ctrTitle" idx="13"/>
          </p:nvPr>
        </p:nvSpPr>
        <p:spPr>
          <a:xfrm>
            <a:off x="6429027" y="3396800"/>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373"/>
        <p:cNvGrpSpPr/>
        <p:nvPr/>
      </p:nvGrpSpPr>
      <p:grpSpPr>
        <a:xfrm>
          <a:off x="0" y="0"/>
          <a:ext cx="0" cy="0"/>
          <a:chOff x="0" y="0"/>
          <a:chExt cx="0" cy="0"/>
        </a:xfrm>
      </p:grpSpPr>
      <p:sp>
        <p:nvSpPr>
          <p:cNvPr id="374" name="Google Shape;374;p19"/>
          <p:cNvSpPr txBox="1">
            <a:spLocks noGrp="1"/>
          </p:cNvSpPr>
          <p:nvPr>
            <p:ph type="title"/>
          </p:nvPr>
        </p:nvSpPr>
        <p:spPr>
          <a:xfrm>
            <a:off x="2471150" y="1830075"/>
            <a:ext cx="3823200" cy="1121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7200">
                <a:solidFill>
                  <a:schemeClr val="lt1"/>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75" name="Google Shape;375;p19"/>
          <p:cNvSpPr txBox="1">
            <a:spLocks noGrp="1"/>
          </p:cNvSpPr>
          <p:nvPr>
            <p:ph type="subTitle" idx="1"/>
          </p:nvPr>
        </p:nvSpPr>
        <p:spPr>
          <a:xfrm>
            <a:off x="2902550" y="540000"/>
            <a:ext cx="2960400" cy="135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76" name="Google Shape;376;p19"/>
          <p:cNvSpPr txBox="1"/>
          <p:nvPr/>
        </p:nvSpPr>
        <p:spPr>
          <a:xfrm>
            <a:off x="2289500" y="3592806"/>
            <a:ext cx="4186500" cy="931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300"/>
              </a:spcBef>
              <a:spcAft>
                <a:spcPts val="0"/>
              </a:spcAft>
              <a:buNone/>
            </a:pPr>
            <a:r>
              <a:rPr lang="en" sz="1000">
                <a:solidFill>
                  <a:schemeClr val="lt1"/>
                </a:solidFill>
                <a:latin typeface="Maven Pro"/>
                <a:ea typeface="Maven Pro"/>
                <a:cs typeface="Maven Pro"/>
                <a:sym typeface="Maven Pro"/>
              </a:rPr>
              <a:t>CREDITS: This presentation template was created by </a:t>
            </a:r>
            <a:r>
              <a:rPr lang="en" sz="1000">
                <a:solidFill>
                  <a:schemeClr val="accent1"/>
                </a:solidFill>
                <a:uFill>
                  <a:noFill/>
                </a:uFill>
                <a:latin typeface="Maven Pro"/>
                <a:ea typeface="Maven Pro"/>
                <a:cs typeface="Maven Pro"/>
                <a:sym typeface="Maven Pro"/>
                <a:hlinkClick r:id="rId2">
                  <a:extLst>
                    <a:ext uri="{A12FA001-AC4F-418D-AE19-62706E023703}">
                      <ahyp:hlinkClr xmlns:ahyp="http://schemas.microsoft.com/office/drawing/2018/hyperlinkcolor" val="tx"/>
                    </a:ext>
                  </a:extLst>
                </a:hlinkClick>
              </a:rPr>
              <a:t>Slidesgo</a:t>
            </a:r>
            <a:r>
              <a:rPr lang="en" sz="1000">
                <a:solidFill>
                  <a:schemeClr val="lt1"/>
                </a:solidFill>
                <a:latin typeface="Maven Pro"/>
                <a:ea typeface="Maven Pro"/>
                <a:cs typeface="Maven Pro"/>
                <a:sym typeface="Maven Pro"/>
              </a:rPr>
              <a:t>, including icons by </a:t>
            </a:r>
            <a:r>
              <a:rPr lang="en" sz="1000">
                <a:solidFill>
                  <a:schemeClr val="accent2"/>
                </a:solidFill>
                <a:uFill>
                  <a:noFill/>
                </a:uFill>
                <a:latin typeface="Maven Pro"/>
                <a:ea typeface="Maven Pro"/>
                <a:cs typeface="Maven Pro"/>
                <a:sym typeface="Maven Pro"/>
                <a:hlinkClick r:id="rId3">
                  <a:extLst>
                    <a:ext uri="{A12FA001-AC4F-418D-AE19-62706E023703}">
                      <ahyp:hlinkClr xmlns:ahyp="http://schemas.microsoft.com/office/drawing/2018/hyperlinkcolor" val="tx"/>
                    </a:ext>
                  </a:extLst>
                </a:hlinkClick>
              </a:rPr>
              <a:t>Flaticon</a:t>
            </a:r>
            <a:r>
              <a:rPr lang="en" sz="1000">
                <a:solidFill>
                  <a:schemeClr val="lt1"/>
                </a:solidFill>
                <a:latin typeface="Maven Pro"/>
                <a:ea typeface="Maven Pro"/>
                <a:cs typeface="Maven Pro"/>
                <a:sym typeface="Maven Pro"/>
              </a:rPr>
              <a:t>, and infographics &amp; images by </a:t>
            </a:r>
            <a:r>
              <a:rPr lang="en" sz="1000">
                <a:solidFill>
                  <a:schemeClr val="accent3"/>
                </a:solidFill>
                <a:uFill>
                  <a:noFill/>
                </a:uFill>
                <a:latin typeface="Maven Pro"/>
                <a:ea typeface="Maven Pro"/>
                <a:cs typeface="Maven Pro"/>
                <a:sym typeface="Maven Pro"/>
                <a:hlinkClick r:id="rId4">
                  <a:extLst>
                    <a:ext uri="{A12FA001-AC4F-418D-AE19-62706E023703}">
                      <ahyp:hlinkClr xmlns:ahyp="http://schemas.microsoft.com/office/drawing/2018/hyperlinkcolor" val="tx"/>
                    </a:ext>
                  </a:extLst>
                </a:hlinkClick>
              </a:rPr>
              <a:t>Freepik</a:t>
            </a:r>
            <a:endParaRPr sz="1000">
              <a:solidFill>
                <a:schemeClr val="accent3"/>
              </a:solidFill>
              <a:latin typeface="Maven Pro"/>
              <a:ea typeface="Maven Pro"/>
              <a:cs typeface="Maven Pro"/>
              <a:sym typeface="Maven Pro"/>
            </a:endParaRPr>
          </a:p>
        </p:txBody>
      </p:sp>
      <p:sp>
        <p:nvSpPr>
          <p:cNvPr id="377" name="Google Shape;377;p19"/>
          <p:cNvSpPr/>
          <p:nvPr/>
        </p:nvSpPr>
        <p:spPr>
          <a:xfrm>
            <a:off x="858247" y="1380669"/>
            <a:ext cx="130760" cy="131015"/>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1802448" y="4340187"/>
            <a:ext cx="131015" cy="131015"/>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7196621" y="809541"/>
            <a:ext cx="131015" cy="131015"/>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826485" y="4005523"/>
            <a:ext cx="105796" cy="106050"/>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6669747" y="3108456"/>
            <a:ext cx="62397" cy="62397"/>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2127273" y="2530788"/>
            <a:ext cx="112298" cy="112553"/>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418926" y="3240515"/>
            <a:ext cx="112298" cy="112553"/>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751274" y="1218584"/>
            <a:ext cx="86853" cy="86825"/>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5" name="Google Shape;385;p19"/>
          <p:cNvGrpSpPr/>
          <p:nvPr/>
        </p:nvGrpSpPr>
        <p:grpSpPr>
          <a:xfrm>
            <a:off x="6669747" y="-389684"/>
            <a:ext cx="143766" cy="2106420"/>
            <a:chOff x="6780548" y="337714"/>
            <a:chExt cx="133252" cy="1952377"/>
          </a:xfrm>
        </p:grpSpPr>
        <p:sp>
          <p:nvSpPr>
            <p:cNvPr id="386" name="Google Shape;386;p19"/>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19"/>
          <p:cNvGrpSpPr/>
          <p:nvPr/>
        </p:nvGrpSpPr>
        <p:grpSpPr>
          <a:xfrm>
            <a:off x="1510029" y="507749"/>
            <a:ext cx="203534" cy="2663107"/>
            <a:chOff x="250617" y="2402301"/>
            <a:chExt cx="188650" cy="2468354"/>
          </a:xfrm>
        </p:grpSpPr>
        <p:sp>
          <p:nvSpPr>
            <p:cNvPr id="389" name="Google Shape;389;p19"/>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19"/>
          <p:cNvGrpSpPr/>
          <p:nvPr/>
        </p:nvGrpSpPr>
        <p:grpSpPr>
          <a:xfrm>
            <a:off x="385355" y="1380671"/>
            <a:ext cx="199237" cy="2828935"/>
            <a:chOff x="1608717" y="1280046"/>
            <a:chExt cx="199237" cy="2828935"/>
          </a:xfrm>
        </p:grpSpPr>
        <p:sp>
          <p:nvSpPr>
            <p:cNvPr id="394" name="Google Shape;394;p19"/>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 name="Google Shape;397;p19"/>
          <p:cNvSpPr/>
          <p:nvPr/>
        </p:nvSpPr>
        <p:spPr>
          <a:xfrm>
            <a:off x="1050592" y="3209646"/>
            <a:ext cx="9132" cy="2718457"/>
          </a:xfrm>
          <a:custGeom>
            <a:avLst/>
            <a:gdLst/>
            <a:ahLst/>
            <a:cxnLst/>
            <a:rect l="l" t="t" r="r" b="b"/>
            <a:pathLst>
              <a:path w="323" h="96152" extrusionOk="0">
                <a:moveTo>
                  <a:pt x="166" y="1"/>
                </a:moveTo>
                <a:lnTo>
                  <a:pt x="1" y="96151"/>
                </a:lnTo>
                <a:lnTo>
                  <a:pt x="322" y="96151"/>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090326" y="2590809"/>
            <a:ext cx="9132" cy="1822361"/>
          </a:xfrm>
          <a:custGeom>
            <a:avLst/>
            <a:gdLst/>
            <a:ahLst/>
            <a:cxnLst/>
            <a:rect l="l" t="t" r="r" b="b"/>
            <a:pathLst>
              <a:path w="323" h="64457" extrusionOk="0">
                <a:moveTo>
                  <a:pt x="157" y="1"/>
                </a:moveTo>
                <a:lnTo>
                  <a:pt x="0" y="64456"/>
                </a:lnTo>
                <a:lnTo>
                  <a:pt x="322" y="64456"/>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19"/>
          <p:cNvGrpSpPr/>
          <p:nvPr/>
        </p:nvGrpSpPr>
        <p:grpSpPr>
          <a:xfrm>
            <a:off x="989005" y="-389666"/>
            <a:ext cx="62143" cy="897428"/>
            <a:chOff x="2038689" y="173907"/>
            <a:chExt cx="57599" cy="831799"/>
          </a:xfrm>
        </p:grpSpPr>
        <p:sp>
          <p:nvSpPr>
            <p:cNvPr id="400" name="Google Shape;400;p19"/>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9"/>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2" name="Google Shape;402;p19"/>
          <p:cNvGrpSpPr/>
          <p:nvPr/>
        </p:nvGrpSpPr>
        <p:grpSpPr>
          <a:xfrm>
            <a:off x="8568723" y="2184809"/>
            <a:ext cx="214702" cy="2308597"/>
            <a:chOff x="8008096" y="2108910"/>
            <a:chExt cx="199001" cy="2139769"/>
          </a:xfrm>
        </p:grpSpPr>
        <p:sp>
          <p:nvSpPr>
            <p:cNvPr id="403" name="Google Shape;403;p19"/>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 name="Google Shape;405;p19"/>
          <p:cNvSpPr/>
          <p:nvPr/>
        </p:nvSpPr>
        <p:spPr>
          <a:xfrm>
            <a:off x="6423211" y="3192659"/>
            <a:ext cx="86853" cy="86825"/>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6" name="Google Shape;406;p19"/>
          <p:cNvGrpSpPr/>
          <p:nvPr/>
        </p:nvGrpSpPr>
        <p:grpSpPr>
          <a:xfrm>
            <a:off x="8221223" y="9"/>
            <a:ext cx="214702" cy="2308597"/>
            <a:chOff x="8008096" y="2108910"/>
            <a:chExt cx="199001" cy="2139769"/>
          </a:xfrm>
        </p:grpSpPr>
        <p:sp>
          <p:nvSpPr>
            <p:cNvPr id="407" name="Google Shape;407;p19"/>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09"/>
        <p:cNvGrpSpPr/>
        <p:nvPr/>
      </p:nvGrpSpPr>
      <p:grpSpPr>
        <a:xfrm>
          <a:off x="0" y="0"/>
          <a:ext cx="0" cy="0"/>
          <a:chOff x="0" y="0"/>
          <a:chExt cx="0" cy="0"/>
        </a:xfrm>
      </p:grpSpPr>
      <p:sp>
        <p:nvSpPr>
          <p:cNvPr id="410" name="Google Shape;410;p20"/>
          <p:cNvSpPr txBox="1">
            <a:spLocks noGrp="1"/>
          </p:cNvSpPr>
          <p:nvPr>
            <p:ph type="body" idx="1"/>
          </p:nvPr>
        </p:nvSpPr>
        <p:spPr>
          <a:xfrm>
            <a:off x="59737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Font typeface="Livvic Light"/>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1" name="Google Shape;411;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2" name="Google Shape;412;p20"/>
          <p:cNvSpPr txBox="1">
            <a:spLocks noGrp="1"/>
          </p:cNvSpPr>
          <p:nvPr>
            <p:ph type="body" idx="2"/>
          </p:nvPr>
        </p:nvSpPr>
        <p:spPr>
          <a:xfrm>
            <a:off x="469012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rgbClr val="EC5D37"/>
              </a:buClr>
              <a:buSzPts val="1000"/>
              <a:buFont typeface="Livvic Light"/>
              <a:buChar char="●"/>
              <a:defRPr sz="1200"/>
            </a:lvl1pPr>
            <a:lvl2pPr marL="914400" lvl="1" indent="-292100" rtl="0">
              <a:spcBef>
                <a:spcPts val="1600"/>
              </a:spcBef>
              <a:spcAft>
                <a:spcPts val="0"/>
              </a:spcAft>
              <a:buClr>
                <a:srgbClr val="FFC800"/>
              </a:buClr>
              <a:buSzPts val="1000"/>
              <a:buFont typeface="Nunito Light"/>
              <a:buChar char="○"/>
              <a:defRPr/>
            </a:lvl2pPr>
            <a:lvl3pPr marL="1371600" lvl="2" indent="-292100" rtl="0">
              <a:spcBef>
                <a:spcPts val="1600"/>
              </a:spcBef>
              <a:spcAft>
                <a:spcPts val="0"/>
              </a:spcAft>
              <a:buClr>
                <a:srgbClr val="FFC800"/>
              </a:buClr>
              <a:buSzPts val="1000"/>
              <a:buFont typeface="Nunito Light"/>
              <a:buChar char="■"/>
              <a:defRPr/>
            </a:lvl3pPr>
            <a:lvl4pPr marL="1828800" lvl="3" indent="-292100" rtl="0">
              <a:spcBef>
                <a:spcPts val="1600"/>
              </a:spcBef>
              <a:spcAft>
                <a:spcPts val="0"/>
              </a:spcAft>
              <a:buClr>
                <a:srgbClr val="FFC800"/>
              </a:buClr>
              <a:buSzPts val="1000"/>
              <a:buFont typeface="Nunito Light"/>
              <a:buChar char="●"/>
              <a:defRPr/>
            </a:lvl4pPr>
            <a:lvl5pPr marL="2286000" lvl="4" indent="-292100" rtl="0">
              <a:spcBef>
                <a:spcPts val="1600"/>
              </a:spcBef>
              <a:spcAft>
                <a:spcPts val="0"/>
              </a:spcAft>
              <a:buClr>
                <a:srgbClr val="434343"/>
              </a:buClr>
              <a:buSzPts val="1000"/>
              <a:buFont typeface="Nunito Light"/>
              <a:buChar char="○"/>
              <a:defRPr/>
            </a:lvl5pPr>
            <a:lvl6pPr marL="2743200" lvl="5" indent="-292100" rtl="0">
              <a:spcBef>
                <a:spcPts val="1600"/>
              </a:spcBef>
              <a:spcAft>
                <a:spcPts val="0"/>
              </a:spcAft>
              <a:buClr>
                <a:srgbClr val="434343"/>
              </a:buClr>
              <a:buSzPts val="1000"/>
              <a:buFont typeface="Nunito Light"/>
              <a:buChar char="■"/>
              <a:defRPr/>
            </a:lvl6pPr>
            <a:lvl7pPr marL="3200400" lvl="6" indent="-292100" rtl="0">
              <a:spcBef>
                <a:spcPts val="1600"/>
              </a:spcBef>
              <a:spcAft>
                <a:spcPts val="0"/>
              </a:spcAft>
              <a:buClr>
                <a:srgbClr val="434343"/>
              </a:buClr>
              <a:buSzPts val="1000"/>
              <a:buFont typeface="Nunito Light"/>
              <a:buChar char="●"/>
              <a:defRPr/>
            </a:lvl7pPr>
            <a:lvl8pPr marL="3657600" lvl="7" indent="-292100" rtl="0">
              <a:spcBef>
                <a:spcPts val="1600"/>
              </a:spcBef>
              <a:spcAft>
                <a:spcPts val="0"/>
              </a:spcAft>
              <a:buClr>
                <a:srgbClr val="434343"/>
              </a:buClr>
              <a:buSzPts val="1000"/>
              <a:buFont typeface="Nunito Light"/>
              <a:buChar char="○"/>
              <a:defRPr/>
            </a:lvl8pPr>
            <a:lvl9pPr marL="4114800" lvl="8" indent="-292100" rtl="0">
              <a:spcBef>
                <a:spcPts val="1600"/>
              </a:spcBef>
              <a:spcAft>
                <a:spcPts val="1600"/>
              </a:spcAft>
              <a:buClr>
                <a:srgbClr val="434343"/>
              </a:buClr>
              <a:buSzPts val="1000"/>
              <a:buFont typeface="Nunito Light"/>
              <a:buChar char="■"/>
              <a:defRPr/>
            </a:lvl9pPr>
          </a:lstStyle>
          <a:p>
            <a:endParaRPr/>
          </a:p>
        </p:txBody>
      </p:sp>
      <p:sp>
        <p:nvSpPr>
          <p:cNvPr id="413" name="Google Shape;413;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5"/>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8"/>
        <p:cNvGrpSpPr/>
        <p:nvPr/>
      </p:nvGrpSpPr>
      <p:grpSpPr>
        <a:xfrm>
          <a:off x="0" y="0"/>
          <a:ext cx="0" cy="0"/>
          <a:chOff x="0" y="0"/>
          <a:chExt cx="0" cy="0"/>
        </a:xfrm>
      </p:grpSpPr>
      <p:sp>
        <p:nvSpPr>
          <p:cNvPr id="79" name="Google Shape;79;p5"/>
          <p:cNvSpPr txBox="1">
            <a:spLocks noGrp="1"/>
          </p:cNvSpPr>
          <p:nvPr>
            <p:ph type="ctrTitle"/>
          </p:nvPr>
        </p:nvSpPr>
        <p:spPr>
          <a:xfrm>
            <a:off x="923625" y="1196026"/>
            <a:ext cx="982200" cy="577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800"/>
              <a:buFont typeface="Fira Sans Condensed Medium"/>
              <a:buNone/>
              <a:defRPr sz="24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80" name="Google Shape;80;p5"/>
          <p:cNvSpPr txBox="1">
            <a:spLocks noGrp="1"/>
          </p:cNvSpPr>
          <p:nvPr>
            <p:ph type="subTitle" idx="1"/>
          </p:nvPr>
        </p:nvSpPr>
        <p:spPr>
          <a:xfrm>
            <a:off x="923637" y="1684093"/>
            <a:ext cx="26205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81" name="Google Shape;81;p5"/>
          <p:cNvSpPr txBox="1">
            <a:spLocks noGrp="1"/>
          </p:cNvSpPr>
          <p:nvPr>
            <p:ph type="ctrTitle" idx="2"/>
          </p:nvPr>
        </p:nvSpPr>
        <p:spPr>
          <a:xfrm>
            <a:off x="7050379" y="1196025"/>
            <a:ext cx="1137300" cy="5778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Clr>
                <a:srgbClr val="000000"/>
              </a:buClr>
              <a:buSzPts val="1800"/>
              <a:buFont typeface="Fira Sans Condensed Medium"/>
              <a:buNone/>
              <a:defRPr sz="24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82" name="Google Shape;82;p5"/>
          <p:cNvSpPr txBox="1">
            <a:spLocks noGrp="1"/>
          </p:cNvSpPr>
          <p:nvPr>
            <p:ph type="subTitle" idx="3"/>
          </p:nvPr>
        </p:nvSpPr>
        <p:spPr>
          <a:xfrm>
            <a:off x="5450166" y="1684093"/>
            <a:ext cx="27375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83" name="Google Shape;83;p5"/>
          <p:cNvSpPr txBox="1">
            <a:spLocks noGrp="1"/>
          </p:cNvSpPr>
          <p:nvPr>
            <p:ph type="ctrTitle" idx="4"/>
          </p:nvPr>
        </p:nvSpPr>
        <p:spPr>
          <a:xfrm>
            <a:off x="618825" y="411675"/>
            <a:ext cx="46182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84" name="Google Shape;84;p5"/>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8403188" y="2183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7776788" y="3625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8539438" y="5409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5"/>
          <p:cNvGrpSpPr/>
          <p:nvPr/>
        </p:nvGrpSpPr>
        <p:grpSpPr>
          <a:xfrm>
            <a:off x="6626134" y="-164562"/>
            <a:ext cx="121172" cy="760495"/>
            <a:chOff x="5245196" y="3136513"/>
            <a:chExt cx="121172" cy="760495"/>
          </a:xfrm>
        </p:grpSpPr>
        <p:sp>
          <p:nvSpPr>
            <p:cNvPr id="89" name="Google Shape;89;p5"/>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5"/>
          <p:cNvSpPr/>
          <p:nvPr/>
        </p:nvSpPr>
        <p:spPr>
          <a:xfrm>
            <a:off x="318213" y="44189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454463" y="47414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4122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93"/>
        <p:cNvGrpSpPr/>
        <p:nvPr/>
      </p:nvGrpSpPr>
      <p:grpSpPr>
        <a:xfrm>
          <a:off x="0" y="0"/>
          <a:ext cx="0" cy="0"/>
          <a:chOff x="0" y="0"/>
          <a:chExt cx="0" cy="0"/>
        </a:xfrm>
      </p:grpSpPr>
      <p:sp>
        <p:nvSpPr>
          <p:cNvPr id="294" name="Google Shape;294;p15"/>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5"/>
          <p:cNvSpPr/>
          <p:nvPr/>
        </p:nvSpPr>
        <p:spPr>
          <a:xfrm>
            <a:off x="8403188" y="2183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p:nvPr/>
        </p:nvSpPr>
        <p:spPr>
          <a:xfrm>
            <a:off x="7776788" y="3625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5"/>
          <p:cNvSpPr/>
          <p:nvPr/>
        </p:nvSpPr>
        <p:spPr>
          <a:xfrm>
            <a:off x="8539438" y="5409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 name="Google Shape;298;p15"/>
          <p:cNvGrpSpPr/>
          <p:nvPr/>
        </p:nvGrpSpPr>
        <p:grpSpPr>
          <a:xfrm>
            <a:off x="6626134" y="-164562"/>
            <a:ext cx="121172" cy="760495"/>
            <a:chOff x="5245196" y="3136513"/>
            <a:chExt cx="121172" cy="760495"/>
          </a:xfrm>
        </p:grpSpPr>
        <p:sp>
          <p:nvSpPr>
            <p:cNvPr id="299" name="Google Shape;299;p15"/>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5"/>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 name="Google Shape;301;p15"/>
          <p:cNvSpPr/>
          <p:nvPr/>
        </p:nvSpPr>
        <p:spPr>
          <a:xfrm>
            <a:off x="318213" y="44189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p:nvPr/>
        </p:nvSpPr>
        <p:spPr>
          <a:xfrm>
            <a:off x="454463" y="47414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5"/>
          <p:cNvSpPr txBox="1">
            <a:spLocks noGrp="1"/>
          </p:cNvSpPr>
          <p:nvPr>
            <p:ph type="ctrTitle"/>
          </p:nvPr>
        </p:nvSpPr>
        <p:spPr>
          <a:xfrm>
            <a:off x="891226" y="1267450"/>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04" name="Google Shape;304;p15"/>
          <p:cNvSpPr txBox="1">
            <a:spLocks noGrp="1"/>
          </p:cNvSpPr>
          <p:nvPr>
            <p:ph type="subTitle" idx="1"/>
          </p:nvPr>
        </p:nvSpPr>
        <p:spPr>
          <a:xfrm>
            <a:off x="891226" y="3491100"/>
            <a:ext cx="18813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05" name="Google Shape;305;p15"/>
          <p:cNvSpPr txBox="1">
            <a:spLocks noGrp="1"/>
          </p:cNvSpPr>
          <p:nvPr>
            <p:ph type="ctrTitle" idx="2"/>
          </p:nvPr>
        </p:nvSpPr>
        <p:spPr>
          <a:xfrm>
            <a:off x="3503173" y="1267450"/>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06" name="Google Shape;306;p15"/>
          <p:cNvSpPr txBox="1">
            <a:spLocks noGrp="1"/>
          </p:cNvSpPr>
          <p:nvPr>
            <p:ph type="subTitle" idx="3"/>
          </p:nvPr>
        </p:nvSpPr>
        <p:spPr>
          <a:xfrm>
            <a:off x="3503173" y="3491100"/>
            <a:ext cx="18813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07" name="Google Shape;307;p15"/>
          <p:cNvSpPr txBox="1">
            <a:spLocks noGrp="1"/>
          </p:cNvSpPr>
          <p:nvPr>
            <p:ph type="ctrTitle" idx="4"/>
          </p:nvPr>
        </p:nvSpPr>
        <p:spPr>
          <a:xfrm>
            <a:off x="6124594" y="1267450"/>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08" name="Google Shape;308;p15"/>
          <p:cNvSpPr txBox="1">
            <a:spLocks noGrp="1"/>
          </p:cNvSpPr>
          <p:nvPr>
            <p:ph type="subTitle" idx="5"/>
          </p:nvPr>
        </p:nvSpPr>
        <p:spPr>
          <a:xfrm>
            <a:off x="6124594" y="3491100"/>
            <a:ext cx="18813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09" name="Google Shape;309;p15"/>
          <p:cNvSpPr txBox="1">
            <a:spLocks noGrp="1"/>
          </p:cNvSpPr>
          <p:nvPr>
            <p:ph type="ctrTitle" idx="6"/>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Tree>
    <p:extLst>
      <p:ext uri="{BB962C8B-B14F-4D97-AF65-F5344CB8AC3E}">
        <p14:creationId xmlns:p14="http://schemas.microsoft.com/office/powerpoint/2010/main" val="3654283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10"/>
        <p:cNvGrpSpPr/>
        <p:nvPr/>
      </p:nvGrpSpPr>
      <p:grpSpPr>
        <a:xfrm>
          <a:off x="0" y="0"/>
          <a:ext cx="0" cy="0"/>
          <a:chOff x="0" y="0"/>
          <a:chExt cx="0" cy="0"/>
        </a:xfrm>
      </p:grpSpPr>
      <p:sp>
        <p:nvSpPr>
          <p:cNvPr id="311" name="Google Shape;311;p16"/>
          <p:cNvSpPr txBox="1">
            <a:spLocks noGrp="1"/>
          </p:cNvSpPr>
          <p:nvPr>
            <p:ph type="ctrTitle"/>
          </p:nvPr>
        </p:nvSpPr>
        <p:spPr>
          <a:xfrm>
            <a:off x="1121525" y="23022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2" name="Google Shape;312;p16"/>
          <p:cNvSpPr txBox="1">
            <a:spLocks noGrp="1"/>
          </p:cNvSpPr>
          <p:nvPr>
            <p:ph type="subTitle" idx="1"/>
          </p:nvPr>
        </p:nvSpPr>
        <p:spPr>
          <a:xfrm>
            <a:off x="961925" y="1643751"/>
            <a:ext cx="22005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3" name="Google Shape;313;p16"/>
          <p:cNvSpPr txBox="1">
            <a:spLocks noGrp="1"/>
          </p:cNvSpPr>
          <p:nvPr>
            <p:ph type="ctrTitle" idx="2"/>
          </p:nvPr>
        </p:nvSpPr>
        <p:spPr>
          <a:xfrm>
            <a:off x="3628263" y="23022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4" name="Google Shape;314;p16"/>
          <p:cNvSpPr txBox="1">
            <a:spLocks noGrp="1"/>
          </p:cNvSpPr>
          <p:nvPr>
            <p:ph type="subTitle" idx="3"/>
          </p:nvPr>
        </p:nvSpPr>
        <p:spPr>
          <a:xfrm>
            <a:off x="3468663" y="1643759"/>
            <a:ext cx="22005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5" name="Google Shape;315;p16"/>
          <p:cNvSpPr txBox="1">
            <a:spLocks noGrp="1"/>
          </p:cNvSpPr>
          <p:nvPr>
            <p:ph type="ctrTitle" idx="4"/>
          </p:nvPr>
        </p:nvSpPr>
        <p:spPr>
          <a:xfrm>
            <a:off x="6142624" y="23022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6" name="Google Shape;316;p16"/>
          <p:cNvSpPr txBox="1">
            <a:spLocks noGrp="1"/>
          </p:cNvSpPr>
          <p:nvPr>
            <p:ph type="subTitle" idx="5"/>
          </p:nvPr>
        </p:nvSpPr>
        <p:spPr>
          <a:xfrm>
            <a:off x="5947924" y="1643751"/>
            <a:ext cx="22707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7" name="Google Shape;317;p16"/>
          <p:cNvSpPr txBox="1">
            <a:spLocks noGrp="1"/>
          </p:cNvSpPr>
          <p:nvPr>
            <p:ph type="ctrTitle" idx="6"/>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318" name="Google Shape;318;p16"/>
          <p:cNvSpPr txBox="1">
            <a:spLocks noGrp="1"/>
          </p:cNvSpPr>
          <p:nvPr>
            <p:ph type="ctrTitle" idx="7"/>
          </p:nvPr>
        </p:nvSpPr>
        <p:spPr>
          <a:xfrm>
            <a:off x="1121525" y="41348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9" name="Google Shape;319;p16"/>
          <p:cNvSpPr txBox="1">
            <a:spLocks noGrp="1"/>
          </p:cNvSpPr>
          <p:nvPr>
            <p:ph type="subTitle" idx="8"/>
          </p:nvPr>
        </p:nvSpPr>
        <p:spPr>
          <a:xfrm>
            <a:off x="961925" y="3479251"/>
            <a:ext cx="22005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0" name="Google Shape;320;p16"/>
          <p:cNvSpPr txBox="1">
            <a:spLocks noGrp="1"/>
          </p:cNvSpPr>
          <p:nvPr>
            <p:ph type="ctrTitle" idx="9"/>
          </p:nvPr>
        </p:nvSpPr>
        <p:spPr>
          <a:xfrm>
            <a:off x="3628263" y="41348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21" name="Google Shape;321;p16"/>
          <p:cNvSpPr txBox="1">
            <a:spLocks noGrp="1"/>
          </p:cNvSpPr>
          <p:nvPr>
            <p:ph type="subTitle" idx="13"/>
          </p:nvPr>
        </p:nvSpPr>
        <p:spPr>
          <a:xfrm>
            <a:off x="3533613" y="3479251"/>
            <a:ext cx="20706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2" name="Google Shape;322;p16"/>
          <p:cNvSpPr txBox="1">
            <a:spLocks noGrp="1"/>
          </p:cNvSpPr>
          <p:nvPr>
            <p:ph type="ctrTitle" idx="14"/>
          </p:nvPr>
        </p:nvSpPr>
        <p:spPr>
          <a:xfrm>
            <a:off x="6142624" y="41348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23" name="Google Shape;323;p16"/>
          <p:cNvSpPr txBox="1">
            <a:spLocks noGrp="1"/>
          </p:cNvSpPr>
          <p:nvPr>
            <p:ph type="subTitle" idx="15"/>
          </p:nvPr>
        </p:nvSpPr>
        <p:spPr>
          <a:xfrm>
            <a:off x="5947924" y="3479251"/>
            <a:ext cx="22707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4" name="Google Shape;324;p1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6"/>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6"/>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6"/>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6"/>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6"/>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6"/>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6"/>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241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17"/>
        <p:cNvGrpSpPr/>
        <p:nvPr/>
      </p:nvGrpSpPr>
      <p:grpSpPr>
        <a:xfrm>
          <a:off x="0" y="0"/>
          <a:ext cx="0" cy="0"/>
          <a:chOff x="0" y="0"/>
          <a:chExt cx="0" cy="0"/>
        </a:xfrm>
      </p:grpSpPr>
      <p:sp>
        <p:nvSpPr>
          <p:cNvPr id="218" name="Google Shape;218;p12"/>
          <p:cNvSpPr txBox="1">
            <a:spLocks noGrp="1"/>
          </p:cNvSpPr>
          <p:nvPr>
            <p:ph type="title" hasCustomPrompt="1"/>
          </p:nvPr>
        </p:nvSpPr>
        <p:spPr>
          <a:xfrm>
            <a:off x="1733725" y="856650"/>
            <a:ext cx="5676600" cy="12303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80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9" name="Google Shape;219;p12"/>
          <p:cNvSpPr txBox="1">
            <a:spLocks noGrp="1"/>
          </p:cNvSpPr>
          <p:nvPr>
            <p:ph type="body" idx="1"/>
          </p:nvPr>
        </p:nvSpPr>
        <p:spPr>
          <a:xfrm>
            <a:off x="3208075" y="2086950"/>
            <a:ext cx="2727900" cy="715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grpSp>
        <p:nvGrpSpPr>
          <p:cNvPr id="220" name="Google Shape;220;p12"/>
          <p:cNvGrpSpPr/>
          <p:nvPr/>
        </p:nvGrpSpPr>
        <p:grpSpPr>
          <a:xfrm>
            <a:off x="722446" y="3412541"/>
            <a:ext cx="7699120" cy="1883463"/>
            <a:chOff x="4558950" y="838825"/>
            <a:chExt cx="2813800" cy="688350"/>
          </a:xfrm>
        </p:grpSpPr>
        <p:sp>
          <p:nvSpPr>
            <p:cNvPr id="221" name="Google Shape;221;p12"/>
            <p:cNvSpPr/>
            <p:nvPr/>
          </p:nvSpPr>
          <p:spPr>
            <a:xfrm>
              <a:off x="6067275" y="838825"/>
              <a:ext cx="46025" cy="39525"/>
            </a:xfrm>
            <a:custGeom>
              <a:avLst/>
              <a:gdLst/>
              <a:ahLst/>
              <a:cxnLst/>
              <a:rect l="l" t="t" r="r" b="b"/>
              <a:pathLst>
                <a:path w="1841" h="1581" extrusionOk="0">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2"/>
            <p:cNvSpPr/>
            <p:nvPr/>
          </p:nvSpPr>
          <p:spPr>
            <a:xfrm>
              <a:off x="4703850" y="911275"/>
              <a:ext cx="2580700" cy="613375"/>
            </a:xfrm>
            <a:custGeom>
              <a:avLst/>
              <a:gdLst/>
              <a:ahLst/>
              <a:cxnLst/>
              <a:rect l="l" t="t" r="r" b="b"/>
              <a:pathLst>
                <a:path w="103228" h="24535" extrusionOk="0">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2"/>
            <p:cNvSpPr/>
            <p:nvPr/>
          </p:nvSpPr>
          <p:spPr>
            <a:xfrm>
              <a:off x="4704175" y="930800"/>
              <a:ext cx="2582575" cy="595725"/>
            </a:xfrm>
            <a:custGeom>
              <a:avLst/>
              <a:gdLst/>
              <a:ahLst/>
              <a:cxnLst/>
              <a:rect l="l" t="t" r="r" b="b"/>
              <a:pathLst>
                <a:path w="103303" h="23829" extrusionOk="0">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2"/>
            <p:cNvSpPr/>
            <p:nvPr/>
          </p:nvSpPr>
          <p:spPr>
            <a:xfrm>
              <a:off x="4904225" y="1145950"/>
              <a:ext cx="46000" cy="39350"/>
            </a:xfrm>
            <a:custGeom>
              <a:avLst/>
              <a:gdLst/>
              <a:ahLst/>
              <a:cxnLst/>
              <a:rect l="l" t="t" r="r" b="b"/>
              <a:pathLst>
                <a:path w="1840" h="1574" extrusionOk="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2"/>
            <p:cNvSpPr/>
            <p:nvPr/>
          </p:nvSpPr>
          <p:spPr>
            <a:xfrm>
              <a:off x="5062350" y="1316075"/>
              <a:ext cx="46025" cy="39350"/>
            </a:xfrm>
            <a:custGeom>
              <a:avLst/>
              <a:gdLst/>
              <a:ahLst/>
              <a:cxnLst/>
              <a:rect l="l" t="t" r="r" b="b"/>
              <a:pathLst>
                <a:path w="1841" h="1574" extrusionOk="0">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2"/>
            <p:cNvSpPr/>
            <p:nvPr/>
          </p:nvSpPr>
          <p:spPr>
            <a:xfrm>
              <a:off x="5209475" y="1350400"/>
              <a:ext cx="39725" cy="39725"/>
            </a:xfrm>
            <a:custGeom>
              <a:avLst/>
              <a:gdLst/>
              <a:ahLst/>
              <a:cxnLst/>
              <a:rect l="l" t="t" r="r" b="b"/>
              <a:pathLst>
                <a:path w="1589" h="1589" extrusionOk="0">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2"/>
            <p:cNvSpPr/>
            <p:nvPr/>
          </p:nvSpPr>
          <p:spPr>
            <a:xfrm>
              <a:off x="5173875" y="1248975"/>
              <a:ext cx="46025" cy="39450"/>
            </a:xfrm>
            <a:custGeom>
              <a:avLst/>
              <a:gdLst/>
              <a:ahLst/>
              <a:cxnLst/>
              <a:rect l="l" t="t" r="r" b="b"/>
              <a:pathLst>
                <a:path w="1841" h="1578" extrusionOk="0">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2"/>
            <p:cNvSpPr/>
            <p:nvPr/>
          </p:nvSpPr>
          <p:spPr>
            <a:xfrm>
              <a:off x="5352500" y="938375"/>
              <a:ext cx="46000" cy="39500"/>
            </a:xfrm>
            <a:custGeom>
              <a:avLst/>
              <a:gdLst/>
              <a:ahLst/>
              <a:cxnLst/>
              <a:rect l="l" t="t" r="r" b="b"/>
              <a:pathLst>
                <a:path w="1840" h="1580" extrusionOk="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2"/>
            <p:cNvSpPr/>
            <p:nvPr/>
          </p:nvSpPr>
          <p:spPr>
            <a:xfrm>
              <a:off x="5722650" y="1358275"/>
              <a:ext cx="46000" cy="39525"/>
            </a:xfrm>
            <a:custGeom>
              <a:avLst/>
              <a:gdLst/>
              <a:ahLst/>
              <a:cxnLst/>
              <a:rect l="l" t="t" r="r" b="b"/>
              <a:pathLst>
                <a:path w="1840" h="1581" extrusionOk="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2"/>
            <p:cNvSpPr/>
            <p:nvPr/>
          </p:nvSpPr>
          <p:spPr>
            <a:xfrm>
              <a:off x="5859350" y="1157300"/>
              <a:ext cx="46025" cy="39450"/>
            </a:xfrm>
            <a:custGeom>
              <a:avLst/>
              <a:gdLst/>
              <a:ahLst/>
              <a:cxnLst/>
              <a:rect l="l" t="t" r="r" b="b"/>
              <a:pathLst>
                <a:path w="1841" h="1578" extrusionOk="0">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2"/>
            <p:cNvSpPr/>
            <p:nvPr/>
          </p:nvSpPr>
          <p:spPr>
            <a:xfrm>
              <a:off x="6131225" y="1060900"/>
              <a:ext cx="46025" cy="39350"/>
            </a:xfrm>
            <a:custGeom>
              <a:avLst/>
              <a:gdLst/>
              <a:ahLst/>
              <a:cxnLst/>
              <a:rect l="l" t="t" r="r" b="b"/>
              <a:pathLst>
                <a:path w="1841" h="1574" extrusionOk="0">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2"/>
            <p:cNvSpPr/>
            <p:nvPr/>
          </p:nvSpPr>
          <p:spPr>
            <a:xfrm>
              <a:off x="6358050" y="914425"/>
              <a:ext cx="46000" cy="39350"/>
            </a:xfrm>
            <a:custGeom>
              <a:avLst/>
              <a:gdLst/>
              <a:ahLst/>
              <a:cxnLst/>
              <a:rect l="l" t="t" r="r" b="b"/>
              <a:pathLst>
                <a:path w="1840" h="1574" extrusionOk="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2"/>
            <p:cNvSpPr/>
            <p:nvPr/>
          </p:nvSpPr>
          <p:spPr>
            <a:xfrm>
              <a:off x="6510200" y="1128325"/>
              <a:ext cx="46025" cy="39450"/>
            </a:xfrm>
            <a:custGeom>
              <a:avLst/>
              <a:gdLst/>
              <a:ahLst/>
              <a:cxnLst/>
              <a:rect l="l" t="t" r="r" b="b"/>
              <a:pathLst>
                <a:path w="1841" h="1578" extrusionOk="0">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2"/>
            <p:cNvSpPr/>
            <p:nvPr/>
          </p:nvSpPr>
          <p:spPr>
            <a:xfrm>
              <a:off x="6708025" y="1051150"/>
              <a:ext cx="46025" cy="39425"/>
            </a:xfrm>
            <a:custGeom>
              <a:avLst/>
              <a:gdLst/>
              <a:ahLst/>
              <a:cxnLst/>
              <a:rect l="l" t="t" r="r" b="b"/>
              <a:pathLst>
                <a:path w="1841" h="1577" extrusionOk="0">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2"/>
            <p:cNvSpPr/>
            <p:nvPr/>
          </p:nvSpPr>
          <p:spPr>
            <a:xfrm>
              <a:off x="7033125" y="1244875"/>
              <a:ext cx="46025" cy="39450"/>
            </a:xfrm>
            <a:custGeom>
              <a:avLst/>
              <a:gdLst/>
              <a:ahLst/>
              <a:cxnLst/>
              <a:rect l="l" t="t" r="r" b="b"/>
              <a:pathLst>
                <a:path w="1841" h="1578" extrusionOk="0">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2"/>
            <p:cNvSpPr/>
            <p:nvPr/>
          </p:nvSpPr>
          <p:spPr>
            <a:xfrm>
              <a:off x="4898850" y="1313550"/>
              <a:ext cx="46025" cy="39350"/>
            </a:xfrm>
            <a:custGeom>
              <a:avLst/>
              <a:gdLst/>
              <a:ahLst/>
              <a:cxnLst/>
              <a:rect l="l" t="t" r="r" b="b"/>
              <a:pathLst>
                <a:path w="1841" h="1574" extrusionOk="0">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2"/>
            <p:cNvSpPr/>
            <p:nvPr/>
          </p:nvSpPr>
          <p:spPr>
            <a:xfrm>
              <a:off x="5551575" y="1234800"/>
              <a:ext cx="46025" cy="39350"/>
            </a:xfrm>
            <a:custGeom>
              <a:avLst/>
              <a:gdLst/>
              <a:ahLst/>
              <a:cxnLst/>
              <a:rect l="l" t="t" r="r" b="b"/>
              <a:pathLst>
                <a:path w="1841" h="1574" extrusionOk="0">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2"/>
            <p:cNvSpPr/>
            <p:nvPr/>
          </p:nvSpPr>
          <p:spPr>
            <a:xfrm>
              <a:off x="5887400" y="907725"/>
              <a:ext cx="45075" cy="39575"/>
            </a:xfrm>
            <a:custGeom>
              <a:avLst/>
              <a:gdLst/>
              <a:ahLst/>
              <a:cxnLst/>
              <a:rect l="l" t="t" r="r" b="b"/>
              <a:pathLst>
                <a:path w="1803" h="1583" extrusionOk="0">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2"/>
            <p:cNvSpPr/>
            <p:nvPr/>
          </p:nvSpPr>
          <p:spPr>
            <a:xfrm>
              <a:off x="6166200" y="1209275"/>
              <a:ext cx="39700" cy="39725"/>
            </a:xfrm>
            <a:custGeom>
              <a:avLst/>
              <a:gdLst/>
              <a:ahLst/>
              <a:cxnLst/>
              <a:rect l="l" t="t" r="r" b="b"/>
              <a:pathLst>
                <a:path w="1588" h="1589" extrusionOk="0">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2"/>
            <p:cNvSpPr/>
            <p:nvPr/>
          </p:nvSpPr>
          <p:spPr>
            <a:xfrm>
              <a:off x="6373800" y="1380650"/>
              <a:ext cx="39700" cy="39400"/>
            </a:xfrm>
            <a:custGeom>
              <a:avLst/>
              <a:gdLst/>
              <a:ahLst/>
              <a:cxnLst/>
              <a:rect l="l" t="t" r="r" b="b"/>
              <a:pathLst>
                <a:path w="1588" h="1576" extrusionOk="0">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2"/>
            <p:cNvSpPr/>
            <p:nvPr/>
          </p:nvSpPr>
          <p:spPr>
            <a:xfrm>
              <a:off x="6594950" y="1344425"/>
              <a:ext cx="46000" cy="39350"/>
            </a:xfrm>
            <a:custGeom>
              <a:avLst/>
              <a:gdLst/>
              <a:ahLst/>
              <a:cxnLst/>
              <a:rect l="l" t="t" r="r" b="b"/>
              <a:pathLst>
                <a:path w="1840" h="1574" extrusionOk="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2"/>
            <p:cNvSpPr/>
            <p:nvPr/>
          </p:nvSpPr>
          <p:spPr>
            <a:xfrm>
              <a:off x="6731025" y="1382850"/>
              <a:ext cx="46025" cy="39475"/>
            </a:xfrm>
            <a:custGeom>
              <a:avLst/>
              <a:gdLst/>
              <a:ahLst/>
              <a:cxnLst/>
              <a:rect l="l" t="t" r="r" b="b"/>
              <a:pathLst>
                <a:path w="1841" h="1579" extrusionOk="0">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2"/>
            <p:cNvSpPr/>
            <p:nvPr/>
          </p:nvSpPr>
          <p:spPr>
            <a:xfrm>
              <a:off x="6891700" y="1116350"/>
              <a:ext cx="46000" cy="39350"/>
            </a:xfrm>
            <a:custGeom>
              <a:avLst/>
              <a:gdLst/>
              <a:ahLst/>
              <a:cxnLst/>
              <a:rect l="l" t="t" r="r" b="b"/>
              <a:pathLst>
                <a:path w="1840" h="1574" extrusionOk="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2"/>
            <p:cNvSpPr/>
            <p:nvPr/>
          </p:nvSpPr>
          <p:spPr>
            <a:xfrm>
              <a:off x="7059275" y="1035400"/>
              <a:ext cx="46025" cy="39450"/>
            </a:xfrm>
            <a:custGeom>
              <a:avLst/>
              <a:gdLst/>
              <a:ahLst/>
              <a:cxnLst/>
              <a:rect l="l" t="t" r="r" b="b"/>
              <a:pathLst>
                <a:path w="1841" h="1578" extrusionOk="0">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2"/>
            <p:cNvSpPr/>
            <p:nvPr/>
          </p:nvSpPr>
          <p:spPr>
            <a:xfrm>
              <a:off x="4708275" y="856450"/>
              <a:ext cx="2575650" cy="667875"/>
            </a:xfrm>
            <a:custGeom>
              <a:avLst/>
              <a:gdLst/>
              <a:ahLst/>
              <a:cxnLst/>
              <a:rect l="l" t="t" r="r" b="b"/>
              <a:pathLst>
                <a:path w="103026" h="26715" extrusionOk="0">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2"/>
            <p:cNvSpPr/>
            <p:nvPr/>
          </p:nvSpPr>
          <p:spPr>
            <a:xfrm>
              <a:off x="4558950" y="1523350"/>
              <a:ext cx="2813800" cy="3825"/>
            </a:xfrm>
            <a:custGeom>
              <a:avLst/>
              <a:gdLst/>
              <a:ahLst/>
              <a:cxnLst/>
              <a:rect l="l" t="t" r="r" b="b"/>
              <a:pathLst>
                <a:path w="112552" h="153" extrusionOk="0">
                  <a:moveTo>
                    <a:pt x="1" y="1"/>
                  </a:moveTo>
                  <a:lnTo>
                    <a:pt x="1" y="152"/>
                  </a:lnTo>
                  <a:lnTo>
                    <a:pt x="112552" y="152"/>
                  </a:lnTo>
                  <a:lnTo>
                    <a:pt x="112552"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2"/>
            <p:cNvSpPr/>
            <p:nvPr/>
          </p:nvSpPr>
          <p:spPr>
            <a:xfrm>
              <a:off x="4967225" y="1418775"/>
              <a:ext cx="46025" cy="39450"/>
            </a:xfrm>
            <a:custGeom>
              <a:avLst/>
              <a:gdLst/>
              <a:ahLst/>
              <a:cxnLst/>
              <a:rect l="l" t="t" r="r" b="b"/>
              <a:pathLst>
                <a:path w="1841" h="1578" extrusionOk="0">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2"/>
            <p:cNvSpPr/>
            <p:nvPr/>
          </p:nvSpPr>
          <p:spPr>
            <a:xfrm>
              <a:off x="5101172" y="992325"/>
              <a:ext cx="42875" cy="39850"/>
            </a:xfrm>
            <a:custGeom>
              <a:avLst/>
              <a:gdLst/>
              <a:ahLst/>
              <a:cxnLst/>
              <a:rect l="l" t="t" r="r" b="b"/>
              <a:pathLst>
                <a:path w="1715" h="1594" extrusionOk="0">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2"/>
            <p:cNvSpPr/>
            <p:nvPr/>
          </p:nvSpPr>
          <p:spPr>
            <a:xfrm>
              <a:off x="5364775" y="1136200"/>
              <a:ext cx="46025" cy="39450"/>
            </a:xfrm>
            <a:custGeom>
              <a:avLst/>
              <a:gdLst/>
              <a:ahLst/>
              <a:cxnLst/>
              <a:rect l="l" t="t" r="r" b="b"/>
              <a:pathLst>
                <a:path w="1841" h="1578" extrusionOk="0">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2"/>
            <p:cNvSpPr/>
            <p:nvPr/>
          </p:nvSpPr>
          <p:spPr>
            <a:xfrm>
              <a:off x="5581825" y="976800"/>
              <a:ext cx="46025" cy="39525"/>
            </a:xfrm>
            <a:custGeom>
              <a:avLst/>
              <a:gdLst/>
              <a:ahLst/>
              <a:cxnLst/>
              <a:rect l="l" t="t" r="r" b="b"/>
              <a:pathLst>
                <a:path w="1841" h="1581" extrusionOk="0">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2"/>
            <p:cNvSpPr/>
            <p:nvPr/>
          </p:nvSpPr>
          <p:spPr>
            <a:xfrm>
              <a:off x="5838875" y="1036025"/>
              <a:ext cx="46025" cy="39450"/>
            </a:xfrm>
            <a:custGeom>
              <a:avLst/>
              <a:gdLst/>
              <a:ahLst/>
              <a:cxnLst/>
              <a:rect l="l" t="t" r="r" b="b"/>
              <a:pathLst>
                <a:path w="1841" h="1578" extrusionOk="0">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2"/>
            <p:cNvSpPr/>
            <p:nvPr/>
          </p:nvSpPr>
          <p:spPr>
            <a:xfrm>
              <a:off x="6316150" y="1138400"/>
              <a:ext cx="39700" cy="39400"/>
            </a:xfrm>
            <a:custGeom>
              <a:avLst/>
              <a:gdLst/>
              <a:ahLst/>
              <a:cxnLst/>
              <a:rect l="l" t="t" r="r" b="b"/>
              <a:pathLst>
                <a:path w="1588" h="1576" extrusionOk="0">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2"/>
            <p:cNvSpPr/>
            <p:nvPr/>
          </p:nvSpPr>
          <p:spPr>
            <a:xfrm>
              <a:off x="6675275" y="1230075"/>
              <a:ext cx="46000" cy="39350"/>
            </a:xfrm>
            <a:custGeom>
              <a:avLst/>
              <a:gdLst/>
              <a:ahLst/>
              <a:cxnLst/>
              <a:rect l="l" t="t" r="r" b="b"/>
              <a:pathLst>
                <a:path w="1840" h="1574" extrusionOk="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2"/>
            <p:cNvSpPr/>
            <p:nvPr/>
          </p:nvSpPr>
          <p:spPr>
            <a:xfrm>
              <a:off x="6863325" y="967025"/>
              <a:ext cx="46350" cy="39350"/>
            </a:xfrm>
            <a:custGeom>
              <a:avLst/>
              <a:gdLst/>
              <a:ahLst/>
              <a:cxnLst/>
              <a:rect l="l" t="t" r="r" b="b"/>
              <a:pathLst>
                <a:path w="1854" h="1574" extrusionOk="0">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2"/>
            <p:cNvSpPr/>
            <p:nvPr/>
          </p:nvSpPr>
          <p:spPr>
            <a:xfrm>
              <a:off x="6956275" y="1323000"/>
              <a:ext cx="46000" cy="39350"/>
            </a:xfrm>
            <a:custGeom>
              <a:avLst/>
              <a:gdLst/>
              <a:ahLst/>
              <a:cxnLst/>
              <a:rect l="l" t="t" r="r" b="b"/>
              <a:pathLst>
                <a:path w="1840" h="1574" extrusionOk="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245929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278"/>
        <p:cNvGrpSpPr/>
        <p:nvPr/>
      </p:nvGrpSpPr>
      <p:grpSpPr>
        <a:xfrm>
          <a:off x="0" y="0"/>
          <a:ext cx="0" cy="0"/>
          <a:chOff x="0" y="0"/>
          <a:chExt cx="0" cy="0"/>
        </a:xfrm>
      </p:grpSpPr>
      <p:sp>
        <p:nvSpPr>
          <p:cNvPr id="279" name="Google Shape;279;p14"/>
          <p:cNvSpPr txBox="1">
            <a:spLocks noGrp="1"/>
          </p:cNvSpPr>
          <p:nvPr>
            <p:ph type="ctrTitle"/>
          </p:nvPr>
        </p:nvSpPr>
        <p:spPr>
          <a:xfrm>
            <a:off x="4696481" y="1365079"/>
            <a:ext cx="2655600" cy="644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280" name="Google Shape;280;p14"/>
          <p:cNvSpPr txBox="1">
            <a:spLocks noGrp="1"/>
          </p:cNvSpPr>
          <p:nvPr>
            <p:ph type="subTitle" idx="1"/>
          </p:nvPr>
        </p:nvSpPr>
        <p:spPr>
          <a:xfrm>
            <a:off x="4696481" y="1835141"/>
            <a:ext cx="3039300" cy="93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6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81" name="Google Shape;281;p14"/>
          <p:cNvSpPr txBox="1">
            <a:spLocks noGrp="1"/>
          </p:cNvSpPr>
          <p:nvPr>
            <p:ph type="ctrTitle" idx="2"/>
          </p:nvPr>
        </p:nvSpPr>
        <p:spPr>
          <a:xfrm>
            <a:off x="1900150" y="3127942"/>
            <a:ext cx="2472900" cy="6447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282" name="Google Shape;282;p14"/>
          <p:cNvSpPr txBox="1">
            <a:spLocks noGrp="1"/>
          </p:cNvSpPr>
          <p:nvPr>
            <p:ph type="subTitle" idx="3"/>
          </p:nvPr>
        </p:nvSpPr>
        <p:spPr>
          <a:xfrm>
            <a:off x="1333875" y="3598390"/>
            <a:ext cx="3039300" cy="1179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6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83" name="Google Shape;283;p14"/>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4"/>
          <p:cNvSpPr/>
          <p:nvPr/>
        </p:nvSpPr>
        <p:spPr>
          <a:xfrm>
            <a:off x="8403188" y="2183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4"/>
          <p:cNvSpPr/>
          <p:nvPr/>
        </p:nvSpPr>
        <p:spPr>
          <a:xfrm>
            <a:off x="7776788" y="3625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4"/>
          <p:cNvSpPr/>
          <p:nvPr/>
        </p:nvSpPr>
        <p:spPr>
          <a:xfrm>
            <a:off x="8539438" y="5409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14"/>
          <p:cNvGrpSpPr/>
          <p:nvPr/>
        </p:nvGrpSpPr>
        <p:grpSpPr>
          <a:xfrm>
            <a:off x="6626134" y="-164562"/>
            <a:ext cx="121172" cy="760495"/>
            <a:chOff x="5245196" y="3136513"/>
            <a:chExt cx="121172" cy="760495"/>
          </a:xfrm>
        </p:grpSpPr>
        <p:sp>
          <p:nvSpPr>
            <p:cNvPr id="288" name="Google Shape;288;p14"/>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4"/>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0" name="Google Shape;290;p14"/>
          <p:cNvSpPr/>
          <p:nvPr/>
        </p:nvSpPr>
        <p:spPr>
          <a:xfrm>
            <a:off x="318213" y="44189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4"/>
          <p:cNvSpPr/>
          <p:nvPr/>
        </p:nvSpPr>
        <p:spPr>
          <a:xfrm>
            <a:off x="454463" y="47414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4"/>
          <p:cNvSpPr txBox="1">
            <a:spLocks noGrp="1"/>
          </p:cNvSpPr>
          <p:nvPr>
            <p:ph type="ctrTitle" idx="4"/>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Tree>
    <p:extLst>
      <p:ext uri="{BB962C8B-B14F-4D97-AF65-F5344CB8AC3E}">
        <p14:creationId xmlns:p14="http://schemas.microsoft.com/office/powerpoint/2010/main" val="25324534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75"/>
        <p:cNvGrpSpPr/>
        <p:nvPr/>
      </p:nvGrpSpPr>
      <p:grpSpPr>
        <a:xfrm>
          <a:off x="0" y="0"/>
          <a:ext cx="0" cy="0"/>
          <a:chOff x="0" y="0"/>
          <a:chExt cx="0" cy="0"/>
        </a:xfrm>
      </p:grpSpPr>
      <p:sp>
        <p:nvSpPr>
          <p:cNvPr id="176" name="Google Shape;176;p11"/>
          <p:cNvSpPr txBox="1">
            <a:spLocks noGrp="1"/>
          </p:cNvSpPr>
          <p:nvPr>
            <p:ph type="ctrTitle"/>
          </p:nvPr>
        </p:nvSpPr>
        <p:spPr>
          <a:xfrm>
            <a:off x="3068675" y="3075325"/>
            <a:ext cx="3055800" cy="54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2400">
                <a:solidFill>
                  <a:schemeClr val="accen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77" name="Google Shape;177;p11"/>
          <p:cNvSpPr txBox="1">
            <a:spLocks noGrp="1"/>
          </p:cNvSpPr>
          <p:nvPr>
            <p:ph type="subTitle" idx="1"/>
          </p:nvPr>
        </p:nvSpPr>
        <p:spPr>
          <a:xfrm>
            <a:off x="2333000" y="1799075"/>
            <a:ext cx="4478100" cy="792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8" name="Google Shape;178;p11"/>
          <p:cNvSpPr/>
          <p:nvPr/>
        </p:nvSpPr>
        <p:spPr>
          <a:xfrm>
            <a:off x="1621169" y="2890613"/>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a:off x="1238740" y="2106884"/>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11"/>
          <p:cNvGrpSpPr/>
          <p:nvPr/>
        </p:nvGrpSpPr>
        <p:grpSpPr>
          <a:xfrm>
            <a:off x="8217007" y="3576772"/>
            <a:ext cx="188886" cy="1181531"/>
            <a:chOff x="2877432" y="975334"/>
            <a:chExt cx="188886" cy="1181531"/>
          </a:xfrm>
        </p:grpSpPr>
        <p:sp>
          <p:nvSpPr>
            <p:cNvPr id="184" name="Google Shape;184;p11"/>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7" name="Google Shape;187;p11"/>
          <p:cNvSpPr/>
          <p:nvPr/>
        </p:nvSpPr>
        <p:spPr>
          <a:xfrm>
            <a:off x="8718796" y="116488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 name="Google Shape;188;p11"/>
          <p:cNvGrpSpPr/>
          <p:nvPr/>
        </p:nvGrpSpPr>
        <p:grpSpPr>
          <a:xfrm>
            <a:off x="7519346" y="3243318"/>
            <a:ext cx="98059" cy="1147596"/>
            <a:chOff x="3347921" y="16006"/>
            <a:chExt cx="98059" cy="1147596"/>
          </a:xfrm>
        </p:grpSpPr>
        <p:sp>
          <p:nvSpPr>
            <p:cNvPr id="189" name="Google Shape;189;p11"/>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11"/>
          <p:cNvGrpSpPr/>
          <p:nvPr/>
        </p:nvGrpSpPr>
        <p:grpSpPr>
          <a:xfrm>
            <a:off x="805821" y="2953663"/>
            <a:ext cx="121172" cy="760495"/>
            <a:chOff x="5245196" y="3136513"/>
            <a:chExt cx="121172" cy="760495"/>
          </a:xfrm>
        </p:grpSpPr>
        <p:sp>
          <p:nvSpPr>
            <p:cNvPr id="192" name="Google Shape;192;p11"/>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250617" y="2402301"/>
            <a:ext cx="188650" cy="2468354"/>
            <a:chOff x="250617" y="2402301"/>
            <a:chExt cx="188650" cy="2468354"/>
          </a:xfrm>
        </p:grpSpPr>
        <p:sp>
          <p:nvSpPr>
            <p:cNvPr id="195" name="Google Shape;195;p11"/>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1"/>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9" name="Google Shape;199;p11"/>
          <p:cNvSpPr/>
          <p:nvPr/>
        </p:nvSpPr>
        <p:spPr>
          <a:xfrm>
            <a:off x="8307214" y="-383977"/>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 name="Google Shape;201;p11"/>
          <p:cNvGrpSpPr/>
          <p:nvPr/>
        </p:nvGrpSpPr>
        <p:grpSpPr>
          <a:xfrm>
            <a:off x="2038689" y="173907"/>
            <a:ext cx="57599" cy="831799"/>
            <a:chOff x="2038689" y="173907"/>
            <a:chExt cx="57599" cy="831799"/>
          </a:xfrm>
        </p:grpSpPr>
        <p:sp>
          <p:nvSpPr>
            <p:cNvPr id="202" name="Google Shape;202;p11"/>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1"/>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 name="Google Shape;204;p11"/>
          <p:cNvSpPr/>
          <p:nvPr/>
        </p:nvSpPr>
        <p:spPr>
          <a:xfrm>
            <a:off x="7582340" y="1834534"/>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 name="Google Shape;205;p11"/>
          <p:cNvGrpSpPr/>
          <p:nvPr/>
        </p:nvGrpSpPr>
        <p:grpSpPr>
          <a:xfrm>
            <a:off x="4920170" y="-496491"/>
            <a:ext cx="188886" cy="1181531"/>
            <a:chOff x="2877432" y="975334"/>
            <a:chExt cx="188886" cy="1181531"/>
          </a:xfrm>
        </p:grpSpPr>
        <p:sp>
          <p:nvSpPr>
            <p:cNvPr id="206" name="Google Shape;206;p11"/>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1"/>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 name="Google Shape;209;p11"/>
          <p:cNvSpPr/>
          <p:nvPr/>
        </p:nvSpPr>
        <p:spPr>
          <a:xfrm>
            <a:off x="7084804" y="549572"/>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0" name="Google Shape;210;p11"/>
          <p:cNvGrpSpPr/>
          <p:nvPr/>
        </p:nvGrpSpPr>
        <p:grpSpPr>
          <a:xfrm>
            <a:off x="3030471" y="-223849"/>
            <a:ext cx="121172" cy="760495"/>
            <a:chOff x="5245196" y="3136513"/>
            <a:chExt cx="121172" cy="760495"/>
          </a:xfrm>
        </p:grpSpPr>
        <p:sp>
          <p:nvSpPr>
            <p:cNvPr id="211" name="Google Shape;211;p11"/>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213;p11"/>
          <p:cNvGrpSpPr/>
          <p:nvPr/>
        </p:nvGrpSpPr>
        <p:grpSpPr>
          <a:xfrm>
            <a:off x="2306292" y="2569221"/>
            <a:ext cx="199237" cy="2828935"/>
            <a:chOff x="1608717" y="1280046"/>
            <a:chExt cx="199237" cy="2828935"/>
          </a:xfrm>
        </p:grpSpPr>
        <p:sp>
          <p:nvSpPr>
            <p:cNvPr id="214" name="Google Shape;214;p11"/>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1"/>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09216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5" r:id="rId4"/>
    <p:sldLayoutId id="2147483659" r:id="rId5"/>
    <p:sldLayoutId id="2147483665" r:id="rId6"/>
    <p:sldLayoutId id="2147483666" r:id="rId7"/>
    <p:sldLayoutId id="2147483667" r:id="rId8"/>
    <p:sldLayoutId id="2147483668" r:id="rId9"/>
    <p:sldLayoutId id="2147483671" r:id="rId10"/>
    <p:sldLayoutId id="2147483672" r:id="rId11"/>
    <p:sldLayoutId id="2147483673" r:id="rId12"/>
    <p:sldLayoutId id="2147483674" r:id="rId13"/>
    <p:sldLayoutId id="2147483675" r:id="rId14"/>
    <p:sldLayoutId id="2147483676"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8.jfif"/><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19.jp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2.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4.png"/></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30.png"/><Relationship Id="rId4" Type="http://schemas.openxmlformats.org/officeDocument/2006/relationships/image" Target="../media/image15.png"/></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5"/>
          <p:cNvSpPr txBox="1">
            <a:spLocks noGrp="1"/>
          </p:cNvSpPr>
          <p:nvPr>
            <p:ph type="subTitle" idx="1"/>
          </p:nvPr>
        </p:nvSpPr>
        <p:spPr>
          <a:xfrm>
            <a:off x="2924250" y="3042637"/>
            <a:ext cx="3295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67CS1 – Khoa học máy tính</a:t>
            </a:r>
          </a:p>
          <a:p>
            <a:pPr marL="0" lvl="0" indent="0" algn="ctr" rtl="0">
              <a:spcBef>
                <a:spcPts val="0"/>
              </a:spcBef>
              <a:spcAft>
                <a:spcPts val="0"/>
              </a:spcAft>
              <a:buNone/>
            </a:pPr>
            <a:r>
              <a:rPr lang="vi-VN" dirty="0"/>
              <a:t>Nhóm 3</a:t>
            </a:r>
            <a:endParaRPr dirty="0"/>
          </a:p>
        </p:txBody>
      </p:sp>
      <p:sp>
        <p:nvSpPr>
          <p:cNvPr id="435" name="Google Shape;435;p25"/>
          <p:cNvSpPr txBox="1">
            <a:spLocks noGrp="1"/>
          </p:cNvSpPr>
          <p:nvPr>
            <p:ph type="ctrTitle"/>
          </p:nvPr>
        </p:nvSpPr>
        <p:spPr>
          <a:xfrm>
            <a:off x="1561650" y="942802"/>
            <a:ext cx="60207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dirty="0">
                <a:latin typeface="Montserrat Medium" panose="00000600000000000000" pitchFamily="2" charset="0"/>
              </a:rPr>
              <a:t>QUẢN LÝ </a:t>
            </a:r>
            <a:br>
              <a:rPr lang="vi-VN" dirty="0">
                <a:latin typeface="Montserrat Medium" panose="00000600000000000000" pitchFamily="2" charset="0"/>
              </a:rPr>
            </a:br>
            <a:r>
              <a:rPr lang="vi-VN" dirty="0">
                <a:latin typeface="Montserrat Medium" panose="00000600000000000000" pitchFamily="2" charset="0"/>
              </a:rPr>
              <a:t>TIẾN TRÌNH</a:t>
            </a:r>
            <a:endParaRPr dirty="0">
              <a:latin typeface="Montserrat Medium" panose="00000600000000000000" pitchFamily="2" charset="0"/>
            </a:endParaRPr>
          </a:p>
        </p:txBody>
      </p:sp>
      <p:sp>
        <p:nvSpPr>
          <p:cNvPr id="436" name="Google Shape;436;p25"/>
          <p:cNvSpPr/>
          <p:nvPr/>
        </p:nvSpPr>
        <p:spPr>
          <a:xfrm>
            <a:off x="1917281" y="4715495"/>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5"/>
          <p:cNvSpPr/>
          <p:nvPr/>
        </p:nvSpPr>
        <p:spPr>
          <a:xfrm>
            <a:off x="7047944" y="3537816"/>
            <a:ext cx="57834" cy="57834"/>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5"/>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a:off x="6293004" y="835609"/>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5"/>
          <p:cNvSpPr/>
          <p:nvPr/>
        </p:nvSpPr>
        <p:spPr>
          <a:xfrm>
            <a:off x="5969504" y="3118803"/>
            <a:ext cx="119993" cy="119966"/>
          </a:xfrm>
          <a:custGeom>
            <a:avLst/>
            <a:gdLst/>
            <a:ahLst/>
            <a:cxnLst/>
            <a:rect l="l" t="t" r="r" b="b"/>
            <a:pathLst>
              <a:path w="4579" h="4578" extrusionOk="0">
                <a:moveTo>
                  <a:pt x="1" y="0"/>
                </a:moveTo>
                <a:lnTo>
                  <a:pt x="1" y="4578"/>
                </a:lnTo>
                <a:lnTo>
                  <a:pt x="4578" y="4578"/>
                </a:lnTo>
                <a:lnTo>
                  <a:pt x="457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5"/>
          <p:cNvSpPr/>
          <p:nvPr/>
        </p:nvSpPr>
        <p:spPr>
          <a:xfrm>
            <a:off x="2924242" y="4302208"/>
            <a:ext cx="119993" cy="119993"/>
          </a:xfrm>
          <a:custGeom>
            <a:avLst/>
            <a:gdLst/>
            <a:ahLst/>
            <a:cxnLst/>
            <a:rect l="l" t="t" r="r" b="b"/>
            <a:pathLst>
              <a:path w="4579" h="4579" extrusionOk="0">
                <a:moveTo>
                  <a:pt x="0" y="1"/>
                </a:moveTo>
                <a:lnTo>
                  <a:pt x="0" y="4578"/>
                </a:lnTo>
                <a:lnTo>
                  <a:pt x="4578" y="4578"/>
                </a:lnTo>
                <a:lnTo>
                  <a:pt x="4578"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25"/>
          <p:cNvGrpSpPr/>
          <p:nvPr/>
        </p:nvGrpSpPr>
        <p:grpSpPr>
          <a:xfrm>
            <a:off x="6232314" y="3696331"/>
            <a:ext cx="121434" cy="1073147"/>
            <a:chOff x="6232314" y="3696331"/>
            <a:chExt cx="121434" cy="1073147"/>
          </a:xfrm>
        </p:grpSpPr>
        <p:sp>
          <p:nvSpPr>
            <p:cNvPr id="443" name="Google Shape;443;p25"/>
            <p:cNvSpPr/>
            <p:nvPr/>
          </p:nvSpPr>
          <p:spPr>
            <a:xfrm>
              <a:off x="6232314" y="4648280"/>
              <a:ext cx="121434" cy="121198"/>
            </a:xfrm>
            <a:custGeom>
              <a:avLst/>
              <a:gdLst/>
              <a:ahLst/>
              <a:cxnLst/>
              <a:rect l="l" t="t" r="r" b="b"/>
              <a:pathLst>
                <a:path w="4634" h="4625" extrusionOk="0">
                  <a:moveTo>
                    <a:pt x="0" y="1"/>
                  </a:moveTo>
                  <a:lnTo>
                    <a:pt x="0" y="4624"/>
                  </a:lnTo>
                  <a:lnTo>
                    <a:pt x="4633" y="462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5"/>
            <p:cNvSpPr/>
            <p:nvPr/>
          </p:nvSpPr>
          <p:spPr>
            <a:xfrm>
              <a:off x="6288681" y="3696331"/>
              <a:ext cx="8700" cy="872731"/>
            </a:xfrm>
            <a:custGeom>
              <a:avLst/>
              <a:gdLst/>
              <a:ahLst/>
              <a:cxnLst/>
              <a:rect l="l" t="t" r="r" b="b"/>
              <a:pathLst>
                <a:path w="332" h="33304" extrusionOk="0">
                  <a:moveTo>
                    <a:pt x="166" y="0"/>
                  </a:moveTo>
                  <a:lnTo>
                    <a:pt x="0" y="33304"/>
                  </a:lnTo>
                  <a:lnTo>
                    <a:pt x="331" y="33304"/>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25"/>
          <p:cNvGrpSpPr/>
          <p:nvPr/>
        </p:nvGrpSpPr>
        <p:grpSpPr>
          <a:xfrm>
            <a:off x="6780548" y="337714"/>
            <a:ext cx="133252" cy="1952377"/>
            <a:chOff x="6780548" y="337714"/>
            <a:chExt cx="133252" cy="1952377"/>
          </a:xfrm>
        </p:grpSpPr>
        <p:sp>
          <p:nvSpPr>
            <p:cNvPr id="446" name="Google Shape;446;p25"/>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5"/>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 name="Google Shape;448;p25"/>
          <p:cNvGrpSpPr/>
          <p:nvPr/>
        </p:nvGrpSpPr>
        <p:grpSpPr>
          <a:xfrm>
            <a:off x="1608717" y="1280046"/>
            <a:ext cx="199237" cy="2828935"/>
            <a:chOff x="1608717" y="1280046"/>
            <a:chExt cx="199237" cy="2828935"/>
          </a:xfrm>
        </p:grpSpPr>
        <p:sp>
          <p:nvSpPr>
            <p:cNvPr id="449" name="Google Shape;449;p25"/>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5"/>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5"/>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25"/>
          <p:cNvSpPr/>
          <p:nvPr/>
        </p:nvSpPr>
        <p:spPr>
          <a:xfrm>
            <a:off x="2355692" y="3696328"/>
            <a:ext cx="8464" cy="2519663"/>
          </a:xfrm>
          <a:custGeom>
            <a:avLst/>
            <a:gdLst/>
            <a:ahLst/>
            <a:cxnLst/>
            <a:rect l="l" t="t" r="r" b="b"/>
            <a:pathLst>
              <a:path w="323" h="96152" extrusionOk="0">
                <a:moveTo>
                  <a:pt x="166" y="1"/>
                </a:moveTo>
                <a:lnTo>
                  <a:pt x="1" y="96151"/>
                </a:lnTo>
                <a:lnTo>
                  <a:pt x="322" y="96151"/>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5"/>
          <p:cNvSpPr/>
          <p:nvPr/>
        </p:nvSpPr>
        <p:spPr>
          <a:xfrm>
            <a:off x="7446601" y="3454956"/>
            <a:ext cx="8464" cy="1689096"/>
          </a:xfrm>
          <a:custGeom>
            <a:avLst/>
            <a:gdLst/>
            <a:ahLst/>
            <a:cxnLst/>
            <a:rect l="l" t="t" r="r" b="b"/>
            <a:pathLst>
              <a:path w="323" h="64457" extrusionOk="0">
                <a:moveTo>
                  <a:pt x="157" y="1"/>
                </a:moveTo>
                <a:lnTo>
                  <a:pt x="0" y="64456"/>
                </a:lnTo>
                <a:lnTo>
                  <a:pt x="322" y="64456"/>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4" name="Google Shape;454;p25"/>
          <p:cNvGrpSpPr/>
          <p:nvPr/>
        </p:nvGrpSpPr>
        <p:grpSpPr>
          <a:xfrm>
            <a:off x="8008096" y="2108910"/>
            <a:ext cx="199001" cy="2139769"/>
            <a:chOff x="8008096" y="2108910"/>
            <a:chExt cx="199001" cy="2139769"/>
          </a:xfrm>
        </p:grpSpPr>
        <p:sp>
          <p:nvSpPr>
            <p:cNvPr id="455" name="Google Shape;455;p25"/>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5"/>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5"/>
          <p:cNvGrpSpPr/>
          <p:nvPr/>
        </p:nvGrpSpPr>
        <p:grpSpPr>
          <a:xfrm>
            <a:off x="4472500" y="3928605"/>
            <a:ext cx="199001" cy="867198"/>
            <a:chOff x="4475150" y="4052605"/>
            <a:chExt cx="199001" cy="867198"/>
          </a:xfrm>
        </p:grpSpPr>
        <p:sp>
          <p:nvSpPr>
            <p:cNvPr id="458" name="Google Shape;458;p25"/>
            <p:cNvSpPr/>
            <p:nvPr/>
          </p:nvSpPr>
          <p:spPr>
            <a:xfrm>
              <a:off x="4475150" y="4052605"/>
              <a:ext cx="199001" cy="220121"/>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5"/>
            <p:cNvSpPr/>
            <p:nvPr/>
          </p:nvSpPr>
          <p:spPr>
            <a:xfrm>
              <a:off x="4522600" y="4494201"/>
              <a:ext cx="104095" cy="115148"/>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5"/>
            <p:cNvSpPr/>
            <p:nvPr/>
          </p:nvSpPr>
          <p:spPr>
            <a:xfrm>
              <a:off x="4534403" y="4830814"/>
              <a:ext cx="80477" cy="88990"/>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434;p25">
            <a:extLst>
              <a:ext uri="{FF2B5EF4-FFF2-40B4-BE49-F238E27FC236}">
                <a16:creationId xmlns:a16="http://schemas.microsoft.com/office/drawing/2014/main" id="{41E833CB-17B7-D678-98F4-3F8642B19161}"/>
              </a:ext>
            </a:extLst>
          </p:cNvPr>
          <p:cNvSpPr txBox="1">
            <a:spLocks/>
          </p:cNvSpPr>
          <p:nvPr/>
        </p:nvSpPr>
        <p:spPr>
          <a:xfrm>
            <a:off x="2924241" y="721299"/>
            <a:ext cx="3295500" cy="792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vi-VN" dirty="0">
                <a:latin typeface="Bahnschrift Condensed" panose="020B0502040204020203" pitchFamily="34" charset="0"/>
              </a:rPr>
              <a:t>Nguyên lý hệ điều hành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26"/>
          <p:cNvSpPr txBox="1">
            <a:spLocks noGrp="1"/>
          </p:cNvSpPr>
          <p:nvPr>
            <p:ph type="body" idx="1"/>
          </p:nvPr>
        </p:nvSpPr>
        <p:spPr>
          <a:xfrm>
            <a:off x="597375" y="855368"/>
            <a:ext cx="7866900" cy="4118075"/>
          </a:xfrm>
          <a:prstGeom prst="rect">
            <a:avLst/>
          </a:prstGeom>
        </p:spPr>
        <p:txBody>
          <a:bodyPr spcFirstLastPara="1" wrap="square" lIns="91425" tIns="91425" rIns="91425" bIns="91425" anchor="t" anchorCtr="0">
            <a:noAutofit/>
          </a:bodyPr>
          <a:lstStyle/>
          <a:p>
            <a:pPr marL="228600" lvl="0" indent="-228600" algn="l" rtl="0">
              <a:lnSpc>
                <a:spcPct val="100000"/>
              </a:lnSpc>
              <a:spcBef>
                <a:spcPts val="600"/>
              </a:spcBef>
              <a:spcAft>
                <a:spcPts val="600"/>
              </a:spcAft>
              <a:buAutoNum type="arabicParenR"/>
            </a:pPr>
            <a:r>
              <a:rPr lang="vi-VN" dirty="0"/>
              <a:t>Nhóm trưởng: Nguyễn Hoài Nam – Làm Chương 6 – Thuyết trình</a:t>
            </a:r>
          </a:p>
          <a:p>
            <a:pPr marL="228600" lvl="0" indent="-228600" algn="l" rtl="0">
              <a:lnSpc>
                <a:spcPct val="100000"/>
              </a:lnSpc>
              <a:spcBef>
                <a:spcPts val="600"/>
              </a:spcBef>
              <a:spcAft>
                <a:spcPts val="600"/>
              </a:spcAft>
              <a:buAutoNum type="arabicParenR"/>
            </a:pPr>
            <a:r>
              <a:rPr lang="vi-VN" dirty="0"/>
              <a:t>Lã Minh Khánh – Làm </a:t>
            </a:r>
            <a:r>
              <a:rPr lang="vi-VN" dirty="0" err="1"/>
              <a:t>Powerpoint</a:t>
            </a:r>
            <a:r>
              <a:rPr lang="vi-VN" dirty="0"/>
              <a:t> – Làm Chương 1: Phần 1.1 đến 1.2</a:t>
            </a:r>
          </a:p>
          <a:p>
            <a:pPr marL="228600" lvl="0" indent="-228600" algn="l" rtl="0">
              <a:lnSpc>
                <a:spcPct val="100000"/>
              </a:lnSpc>
              <a:spcBef>
                <a:spcPts val="600"/>
              </a:spcBef>
              <a:spcAft>
                <a:spcPts val="600"/>
              </a:spcAft>
              <a:buAutoNum type="arabicParenR"/>
            </a:pPr>
            <a:r>
              <a:rPr lang="vi-VN" dirty="0"/>
              <a:t>Nguyễn Văn Mạnh – Làm Chương 1: Phần 1.3 đến 1.5 – Thuyết trình</a:t>
            </a:r>
          </a:p>
          <a:p>
            <a:pPr marL="228600" lvl="0" indent="-228600" algn="l" rtl="0">
              <a:lnSpc>
                <a:spcPct val="100000"/>
              </a:lnSpc>
              <a:spcBef>
                <a:spcPts val="600"/>
              </a:spcBef>
              <a:spcAft>
                <a:spcPts val="600"/>
              </a:spcAft>
              <a:buAutoNum type="arabicParenR"/>
            </a:pPr>
            <a:r>
              <a:rPr lang="vi-VN" dirty="0"/>
              <a:t>Nguyễn Văn Long – Làm Chương 1: Phần 1.3 đến 1.5 </a:t>
            </a:r>
          </a:p>
          <a:p>
            <a:pPr marL="228600" lvl="0" indent="-228600" algn="l" rtl="0">
              <a:lnSpc>
                <a:spcPct val="100000"/>
              </a:lnSpc>
              <a:spcBef>
                <a:spcPts val="600"/>
              </a:spcBef>
              <a:spcAft>
                <a:spcPts val="600"/>
              </a:spcAft>
              <a:buAutoNum type="arabicParenR"/>
            </a:pPr>
            <a:r>
              <a:rPr lang="vi-VN" dirty="0"/>
              <a:t>Mai Quang Nguyên – Làm Chương 2: Phần 2.1 đến 2.3</a:t>
            </a:r>
          </a:p>
          <a:p>
            <a:pPr marL="228600" lvl="0" indent="-228600" algn="l" rtl="0">
              <a:lnSpc>
                <a:spcPct val="100000"/>
              </a:lnSpc>
              <a:spcBef>
                <a:spcPts val="600"/>
              </a:spcBef>
              <a:spcAft>
                <a:spcPts val="600"/>
              </a:spcAft>
              <a:buAutoNum type="arabicParenR"/>
            </a:pPr>
            <a:r>
              <a:rPr lang="vi-VN" dirty="0"/>
              <a:t>Nguyễn Bá Minh -</a:t>
            </a:r>
            <a:r>
              <a:rPr lang="en-US" dirty="0"/>
              <a:t> </a:t>
            </a:r>
            <a:r>
              <a:rPr lang="vi-VN" dirty="0"/>
              <a:t>Làm </a:t>
            </a:r>
            <a:r>
              <a:rPr lang="vi-VN" dirty="0" err="1"/>
              <a:t>Powerpoint</a:t>
            </a:r>
            <a:r>
              <a:rPr lang="en-US" dirty="0"/>
              <a:t> - </a:t>
            </a:r>
            <a:r>
              <a:rPr lang="vi-VN" dirty="0"/>
              <a:t> Làm Chương 2: Phần 2.1 đến 2.3</a:t>
            </a:r>
          </a:p>
          <a:p>
            <a:pPr marL="228600" lvl="0" indent="-228600" algn="l" rtl="0">
              <a:lnSpc>
                <a:spcPct val="100000"/>
              </a:lnSpc>
              <a:spcBef>
                <a:spcPts val="600"/>
              </a:spcBef>
              <a:spcAft>
                <a:spcPts val="600"/>
              </a:spcAft>
              <a:buAutoNum type="arabicParenR"/>
            </a:pPr>
            <a:r>
              <a:rPr lang="vi-VN" dirty="0"/>
              <a:t>Nguyễn Nam Phong – Làm Chương 3: Phần 3.1 đến 3.2</a:t>
            </a:r>
          </a:p>
          <a:p>
            <a:pPr marL="228600" lvl="0" indent="-228600" algn="l" rtl="0">
              <a:lnSpc>
                <a:spcPct val="100000"/>
              </a:lnSpc>
              <a:spcBef>
                <a:spcPts val="600"/>
              </a:spcBef>
              <a:spcAft>
                <a:spcPts val="600"/>
              </a:spcAft>
              <a:buAutoNum type="arabicParenR"/>
            </a:pPr>
            <a:r>
              <a:rPr lang="vi-VN" dirty="0"/>
              <a:t>Tạ Long Khánh – Làm Chương 3: Phần 3.2 đến 3.4</a:t>
            </a:r>
          </a:p>
          <a:p>
            <a:pPr marL="228600" lvl="0" indent="-228600" algn="l" rtl="0">
              <a:lnSpc>
                <a:spcPct val="100000"/>
              </a:lnSpc>
              <a:spcBef>
                <a:spcPts val="600"/>
              </a:spcBef>
              <a:spcAft>
                <a:spcPts val="600"/>
              </a:spcAft>
              <a:buAutoNum type="arabicParenR"/>
            </a:pPr>
            <a:r>
              <a:rPr lang="vi-VN" dirty="0"/>
              <a:t>Phạm Tiến Lập – Làm Chương 4</a:t>
            </a:r>
          </a:p>
          <a:p>
            <a:pPr marL="228600" lvl="0" indent="-228600" algn="l" rtl="0">
              <a:lnSpc>
                <a:spcPct val="100000"/>
              </a:lnSpc>
              <a:spcBef>
                <a:spcPts val="600"/>
              </a:spcBef>
              <a:spcAft>
                <a:spcPts val="600"/>
              </a:spcAft>
              <a:buAutoNum type="arabicParenR"/>
            </a:pPr>
            <a:r>
              <a:rPr lang="vi-VN" dirty="0"/>
              <a:t>Vũ Đăng Huy – Làm Chương 5: Phần 5.1 đến 5.2</a:t>
            </a:r>
          </a:p>
          <a:p>
            <a:pPr marL="228600" indent="-228600">
              <a:spcBef>
                <a:spcPts val="600"/>
              </a:spcBef>
              <a:spcAft>
                <a:spcPts val="600"/>
              </a:spcAft>
              <a:buFont typeface="Livvic Light"/>
              <a:buAutoNum type="arabicParenR"/>
            </a:pPr>
            <a:r>
              <a:rPr lang="vi-VN" dirty="0"/>
              <a:t>Nguyễn Trung Kiên – Làm Chương 5: Phần 5.3 đến 5.4</a:t>
            </a:r>
          </a:p>
          <a:p>
            <a:pPr marL="228600" indent="-228600">
              <a:spcBef>
                <a:spcPts val="600"/>
              </a:spcBef>
              <a:spcAft>
                <a:spcPts val="600"/>
              </a:spcAft>
              <a:buFont typeface="Livvic Light"/>
              <a:buAutoNum type="arabicParenR"/>
            </a:pPr>
            <a:r>
              <a:rPr lang="vi-VN" dirty="0"/>
              <a:t>Lê Hải Lân – Làm Chương 5: Phần 5.4 đến 5.5</a:t>
            </a:r>
          </a:p>
        </p:txBody>
      </p:sp>
      <p:sp>
        <p:nvSpPr>
          <p:cNvPr id="466" name="Google Shape;466;p26"/>
          <p:cNvSpPr txBox="1">
            <a:spLocks noGrp="1"/>
          </p:cNvSpPr>
          <p:nvPr>
            <p:ph type="ctrTitle"/>
          </p:nvPr>
        </p:nvSpPr>
        <p:spPr>
          <a:xfrm>
            <a:off x="618824" y="411675"/>
            <a:ext cx="8101429"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800">
                <a:latin typeface="Pangolin" panose="00000500000000000000" pitchFamily="2" charset="0"/>
              </a:rPr>
              <a:t>GIỚI THIỆU THÀNH VIÊN VÀ PHÂN CHIA NHIỆM VỤ</a:t>
            </a:r>
            <a:endParaRPr lang="vi-VN" sz="2800" dirty="0">
              <a:latin typeface="Pangolin" panose="00000500000000000000"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4" name="Google Shape;474;p27"/>
          <p:cNvSpPr txBox="1">
            <a:spLocks noGrp="1"/>
          </p:cNvSpPr>
          <p:nvPr>
            <p:ph type="ctrTitle"/>
          </p:nvPr>
        </p:nvSpPr>
        <p:spPr>
          <a:xfrm>
            <a:off x="985588" y="3439834"/>
            <a:ext cx="2123624" cy="100527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TỔNG QUAN VỀ TIẾN TRÌNH (PROCESS)</a:t>
            </a:r>
            <a:endParaRPr dirty="0">
              <a:latin typeface="Mali" panose="00000500000000000000" pitchFamily="2" charset="-34"/>
              <a:cs typeface="Mali" panose="00000500000000000000" pitchFamily="2" charset="-34"/>
            </a:endParaRPr>
          </a:p>
        </p:txBody>
      </p:sp>
      <p:sp>
        <p:nvSpPr>
          <p:cNvPr id="476" name="Google Shape;476;p27"/>
          <p:cNvSpPr txBox="1">
            <a:spLocks noGrp="1"/>
          </p:cNvSpPr>
          <p:nvPr>
            <p:ph type="title" idx="3"/>
          </p:nvPr>
        </p:nvSpPr>
        <p:spPr>
          <a:xfrm>
            <a:off x="1223300" y="264588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478" name="Google Shape;478;p27"/>
          <p:cNvSpPr txBox="1">
            <a:spLocks noGrp="1"/>
          </p:cNvSpPr>
          <p:nvPr>
            <p:ph type="title" idx="6"/>
          </p:nvPr>
        </p:nvSpPr>
        <p:spPr>
          <a:xfrm>
            <a:off x="3942827" y="264588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479" name="Google Shape;479;p27"/>
          <p:cNvSpPr txBox="1">
            <a:spLocks noGrp="1"/>
          </p:cNvSpPr>
          <p:nvPr>
            <p:ph type="ctrTitle" idx="7"/>
          </p:nvPr>
        </p:nvSpPr>
        <p:spPr>
          <a:xfrm>
            <a:off x="618825" y="411675"/>
            <a:ext cx="45762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Pangolin" panose="00000500000000000000" pitchFamily="2" charset="0"/>
              </a:rPr>
              <a:t>MỤC LỤC</a:t>
            </a:r>
            <a:endParaRPr dirty="0">
              <a:latin typeface="Pangolin" panose="00000500000000000000" pitchFamily="2" charset="0"/>
            </a:endParaRPr>
          </a:p>
        </p:txBody>
      </p:sp>
      <p:sp>
        <p:nvSpPr>
          <p:cNvPr id="480" name="Google Shape;480;p27"/>
          <p:cNvSpPr txBox="1">
            <a:spLocks noGrp="1"/>
          </p:cNvSpPr>
          <p:nvPr>
            <p:ph type="title" idx="9"/>
          </p:nvPr>
        </p:nvSpPr>
        <p:spPr>
          <a:xfrm>
            <a:off x="6665704" y="264588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481" name="Google Shape;481;p27"/>
          <p:cNvSpPr/>
          <p:nvPr/>
        </p:nvSpPr>
        <p:spPr>
          <a:xfrm>
            <a:off x="1223300" y="1562750"/>
            <a:ext cx="824100" cy="824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7"/>
          <p:cNvSpPr/>
          <p:nvPr/>
        </p:nvSpPr>
        <p:spPr>
          <a:xfrm>
            <a:off x="3942827" y="1562750"/>
            <a:ext cx="824100" cy="82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7"/>
          <p:cNvSpPr/>
          <p:nvPr/>
        </p:nvSpPr>
        <p:spPr>
          <a:xfrm>
            <a:off x="6665704" y="1562750"/>
            <a:ext cx="824100" cy="824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4" name="Google Shape;484;p27"/>
          <p:cNvCxnSpPr>
            <a:stCxn id="481" idx="1"/>
            <a:endCxn id="476" idx="1"/>
          </p:cNvCxnSpPr>
          <p:nvPr/>
        </p:nvCxnSpPr>
        <p:spPr>
          <a:xfrm>
            <a:off x="1223300" y="1974800"/>
            <a:ext cx="600" cy="960000"/>
          </a:xfrm>
          <a:prstGeom prst="bentConnector3">
            <a:avLst>
              <a:gd name="adj1" fmla="val -39687500"/>
            </a:avLst>
          </a:prstGeom>
          <a:noFill/>
          <a:ln w="9525" cap="flat" cmpd="sng">
            <a:solidFill>
              <a:schemeClr val="lt1"/>
            </a:solidFill>
            <a:prstDash val="solid"/>
            <a:round/>
            <a:headEnd type="none" w="med" len="med"/>
            <a:tailEnd type="none" w="med" len="med"/>
          </a:ln>
        </p:spPr>
      </p:cxnSp>
      <p:cxnSp>
        <p:nvCxnSpPr>
          <p:cNvPr id="485" name="Google Shape;485;p27"/>
          <p:cNvCxnSpPr>
            <a:stCxn id="482" idx="1"/>
            <a:endCxn id="478" idx="1"/>
          </p:cNvCxnSpPr>
          <p:nvPr/>
        </p:nvCxnSpPr>
        <p:spPr>
          <a:xfrm>
            <a:off x="3942827" y="1974800"/>
            <a:ext cx="600" cy="960000"/>
          </a:xfrm>
          <a:prstGeom prst="bentConnector3">
            <a:avLst>
              <a:gd name="adj1" fmla="val -39687500"/>
            </a:avLst>
          </a:prstGeom>
          <a:noFill/>
          <a:ln w="9525" cap="flat" cmpd="sng">
            <a:solidFill>
              <a:schemeClr val="lt1"/>
            </a:solidFill>
            <a:prstDash val="solid"/>
            <a:round/>
            <a:headEnd type="none" w="med" len="med"/>
            <a:tailEnd type="none" w="med" len="med"/>
          </a:ln>
        </p:spPr>
      </p:cxnSp>
      <p:cxnSp>
        <p:nvCxnSpPr>
          <p:cNvPr id="486" name="Google Shape;486;p27"/>
          <p:cNvCxnSpPr>
            <a:stCxn id="483" idx="1"/>
            <a:endCxn id="480" idx="1"/>
          </p:cNvCxnSpPr>
          <p:nvPr/>
        </p:nvCxnSpPr>
        <p:spPr>
          <a:xfrm>
            <a:off x="6665704" y="1974800"/>
            <a:ext cx="600" cy="960000"/>
          </a:xfrm>
          <a:prstGeom prst="bentConnector3">
            <a:avLst>
              <a:gd name="adj1" fmla="val -39687500"/>
            </a:avLst>
          </a:prstGeom>
          <a:noFill/>
          <a:ln w="9525" cap="flat" cmpd="sng">
            <a:solidFill>
              <a:schemeClr val="lt1"/>
            </a:solidFill>
            <a:prstDash val="solid"/>
            <a:round/>
            <a:headEnd type="none" w="med" len="med"/>
            <a:tailEnd type="none" w="med" len="med"/>
          </a:ln>
        </p:spPr>
      </p:cxnSp>
      <p:sp>
        <p:nvSpPr>
          <p:cNvPr id="487" name="Google Shape;487;p27"/>
          <p:cNvSpPr/>
          <p:nvPr/>
        </p:nvSpPr>
        <p:spPr>
          <a:xfrm>
            <a:off x="2276000" y="1324712"/>
            <a:ext cx="238733" cy="238031"/>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7"/>
          <p:cNvSpPr/>
          <p:nvPr/>
        </p:nvSpPr>
        <p:spPr>
          <a:xfrm>
            <a:off x="7489808" y="2386862"/>
            <a:ext cx="238733" cy="238031"/>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7"/>
          <p:cNvSpPr/>
          <p:nvPr/>
        </p:nvSpPr>
        <p:spPr>
          <a:xfrm>
            <a:off x="1346749" y="1669267"/>
            <a:ext cx="577195" cy="577814"/>
          </a:xfrm>
          <a:custGeom>
            <a:avLst/>
            <a:gdLst/>
            <a:ahLst/>
            <a:cxnLst/>
            <a:rect l="l" t="t" r="r" b="b"/>
            <a:pathLst>
              <a:path w="11193" h="11205" extrusionOk="0">
                <a:moveTo>
                  <a:pt x="3763" y="358"/>
                </a:moveTo>
                <a:cubicBezTo>
                  <a:pt x="4096" y="358"/>
                  <a:pt x="4346" y="632"/>
                  <a:pt x="4346" y="941"/>
                </a:cubicBezTo>
                <a:cubicBezTo>
                  <a:pt x="4346" y="1144"/>
                  <a:pt x="4239" y="1346"/>
                  <a:pt x="4061" y="1441"/>
                </a:cubicBezTo>
                <a:cubicBezTo>
                  <a:pt x="4013" y="1477"/>
                  <a:pt x="3977" y="1536"/>
                  <a:pt x="3977" y="1596"/>
                </a:cubicBezTo>
                <a:lnTo>
                  <a:pt x="3977" y="2001"/>
                </a:lnTo>
                <a:cubicBezTo>
                  <a:pt x="3977" y="2096"/>
                  <a:pt x="4049" y="2179"/>
                  <a:pt x="4156" y="2179"/>
                </a:cubicBezTo>
                <a:lnTo>
                  <a:pt x="5394" y="2179"/>
                </a:lnTo>
                <a:lnTo>
                  <a:pt x="5394" y="3406"/>
                </a:lnTo>
                <a:cubicBezTo>
                  <a:pt x="5394" y="3513"/>
                  <a:pt x="5466" y="3584"/>
                  <a:pt x="5573" y="3584"/>
                </a:cubicBezTo>
                <a:lnTo>
                  <a:pt x="5966" y="3584"/>
                </a:lnTo>
                <a:cubicBezTo>
                  <a:pt x="6025" y="3584"/>
                  <a:pt x="6085" y="3561"/>
                  <a:pt x="6120" y="3501"/>
                </a:cubicBezTo>
                <a:cubicBezTo>
                  <a:pt x="6228" y="3322"/>
                  <a:pt x="6418" y="3215"/>
                  <a:pt x="6620" y="3215"/>
                </a:cubicBezTo>
                <a:cubicBezTo>
                  <a:pt x="6954" y="3215"/>
                  <a:pt x="7204" y="3489"/>
                  <a:pt x="7204" y="3799"/>
                </a:cubicBezTo>
                <a:cubicBezTo>
                  <a:pt x="7204" y="4120"/>
                  <a:pt x="6942" y="4382"/>
                  <a:pt x="6620" y="4382"/>
                </a:cubicBezTo>
                <a:cubicBezTo>
                  <a:pt x="6418" y="4382"/>
                  <a:pt x="6228" y="4275"/>
                  <a:pt x="6120" y="4096"/>
                </a:cubicBezTo>
                <a:cubicBezTo>
                  <a:pt x="6085" y="4037"/>
                  <a:pt x="6025" y="4001"/>
                  <a:pt x="5966" y="4001"/>
                </a:cubicBezTo>
                <a:lnTo>
                  <a:pt x="5573" y="4001"/>
                </a:lnTo>
                <a:cubicBezTo>
                  <a:pt x="5466" y="4001"/>
                  <a:pt x="5394" y="4084"/>
                  <a:pt x="5394" y="4180"/>
                </a:cubicBezTo>
                <a:lnTo>
                  <a:pt x="5394" y="5418"/>
                </a:lnTo>
                <a:lnTo>
                  <a:pt x="4334" y="5418"/>
                </a:lnTo>
                <a:lnTo>
                  <a:pt x="4334" y="5299"/>
                </a:lnTo>
                <a:cubicBezTo>
                  <a:pt x="4573" y="5120"/>
                  <a:pt x="4704" y="4834"/>
                  <a:pt x="4704" y="4561"/>
                </a:cubicBezTo>
                <a:cubicBezTo>
                  <a:pt x="4704" y="4037"/>
                  <a:pt x="4287" y="3620"/>
                  <a:pt x="3775" y="3620"/>
                </a:cubicBezTo>
                <a:cubicBezTo>
                  <a:pt x="3251" y="3620"/>
                  <a:pt x="2834" y="4037"/>
                  <a:pt x="2834" y="4561"/>
                </a:cubicBezTo>
                <a:cubicBezTo>
                  <a:pt x="2834" y="4858"/>
                  <a:pt x="2965" y="5132"/>
                  <a:pt x="3203" y="5299"/>
                </a:cubicBezTo>
                <a:lnTo>
                  <a:pt x="3203" y="5430"/>
                </a:lnTo>
                <a:lnTo>
                  <a:pt x="2144" y="5430"/>
                </a:lnTo>
                <a:lnTo>
                  <a:pt x="2144" y="2179"/>
                </a:lnTo>
                <a:lnTo>
                  <a:pt x="3382" y="2179"/>
                </a:lnTo>
                <a:cubicBezTo>
                  <a:pt x="3489" y="2179"/>
                  <a:pt x="3561" y="2096"/>
                  <a:pt x="3561" y="2001"/>
                </a:cubicBezTo>
                <a:lnTo>
                  <a:pt x="3561" y="1596"/>
                </a:lnTo>
                <a:cubicBezTo>
                  <a:pt x="3561" y="1536"/>
                  <a:pt x="3537" y="1477"/>
                  <a:pt x="3465" y="1441"/>
                </a:cubicBezTo>
                <a:cubicBezTo>
                  <a:pt x="3299" y="1346"/>
                  <a:pt x="3191" y="1144"/>
                  <a:pt x="3191" y="941"/>
                </a:cubicBezTo>
                <a:cubicBezTo>
                  <a:pt x="3191" y="608"/>
                  <a:pt x="3453" y="358"/>
                  <a:pt x="3763" y="358"/>
                </a:cubicBezTo>
                <a:close/>
                <a:moveTo>
                  <a:pt x="9014" y="5811"/>
                </a:moveTo>
                <a:lnTo>
                  <a:pt x="9014" y="7799"/>
                </a:lnTo>
                <a:lnTo>
                  <a:pt x="9014" y="8025"/>
                </a:lnTo>
                <a:lnTo>
                  <a:pt x="9014" y="9049"/>
                </a:lnTo>
                <a:lnTo>
                  <a:pt x="7775" y="9049"/>
                </a:lnTo>
                <a:cubicBezTo>
                  <a:pt x="7668" y="9049"/>
                  <a:pt x="7597" y="9121"/>
                  <a:pt x="7597" y="9228"/>
                </a:cubicBezTo>
                <a:lnTo>
                  <a:pt x="7597" y="9633"/>
                </a:lnTo>
                <a:cubicBezTo>
                  <a:pt x="7597" y="9692"/>
                  <a:pt x="7621" y="9752"/>
                  <a:pt x="7680" y="9776"/>
                </a:cubicBezTo>
                <a:cubicBezTo>
                  <a:pt x="7859" y="9883"/>
                  <a:pt x="7966" y="10073"/>
                  <a:pt x="7966" y="10288"/>
                </a:cubicBezTo>
                <a:cubicBezTo>
                  <a:pt x="7966" y="10609"/>
                  <a:pt x="7704" y="10871"/>
                  <a:pt x="7382" y="10871"/>
                </a:cubicBezTo>
                <a:cubicBezTo>
                  <a:pt x="7061" y="10871"/>
                  <a:pt x="6811" y="10597"/>
                  <a:pt x="6811" y="10288"/>
                </a:cubicBezTo>
                <a:cubicBezTo>
                  <a:pt x="6811" y="10073"/>
                  <a:pt x="6906" y="9883"/>
                  <a:pt x="7085" y="9776"/>
                </a:cubicBezTo>
                <a:cubicBezTo>
                  <a:pt x="7144" y="9752"/>
                  <a:pt x="7180" y="9692"/>
                  <a:pt x="7180" y="9633"/>
                </a:cubicBezTo>
                <a:lnTo>
                  <a:pt x="7180" y="9228"/>
                </a:lnTo>
                <a:cubicBezTo>
                  <a:pt x="7180" y="9121"/>
                  <a:pt x="7109" y="9049"/>
                  <a:pt x="7001" y="9049"/>
                </a:cubicBezTo>
                <a:lnTo>
                  <a:pt x="5763" y="9049"/>
                </a:lnTo>
                <a:lnTo>
                  <a:pt x="5763" y="7811"/>
                </a:lnTo>
                <a:cubicBezTo>
                  <a:pt x="5763" y="7716"/>
                  <a:pt x="5692" y="7632"/>
                  <a:pt x="5585" y="7632"/>
                </a:cubicBezTo>
                <a:lnTo>
                  <a:pt x="5180" y="7632"/>
                </a:lnTo>
                <a:cubicBezTo>
                  <a:pt x="5120" y="7632"/>
                  <a:pt x="5061" y="7668"/>
                  <a:pt x="5037" y="7728"/>
                </a:cubicBezTo>
                <a:cubicBezTo>
                  <a:pt x="4930" y="7906"/>
                  <a:pt x="4739" y="8013"/>
                  <a:pt x="4525" y="8013"/>
                </a:cubicBezTo>
                <a:cubicBezTo>
                  <a:pt x="4203" y="8013"/>
                  <a:pt x="3953" y="7740"/>
                  <a:pt x="3953" y="7430"/>
                </a:cubicBezTo>
                <a:cubicBezTo>
                  <a:pt x="3953" y="7120"/>
                  <a:pt x="4215" y="6847"/>
                  <a:pt x="4525" y="6847"/>
                </a:cubicBezTo>
                <a:cubicBezTo>
                  <a:pt x="4739" y="6847"/>
                  <a:pt x="4930" y="6954"/>
                  <a:pt x="5037" y="7132"/>
                </a:cubicBezTo>
                <a:cubicBezTo>
                  <a:pt x="5061" y="7192"/>
                  <a:pt x="5120" y="7216"/>
                  <a:pt x="5180" y="7216"/>
                </a:cubicBezTo>
                <a:lnTo>
                  <a:pt x="5585" y="7216"/>
                </a:lnTo>
                <a:cubicBezTo>
                  <a:pt x="5692" y="7216"/>
                  <a:pt x="5763" y="7144"/>
                  <a:pt x="5763" y="7037"/>
                </a:cubicBezTo>
                <a:lnTo>
                  <a:pt x="5763" y="5811"/>
                </a:lnTo>
                <a:lnTo>
                  <a:pt x="6823" y="5811"/>
                </a:lnTo>
                <a:lnTo>
                  <a:pt x="6823" y="5942"/>
                </a:lnTo>
                <a:cubicBezTo>
                  <a:pt x="6585" y="6120"/>
                  <a:pt x="6454" y="6406"/>
                  <a:pt x="6454" y="6680"/>
                </a:cubicBezTo>
                <a:cubicBezTo>
                  <a:pt x="6454" y="7204"/>
                  <a:pt x="6870" y="7621"/>
                  <a:pt x="7382" y="7621"/>
                </a:cubicBezTo>
                <a:cubicBezTo>
                  <a:pt x="7906" y="7621"/>
                  <a:pt x="8323" y="7204"/>
                  <a:pt x="8323" y="6680"/>
                </a:cubicBezTo>
                <a:cubicBezTo>
                  <a:pt x="8323" y="6382"/>
                  <a:pt x="8192" y="6108"/>
                  <a:pt x="7954" y="5942"/>
                </a:cubicBezTo>
                <a:lnTo>
                  <a:pt x="7954" y="5811"/>
                </a:lnTo>
                <a:close/>
                <a:moveTo>
                  <a:pt x="3799" y="1"/>
                </a:moveTo>
                <a:cubicBezTo>
                  <a:pt x="3275" y="1"/>
                  <a:pt x="2858" y="417"/>
                  <a:pt x="2858" y="941"/>
                </a:cubicBezTo>
                <a:cubicBezTo>
                  <a:pt x="2858" y="1239"/>
                  <a:pt x="3001" y="1525"/>
                  <a:pt x="3239" y="1679"/>
                </a:cubicBezTo>
                <a:lnTo>
                  <a:pt x="3239" y="1822"/>
                </a:lnTo>
                <a:lnTo>
                  <a:pt x="2001" y="1822"/>
                </a:lnTo>
                <a:cubicBezTo>
                  <a:pt x="1894" y="1822"/>
                  <a:pt x="1822" y="1894"/>
                  <a:pt x="1822" y="2001"/>
                </a:cubicBezTo>
                <a:lnTo>
                  <a:pt x="1822" y="5608"/>
                </a:lnTo>
                <a:lnTo>
                  <a:pt x="1822" y="6847"/>
                </a:lnTo>
                <a:lnTo>
                  <a:pt x="1691" y="6847"/>
                </a:lnTo>
                <a:cubicBezTo>
                  <a:pt x="1513" y="6609"/>
                  <a:pt x="1227" y="6478"/>
                  <a:pt x="941" y="6478"/>
                </a:cubicBezTo>
                <a:cubicBezTo>
                  <a:pt x="417" y="6478"/>
                  <a:pt x="1" y="6894"/>
                  <a:pt x="1" y="7406"/>
                </a:cubicBezTo>
                <a:cubicBezTo>
                  <a:pt x="1" y="7930"/>
                  <a:pt x="417" y="8347"/>
                  <a:pt x="941" y="8347"/>
                </a:cubicBezTo>
                <a:cubicBezTo>
                  <a:pt x="1239" y="8347"/>
                  <a:pt x="1525" y="8216"/>
                  <a:pt x="1691" y="7978"/>
                </a:cubicBezTo>
                <a:lnTo>
                  <a:pt x="1822" y="7978"/>
                </a:lnTo>
                <a:lnTo>
                  <a:pt x="1822" y="9216"/>
                </a:lnTo>
                <a:cubicBezTo>
                  <a:pt x="1822" y="9311"/>
                  <a:pt x="1894" y="9395"/>
                  <a:pt x="2001" y="9395"/>
                </a:cubicBezTo>
                <a:lnTo>
                  <a:pt x="2620" y="9395"/>
                </a:lnTo>
                <a:cubicBezTo>
                  <a:pt x="2727" y="9395"/>
                  <a:pt x="2799" y="9311"/>
                  <a:pt x="2799" y="9216"/>
                </a:cubicBezTo>
                <a:cubicBezTo>
                  <a:pt x="2799" y="9109"/>
                  <a:pt x="2727" y="9037"/>
                  <a:pt x="2620" y="9037"/>
                </a:cubicBezTo>
                <a:lnTo>
                  <a:pt x="2179" y="9037"/>
                </a:lnTo>
                <a:lnTo>
                  <a:pt x="2179" y="7799"/>
                </a:lnTo>
                <a:cubicBezTo>
                  <a:pt x="2179" y="7692"/>
                  <a:pt x="2108" y="7621"/>
                  <a:pt x="2001" y="7621"/>
                </a:cubicBezTo>
                <a:lnTo>
                  <a:pt x="1596" y="7621"/>
                </a:lnTo>
                <a:cubicBezTo>
                  <a:pt x="1536" y="7621"/>
                  <a:pt x="1477" y="7644"/>
                  <a:pt x="1453" y="7704"/>
                </a:cubicBezTo>
                <a:cubicBezTo>
                  <a:pt x="1346" y="7882"/>
                  <a:pt x="1155" y="7990"/>
                  <a:pt x="941" y="7990"/>
                </a:cubicBezTo>
                <a:cubicBezTo>
                  <a:pt x="620" y="7990"/>
                  <a:pt x="358" y="7728"/>
                  <a:pt x="358" y="7406"/>
                </a:cubicBezTo>
                <a:cubicBezTo>
                  <a:pt x="358" y="7085"/>
                  <a:pt x="632" y="6835"/>
                  <a:pt x="941" y="6835"/>
                </a:cubicBezTo>
                <a:cubicBezTo>
                  <a:pt x="1155" y="6835"/>
                  <a:pt x="1346" y="6930"/>
                  <a:pt x="1453" y="7109"/>
                </a:cubicBezTo>
                <a:cubicBezTo>
                  <a:pt x="1477" y="7168"/>
                  <a:pt x="1536" y="7204"/>
                  <a:pt x="1596" y="7204"/>
                </a:cubicBezTo>
                <a:lnTo>
                  <a:pt x="2001" y="7204"/>
                </a:lnTo>
                <a:cubicBezTo>
                  <a:pt x="2108" y="7204"/>
                  <a:pt x="2179" y="7132"/>
                  <a:pt x="2179" y="7025"/>
                </a:cubicBezTo>
                <a:lnTo>
                  <a:pt x="2179" y="5787"/>
                </a:lnTo>
                <a:lnTo>
                  <a:pt x="3418" y="5787"/>
                </a:lnTo>
                <a:cubicBezTo>
                  <a:pt x="3513" y="5787"/>
                  <a:pt x="3596" y="5716"/>
                  <a:pt x="3596" y="5608"/>
                </a:cubicBezTo>
                <a:lnTo>
                  <a:pt x="3596" y="5204"/>
                </a:lnTo>
                <a:cubicBezTo>
                  <a:pt x="3596" y="5144"/>
                  <a:pt x="3561" y="5085"/>
                  <a:pt x="3501" y="5061"/>
                </a:cubicBezTo>
                <a:cubicBezTo>
                  <a:pt x="3322" y="4954"/>
                  <a:pt x="3215" y="4763"/>
                  <a:pt x="3215" y="4549"/>
                </a:cubicBezTo>
                <a:cubicBezTo>
                  <a:pt x="3215" y="4227"/>
                  <a:pt x="3489" y="3977"/>
                  <a:pt x="3799" y="3977"/>
                </a:cubicBezTo>
                <a:cubicBezTo>
                  <a:pt x="4132" y="3977"/>
                  <a:pt x="4382" y="4239"/>
                  <a:pt x="4382" y="4549"/>
                </a:cubicBezTo>
                <a:cubicBezTo>
                  <a:pt x="4382" y="4763"/>
                  <a:pt x="4275" y="4954"/>
                  <a:pt x="4096" y="5061"/>
                </a:cubicBezTo>
                <a:cubicBezTo>
                  <a:pt x="4037" y="5085"/>
                  <a:pt x="4013" y="5144"/>
                  <a:pt x="4013" y="5204"/>
                </a:cubicBezTo>
                <a:lnTo>
                  <a:pt x="4013" y="5608"/>
                </a:lnTo>
                <a:cubicBezTo>
                  <a:pt x="4013" y="5716"/>
                  <a:pt x="4084" y="5787"/>
                  <a:pt x="4192" y="5787"/>
                </a:cubicBezTo>
                <a:lnTo>
                  <a:pt x="5418" y="5787"/>
                </a:lnTo>
                <a:lnTo>
                  <a:pt x="5418" y="6847"/>
                </a:lnTo>
                <a:lnTo>
                  <a:pt x="5287" y="6847"/>
                </a:lnTo>
                <a:cubicBezTo>
                  <a:pt x="5108" y="6609"/>
                  <a:pt x="4823" y="6478"/>
                  <a:pt x="4549" y="6478"/>
                </a:cubicBezTo>
                <a:cubicBezTo>
                  <a:pt x="4025" y="6478"/>
                  <a:pt x="3608" y="6894"/>
                  <a:pt x="3608" y="7406"/>
                </a:cubicBezTo>
                <a:cubicBezTo>
                  <a:pt x="3608" y="7930"/>
                  <a:pt x="4025" y="8347"/>
                  <a:pt x="4549" y="8347"/>
                </a:cubicBezTo>
                <a:cubicBezTo>
                  <a:pt x="4846" y="8347"/>
                  <a:pt x="5120" y="8216"/>
                  <a:pt x="5287" y="7978"/>
                </a:cubicBezTo>
                <a:lnTo>
                  <a:pt x="5418" y="7978"/>
                </a:lnTo>
                <a:lnTo>
                  <a:pt x="5418" y="9037"/>
                </a:lnTo>
                <a:lnTo>
                  <a:pt x="3168" y="9037"/>
                </a:lnTo>
                <a:cubicBezTo>
                  <a:pt x="3072" y="9037"/>
                  <a:pt x="3001" y="9109"/>
                  <a:pt x="3001" y="9216"/>
                </a:cubicBezTo>
                <a:cubicBezTo>
                  <a:pt x="3001" y="9311"/>
                  <a:pt x="3072" y="9395"/>
                  <a:pt x="3168" y="9395"/>
                </a:cubicBezTo>
                <a:lnTo>
                  <a:pt x="6835" y="9395"/>
                </a:lnTo>
                <a:lnTo>
                  <a:pt x="6835" y="9526"/>
                </a:lnTo>
                <a:cubicBezTo>
                  <a:pt x="6597" y="9704"/>
                  <a:pt x="6466" y="9990"/>
                  <a:pt x="6466" y="10264"/>
                </a:cubicBezTo>
                <a:cubicBezTo>
                  <a:pt x="6466" y="10788"/>
                  <a:pt x="6882" y="11204"/>
                  <a:pt x="7406" y="11204"/>
                </a:cubicBezTo>
                <a:cubicBezTo>
                  <a:pt x="7918" y="11204"/>
                  <a:pt x="8335" y="10788"/>
                  <a:pt x="8335" y="10264"/>
                </a:cubicBezTo>
                <a:cubicBezTo>
                  <a:pt x="8335" y="9966"/>
                  <a:pt x="8204" y="9692"/>
                  <a:pt x="7966" y="9526"/>
                </a:cubicBezTo>
                <a:lnTo>
                  <a:pt x="7966" y="9395"/>
                </a:lnTo>
                <a:lnTo>
                  <a:pt x="9204" y="9395"/>
                </a:lnTo>
                <a:cubicBezTo>
                  <a:pt x="9311" y="9395"/>
                  <a:pt x="9383" y="9311"/>
                  <a:pt x="9383" y="9216"/>
                </a:cubicBezTo>
                <a:lnTo>
                  <a:pt x="9383" y="8002"/>
                </a:lnTo>
                <a:lnTo>
                  <a:pt x="9383" y="7787"/>
                </a:lnTo>
                <a:lnTo>
                  <a:pt x="9383" y="5596"/>
                </a:lnTo>
                <a:lnTo>
                  <a:pt x="9383" y="4358"/>
                </a:lnTo>
                <a:lnTo>
                  <a:pt x="9514" y="4358"/>
                </a:lnTo>
                <a:cubicBezTo>
                  <a:pt x="9692" y="4596"/>
                  <a:pt x="9978" y="4727"/>
                  <a:pt x="10264" y="4727"/>
                </a:cubicBezTo>
                <a:cubicBezTo>
                  <a:pt x="10776" y="4727"/>
                  <a:pt x="11192" y="4311"/>
                  <a:pt x="11192" y="3799"/>
                </a:cubicBezTo>
                <a:cubicBezTo>
                  <a:pt x="11192" y="3287"/>
                  <a:pt x="10776" y="2858"/>
                  <a:pt x="10264" y="2858"/>
                </a:cubicBezTo>
                <a:cubicBezTo>
                  <a:pt x="9966" y="2858"/>
                  <a:pt x="9680" y="2989"/>
                  <a:pt x="9514" y="3227"/>
                </a:cubicBezTo>
                <a:lnTo>
                  <a:pt x="9383" y="3227"/>
                </a:lnTo>
                <a:lnTo>
                  <a:pt x="9383" y="2001"/>
                </a:lnTo>
                <a:cubicBezTo>
                  <a:pt x="9383" y="1894"/>
                  <a:pt x="9311" y="1822"/>
                  <a:pt x="9204" y="1822"/>
                </a:cubicBezTo>
                <a:lnTo>
                  <a:pt x="8609" y="1822"/>
                </a:lnTo>
                <a:cubicBezTo>
                  <a:pt x="8502" y="1822"/>
                  <a:pt x="8430" y="1894"/>
                  <a:pt x="8430" y="2001"/>
                </a:cubicBezTo>
                <a:cubicBezTo>
                  <a:pt x="8430" y="2096"/>
                  <a:pt x="8502" y="2179"/>
                  <a:pt x="8609" y="2179"/>
                </a:cubicBezTo>
                <a:lnTo>
                  <a:pt x="9026" y="2179"/>
                </a:lnTo>
                <a:lnTo>
                  <a:pt x="9026" y="3406"/>
                </a:lnTo>
                <a:cubicBezTo>
                  <a:pt x="9026" y="3513"/>
                  <a:pt x="9097" y="3584"/>
                  <a:pt x="9204" y="3584"/>
                </a:cubicBezTo>
                <a:lnTo>
                  <a:pt x="9609" y="3584"/>
                </a:lnTo>
                <a:cubicBezTo>
                  <a:pt x="9668" y="3584"/>
                  <a:pt x="9728" y="3561"/>
                  <a:pt x="9752" y="3501"/>
                </a:cubicBezTo>
                <a:cubicBezTo>
                  <a:pt x="9859" y="3322"/>
                  <a:pt x="10049" y="3215"/>
                  <a:pt x="10264" y="3215"/>
                </a:cubicBezTo>
                <a:cubicBezTo>
                  <a:pt x="10585" y="3215"/>
                  <a:pt x="10835" y="3489"/>
                  <a:pt x="10835" y="3799"/>
                </a:cubicBezTo>
                <a:cubicBezTo>
                  <a:pt x="10835" y="4120"/>
                  <a:pt x="10573" y="4382"/>
                  <a:pt x="10264" y="4382"/>
                </a:cubicBezTo>
                <a:cubicBezTo>
                  <a:pt x="10049" y="4382"/>
                  <a:pt x="9859" y="4275"/>
                  <a:pt x="9752" y="4096"/>
                </a:cubicBezTo>
                <a:cubicBezTo>
                  <a:pt x="9728" y="4037"/>
                  <a:pt x="9668" y="4001"/>
                  <a:pt x="9609" y="4001"/>
                </a:cubicBezTo>
                <a:lnTo>
                  <a:pt x="9204" y="4001"/>
                </a:lnTo>
                <a:cubicBezTo>
                  <a:pt x="9097" y="4001"/>
                  <a:pt x="9026" y="4084"/>
                  <a:pt x="9026" y="4180"/>
                </a:cubicBezTo>
                <a:lnTo>
                  <a:pt x="9026" y="5418"/>
                </a:lnTo>
                <a:lnTo>
                  <a:pt x="7787" y="5418"/>
                </a:lnTo>
                <a:cubicBezTo>
                  <a:pt x="7680" y="5418"/>
                  <a:pt x="7609" y="5489"/>
                  <a:pt x="7609" y="5596"/>
                </a:cubicBezTo>
                <a:lnTo>
                  <a:pt x="7609" y="6001"/>
                </a:lnTo>
                <a:cubicBezTo>
                  <a:pt x="7609" y="6061"/>
                  <a:pt x="7644" y="6120"/>
                  <a:pt x="7704" y="6144"/>
                </a:cubicBezTo>
                <a:cubicBezTo>
                  <a:pt x="7883" y="6251"/>
                  <a:pt x="7978" y="6442"/>
                  <a:pt x="7978" y="6656"/>
                </a:cubicBezTo>
                <a:cubicBezTo>
                  <a:pt x="7978" y="6978"/>
                  <a:pt x="7716" y="7240"/>
                  <a:pt x="7406" y="7240"/>
                </a:cubicBezTo>
                <a:cubicBezTo>
                  <a:pt x="7073" y="7240"/>
                  <a:pt x="6823" y="6966"/>
                  <a:pt x="6823" y="6656"/>
                </a:cubicBezTo>
                <a:cubicBezTo>
                  <a:pt x="6823" y="6442"/>
                  <a:pt x="6930" y="6251"/>
                  <a:pt x="7109" y="6144"/>
                </a:cubicBezTo>
                <a:cubicBezTo>
                  <a:pt x="7168" y="6120"/>
                  <a:pt x="7192" y="6061"/>
                  <a:pt x="7192" y="6001"/>
                </a:cubicBezTo>
                <a:lnTo>
                  <a:pt x="7192" y="5596"/>
                </a:lnTo>
                <a:cubicBezTo>
                  <a:pt x="7192" y="5489"/>
                  <a:pt x="7121" y="5418"/>
                  <a:pt x="7013" y="5418"/>
                </a:cubicBezTo>
                <a:lnTo>
                  <a:pt x="5775" y="5418"/>
                </a:lnTo>
                <a:lnTo>
                  <a:pt x="5775" y="4358"/>
                </a:lnTo>
                <a:lnTo>
                  <a:pt x="5918" y="4358"/>
                </a:lnTo>
                <a:cubicBezTo>
                  <a:pt x="6097" y="4596"/>
                  <a:pt x="6370" y="4739"/>
                  <a:pt x="6656" y="4739"/>
                </a:cubicBezTo>
                <a:cubicBezTo>
                  <a:pt x="7180" y="4739"/>
                  <a:pt x="7597" y="4323"/>
                  <a:pt x="7597" y="3799"/>
                </a:cubicBezTo>
                <a:cubicBezTo>
                  <a:pt x="7597" y="3275"/>
                  <a:pt x="7180" y="2858"/>
                  <a:pt x="6656" y="2858"/>
                </a:cubicBezTo>
                <a:cubicBezTo>
                  <a:pt x="6359" y="2858"/>
                  <a:pt x="6073" y="2989"/>
                  <a:pt x="5918" y="3227"/>
                </a:cubicBezTo>
                <a:lnTo>
                  <a:pt x="5775" y="3227"/>
                </a:lnTo>
                <a:lnTo>
                  <a:pt x="5775" y="2179"/>
                </a:lnTo>
                <a:lnTo>
                  <a:pt x="8025" y="2179"/>
                </a:lnTo>
                <a:cubicBezTo>
                  <a:pt x="8133" y="2179"/>
                  <a:pt x="8204" y="2096"/>
                  <a:pt x="8204" y="2001"/>
                </a:cubicBezTo>
                <a:cubicBezTo>
                  <a:pt x="8204" y="1894"/>
                  <a:pt x="8133" y="1822"/>
                  <a:pt x="8025" y="1822"/>
                </a:cubicBezTo>
                <a:lnTo>
                  <a:pt x="4370" y="1822"/>
                </a:lnTo>
                <a:lnTo>
                  <a:pt x="4370" y="1679"/>
                </a:lnTo>
                <a:cubicBezTo>
                  <a:pt x="4608" y="1501"/>
                  <a:pt x="4739" y="1227"/>
                  <a:pt x="4739" y="941"/>
                </a:cubicBezTo>
                <a:cubicBezTo>
                  <a:pt x="4739" y="417"/>
                  <a:pt x="4323" y="1"/>
                  <a:pt x="3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0" name="Google Shape;490;p27"/>
          <p:cNvGrpSpPr/>
          <p:nvPr/>
        </p:nvGrpSpPr>
        <p:grpSpPr>
          <a:xfrm>
            <a:off x="4075558" y="1684660"/>
            <a:ext cx="577210" cy="580282"/>
            <a:chOff x="3095745" y="3805393"/>
            <a:chExt cx="352840" cy="354717"/>
          </a:xfrm>
        </p:grpSpPr>
        <p:sp>
          <p:nvSpPr>
            <p:cNvPr id="491" name="Google Shape;491;p27"/>
            <p:cNvSpPr/>
            <p:nvPr/>
          </p:nvSpPr>
          <p:spPr>
            <a:xfrm>
              <a:off x="3095745" y="3805393"/>
              <a:ext cx="272093" cy="271711"/>
            </a:xfrm>
            <a:custGeom>
              <a:avLst/>
              <a:gdLst/>
              <a:ahLst/>
              <a:cxnLst/>
              <a:rect l="l" t="t" r="r" b="b"/>
              <a:pathLst>
                <a:path w="8549" h="8537" extrusionOk="0">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7"/>
            <p:cNvSpPr/>
            <p:nvPr/>
          </p:nvSpPr>
          <p:spPr>
            <a:xfrm>
              <a:off x="3184798" y="3878883"/>
              <a:ext cx="109550" cy="94018"/>
            </a:xfrm>
            <a:custGeom>
              <a:avLst/>
              <a:gdLst/>
              <a:ahLst/>
              <a:cxnLst/>
              <a:rect l="l" t="t" r="r" b="b"/>
              <a:pathLst>
                <a:path w="3442" h="2954" extrusionOk="0">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7"/>
            <p:cNvSpPr/>
            <p:nvPr/>
          </p:nvSpPr>
          <p:spPr>
            <a:xfrm>
              <a:off x="3168120" y="3917331"/>
              <a:ext cx="102707" cy="87016"/>
            </a:xfrm>
            <a:custGeom>
              <a:avLst/>
              <a:gdLst/>
              <a:ahLst/>
              <a:cxnLst/>
              <a:rect l="l" t="t" r="r" b="b"/>
              <a:pathLst>
                <a:path w="3227" h="2734" extrusionOk="0">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7"/>
            <p:cNvSpPr/>
            <p:nvPr/>
          </p:nvSpPr>
          <p:spPr>
            <a:xfrm>
              <a:off x="3264749" y="3976275"/>
              <a:ext cx="183836" cy="183836"/>
            </a:xfrm>
            <a:custGeom>
              <a:avLst/>
              <a:gdLst/>
              <a:ahLst/>
              <a:cxnLst/>
              <a:rect l="l" t="t" r="r" b="b"/>
              <a:pathLst>
                <a:path w="5776" h="5776" extrusionOk="0">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7"/>
            <p:cNvSpPr/>
            <p:nvPr/>
          </p:nvSpPr>
          <p:spPr>
            <a:xfrm>
              <a:off x="3326526" y="4036907"/>
              <a:ext cx="62541" cy="62573"/>
            </a:xfrm>
            <a:custGeom>
              <a:avLst/>
              <a:gdLst/>
              <a:ahLst/>
              <a:cxnLst/>
              <a:rect l="l" t="t" r="r" b="b"/>
              <a:pathLst>
                <a:path w="1965" h="1966" extrusionOk="0">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7"/>
            <p:cNvSpPr/>
            <p:nvPr/>
          </p:nvSpPr>
          <p:spPr>
            <a:xfrm>
              <a:off x="3196542" y="3907687"/>
              <a:ext cx="68238" cy="68238"/>
            </a:xfrm>
            <a:custGeom>
              <a:avLst/>
              <a:gdLst/>
              <a:ahLst/>
              <a:cxnLst/>
              <a:rect l="l" t="t" r="r" b="b"/>
              <a:pathLst>
                <a:path w="2144" h="2144" extrusionOk="0">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27"/>
          <p:cNvGrpSpPr/>
          <p:nvPr/>
        </p:nvGrpSpPr>
        <p:grpSpPr>
          <a:xfrm>
            <a:off x="6789168" y="1684647"/>
            <a:ext cx="583817" cy="580314"/>
            <a:chOff x="3541011" y="3367320"/>
            <a:chExt cx="348257" cy="346188"/>
          </a:xfrm>
        </p:grpSpPr>
        <p:sp>
          <p:nvSpPr>
            <p:cNvPr id="498" name="Google Shape;498;p27"/>
            <p:cNvSpPr/>
            <p:nvPr/>
          </p:nvSpPr>
          <p:spPr>
            <a:xfrm>
              <a:off x="3541011" y="3367320"/>
              <a:ext cx="347906" cy="346188"/>
            </a:xfrm>
            <a:custGeom>
              <a:avLst/>
              <a:gdLst/>
              <a:ahLst/>
              <a:cxnLst/>
              <a:rect l="l" t="t" r="r" b="b"/>
              <a:pathLst>
                <a:path w="10931" h="10877" extrusionOk="0">
                  <a:moveTo>
                    <a:pt x="4203" y="6323"/>
                  </a:moveTo>
                  <a:cubicBezTo>
                    <a:pt x="4322" y="6454"/>
                    <a:pt x="4465" y="6609"/>
                    <a:pt x="4620" y="6740"/>
                  </a:cubicBezTo>
                  <a:lnTo>
                    <a:pt x="4024" y="7335"/>
                  </a:lnTo>
                  <a:lnTo>
                    <a:pt x="3977" y="7287"/>
                  </a:lnTo>
                  <a:lnTo>
                    <a:pt x="3632" y="6942"/>
                  </a:lnTo>
                  <a:lnTo>
                    <a:pt x="3584" y="6906"/>
                  </a:lnTo>
                  <a:lnTo>
                    <a:pt x="4203" y="6323"/>
                  </a:lnTo>
                  <a:close/>
                  <a:moveTo>
                    <a:pt x="3239" y="7123"/>
                  </a:moveTo>
                  <a:cubicBezTo>
                    <a:pt x="3307" y="7123"/>
                    <a:pt x="3376" y="7150"/>
                    <a:pt x="3429" y="7204"/>
                  </a:cubicBezTo>
                  <a:lnTo>
                    <a:pt x="3763" y="7537"/>
                  </a:lnTo>
                  <a:cubicBezTo>
                    <a:pt x="3858" y="7632"/>
                    <a:pt x="3858" y="7799"/>
                    <a:pt x="3751" y="7894"/>
                  </a:cubicBezTo>
                  <a:lnTo>
                    <a:pt x="3560" y="8097"/>
                  </a:lnTo>
                  <a:lnTo>
                    <a:pt x="2858" y="7394"/>
                  </a:lnTo>
                  <a:lnTo>
                    <a:pt x="3048" y="7204"/>
                  </a:lnTo>
                  <a:cubicBezTo>
                    <a:pt x="3102" y="7150"/>
                    <a:pt x="3170" y="7123"/>
                    <a:pt x="3239" y="7123"/>
                  </a:cubicBezTo>
                  <a:close/>
                  <a:moveTo>
                    <a:pt x="2631" y="7597"/>
                  </a:moveTo>
                  <a:lnTo>
                    <a:pt x="3334" y="8299"/>
                  </a:lnTo>
                  <a:lnTo>
                    <a:pt x="1167" y="10478"/>
                  </a:lnTo>
                  <a:cubicBezTo>
                    <a:pt x="1113" y="10526"/>
                    <a:pt x="1045" y="10550"/>
                    <a:pt x="976" y="10550"/>
                  </a:cubicBezTo>
                  <a:cubicBezTo>
                    <a:pt x="908" y="10550"/>
                    <a:pt x="840" y="10526"/>
                    <a:pt x="786" y="10478"/>
                  </a:cubicBezTo>
                  <a:lnTo>
                    <a:pt x="453" y="10133"/>
                  </a:lnTo>
                  <a:cubicBezTo>
                    <a:pt x="357" y="10038"/>
                    <a:pt x="357" y="9883"/>
                    <a:pt x="465" y="9776"/>
                  </a:cubicBezTo>
                  <a:lnTo>
                    <a:pt x="2631" y="7597"/>
                  </a:lnTo>
                  <a:close/>
                  <a:moveTo>
                    <a:pt x="7120" y="1"/>
                  </a:moveTo>
                  <a:cubicBezTo>
                    <a:pt x="3989" y="1"/>
                    <a:pt x="2191" y="3537"/>
                    <a:pt x="4001" y="6073"/>
                  </a:cubicBezTo>
                  <a:lnTo>
                    <a:pt x="3274" y="6799"/>
                  </a:lnTo>
                  <a:cubicBezTo>
                    <a:pt x="3249" y="6796"/>
                    <a:pt x="3223" y="6794"/>
                    <a:pt x="3198" y="6794"/>
                  </a:cubicBezTo>
                  <a:cubicBezTo>
                    <a:pt x="3049" y="6794"/>
                    <a:pt x="2912" y="6854"/>
                    <a:pt x="2810" y="6966"/>
                  </a:cubicBezTo>
                  <a:lnTo>
                    <a:pt x="226" y="9549"/>
                  </a:lnTo>
                  <a:cubicBezTo>
                    <a:pt x="0" y="9776"/>
                    <a:pt x="0" y="10145"/>
                    <a:pt x="226" y="10371"/>
                  </a:cubicBezTo>
                  <a:lnTo>
                    <a:pt x="572" y="10716"/>
                  </a:lnTo>
                  <a:cubicBezTo>
                    <a:pt x="679" y="10823"/>
                    <a:pt x="828" y="10877"/>
                    <a:pt x="976" y="10877"/>
                  </a:cubicBezTo>
                  <a:cubicBezTo>
                    <a:pt x="1125" y="10877"/>
                    <a:pt x="1274" y="10823"/>
                    <a:pt x="1381" y="10716"/>
                  </a:cubicBezTo>
                  <a:lnTo>
                    <a:pt x="3655" y="8430"/>
                  </a:lnTo>
                  <a:lnTo>
                    <a:pt x="3977" y="8121"/>
                  </a:lnTo>
                  <a:cubicBezTo>
                    <a:pt x="4096" y="8002"/>
                    <a:pt x="4155" y="7835"/>
                    <a:pt x="4144" y="7656"/>
                  </a:cubicBezTo>
                  <a:lnTo>
                    <a:pt x="4870" y="6930"/>
                  </a:lnTo>
                  <a:cubicBezTo>
                    <a:pt x="5406" y="7323"/>
                    <a:pt x="6037" y="7573"/>
                    <a:pt x="6715" y="7632"/>
                  </a:cubicBezTo>
                  <a:lnTo>
                    <a:pt x="6727" y="7632"/>
                  </a:lnTo>
                  <a:cubicBezTo>
                    <a:pt x="6799" y="7632"/>
                    <a:pt x="6882" y="7573"/>
                    <a:pt x="6894" y="7478"/>
                  </a:cubicBezTo>
                  <a:cubicBezTo>
                    <a:pt x="6906" y="7394"/>
                    <a:pt x="6834" y="7323"/>
                    <a:pt x="6739" y="7299"/>
                  </a:cubicBezTo>
                  <a:cubicBezTo>
                    <a:pt x="6037" y="7228"/>
                    <a:pt x="5406" y="6966"/>
                    <a:pt x="4882" y="6549"/>
                  </a:cubicBezTo>
                  <a:cubicBezTo>
                    <a:pt x="2298" y="4465"/>
                    <a:pt x="3822" y="310"/>
                    <a:pt x="7096" y="310"/>
                  </a:cubicBezTo>
                  <a:cubicBezTo>
                    <a:pt x="8942" y="310"/>
                    <a:pt x="10418" y="1703"/>
                    <a:pt x="10597" y="3465"/>
                  </a:cubicBezTo>
                  <a:cubicBezTo>
                    <a:pt x="10609" y="3549"/>
                    <a:pt x="10692" y="3608"/>
                    <a:pt x="10775" y="3608"/>
                  </a:cubicBezTo>
                  <a:cubicBezTo>
                    <a:pt x="10871" y="3596"/>
                    <a:pt x="10930" y="3525"/>
                    <a:pt x="10930" y="3430"/>
                  </a:cubicBezTo>
                  <a:cubicBezTo>
                    <a:pt x="10728" y="1525"/>
                    <a:pt x="9120" y="1"/>
                    <a:pt x="7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7"/>
            <p:cNvSpPr/>
            <p:nvPr/>
          </p:nvSpPr>
          <p:spPr>
            <a:xfrm>
              <a:off x="3658105" y="3389599"/>
              <a:ext cx="208820" cy="199431"/>
            </a:xfrm>
            <a:custGeom>
              <a:avLst/>
              <a:gdLst/>
              <a:ahLst/>
              <a:cxnLst/>
              <a:rect l="l" t="t" r="r" b="b"/>
              <a:pathLst>
                <a:path w="6561" h="6266" extrusionOk="0">
                  <a:moveTo>
                    <a:pt x="3441" y="336"/>
                  </a:moveTo>
                  <a:cubicBezTo>
                    <a:pt x="4989" y="336"/>
                    <a:pt x="6251" y="1587"/>
                    <a:pt x="6251" y="3146"/>
                  </a:cubicBezTo>
                  <a:cubicBezTo>
                    <a:pt x="6251" y="4694"/>
                    <a:pt x="4989" y="5944"/>
                    <a:pt x="3441" y="5944"/>
                  </a:cubicBezTo>
                  <a:cubicBezTo>
                    <a:pt x="2727" y="5944"/>
                    <a:pt x="1989" y="5682"/>
                    <a:pt x="1441" y="5135"/>
                  </a:cubicBezTo>
                  <a:cubicBezTo>
                    <a:pt x="345" y="4027"/>
                    <a:pt x="345" y="2241"/>
                    <a:pt x="1441" y="1158"/>
                  </a:cubicBezTo>
                  <a:cubicBezTo>
                    <a:pt x="1989" y="598"/>
                    <a:pt x="2703" y="336"/>
                    <a:pt x="3441" y="336"/>
                  </a:cubicBezTo>
                  <a:close/>
                  <a:moveTo>
                    <a:pt x="3428" y="0"/>
                  </a:moveTo>
                  <a:cubicBezTo>
                    <a:pt x="2628" y="0"/>
                    <a:pt x="1828" y="307"/>
                    <a:pt x="1215" y="920"/>
                  </a:cubicBezTo>
                  <a:cubicBezTo>
                    <a:pt x="0" y="2134"/>
                    <a:pt x="0" y="4123"/>
                    <a:pt x="1215" y="5337"/>
                  </a:cubicBezTo>
                  <a:cubicBezTo>
                    <a:pt x="1822" y="5944"/>
                    <a:pt x="2631" y="6266"/>
                    <a:pt x="3429" y="6266"/>
                  </a:cubicBezTo>
                  <a:cubicBezTo>
                    <a:pt x="5144" y="6266"/>
                    <a:pt x="6561" y="4873"/>
                    <a:pt x="6561" y="3134"/>
                  </a:cubicBezTo>
                  <a:cubicBezTo>
                    <a:pt x="6561" y="2301"/>
                    <a:pt x="6227" y="1515"/>
                    <a:pt x="5632" y="920"/>
                  </a:cubicBezTo>
                  <a:cubicBezTo>
                    <a:pt x="5025" y="307"/>
                    <a:pt x="4227" y="0"/>
                    <a:pt x="3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7"/>
            <p:cNvSpPr/>
            <p:nvPr/>
          </p:nvSpPr>
          <p:spPr>
            <a:xfrm>
              <a:off x="3720614" y="3426805"/>
              <a:ext cx="95164" cy="116011"/>
            </a:xfrm>
            <a:custGeom>
              <a:avLst/>
              <a:gdLst/>
              <a:ahLst/>
              <a:cxnLst/>
              <a:rect l="l" t="t" r="r" b="b"/>
              <a:pathLst>
                <a:path w="2990" h="3645" extrusionOk="0">
                  <a:moveTo>
                    <a:pt x="1477" y="334"/>
                  </a:moveTo>
                  <a:cubicBezTo>
                    <a:pt x="1834" y="334"/>
                    <a:pt x="2132" y="632"/>
                    <a:pt x="2132" y="989"/>
                  </a:cubicBezTo>
                  <a:cubicBezTo>
                    <a:pt x="2132" y="1334"/>
                    <a:pt x="1834" y="1632"/>
                    <a:pt x="1477" y="1632"/>
                  </a:cubicBezTo>
                  <a:cubicBezTo>
                    <a:pt x="1120" y="1632"/>
                    <a:pt x="822" y="1334"/>
                    <a:pt x="822" y="989"/>
                  </a:cubicBezTo>
                  <a:cubicBezTo>
                    <a:pt x="822" y="608"/>
                    <a:pt x="1120" y="334"/>
                    <a:pt x="1477" y="334"/>
                  </a:cubicBezTo>
                  <a:close/>
                  <a:moveTo>
                    <a:pt x="1906" y="1953"/>
                  </a:moveTo>
                  <a:cubicBezTo>
                    <a:pt x="2287" y="1953"/>
                    <a:pt x="2620" y="2263"/>
                    <a:pt x="2620" y="2668"/>
                  </a:cubicBezTo>
                  <a:lnTo>
                    <a:pt x="2620" y="3335"/>
                  </a:lnTo>
                  <a:lnTo>
                    <a:pt x="2275" y="3335"/>
                  </a:lnTo>
                  <a:lnTo>
                    <a:pt x="2275" y="2632"/>
                  </a:lnTo>
                  <a:cubicBezTo>
                    <a:pt x="2275" y="2549"/>
                    <a:pt x="2203" y="2477"/>
                    <a:pt x="2108" y="2477"/>
                  </a:cubicBezTo>
                  <a:cubicBezTo>
                    <a:pt x="2025" y="2477"/>
                    <a:pt x="1953" y="2549"/>
                    <a:pt x="1953" y="2632"/>
                  </a:cubicBezTo>
                  <a:lnTo>
                    <a:pt x="1953" y="3335"/>
                  </a:lnTo>
                  <a:lnTo>
                    <a:pt x="953" y="3335"/>
                  </a:lnTo>
                  <a:lnTo>
                    <a:pt x="953" y="2632"/>
                  </a:lnTo>
                  <a:cubicBezTo>
                    <a:pt x="953" y="2549"/>
                    <a:pt x="882" y="2477"/>
                    <a:pt x="787" y="2477"/>
                  </a:cubicBezTo>
                  <a:cubicBezTo>
                    <a:pt x="691" y="2477"/>
                    <a:pt x="620" y="2549"/>
                    <a:pt x="620" y="2632"/>
                  </a:cubicBezTo>
                  <a:lnTo>
                    <a:pt x="620" y="3335"/>
                  </a:lnTo>
                  <a:lnTo>
                    <a:pt x="263" y="3335"/>
                  </a:lnTo>
                  <a:lnTo>
                    <a:pt x="263" y="2668"/>
                  </a:lnTo>
                  <a:cubicBezTo>
                    <a:pt x="263" y="2275"/>
                    <a:pt x="584" y="1953"/>
                    <a:pt x="977" y="1953"/>
                  </a:cubicBezTo>
                  <a:close/>
                  <a:moveTo>
                    <a:pt x="1477" y="1"/>
                  </a:moveTo>
                  <a:cubicBezTo>
                    <a:pt x="941" y="1"/>
                    <a:pt x="501" y="429"/>
                    <a:pt x="501" y="965"/>
                  </a:cubicBezTo>
                  <a:cubicBezTo>
                    <a:pt x="501" y="1239"/>
                    <a:pt x="608" y="1477"/>
                    <a:pt x="787" y="1656"/>
                  </a:cubicBezTo>
                  <a:cubicBezTo>
                    <a:pt x="322" y="1763"/>
                    <a:pt x="1" y="2180"/>
                    <a:pt x="1" y="2656"/>
                  </a:cubicBezTo>
                  <a:lnTo>
                    <a:pt x="1" y="3335"/>
                  </a:lnTo>
                  <a:cubicBezTo>
                    <a:pt x="1" y="3501"/>
                    <a:pt x="132" y="3644"/>
                    <a:pt x="310" y="3644"/>
                  </a:cubicBezTo>
                  <a:lnTo>
                    <a:pt x="2680" y="3644"/>
                  </a:lnTo>
                  <a:cubicBezTo>
                    <a:pt x="2846" y="3644"/>
                    <a:pt x="2989" y="3513"/>
                    <a:pt x="2989" y="3335"/>
                  </a:cubicBezTo>
                  <a:lnTo>
                    <a:pt x="2989" y="2656"/>
                  </a:lnTo>
                  <a:cubicBezTo>
                    <a:pt x="2965" y="2180"/>
                    <a:pt x="2620" y="1763"/>
                    <a:pt x="2156" y="1656"/>
                  </a:cubicBezTo>
                  <a:cubicBezTo>
                    <a:pt x="2334" y="1477"/>
                    <a:pt x="2442" y="1239"/>
                    <a:pt x="2442" y="965"/>
                  </a:cubicBezTo>
                  <a:cubicBezTo>
                    <a:pt x="2442" y="429"/>
                    <a:pt x="2013" y="1"/>
                    <a:pt x="1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7"/>
            <p:cNvSpPr/>
            <p:nvPr/>
          </p:nvSpPr>
          <p:spPr>
            <a:xfrm>
              <a:off x="3773671" y="3496030"/>
              <a:ext cx="115597" cy="114993"/>
            </a:xfrm>
            <a:custGeom>
              <a:avLst/>
              <a:gdLst/>
              <a:ahLst/>
              <a:cxnLst/>
              <a:rect l="l" t="t" r="r" b="b"/>
              <a:pathLst>
                <a:path w="3632" h="3613" extrusionOk="0">
                  <a:moveTo>
                    <a:pt x="3433" y="0"/>
                  </a:moveTo>
                  <a:cubicBezTo>
                    <a:pt x="3361" y="0"/>
                    <a:pt x="3297" y="65"/>
                    <a:pt x="3287" y="148"/>
                  </a:cubicBezTo>
                  <a:cubicBezTo>
                    <a:pt x="3120" y="1803"/>
                    <a:pt x="1810" y="3112"/>
                    <a:pt x="143" y="3291"/>
                  </a:cubicBezTo>
                  <a:cubicBezTo>
                    <a:pt x="60" y="3303"/>
                    <a:pt x="1" y="3374"/>
                    <a:pt x="1" y="3469"/>
                  </a:cubicBezTo>
                  <a:cubicBezTo>
                    <a:pt x="13" y="3553"/>
                    <a:pt x="72" y="3612"/>
                    <a:pt x="167" y="3612"/>
                  </a:cubicBezTo>
                  <a:lnTo>
                    <a:pt x="179" y="3612"/>
                  </a:lnTo>
                  <a:cubicBezTo>
                    <a:pt x="1989" y="3422"/>
                    <a:pt x="3442" y="1993"/>
                    <a:pt x="3620" y="183"/>
                  </a:cubicBezTo>
                  <a:cubicBezTo>
                    <a:pt x="3632" y="88"/>
                    <a:pt x="3561" y="17"/>
                    <a:pt x="3465" y="5"/>
                  </a:cubicBezTo>
                  <a:cubicBezTo>
                    <a:pt x="3454" y="2"/>
                    <a:pt x="3443" y="0"/>
                    <a:pt x="34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474;p27">
            <a:extLst>
              <a:ext uri="{FF2B5EF4-FFF2-40B4-BE49-F238E27FC236}">
                <a16:creationId xmlns:a16="http://schemas.microsoft.com/office/drawing/2014/main" id="{EC506805-C871-A474-3D17-C639F25F6CF2}"/>
              </a:ext>
            </a:extLst>
          </p:cNvPr>
          <p:cNvSpPr txBox="1">
            <a:spLocks/>
          </p:cNvSpPr>
          <p:nvPr/>
        </p:nvSpPr>
        <p:spPr>
          <a:xfrm>
            <a:off x="3590956" y="3439834"/>
            <a:ext cx="2123624" cy="68611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vi-VN" dirty="0">
                <a:latin typeface="Mali" panose="00000500000000000000" pitchFamily="2" charset="-34"/>
                <a:cs typeface="Mali" panose="00000500000000000000" pitchFamily="2" charset="-34"/>
              </a:rPr>
              <a:t>LUỒNG (THREAD) </a:t>
            </a:r>
          </a:p>
        </p:txBody>
      </p:sp>
      <p:sp>
        <p:nvSpPr>
          <p:cNvPr id="13" name="Google Shape;474;p27">
            <a:extLst>
              <a:ext uri="{FF2B5EF4-FFF2-40B4-BE49-F238E27FC236}">
                <a16:creationId xmlns:a16="http://schemas.microsoft.com/office/drawing/2014/main" id="{DE10C18F-55A7-4155-C7BA-95CE53911552}"/>
              </a:ext>
            </a:extLst>
          </p:cNvPr>
          <p:cNvSpPr txBox="1">
            <a:spLocks/>
          </p:cNvSpPr>
          <p:nvPr/>
        </p:nvSpPr>
        <p:spPr>
          <a:xfrm>
            <a:off x="6310585" y="3439834"/>
            <a:ext cx="2123624" cy="40362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vi-VN" dirty="0">
                <a:latin typeface="Mali" panose="00000500000000000000" pitchFamily="2" charset="-34"/>
                <a:cs typeface="Mali" panose="00000500000000000000" pitchFamily="2" charset="-34"/>
              </a:rPr>
              <a:t>ĐIỀU PHỐI CPU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4" name="Google Shape;474;p27"/>
          <p:cNvSpPr txBox="1">
            <a:spLocks noGrp="1"/>
          </p:cNvSpPr>
          <p:nvPr>
            <p:ph type="ctrTitle"/>
          </p:nvPr>
        </p:nvSpPr>
        <p:spPr>
          <a:xfrm>
            <a:off x="985588" y="3439834"/>
            <a:ext cx="2123624" cy="100527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TÀI NGUYÊN GĂNG VÀ ĐIỀU ĐỘ TIẾN TRÌNH</a:t>
            </a:r>
            <a:endParaRPr dirty="0">
              <a:latin typeface="Mali" panose="00000500000000000000" pitchFamily="2" charset="-34"/>
              <a:cs typeface="Mali" panose="00000500000000000000" pitchFamily="2" charset="-34"/>
            </a:endParaRPr>
          </a:p>
        </p:txBody>
      </p:sp>
      <p:sp>
        <p:nvSpPr>
          <p:cNvPr id="476" name="Google Shape;476;p27"/>
          <p:cNvSpPr txBox="1">
            <a:spLocks noGrp="1"/>
          </p:cNvSpPr>
          <p:nvPr>
            <p:ph type="title" idx="3"/>
          </p:nvPr>
        </p:nvSpPr>
        <p:spPr>
          <a:xfrm>
            <a:off x="1223300" y="264588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dirty="0"/>
              <a:t>04</a:t>
            </a:r>
            <a:endParaRPr dirty="0"/>
          </a:p>
        </p:txBody>
      </p:sp>
      <p:sp>
        <p:nvSpPr>
          <p:cNvPr id="478" name="Google Shape;478;p27"/>
          <p:cNvSpPr txBox="1">
            <a:spLocks noGrp="1"/>
          </p:cNvSpPr>
          <p:nvPr>
            <p:ph type="title" idx="6"/>
          </p:nvPr>
        </p:nvSpPr>
        <p:spPr>
          <a:xfrm>
            <a:off x="3942827" y="264588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dirty="0"/>
              <a:t>05</a:t>
            </a:r>
            <a:endParaRPr dirty="0"/>
          </a:p>
        </p:txBody>
      </p:sp>
      <p:sp>
        <p:nvSpPr>
          <p:cNvPr id="479" name="Google Shape;479;p27"/>
          <p:cNvSpPr txBox="1">
            <a:spLocks noGrp="1"/>
          </p:cNvSpPr>
          <p:nvPr>
            <p:ph type="ctrTitle" idx="7"/>
          </p:nvPr>
        </p:nvSpPr>
        <p:spPr>
          <a:xfrm>
            <a:off x="618825" y="411675"/>
            <a:ext cx="45762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Pangolin" panose="00000500000000000000" pitchFamily="2" charset="0"/>
              </a:rPr>
              <a:t>MỤC LỤC</a:t>
            </a:r>
            <a:endParaRPr dirty="0">
              <a:latin typeface="Pangolin" panose="00000500000000000000" pitchFamily="2" charset="0"/>
            </a:endParaRPr>
          </a:p>
        </p:txBody>
      </p:sp>
      <p:sp>
        <p:nvSpPr>
          <p:cNvPr id="480" name="Google Shape;480;p27"/>
          <p:cNvSpPr txBox="1">
            <a:spLocks noGrp="1"/>
          </p:cNvSpPr>
          <p:nvPr>
            <p:ph type="title" idx="9"/>
          </p:nvPr>
        </p:nvSpPr>
        <p:spPr>
          <a:xfrm>
            <a:off x="6665704" y="264588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dirty="0"/>
              <a:t>06</a:t>
            </a:r>
            <a:endParaRPr dirty="0"/>
          </a:p>
        </p:txBody>
      </p:sp>
      <p:sp>
        <p:nvSpPr>
          <p:cNvPr id="481" name="Google Shape;481;p27"/>
          <p:cNvSpPr/>
          <p:nvPr/>
        </p:nvSpPr>
        <p:spPr>
          <a:xfrm>
            <a:off x="1223300" y="1562750"/>
            <a:ext cx="824100" cy="824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7"/>
          <p:cNvSpPr/>
          <p:nvPr/>
        </p:nvSpPr>
        <p:spPr>
          <a:xfrm>
            <a:off x="3942827" y="1562750"/>
            <a:ext cx="824100" cy="82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7"/>
          <p:cNvSpPr/>
          <p:nvPr/>
        </p:nvSpPr>
        <p:spPr>
          <a:xfrm>
            <a:off x="6665704" y="1562750"/>
            <a:ext cx="824100" cy="824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4" name="Google Shape;484;p27"/>
          <p:cNvCxnSpPr>
            <a:stCxn id="481" idx="1"/>
            <a:endCxn id="476" idx="1"/>
          </p:cNvCxnSpPr>
          <p:nvPr/>
        </p:nvCxnSpPr>
        <p:spPr>
          <a:xfrm>
            <a:off x="1223300" y="1974800"/>
            <a:ext cx="600" cy="960000"/>
          </a:xfrm>
          <a:prstGeom prst="bentConnector3">
            <a:avLst>
              <a:gd name="adj1" fmla="val -39687500"/>
            </a:avLst>
          </a:prstGeom>
          <a:noFill/>
          <a:ln w="9525" cap="flat" cmpd="sng">
            <a:solidFill>
              <a:schemeClr val="lt1"/>
            </a:solidFill>
            <a:prstDash val="solid"/>
            <a:round/>
            <a:headEnd type="none" w="med" len="med"/>
            <a:tailEnd type="none" w="med" len="med"/>
          </a:ln>
        </p:spPr>
      </p:cxnSp>
      <p:cxnSp>
        <p:nvCxnSpPr>
          <p:cNvPr id="485" name="Google Shape;485;p27"/>
          <p:cNvCxnSpPr>
            <a:stCxn id="482" idx="1"/>
            <a:endCxn id="478" idx="1"/>
          </p:cNvCxnSpPr>
          <p:nvPr/>
        </p:nvCxnSpPr>
        <p:spPr>
          <a:xfrm>
            <a:off x="3942827" y="1974800"/>
            <a:ext cx="600" cy="960000"/>
          </a:xfrm>
          <a:prstGeom prst="bentConnector3">
            <a:avLst>
              <a:gd name="adj1" fmla="val -39687500"/>
            </a:avLst>
          </a:prstGeom>
          <a:noFill/>
          <a:ln w="9525" cap="flat" cmpd="sng">
            <a:solidFill>
              <a:schemeClr val="lt1"/>
            </a:solidFill>
            <a:prstDash val="solid"/>
            <a:round/>
            <a:headEnd type="none" w="med" len="med"/>
            <a:tailEnd type="none" w="med" len="med"/>
          </a:ln>
        </p:spPr>
      </p:cxnSp>
      <p:cxnSp>
        <p:nvCxnSpPr>
          <p:cNvPr id="486" name="Google Shape;486;p27"/>
          <p:cNvCxnSpPr>
            <a:stCxn id="483" idx="1"/>
            <a:endCxn id="480" idx="1"/>
          </p:cNvCxnSpPr>
          <p:nvPr/>
        </p:nvCxnSpPr>
        <p:spPr>
          <a:xfrm>
            <a:off x="6665704" y="1974800"/>
            <a:ext cx="600" cy="960000"/>
          </a:xfrm>
          <a:prstGeom prst="bentConnector3">
            <a:avLst>
              <a:gd name="adj1" fmla="val -39687500"/>
            </a:avLst>
          </a:prstGeom>
          <a:noFill/>
          <a:ln w="9525" cap="flat" cmpd="sng">
            <a:solidFill>
              <a:schemeClr val="lt1"/>
            </a:solidFill>
            <a:prstDash val="solid"/>
            <a:round/>
            <a:headEnd type="none" w="med" len="med"/>
            <a:tailEnd type="none" w="med" len="med"/>
          </a:ln>
        </p:spPr>
      </p:cxnSp>
      <p:sp>
        <p:nvSpPr>
          <p:cNvPr id="487" name="Google Shape;487;p27"/>
          <p:cNvSpPr/>
          <p:nvPr/>
        </p:nvSpPr>
        <p:spPr>
          <a:xfrm>
            <a:off x="2276000" y="1324712"/>
            <a:ext cx="238733" cy="238031"/>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7"/>
          <p:cNvSpPr/>
          <p:nvPr/>
        </p:nvSpPr>
        <p:spPr>
          <a:xfrm>
            <a:off x="7489808" y="2386862"/>
            <a:ext cx="238733" cy="238031"/>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7"/>
          <p:cNvSpPr/>
          <p:nvPr/>
        </p:nvSpPr>
        <p:spPr>
          <a:xfrm>
            <a:off x="1346749" y="1669267"/>
            <a:ext cx="577195" cy="577814"/>
          </a:xfrm>
          <a:custGeom>
            <a:avLst/>
            <a:gdLst/>
            <a:ahLst/>
            <a:cxnLst/>
            <a:rect l="l" t="t" r="r" b="b"/>
            <a:pathLst>
              <a:path w="11193" h="11205" extrusionOk="0">
                <a:moveTo>
                  <a:pt x="3763" y="358"/>
                </a:moveTo>
                <a:cubicBezTo>
                  <a:pt x="4096" y="358"/>
                  <a:pt x="4346" y="632"/>
                  <a:pt x="4346" y="941"/>
                </a:cubicBezTo>
                <a:cubicBezTo>
                  <a:pt x="4346" y="1144"/>
                  <a:pt x="4239" y="1346"/>
                  <a:pt x="4061" y="1441"/>
                </a:cubicBezTo>
                <a:cubicBezTo>
                  <a:pt x="4013" y="1477"/>
                  <a:pt x="3977" y="1536"/>
                  <a:pt x="3977" y="1596"/>
                </a:cubicBezTo>
                <a:lnTo>
                  <a:pt x="3977" y="2001"/>
                </a:lnTo>
                <a:cubicBezTo>
                  <a:pt x="3977" y="2096"/>
                  <a:pt x="4049" y="2179"/>
                  <a:pt x="4156" y="2179"/>
                </a:cubicBezTo>
                <a:lnTo>
                  <a:pt x="5394" y="2179"/>
                </a:lnTo>
                <a:lnTo>
                  <a:pt x="5394" y="3406"/>
                </a:lnTo>
                <a:cubicBezTo>
                  <a:pt x="5394" y="3513"/>
                  <a:pt x="5466" y="3584"/>
                  <a:pt x="5573" y="3584"/>
                </a:cubicBezTo>
                <a:lnTo>
                  <a:pt x="5966" y="3584"/>
                </a:lnTo>
                <a:cubicBezTo>
                  <a:pt x="6025" y="3584"/>
                  <a:pt x="6085" y="3561"/>
                  <a:pt x="6120" y="3501"/>
                </a:cubicBezTo>
                <a:cubicBezTo>
                  <a:pt x="6228" y="3322"/>
                  <a:pt x="6418" y="3215"/>
                  <a:pt x="6620" y="3215"/>
                </a:cubicBezTo>
                <a:cubicBezTo>
                  <a:pt x="6954" y="3215"/>
                  <a:pt x="7204" y="3489"/>
                  <a:pt x="7204" y="3799"/>
                </a:cubicBezTo>
                <a:cubicBezTo>
                  <a:pt x="7204" y="4120"/>
                  <a:pt x="6942" y="4382"/>
                  <a:pt x="6620" y="4382"/>
                </a:cubicBezTo>
                <a:cubicBezTo>
                  <a:pt x="6418" y="4382"/>
                  <a:pt x="6228" y="4275"/>
                  <a:pt x="6120" y="4096"/>
                </a:cubicBezTo>
                <a:cubicBezTo>
                  <a:pt x="6085" y="4037"/>
                  <a:pt x="6025" y="4001"/>
                  <a:pt x="5966" y="4001"/>
                </a:cubicBezTo>
                <a:lnTo>
                  <a:pt x="5573" y="4001"/>
                </a:lnTo>
                <a:cubicBezTo>
                  <a:pt x="5466" y="4001"/>
                  <a:pt x="5394" y="4084"/>
                  <a:pt x="5394" y="4180"/>
                </a:cubicBezTo>
                <a:lnTo>
                  <a:pt x="5394" y="5418"/>
                </a:lnTo>
                <a:lnTo>
                  <a:pt x="4334" y="5418"/>
                </a:lnTo>
                <a:lnTo>
                  <a:pt x="4334" y="5299"/>
                </a:lnTo>
                <a:cubicBezTo>
                  <a:pt x="4573" y="5120"/>
                  <a:pt x="4704" y="4834"/>
                  <a:pt x="4704" y="4561"/>
                </a:cubicBezTo>
                <a:cubicBezTo>
                  <a:pt x="4704" y="4037"/>
                  <a:pt x="4287" y="3620"/>
                  <a:pt x="3775" y="3620"/>
                </a:cubicBezTo>
                <a:cubicBezTo>
                  <a:pt x="3251" y="3620"/>
                  <a:pt x="2834" y="4037"/>
                  <a:pt x="2834" y="4561"/>
                </a:cubicBezTo>
                <a:cubicBezTo>
                  <a:pt x="2834" y="4858"/>
                  <a:pt x="2965" y="5132"/>
                  <a:pt x="3203" y="5299"/>
                </a:cubicBezTo>
                <a:lnTo>
                  <a:pt x="3203" y="5430"/>
                </a:lnTo>
                <a:lnTo>
                  <a:pt x="2144" y="5430"/>
                </a:lnTo>
                <a:lnTo>
                  <a:pt x="2144" y="2179"/>
                </a:lnTo>
                <a:lnTo>
                  <a:pt x="3382" y="2179"/>
                </a:lnTo>
                <a:cubicBezTo>
                  <a:pt x="3489" y="2179"/>
                  <a:pt x="3561" y="2096"/>
                  <a:pt x="3561" y="2001"/>
                </a:cubicBezTo>
                <a:lnTo>
                  <a:pt x="3561" y="1596"/>
                </a:lnTo>
                <a:cubicBezTo>
                  <a:pt x="3561" y="1536"/>
                  <a:pt x="3537" y="1477"/>
                  <a:pt x="3465" y="1441"/>
                </a:cubicBezTo>
                <a:cubicBezTo>
                  <a:pt x="3299" y="1346"/>
                  <a:pt x="3191" y="1144"/>
                  <a:pt x="3191" y="941"/>
                </a:cubicBezTo>
                <a:cubicBezTo>
                  <a:pt x="3191" y="608"/>
                  <a:pt x="3453" y="358"/>
                  <a:pt x="3763" y="358"/>
                </a:cubicBezTo>
                <a:close/>
                <a:moveTo>
                  <a:pt x="9014" y="5811"/>
                </a:moveTo>
                <a:lnTo>
                  <a:pt x="9014" y="7799"/>
                </a:lnTo>
                <a:lnTo>
                  <a:pt x="9014" y="8025"/>
                </a:lnTo>
                <a:lnTo>
                  <a:pt x="9014" y="9049"/>
                </a:lnTo>
                <a:lnTo>
                  <a:pt x="7775" y="9049"/>
                </a:lnTo>
                <a:cubicBezTo>
                  <a:pt x="7668" y="9049"/>
                  <a:pt x="7597" y="9121"/>
                  <a:pt x="7597" y="9228"/>
                </a:cubicBezTo>
                <a:lnTo>
                  <a:pt x="7597" y="9633"/>
                </a:lnTo>
                <a:cubicBezTo>
                  <a:pt x="7597" y="9692"/>
                  <a:pt x="7621" y="9752"/>
                  <a:pt x="7680" y="9776"/>
                </a:cubicBezTo>
                <a:cubicBezTo>
                  <a:pt x="7859" y="9883"/>
                  <a:pt x="7966" y="10073"/>
                  <a:pt x="7966" y="10288"/>
                </a:cubicBezTo>
                <a:cubicBezTo>
                  <a:pt x="7966" y="10609"/>
                  <a:pt x="7704" y="10871"/>
                  <a:pt x="7382" y="10871"/>
                </a:cubicBezTo>
                <a:cubicBezTo>
                  <a:pt x="7061" y="10871"/>
                  <a:pt x="6811" y="10597"/>
                  <a:pt x="6811" y="10288"/>
                </a:cubicBezTo>
                <a:cubicBezTo>
                  <a:pt x="6811" y="10073"/>
                  <a:pt x="6906" y="9883"/>
                  <a:pt x="7085" y="9776"/>
                </a:cubicBezTo>
                <a:cubicBezTo>
                  <a:pt x="7144" y="9752"/>
                  <a:pt x="7180" y="9692"/>
                  <a:pt x="7180" y="9633"/>
                </a:cubicBezTo>
                <a:lnTo>
                  <a:pt x="7180" y="9228"/>
                </a:lnTo>
                <a:cubicBezTo>
                  <a:pt x="7180" y="9121"/>
                  <a:pt x="7109" y="9049"/>
                  <a:pt x="7001" y="9049"/>
                </a:cubicBezTo>
                <a:lnTo>
                  <a:pt x="5763" y="9049"/>
                </a:lnTo>
                <a:lnTo>
                  <a:pt x="5763" y="7811"/>
                </a:lnTo>
                <a:cubicBezTo>
                  <a:pt x="5763" y="7716"/>
                  <a:pt x="5692" y="7632"/>
                  <a:pt x="5585" y="7632"/>
                </a:cubicBezTo>
                <a:lnTo>
                  <a:pt x="5180" y="7632"/>
                </a:lnTo>
                <a:cubicBezTo>
                  <a:pt x="5120" y="7632"/>
                  <a:pt x="5061" y="7668"/>
                  <a:pt x="5037" y="7728"/>
                </a:cubicBezTo>
                <a:cubicBezTo>
                  <a:pt x="4930" y="7906"/>
                  <a:pt x="4739" y="8013"/>
                  <a:pt x="4525" y="8013"/>
                </a:cubicBezTo>
                <a:cubicBezTo>
                  <a:pt x="4203" y="8013"/>
                  <a:pt x="3953" y="7740"/>
                  <a:pt x="3953" y="7430"/>
                </a:cubicBezTo>
                <a:cubicBezTo>
                  <a:pt x="3953" y="7120"/>
                  <a:pt x="4215" y="6847"/>
                  <a:pt x="4525" y="6847"/>
                </a:cubicBezTo>
                <a:cubicBezTo>
                  <a:pt x="4739" y="6847"/>
                  <a:pt x="4930" y="6954"/>
                  <a:pt x="5037" y="7132"/>
                </a:cubicBezTo>
                <a:cubicBezTo>
                  <a:pt x="5061" y="7192"/>
                  <a:pt x="5120" y="7216"/>
                  <a:pt x="5180" y="7216"/>
                </a:cubicBezTo>
                <a:lnTo>
                  <a:pt x="5585" y="7216"/>
                </a:lnTo>
                <a:cubicBezTo>
                  <a:pt x="5692" y="7216"/>
                  <a:pt x="5763" y="7144"/>
                  <a:pt x="5763" y="7037"/>
                </a:cubicBezTo>
                <a:lnTo>
                  <a:pt x="5763" y="5811"/>
                </a:lnTo>
                <a:lnTo>
                  <a:pt x="6823" y="5811"/>
                </a:lnTo>
                <a:lnTo>
                  <a:pt x="6823" y="5942"/>
                </a:lnTo>
                <a:cubicBezTo>
                  <a:pt x="6585" y="6120"/>
                  <a:pt x="6454" y="6406"/>
                  <a:pt x="6454" y="6680"/>
                </a:cubicBezTo>
                <a:cubicBezTo>
                  <a:pt x="6454" y="7204"/>
                  <a:pt x="6870" y="7621"/>
                  <a:pt x="7382" y="7621"/>
                </a:cubicBezTo>
                <a:cubicBezTo>
                  <a:pt x="7906" y="7621"/>
                  <a:pt x="8323" y="7204"/>
                  <a:pt x="8323" y="6680"/>
                </a:cubicBezTo>
                <a:cubicBezTo>
                  <a:pt x="8323" y="6382"/>
                  <a:pt x="8192" y="6108"/>
                  <a:pt x="7954" y="5942"/>
                </a:cubicBezTo>
                <a:lnTo>
                  <a:pt x="7954" y="5811"/>
                </a:lnTo>
                <a:close/>
                <a:moveTo>
                  <a:pt x="3799" y="1"/>
                </a:moveTo>
                <a:cubicBezTo>
                  <a:pt x="3275" y="1"/>
                  <a:pt x="2858" y="417"/>
                  <a:pt x="2858" y="941"/>
                </a:cubicBezTo>
                <a:cubicBezTo>
                  <a:pt x="2858" y="1239"/>
                  <a:pt x="3001" y="1525"/>
                  <a:pt x="3239" y="1679"/>
                </a:cubicBezTo>
                <a:lnTo>
                  <a:pt x="3239" y="1822"/>
                </a:lnTo>
                <a:lnTo>
                  <a:pt x="2001" y="1822"/>
                </a:lnTo>
                <a:cubicBezTo>
                  <a:pt x="1894" y="1822"/>
                  <a:pt x="1822" y="1894"/>
                  <a:pt x="1822" y="2001"/>
                </a:cubicBezTo>
                <a:lnTo>
                  <a:pt x="1822" y="5608"/>
                </a:lnTo>
                <a:lnTo>
                  <a:pt x="1822" y="6847"/>
                </a:lnTo>
                <a:lnTo>
                  <a:pt x="1691" y="6847"/>
                </a:lnTo>
                <a:cubicBezTo>
                  <a:pt x="1513" y="6609"/>
                  <a:pt x="1227" y="6478"/>
                  <a:pt x="941" y="6478"/>
                </a:cubicBezTo>
                <a:cubicBezTo>
                  <a:pt x="417" y="6478"/>
                  <a:pt x="1" y="6894"/>
                  <a:pt x="1" y="7406"/>
                </a:cubicBezTo>
                <a:cubicBezTo>
                  <a:pt x="1" y="7930"/>
                  <a:pt x="417" y="8347"/>
                  <a:pt x="941" y="8347"/>
                </a:cubicBezTo>
                <a:cubicBezTo>
                  <a:pt x="1239" y="8347"/>
                  <a:pt x="1525" y="8216"/>
                  <a:pt x="1691" y="7978"/>
                </a:cubicBezTo>
                <a:lnTo>
                  <a:pt x="1822" y="7978"/>
                </a:lnTo>
                <a:lnTo>
                  <a:pt x="1822" y="9216"/>
                </a:lnTo>
                <a:cubicBezTo>
                  <a:pt x="1822" y="9311"/>
                  <a:pt x="1894" y="9395"/>
                  <a:pt x="2001" y="9395"/>
                </a:cubicBezTo>
                <a:lnTo>
                  <a:pt x="2620" y="9395"/>
                </a:lnTo>
                <a:cubicBezTo>
                  <a:pt x="2727" y="9395"/>
                  <a:pt x="2799" y="9311"/>
                  <a:pt x="2799" y="9216"/>
                </a:cubicBezTo>
                <a:cubicBezTo>
                  <a:pt x="2799" y="9109"/>
                  <a:pt x="2727" y="9037"/>
                  <a:pt x="2620" y="9037"/>
                </a:cubicBezTo>
                <a:lnTo>
                  <a:pt x="2179" y="9037"/>
                </a:lnTo>
                <a:lnTo>
                  <a:pt x="2179" y="7799"/>
                </a:lnTo>
                <a:cubicBezTo>
                  <a:pt x="2179" y="7692"/>
                  <a:pt x="2108" y="7621"/>
                  <a:pt x="2001" y="7621"/>
                </a:cubicBezTo>
                <a:lnTo>
                  <a:pt x="1596" y="7621"/>
                </a:lnTo>
                <a:cubicBezTo>
                  <a:pt x="1536" y="7621"/>
                  <a:pt x="1477" y="7644"/>
                  <a:pt x="1453" y="7704"/>
                </a:cubicBezTo>
                <a:cubicBezTo>
                  <a:pt x="1346" y="7882"/>
                  <a:pt x="1155" y="7990"/>
                  <a:pt x="941" y="7990"/>
                </a:cubicBezTo>
                <a:cubicBezTo>
                  <a:pt x="620" y="7990"/>
                  <a:pt x="358" y="7728"/>
                  <a:pt x="358" y="7406"/>
                </a:cubicBezTo>
                <a:cubicBezTo>
                  <a:pt x="358" y="7085"/>
                  <a:pt x="632" y="6835"/>
                  <a:pt x="941" y="6835"/>
                </a:cubicBezTo>
                <a:cubicBezTo>
                  <a:pt x="1155" y="6835"/>
                  <a:pt x="1346" y="6930"/>
                  <a:pt x="1453" y="7109"/>
                </a:cubicBezTo>
                <a:cubicBezTo>
                  <a:pt x="1477" y="7168"/>
                  <a:pt x="1536" y="7204"/>
                  <a:pt x="1596" y="7204"/>
                </a:cubicBezTo>
                <a:lnTo>
                  <a:pt x="2001" y="7204"/>
                </a:lnTo>
                <a:cubicBezTo>
                  <a:pt x="2108" y="7204"/>
                  <a:pt x="2179" y="7132"/>
                  <a:pt x="2179" y="7025"/>
                </a:cubicBezTo>
                <a:lnTo>
                  <a:pt x="2179" y="5787"/>
                </a:lnTo>
                <a:lnTo>
                  <a:pt x="3418" y="5787"/>
                </a:lnTo>
                <a:cubicBezTo>
                  <a:pt x="3513" y="5787"/>
                  <a:pt x="3596" y="5716"/>
                  <a:pt x="3596" y="5608"/>
                </a:cubicBezTo>
                <a:lnTo>
                  <a:pt x="3596" y="5204"/>
                </a:lnTo>
                <a:cubicBezTo>
                  <a:pt x="3596" y="5144"/>
                  <a:pt x="3561" y="5085"/>
                  <a:pt x="3501" y="5061"/>
                </a:cubicBezTo>
                <a:cubicBezTo>
                  <a:pt x="3322" y="4954"/>
                  <a:pt x="3215" y="4763"/>
                  <a:pt x="3215" y="4549"/>
                </a:cubicBezTo>
                <a:cubicBezTo>
                  <a:pt x="3215" y="4227"/>
                  <a:pt x="3489" y="3977"/>
                  <a:pt x="3799" y="3977"/>
                </a:cubicBezTo>
                <a:cubicBezTo>
                  <a:pt x="4132" y="3977"/>
                  <a:pt x="4382" y="4239"/>
                  <a:pt x="4382" y="4549"/>
                </a:cubicBezTo>
                <a:cubicBezTo>
                  <a:pt x="4382" y="4763"/>
                  <a:pt x="4275" y="4954"/>
                  <a:pt x="4096" y="5061"/>
                </a:cubicBezTo>
                <a:cubicBezTo>
                  <a:pt x="4037" y="5085"/>
                  <a:pt x="4013" y="5144"/>
                  <a:pt x="4013" y="5204"/>
                </a:cubicBezTo>
                <a:lnTo>
                  <a:pt x="4013" y="5608"/>
                </a:lnTo>
                <a:cubicBezTo>
                  <a:pt x="4013" y="5716"/>
                  <a:pt x="4084" y="5787"/>
                  <a:pt x="4192" y="5787"/>
                </a:cubicBezTo>
                <a:lnTo>
                  <a:pt x="5418" y="5787"/>
                </a:lnTo>
                <a:lnTo>
                  <a:pt x="5418" y="6847"/>
                </a:lnTo>
                <a:lnTo>
                  <a:pt x="5287" y="6847"/>
                </a:lnTo>
                <a:cubicBezTo>
                  <a:pt x="5108" y="6609"/>
                  <a:pt x="4823" y="6478"/>
                  <a:pt x="4549" y="6478"/>
                </a:cubicBezTo>
                <a:cubicBezTo>
                  <a:pt x="4025" y="6478"/>
                  <a:pt x="3608" y="6894"/>
                  <a:pt x="3608" y="7406"/>
                </a:cubicBezTo>
                <a:cubicBezTo>
                  <a:pt x="3608" y="7930"/>
                  <a:pt x="4025" y="8347"/>
                  <a:pt x="4549" y="8347"/>
                </a:cubicBezTo>
                <a:cubicBezTo>
                  <a:pt x="4846" y="8347"/>
                  <a:pt x="5120" y="8216"/>
                  <a:pt x="5287" y="7978"/>
                </a:cubicBezTo>
                <a:lnTo>
                  <a:pt x="5418" y="7978"/>
                </a:lnTo>
                <a:lnTo>
                  <a:pt x="5418" y="9037"/>
                </a:lnTo>
                <a:lnTo>
                  <a:pt x="3168" y="9037"/>
                </a:lnTo>
                <a:cubicBezTo>
                  <a:pt x="3072" y="9037"/>
                  <a:pt x="3001" y="9109"/>
                  <a:pt x="3001" y="9216"/>
                </a:cubicBezTo>
                <a:cubicBezTo>
                  <a:pt x="3001" y="9311"/>
                  <a:pt x="3072" y="9395"/>
                  <a:pt x="3168" y="9395"/>
                </a:cubicBezTo>
                <a:lnTo>
                  <a:pt x="6835" y="9395"/>
                </a:lnTo>
                <a:lnTo>
                  <a:pt x="6835" y="9526"/>
                </a:lnTo>
                <a:cubicBezTo>
                  <a:pt x="6597" y="9704"/>
                  <a:pt x="6466" y="9990"/>
                  <a:pt x="6466" y="10264"/>
                </a:cubicBezTo>
                <a:cubicBezTo>
                  <a:pt x="6466" y="10788"/>
                  <a:pt x="6882" y="11204"/>
                  <a:pt x="7406" y="11204"/>
                </a:cubicBezTo>
                <a:cubicBezTo>
                  <a:pt x="7918" y="11204"/>
                  <a:pt x="8335" y="10788"/>
                  <a:pt x="8335" y="10264"/>
                </a:cubicBezTo>
                <a:cubicBezTo>
                  <a:pt x="8335" y="9966"/>
                  <a:pt x="8204" y="9692"/>
                  <a:pt x="7966" y="9526"/>
                </a:cubicBezTo>
                <a:lnTo>
                  <a:pt x="7966" y="9395"/>
                </a:lnTo>
                <a:lnTo>
                  <a:pt x="9204" y="9395"/>
                </a:lnTo>
                <a:cubicBezTo>
                  <a:pt x="9311" y="9395"/>
                  <a:pt x="9383" y="9311"/>
                  <a:pt x="9383" y="9216"/>
                </a:cubicBezTo>
                <a:lnTo>
                  <a:pt x="9383" y="8002"/>
                </a:lnTo>
                <a:lnTo>
                  <a:pt x="9383" y="7787"/>
                </a:lnTo>
                <a:lnTo>
                  <a:pt x="9383" y="5596"/>
                </a:lnTo>
                <a:lnTo>
                  <a:pt x="9383" y="4358"/>
                </a:lnTo>
                <a:lnTo>
                  <a:pt x="9514" y="4358"/>
                </a:lnTo>
                <a:cubicBezTo>
                  <a:pt x="9692" y="4596"/>
                  <a:pt x="9978" y="4727"/>
                  <a:pt x="10264" y="4727"/>
                </a:cubicBezTo>
                <a:cubicBezTo>
                  <a:pt x="10776" y="4727"/>
                  <a:pt x="11192" y="4311"/>
                  <a:pt x="11192" y="3799"/>
                </a:cubicBezTo>
                <a:cubicBezTo>
                  <a:pt x="11192" y="3287"/>
                  <a:pt x="10776" y="2858"/>
                  <a:pt x="10264" y="2858"/>
                </a:cubicBezTo>
                <a:cubicBezTo>
                  <a:pt x="9966" y="2858"/>
                  <a:pt x="9680" y="2989"/>
                  <a:pt x="9514" y="3227"/>
                </a:cubicBezTo>
                <a:lnTo>
                  <a:pt x="9383" y="3227"/>
                </a:lnTo>
                <a:lnTo>
                  <a:pt x="9383" y="2001"/>
                </a:lnTo>
                <a:cubicBezTo>
                  <a:pt x="9383" y="1894"/>
                  <a:pt x="9311" y="1822"/>
                  <a:pt x="9204" y="1822"/>
                </a:cubicBezTo>
                <a:lnTo>
                  <a:pt x="8609" y="1822"/>
                </a:lnTo>
                <a:cubicBezTo>
                  <a:pt x="8502" y="1822"/>
                  <a:pt x="8430" y="1894"/>
                  <a:pt x="8430" y="2001"/>
                </a:cubicBezTo>
                <a:cubicBezTo>
                  <a:pt x="8430" y="2096"/>
                  <a:pt x="8502" y="2179"/>
                  <a:pt x="8609" y="2179"/>
                </a:cubicBezTo>
                <a:lnTo>
                  <a:pt x="9026" y="2179"/>
                </a:lnTo>
                <a:lnTo>
                  <a:pt x="9026" y="3406"/>
                </a:lnTo>
                <a:cubicBezTo>
                  <a:pt x="9026" y="3513"/>
                  <a:pt x="9097" y="3584"/>
                  <a:pt x="9204" y="3584"/>
                </a:cubicBezTo>
                <a:lnTo>
                  <a:pt x="9609" y="3584"/>
                </a:lnTo>
                <a:cubicBezTo>
                  <a:pt x="9668" y="3584"/>
                  <a:pt x="9728" y="3561"/>
                  <a:pt x="9752" y="3501"/>
                </a:cubicBezTo>
                <a:cubicBezTo>
                  <a:pt x="9859" y="3322"/>
                  <a:pt x="10049" y="3215"/>
                  <a:pt x="10264" y="3215"/>
                </a:cubicBezTo>
                <a:cubicBezTo>
                  <a:pt x="10585" y="3215"/>
                  <a:pt x="10835" y="3489"/>
                  <a:pt x="10835" y="3799"/>
                </a:cubicBezTo>
                <a:cubicBezTo>
                  <a:pt x="10835" y="4120"/>
                  <a:pt x="10573" y="4382"/>
                  <a:pt x="10264" y="4382"/>
                </a:cubicBezTo>
                <a:cubicBezTo>
                  <a:pt x="10049" y="4382"/>
                  <a:pt x="9859" y="4275"/>
                  <a:pt x="9752" y="4096"/>
                </a:cubicBezTo>
                <a:cubicBezTo>
                  <a:pt x="9728" y="4037"/>
                  <a:pt x="9668" y="4001"/>
                  <a:pt x="9609" y="4001"/>
                </a:cubicBezTo>
                <a:lnTo>
                  <a:pt x="9204" y="4001"/>
                </a:lnTo>
                <a:cubicBezTo>
                  <a:pt x="9097" y="4001"/>
                  <a:pt x="9026" y="4084"/>
                  <a:pt x="9026" y="4180"/>
                </a:cubicBezTo>
                <a:lnTo>
                  <a:pt x="9026" y="5418"/>
                </a:lnTo>
                <a:lnTo>
                  <a:pt x="7787" y="5418"/>
                </a:lnTo>
                <a:cubicBezTo>
                  <a:pt x="7680" y="5418"/>
                  <a:pt x="7609" y="5489"/>
                  <a:pt x="7609" y="5596"/>
                </a:cubicBezTo>
                <a:lnTo>
                  <a:pt x="7609" y="6001"/>
                </a:lnTo>
                <a:cubicBezTo>
                  <a:pt x="7609" y="6061"/>
                  <a:pt x="7644" y="6120"/>
                  <a:pt x="7704" y="6144"/>
                </a:cubicBezTo>
                <a:cubicBezTo>
                  <a:pt x="7883" y="6251"/>
                  <a:pt x="7978" y="6442"/>
                  <a:pt x="7978" y="6656"/>
                </a:cubicBezTo>
                <a:cubicBezTo>
                  <a:pt x="7978" y="6978"/>
                  <a:pt x="7716" y="7240"/>
                  <a:pt x="7406" y="7240"/>
                </a:cubicBezTo>
                <a:cubicBezTo>
                  <a:pt x="7073" y="7240"/>
                  <a:pt x="6823" y="6966"/>
                  <a:pt x="6823" y="6656"/>
                </a:cubicBezTo>
                <a:cubicBezTo>
                  <a:pt x="6823" y="6442"/>
                  <a:pt x="6930" y="6251"/>
                  <a:pt x="7109" y="6144"/>
                </a:cubicBezTo>
                <a:cubicBezTo>
                  <a:pt x="7168" y="6120"/>
                  <a:pt x="7192" y="6061"/>
                  <a:pt x="7192" y="6001"/>
                </a:cubicBezTo>
                <a:lnTo>
                  <a:pt x="7192" y="5596"/>
                </a:lnTo>
                <a:cubicBezTo>
                  <a:pt x="7192" y="5489"/>
                  <a:pt x="7121" y="5418"/>
                  <a:pt x="7013" y="5418"/>
                </a:cubicBezTo>
                <a:lnTo>
                  <a:pt x="5775" y="5418"/>
                </a:lnTo>
                <a:lnTo>
                  <a:pt x="5775" y="4358"/>
                </a:lnTo>
                <a:lnTo>
                  <a:pt x="5918" y="4358"/>
                </a:lnTo>
                <a:cubicBezTo>
                  <a:pt x="6097" y="4596"/>
                  <a:pt x="6370" y="4739"/>
                  <a:pt x="6656" y="4739"/>
                </a:cubicBezTo>
                <a:cubicBezTo>
                  <a:pt x="7180" y="4739"/>
                  <a:pt x="7597" y="4323"/>
                  <a:pt x="7597" y="3799"/>
                </a:cubicBezTo>
                <a:cubicBezTo>
                  <a:pt x="7597" y="3275"/>
                  <a:pt x="7180" y="2858"/>
                  <a:pt x="6656" y="2858"/>
                </a:cubicBezTo>
                <a:cubicBezTo>
                  <a:pt x="6359" y="2858"/>
                  <a:pt x="6073" y="2989"/>
                  <a:pt x="5918" y="3227"/>
                </a:cubicBezTo>
                <a:lnTo>
                  <a:pt x="5775" y="3227"/>
                </a:lnTo>
                <a:lnTo>
                  <a:pt x="5775" y="2179"/>
                </a:lnTo>
                <a:lnTo>
                  <a:pt x="8025" y="2179"/>
                </a:lnTo>
                <a:cubicBezTo>
                  <a:pt x="8133" y="2179"/>
                  <a:pt x="8204" y="2096"/>
                  <a:pt x="8204" y="2001"/>
                </a:cubicBezTo>
                <a:cubicBezTo>
                  <a:pt x="8204" y="1894"/>
                  <a:pt x="8133" y="1822"/>
                  <a:pt x="8025" y="1822"/>
                </a:cubicBezTo>
                <a:lnTo>
                  <a:pt x="4370" y="1822"/>
                </a:lnTo>
                <a:lnTo>
                  <a:pt x="4370" y="1679"/>
                </a:lnTo>
                <a:cubicBezTo>
                  <a:pt x="4608" y="1501"/>
                  <a:pt x="4739" y="1227"/>
                  <a:pt x="4739" y="941"/>
                </a:cubicBezTo>
                <a:cubicBezTo>
                  <a:pt x="4739" y="417"/>
                  <a:pt x="4323" y="1"/>
                  <a:pt x="3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0" name="Google Shape;490;p27"/>
          <p:cNvGrpSpPr/>
          <p:nvPr/>
        </p:nvGrpSpPr>
        <p:grpSpPr>
          <a:xfrm>
            <a:off x="4075558" y="1684660"/>
            <a:ext cx="577210" cy="580282"/>
            <a:chOff x="3095745" y="3805393"/>
            <a:chExt cx="352840" cy="354717"/>
          </a:xfrm>
        </p:grpSpPr>
        <p:sp>
          <p:nvSpPr>
            <p:cNvPr id="491" name="Google Shape;491;p27"/>
            <p:cNvSpPr/>
            <p:nvPr/>
          </p:nvSpPr>
          <p:spPr>
            <a:xfrm>
              <a:off x="3095745" y="3805393"/>
              <a:ext cx="272093" cy="271711"/>
            </a:xfrm>
            <a:custGeom>
              <a:avLst/>
              <a:gdLst/>
              <a:ahLst/>
              <a:cxnLst/>
              <a:rect l="l" t="t" r="r" b="b"/>
              <a:pathLst>
                <a:path w="8549" h="8537" extrusionOk="0">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7"/>
            <p:cNvSpPr/>
            <p:nvPr/>
          </p:nvSpPr>
          <p:spPr>
            <a:xfrm>
              <a:off x="3184798" y="3878883"/>
              <a:ext cx="109550" cy="94018"/>
            </a:xfrm>
            <a:custGeom>
              <a:avLst/>
              <a:gdLst/>
              <a:ahLst/>
              <a:cxnLst/>
              <a:rect l="l" t="t" r="r" b="b"/>
              <a:pathLst>
                <a:path w="3442" h="2954" extrusionOk="0">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7"/>
            <p:cNvSpPr/>
            <p:nvPr/>
          </p:nvSpPr>
          <p:spPr>
            <a:xfrm>
              <a:off x="3168120" y="3917331"/>
              <a:ext cx="102707" cy="87016"/>
            </a:xfrm>
            <a:custGeom>
              <a:avLst/>
              <a:gdLst/>
              <a:ahLst/>
              <a:cxnLst/>
              <a:rect l="l" t="t" r="r" b="b"/>
              <a:pathLst>
                <a:path w="3227" h="2734" extrusionOk="0">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7"/>
            <p:cNvSpPr/>
            <p:nvPr/>
          </p:nvSpPr>
          <p:spPr>
            <a:xfrm>
              <a:off x="3264749" y="3976275"/>
              <a:ext cx="183836" cy="183836"/>
            </a:xfrm>
            <a:custGeom>
              <a:avLst/>
              <a:gdLst/>
              <a:ahLst/>
              <a:cxnLst/>
              <a:rect l="l" t="t" r="r" b="b"/>
              <a:pathLst>
                <a:path w="5776" h="5776" extrusionOk="0">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7"/>
            <p:cNvSpPr/>
            <p:nvPr/>
          </p:nvSpPr>
          <p:spPr>
            <a:xfrm>
              <a:off x="3326526" y="4036907"/>
              <a:ext cx="62541" cy="62573"/>
            </a:xfrm>
            <a:custGeom>
              <a:avLst/>
              <a:gdLst/>
              <a:ahLst/>
              <a:cxnLst/>
              <a:rect l="l" t="t" r="r" b="b"/>
              <a:pathLst>
                <a:path w="1965" h="1966" extrusionOk="0">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7"/>
            <p:cNvSpPr/>
            <p:nvPr/>
          </p:nvSpPr>
          <p:spPr>
            <a:xfrm>
              <a:off x="3196542" y="3907687"/>
              <a:ext cx="68238" cy="68238"/>
            </a:xfrm>
            <a:custGeom>
              <a:avLst/>
              <a:gdLst/>
              <a:ahLst/>
              <a:cxnLst/>
              <a:rect l="l" t="t" r="r" b="b"/>
              <a:pathLst>
                <a:path w="2144" h="2144" extrusionOk="0">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27"/>
          <p:cNvGrpSpPr/>
          <p:nvPr/>
        </p:nvGrpSpPr>
        <p:grpSpPr>
          <a:xfrm>
            <a:off x="6789168" y="1684647"/>
            <a:ext cx="583817" cy="580314"/>
            <a:chOff x="3541011" y="3367320"/>
            <a:chExt cx="348257" cy="346188"/>
          </a:xfrm>
        </p:grpSpPr>
        <p:sp>
          <p:nvSpPr>
            <p:cNvPr id="498" name="Google Shape;498;p27"/>
            <p:cNvSpPr/>
            <p:nvPr/>
          </p:nvSpPr>
          <p:spPr>
            <a:xfrm>
              <a:off x="3541011" y="3367320"/>
              <a:ext cx="347906" cy="346188"/>
            </a:xfrm>
            <a:custGeom>
              <a:avLst/>
              <a:gdLst/>
              <a:ahLst/>
              <a:cxnLst/>
              <a:rect l="l" t="t" r="r" b="b"/>
              <a:pathLst>
                <a:path w="10931" h="10877" extrusionOk="0">
                  <a:moveTo>
                    <a:pt x="4203" y="6323"/>
                  </a:moveTo>
                  <a:cubicBezTo>
                    <a:pt x="4322" y="6454"/>
                    <a:pt x="4465" y="6609"/>
                    <a:pt x="4620" y="6740"/>
                  </a:cubicBezTo>
                  <a:lnTo>
                    <a:pt x="4024" y="7335"/>
                  </a:lnTo>
                  <a:lnTo>
                    <a:pt x="3977" y="7287"/>
                  </a:lnTo>
                  <a:lnTo>
                    <a:pt x="3632" y="6942"/>
                  </a:lnTo>
                  <a:lnTo>
                    <a:pt x="3584" y="6906"/>
                  </a:lnTo>
                  <a:lnTo>
                    <a:pt x="4203" y="6323"/>
                  </a:lnTo>
                  <a:close/>
                  <a:moveTo>
                    <a:pt x="3239" y="7123"/>
                  </a:moveTo>
                  <a:cubicBezTo>
                    <a:pt x="3307" y="7123"/>
                    <a:pt x="3376" y="7150"/>
                    <a:pt x="3429" y="7204"/>
                  </a:cubicBezTo>
                  <a:lnTo>
                    <a:pt x="3763" y="7537"/>
                  </a:lnTo>
                  <a:cubicBezTo>
                    <a:pt x="3858" y="7632"/>
                    <a:pt x="3858" y="7799"/>
                    <a:pt x="3751" y="7894"/>
                  </a:cubicBezTo>
                  <a:lnTo>
                    <a:pt x="3560" y="8097"/>
                  </a:lnTo>
                  <a:lnTo>
                    <a:pt x="2858" y="7394"/>
                  </a:lnTo>
                  <a:lnTo>
                    <a:pt x="3048" y="7204"/>
                  </a:lnTo>
                  <a:cubicBezTo>
                    <a:pt x="3102" y="7150"/>
                    <a:pt x="3170" y="7123"/>
                    <a:pt x="3239" y="7123"/>
                  </a:cubicBezTo>
                  <a:close/>
                  <a:moveTo>
                    <a:pt x="2631" y="7597"/>
                  </a:moveTo>
                  <a:lnTo>
                    <a:pt x="3334" y="8299"/>
                  </a:lnTo>
                  <a:lnTo>
                    <a:pt x="1167" y="10478"/>
                  </a:lnTo>
                  <a:cubicBezTo>
                    <a:pt x="1113" y="10526"/>
                    <a:pt x="1045" y="10550"/>
                    <a:pt x="976" y="10550"/>
                  </a:cubicBezTo>
                  <a:cubicBezTo>
                    <a:pt x="908" y="10550"/>
                    <a:pt x="840" y="10526"/>
                    <a:pt x="786" y="10478"/>
                  </a:cubicBezTo>
                  <a:lnTo>
                    <a:pt x="453" y="10133"/>
                  </a:lnTo>
                  <a:cubicBezTo>
                    <a:pt x="357" y="10038"/>
                    <a:pt x="357" y="9883"/>
                    <a:pt x="465" y="9776"/>
                  </a:cubicBezTo>
                  <a:lnTo>
                    <a:pt x="2631" y="7597"/>
                  </a:lnTo>
                  <a:close/>
                  <a:moveTo>
                    <a:pt x="7120" y="1"/>
                  </a:moveTo>
                  <a:cubicBezTo>
                    <a:pt x="3989" y="1"/>
                    <a:pt x="2191" y="3537"/>
                    <a:pt x="4001" y="6073"/>
                  </a:cubicBezTo>
                  <a:lnTo>
                    <a:pt x="3274" y="6799"/>
                  </a:lnTo>
                  <a:cubicBezTo>
                    <a:pt x="3249" y="6796"/>
                    <a:pt x="3223" y="6794"/>
                    <a:pt x="3198" y="6794"/>
                  </a:cubicBezTo>
                  <a:cubicBezTo>
                    <a:pt x="3049" y="6794"/>
                    <a:pt x="2912" y="6854"/>
                    <a:pt x="2810" y="6966"/>
                  </a:cubicBezTo>
                  <a:lnTo>
                    <a:pt x="226" y="9549"/>
                  </a:lnTo>
                  <a:cubicBezTo>
                    <a:pt x="0" y="9776"/>
                    <a:pt x="0" y="10145"/>
                    <a:pt x="226" y="10371"/>
                  </a:cubicBezTo>
                  <a:lnTo>
                    <a:pt x="572" y="10716"/>
                  </a:lnTo>
                  <a:cubicBezTo>
                    <a:pt x="679" y="10823"/>
                    <a:pt x="828" y="10877"/>
                    <a:pt x="976" y="10877"/>
                  </a:cubicBezTo>
                  <a:cubicBezTo>
                    <a:pt x="1125" y="10877"/>
                    <a:pt x="1274" y="10823"/>
                    <a:pt x="1381" y="10716"/>
                  </a:cubicBezTo>
                  <a:lnTo>
                    <a:pt x="3655" y="8430"/>
                  </a:lnTo>
                  <a:lnTo>
                    <a:pt x="3977" y="8121"/>
                  </a:lnTo>
                  <a:cubicBezTo>
                    <a:pt x="4096" y="8002"/>
                    <a:pt x="4155" y="7835"/>
                    <a:pt x="4144" y="7656"/>
                  </a:cubicBezTo>
                  <a:lnTo>
                    <a:pt x="4870" y="6930"/>
                  </a:lnTo>
                  <a:cubicBezTo>
                    <a:pt x="5406" y="7323"/>
                    <a:pt x="6037" y="7573"/>
                    <a:pt x="6715" y="7632"/>
                  </a:cubicBezTo>
                  <a:lnTo>
                    <a:pt x="6727" y="7632"/>
                  </a:lnTo>
                  <a:cubicBezTo>
                    <a:pt x="6799" y="7632"/>
                    <a:pt x="6882" y="7573"/>
                    <a:pt x="6894" y="7478"/>
                  </a:cubicBezTo>
                  <a:cubicBezTo>
                    <a:pt x="6906" y="7394"/>
                    <a:pt x="6834" y="7323"/>
                    <a:pt x="6739" y="7299"/>
                  </a:cubicBezTo>
                  <a:cubicBezTo>
                    <a:pt x="6037" y="7228"/>
                    <a:pt x="5406" y="6966"/>
                    <a:pt x="4882" y="6549"/>
                  </a:cubicBezTo>
                  <a:cubicBezTo>
                    <a:pt x="2298" y="4465"/>
                    <a:pt x="3822" y="310"/>
                    <a:pt x="7096" y="310"/>
                  </a:cubicBezTo>
                  <a:cubicBezTo>
                    <a:pt x="8942" y="310"/>
                    <a:pt x="10418" y="1703"/>
                    <a:pt x="10597" y="3465"/>
                  </a:cubicBezTo>
                  <a:cubicBezTo>
                    <a:pt x="10609" y="3549"/>
                    <a:pt x="10692" y="3608"/>
                    <a:pt x="10775" y="3608"/>
                  </a:cubicBezTo>
                  <a:cubicBezTo>
                    <a:pt x="10871" y="3596"/>
                    <a:pt x="10930" y="3525"/>
                    <a:pt x="10930" y="3430"/>
                  </a:cubicBezTo>
                  <a:cubicBezTo>
                    <a:pt x="10728" y="1525"/>
                    <a:pt x="9120" y="1"/>
                    <a:pt x="7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7"/>
            <p:cNvSpPr/>
            <p:nvPr/>
          </p:nvSpPr>
          <p:spPr>
            <a:xfrm>
              <a:off x="3658105" y="3389599"/>
              <a:ext cx="208820" cy="199431"/>
            </a:xfrm>
            <a:custGeom>
              <a:avLst/>
              <a:gdLst/>
              <a:ahLst/>
              <a:cxnLst/>
              <a:rect l="l" t="t" r="r" b="b"/>
              <a:pathLst>
                <a:path w="6561" h="6266" extrusionOk="0">
                  <a:moveTo>
                    <a:pt x="3441" y="336"/>
                  </a:moveTo>
                  <a:cubicBezTo>
                    <a:pt x="4989" y="336"/>
                    <a:pt x="6251" y="1587"/>
                    <a:pt x="6251" y="3146"/>
                  </a:cubicBezTo>
                  <a:cubicBezTo>
                    <a:pt x="6251" y="4694"/>
                    <a:pt x="4989" y="5944"/>
                    <a:pt x="3441" y="5944"/>
                  </a:cubicBezTo>
                  <a:cubicBezTo>
                    <a:pt x="2727" y="5944"/>
                    <a:pt x="1989" y="5682"/>
                    <a:pt x="1441" y="5135"/>
                  </a:cubicBezTo>
                  <a:cubicBezTo>
                    <a:pt x="345" y="4027"/>
                    <a:pt x="345" y="2241"/>
                    <a:pt x="1441" y="1158"/>
                  </a:cubicBezTo>
                  <a:cubicBezTo>
                    <a:pt x="1989" y="598"/>
                    <a:pt x="2703" y="336"/>
                    <a:pt x="3441" y="336"/>
                  </a:cubicBezTo>
                  <a:close/>
                  <a:moveTo>
                    <a:pt x="3428" y="0"/>
                  </a:moveTo>
                  <a:cubicBezTo>
                    <a:pt x="2628" y="0"/>
                    <a:pt x="1828" y="307"/>
                    <a:pt x="1215" y="920"/>
                  </a:cubicBezTo>
                  <a:cubicBezTo>
                    <a:pt x="0" y="2134"/>
                    <a:pt x="0" y="4123"/>
                    <a:pt x="1215" y="5337"/>
                  </a:cubicBezTo>
                  <a:cubicBezTo>
                    <a:pt x="1822" y="5944"/>
                    <a:pt x="2631" y="6266"/>
                    <a:pt x="3429" y="6266"/>
                  </a:cubicBezTo>
                  <a:cubicBezTo>
                    <a:pt x="5144" y="6266"/>
                    <a:pt x="6561" y="4873"/>
                    <a:pt x="6561" y="3134"/>
                  </a:cubicBezTo>
                  <a:cubicBezTo>
                    <a:pt x="6561" y="2301"/>
                    <a:pt x="6227" y="1515"/>
                    <a:pt x="5632" y="920"/>
                  </a:cubicBezTo>
                  <a:cubicBezTo>
                    <a:pt x="5025" y="307"/>
                    <a:pt x="4227" y="0"/>
                    <a:pt x="3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7"/>
            <p:cNvSpPr/>
            <p:nvPr/>
          </p:nvSpPr>
          <p:spPr>
            <a:xfrm>
              <a:off x="3720614" y="3426805"/>
              <a:ext cx="95164" cy="116011"/>
            </a:xfrm>
            <a:custGeom>
              <a:avLst/>
              <a:gdLst/>
              <a:ahLst/>
              <a:cxnLst/>
              <a:rect l="l" t="t" r="r" b="b"/>
              <a:pathLst>
                <a:path w="2990" h="3645" extrusionOk="0">
                  <a:moveTo>
                    <a:pt x="1477" y="334"/>
                  </a:moveTo>
                  <a:cubicBezTo>
                    <a:pt x="1834" y="334"/>
                    <a:pt x="2132" y="632"/>
                    <a:pt x="2132" y="989"/>
                  </a:cubicBezTo>
                  <a:cubicBezTo>
                    <a:pt x="2132" y="1334"/>
                    <a:pt x="1834" y="1632"/>
                    <a:pt x="1477" y="1632"/>
                  </a:cubicBezTo>
                  <a:cubicBezTo>
                    <a:pt x="1120" y="1632"/>
                    <a:pt x="822" y="1334"/>
                    <a:pt x="822" y="989"/>
                  </a:cubicBezTo>
                  <a:cubicBezTo>
                    <a:pt x="822" y="608"/>
                    <a:pt x="1120" y="334"/>
                    <a:pt x="1477" y="334"/>
                  </a:cubicBezTo>
                  <a:close/>
                  <a:moveTo>
                    <a:pt x="1906" y="1953"/>
                  </a:moveTo>
                  <a:cubicBezTo>
                    <a:pt x="2287" y="1953"/>
                    <a:pt x="2620" y="2263"/>
                    <a:pt x="2620" y="2668"/>
                  </a:cubicBezTo>
                  <a:lnTo>
                    <a:pt x="2620" y="3335"/>
                  </a:lnTo>
                  <a:lnTo>
                    <a:pt x="2275" y="3335"/>
                  </a:lnTo>
                  <a:lnTo>
                    <a:pt x="2275" y="2632"/>
                  </a:lnTo>
                  <a:cubicBezTo>
                    <a:pt x="2275" y="2549"/>
                    <a:pt x="2203" y="2477"/>
                    <a:pt x="2108" y="2477"/>
                  </a:cubicBezTo>
                  <a:cubicBezTo>
                    <a:pt x="2025" y="2477"/>
                    <a:pt x="1953" y="2549"/>
                    <a:pt x="1953" y="2632"/>
                  </a:cubicBezTo>
                  <a:lnTo>
                    <a:pt x="1953" y="3335"/>
                  </a:lnTo>
                  <a:lnTo>
                    <a:pt x="953" y="3335"/>
                  </a:lnTo>
                  <a:lnTo>
                    <a:pt x="953" y="2632"/>
                  </a:lnTo>
                  <a:cubicBezTo>
                    <a:pt x="953" y="2549"/>
                    <a:pt x="882" y="2477"/>
                    <a:pt x="787" y="2477"/>
                  </a:cubicBezTo>
                  <a:cubicBezTo>
                    <a:pt x="691" y="2477"/>
                    <a:pt x="620" y="2549"/>
                    <a:pt x="620" y="2632"/>
                  </a:cubicBezTo>
                  <a:lnTo>
                    <a:pt x="620" y="3335"/>
                  </a:lnTo>
                  <a:lnTo>
                    <a:pt x="263" y="3335"/>
                  </a:lnTo>
                  <a:lnTo>
                    <a:pt x="263" y="2668"/>
                  </a:lnTo>
                  <a:cubicBezTo>
                    <a:pt x="263" y="2275"/>
                    <a:pt x="584" y="1953"/>
                    <a:pt x="977" y="1953"/>
                  </a:cubicBezTo>
                  <a:close/>
                  <a:moveTo>
                    <a:pt x="1477" y="1"/>
                  </a:moveTo>
                  <a:cubicBezTo>
                    <a:pt x="941" y="1"/>
                    <a:pt x="501" y="429"/>
                    <a:pt x="501" y="965"/>
                  </a:cubicBezTo>
                  <a:cubicBezTo>
                    <a:pt x="501" y="1239"/>
                    <a:pt x="608" y="1477"/>
                    <a:pt x="787" y="1656"/>
                  </a:cubicBezTo>
                  <a:cubicBezTo>
                    <a:pt x="322" y="1763"/>
                    <a:pt x="1" y="2180"/>
                    <a:pt x="1" y="2656"/>
                  </a:cubicBezTo>
                  <a:lnTo>
                    <a:pt x="1" y="3335"/>
                  </a:lnTo>
                  <a:cubicBezTo>
                    <a:pt x="1" y="3501"/>
                    <a:pt x="132" y="3644"/>
                    <a:pt x="310" y="3644"/>
                  </a:cubicBezTo>
                  <a:lnTo>
                    <a:pt x="2680" y="3644"/>
                  </a:lnTo>
                  <a:cubicBezTo>
                    <a:pt x="2846" y="3644"/>
                    <a:pt x="2989" y="3513"/>
                    <a:pt x="2989" y="3335"/>
                  </a:cubicBezTo>
                  <a:lnTo>
                    <a:pt x="2989" y="2656"/>
                  </a:lnTo>
                  <a:cubicBezTo>
                    <a:pt x="2965" y="2180"/>
                    <a:pt x="2620" y="1763"/>
                    <a:pt x="2156" y="1656"/>
                  </a:cubicBezTo>
                  <a:cubicBezTo>
                    <a:pt x="2334" y="1477"/>
                    <a:pt x="2442" y="1239"/>
                    <a:pt x="2442" y="965"/>
                  </a:cubicBezTo>
                  <a:cubicBezTo>
                    <a:pt x="2442" y="429"/>
                    <a:pt x="2013" y="1"/>
                    <a:pt x="1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7"/>
            <p:cNvSpPr/>
            <p:nvPr/>
          </p:nvSpPr>
          <p:spPr>
            <a:xfrm>
              <a:off x="3773671" y="3496030"/>
              <a:ext cx="115597" cy="114993"/>
            </a:xfrm>
            <a:custGeom>
              <a:avLst/>
              <a:gdLst/>
              <a:ahLst/>
              <a:cxnLst/>
              <a:rect l="l" t="t" r="r" b="b"/>
              <a:pathLst>
                <a:path w="3632" h="3613" extrusionOk="0">
                  <a:moveTo>
                    <a:pt x="3433" y="0"/>
                  </a:moveTo>
                  <a:cubicBezTo>
                    <a:pt x="3361" y="0"/>
                    <a:pt x="3297" y="65"/>
                    <a:pt x="3287" y="148"/>
                  </a:cubicBezTo>
                  <a:cubicBezTo>
                    <a:pt x="3120" y="1803"/>
                    <a:pt x="1810" y="3112"/>
                    <a:pt x="143" y="3291"/>
                  </a:cubicBezTo>
                  <a:cubicBezTo>
                    <a:pt x="60" y="3303"/>
                    <a:pt x="1" y="3374"/>
                    <a:pt x="1" y="3469"/>
                  </a:cubicBezTo>
                  <a:cubicBezTo>
                    <a:pt x="13" y="3553"/>
                    <a:pt x="72" y="3612"/>
                    <a:pt x="167" y="3612"/>
                  </a:cubicBezTo>
                  <a:lnTo>
                    <a:pt x="179" y="3612"/>
                  </a:lnTo>
                  <a:cubicBezTo>
                    <a:pt x="1989" y="3422"/>
                    <a:pt x="3442" y="1993"/>
                    <a:pt x="3620" y="183"/>
                  </a:cubicBezTo>
                  <a:cubicBezTo>
                    <a:pt x="3632" y="88"/>
                    <a:pt x="3561" y="17"/>
                    <a:pt x="3465" y="5"/>
                  </a:cubicBezTo>
                  <a:cubicBezTo>
                    <a:pt x="3454" y="2"/>
                    <a:pt x="3443" y="0"/>
                    <a:pt x="34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474;p27">
            <a:extLst>
              <a:ext uri="{FF2B5EF4-FFF2-40B4-BE49-F238E27FC236}">
                <a16:creationId xmlns:a16="http://schemas.microsoft.com/office/drawing/2014/main" id="{EC506805-C871-A474-3D17-C639F25F6CF2}"/>
              </a:ext>
            </a:extLst>
          </p:cNvPr>
          <p:cNvSpPr txBox="1">
            <a:spLocks/>
          </p:cNvSpPr>
          <p:nvPr/>
        </p:nvSpPr>
        <p:spPr>
          <a:xfrm>
            <a:off x="3590956" y="3439835"/>
            <a:ext cx="2123624" cy="40362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vi-VN" dirty="0">
                <a:latin typeface="Mali" panose="00000500000000000000" pitchFamily="2" charset="-34"/>
                <a:cs typeface="Mali" panose="00000500000000000000" pitchFamily="2" charset="-34"/>
              </a:rPr>
              <a:t>BẾ TẮC</a:t>
            </a:r>
          </a:p>
        </p:txBody>
      </p:sp>
      <p:sp>
        <p:nvSpPr>
          <p:cNvPr id="13" name="Google Shape;474;p27">
            <a:extLst>
              <a:ext uri="{FF2B5EF4-FFF2-40B4-BE49-F238E27FC236}">
                <a16:creationId xmlns:a16="http://schemas.microsoft.com/office/drawing/2014/main" id="{DE10C18F-55A7-4155-C7BA-95CE53911552}"/>
              </a:ext>
            </a:extLst>
          </p:cNvPr>
          <p:cNvSpPr txBox="1">
            <a:spLocks/>
          </p:cNvSpPr>
          <p:nvPr/>
        </p:nvSpPr>
        <p:spPr>
          <a:xfrm>
            <a:off x="6310585" y="4041490"/>
            <a:ext cx="2123624" cy="40362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vi-VN" dirty="0">
                <a:latin typeface="Mali" panose="00000500000000000000" pitchFamily="2" charset="-34"/>
                <a:cs typeface="Mali" panose="00000500000000000000" pitchFamily="2" charset="-34"/>
              </a:rPr>
              <a:t>QUẢN LÝ TIẾN TRÌNH TRÊN WINDOW 10</a:t>
            </a:r>
          </a:p>
        </p:txBody>
      </p:sp>
    </p:spTree>
    <p:extLst>
      <p:ext uri="{BB962C8B-B14F-4D97-AF65-F5344CB8AC3E}">
        <p14:creationId xmlns:p14="http://schemas.microsoft.com/office/powerpoint/2010/main" val="402676289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32"/>
          <p:cNvSpPr txBox="1">
            <a:spLocks noGrp="1"/>
          </p:cNvSpPr>
          <p:nvPr>
            <p:ph type="ctrTitle"/>
          </p:nvPr>
        </p:nvSpPr>
        <p:spPr>
          <a:xfrm>
            <a:off x="2031287" y="2411125"/>
            <a:ext cx="2622000" cy="8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2400" dirty="0">
                <a:latin typeface="Mali" panose="00000500000000000000" pitchFamily="2" charset="-34"/>
                <a:cs typeface="Mali" panose="00000500000000000000" pitchFamily="2" charset="-34"/>
              </a:rPr>
              <a:t>TỔNG QUAN VỀ TIẾN TRÌNH (PROCESS)</a:t>
            </a:r>
            <a:endParaRPr sz="2400" dirty="0"/>
          </a:p>
        </p:txBody>
      </p:sp>
      <p:sp>
        <p:nvSpPr>
          <p:cNvPr id="689" name="Google Shape;689;p32"/>
          <p:cNvSpPr/>
          <p:nvPr/>
        </p:nvSpPr>
        <p:spPr>
          <a:xfrm>
            <a:off x="5782875" y="1868575"/>
            <a:ext cx="10851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2"/>
                </a:solidFill>
              </a:rPr>
              <a:t>01</a:t>
            </a:r>
            <a:endParaRPr>
              <a:solidFill>
                <a:schemeClr val="dk2"/>
              </a:solidFill>
            </a:endParaRPr>
          </a:p>
        </p:txBody>
      </p:sp>
      <p:sp>
        <p:nvSpPr>
          <p:cNvPr id="691" name="Google Shape;691;p32"/>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3" name="Google Shape;693;p32"/>
          <p:cNvCxnSpPr>
            <a:stCxn id="689"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TỔNG QUAN</a:t>
            </a:r>
            <a:endParaRPr dirty="0">
              <a:latin typeface="Mali" panose="00000500000000000000" pitchFamily="2" charset="-34"/>
              <a:cs typeface="Mali" panose="00000500000000000000" pitchFamily="2" charset="-34"/>
            </a:endParaRPr>
          </a:p>
        </p:txBody>
      </p:sp>
      <p:sp>
        <p:nvSpPr>
          <p:cNvPr id="705" name="Google Shape;705;p33"/>
          <p:cNvSpPr/>
          <p:nvPr/>
        </p:nvSpPr>
        <p:spPr>
          <a:xfrm>
            <a:off x="1060589" y="173148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3"/>
          <p:cNvSpPr/>
          <p:nvPr/>
        </p:nvSpPr>
        <p:spPr>
          <a:xfrm>
            <a:off x="1060589" y="3292297"/>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descr="Task Manager là gì? Cách sử dụng để quản lý máy tính cực đơn giản -  Thegioididong.com">
            <a:extLst>
              <a:ext uri="{FF2B5EF4-FFF2-40B4-BE49-F238E27FC236}">
                <a16:creationId xmlns:a16="http://schemas.microsoft.com/office/drawing/2014/main" id="{E2E16A45-B161-7ED5-8143-ECCF7C443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43929"/>
            <a:ext cx="4340856" cy="3255642"/>
          </a:xfrm>
          <a:prstGeom prst="rect">
            <a:avLst/>
          </a:prstGeom>
          <a:noFill/>
          <a:extLst>
            <a:ext uri="{909E8E84-426E-40DD-AFC4-6F175D3DCCD1}">
              <a14:hiddenFill xmlns:a14="http://schemas.microsoft.com/office/drawing/2010/main">
                <a:solidFill>
                  <a:srgbClr val="FFFFFF"/>
                </a:solidFill>
              </a14:hiddenFill>
            </a:ext>
          </a:extLst>
        </p:spPr>
      </p:pic>
      <p:sp>
        <p:nvSpPr>
          <p:cNvPr id="3" name="Hộp Văn bản 2">
            <a:extLst>
              <a:ext uri="{FF2B5EF4-FFF2-40B4-BE49-F238E27FC236}">
                <a16:creationId xmlns:a16="http://schemas.microsoft.com/office/drawing/2014/main" id="{3D1787C6-7A92-16A6-FE14-F4CD17F74C19}"/>
              </a:ext>
            </a:extLst>
          </p:cNvPr>
          <p:cNvSpPr txBox="1"/>
          <p:nvPr/>
        </p:nvSpPr>
        <p:spPr>
          <a:xfrm>
            <a:off x="1340004" y="1556110"/>
            <a:ext cx="2852854" cy="1169551"/>
          </a:xfrm>
          <a:prstGeom prst="rect">
            <a:avLst/>
          </a:prstGeom>
          <a:noFill/>
        </p:spPr>
        <p:txBody>
          <a:bodyPr wrap="square">
            <a:spAutoFit/>
          </a:bodyPr>
          <a:lstStyle/>
          <a:p>
            <a:r>
              <a:rPr lang="vi-VN" dirty="0">
                <a:solidFill>
                  <a:schemeClr val="bg1"/>
                </a:solidFill>
                <a:latin typeface="Pangolin" panose="00000500000000000000" pitchFamily="2" charset="0"/>
              </a:rPr>
              <a:t>Chương trình (</a:t>
            </a:r>
            <a:r>
              <a:rPr lang="vi-VN" dirty="0" err="1">
                <a:solidFill>
                  <a:schemeClr val="bg1"/>
                </a:solidFill>
                <a:latin typeface="Pangolin" panose="00000500000000000000" pitchFamily="2" charset="0"/>
              </a:rPr>
              <a:t>Program</a:t>
            </a:r>
            <a:r>
              <a:rPr lang="vi-VN" dirty="0">
                <a:solidFill>
                  <a:schemeClr val="bg1"/>
                </a:solidFill>
                <a:latin typeface="Pangolin" panose="00000500000000000000" pitchFamily="2" charset="0"/>
              </a:rPr>
              <a:t>) là một thực thể thụ động chứa đựng các chỉ thị điều khiển máy tính (lệnh) thi hành một tác vụ nào đó. Chương trình được cất trên dưới dạng </a:t>
            </a:r>
            <a:r>
              <a:rPr lang="vi-VN" dirty="0" err="1">
                <a:solidFill>
                  <a:schemeClr val="bg1"/>
                </a:solidFill>
                <a:latin typeface="Pangolin" panose="00000500000000000000" pitchFamily="2" charset="0"/>
              </a:rPr>
              <a:t>file</a:t>
            </a:r>
            <a:r>
              <a:rPr lang="vi-VN" dirty="0">
                <a:solidFill>
                  <a:schemeClr val="bg1"/>
                </a:solidFill>
                <a:latin typeface="Pangolin" panose="00000500000000000000" pitchFamily="2" charset="0"/>
              </a:rPr>
              <a:t>.</a:t>
            </a:r>
          </a:p>
        </p:txBody>
      </p:sp>
      <p:sp>
        <p:nvSpPr>
          <p:cNvPr id="4" name="Hộp Văn bản 3">
            <a:extLst>
              <a:ext uri="{FF2B5EF4-FFF2-40B4-BE49-F238E27FC236}">
                <a16:creationId xmlns:a16="http://schemas.microsoft.com/office/drawing/2014/main" id="{35C35D4C-F4D2-D565-7663-11391FC62327}"/>
              </a:ext>
            </a:extLst>
          </p:cNvPr>
          <p:cNvSpPr txBox="1"/>
          <p:nvPr/>
        </p:nvSpPr>
        <p:spPr>
          <a:xfrm>
            <a:off x="1340004" y="3217641"/>
            <a:ext cx="2852854" cy="954107"/>
          </a:xfrm>
          <a:prstGeom prst="rect">
            <a:avLst/>
          </a:prstGeom>
          <a:noFill/>
        </p:spPr>
        <p:txBody>
          <a:bodyPr wrap="square">
            <a:spAutoFit/>
          </a:bodyPr>
          <a:lstStyle/>
          <a:p>
            <a:r>
              <a:rPr lang="vi-VN" dirty="0">
                <a:solidFill>
                  <a:schemeClr val="bg1"/>
                </a:solidFill>
                <a:latin typeface="Pangolin" panose="00000500000000000000" pitchFamily="2" charset="0"/>
              </a:rPr>
              <a:t>Khi chương trình được nạp vào RAM và CPU bắt đầu thi hành chương trình thì lúc này chương trình trở thành “tiến trình” (</a:t>
            </a:r>
            <a:r>
              <a:rPr lang="vi-VN" dirty="0" err="1">
                <a:solidFill>
                  <a:schemeClr val="bg1"/>
                </a:solidFill>
                <a:latin typeface="Pangolin" panose="00000500000000000000" pitchFamily="2" charset="0"/>
              </a:rPr>
              <a:t>Process</a:t>
            </a:r>
            <a:r>
              <a:rPr lang="vi-VN" dirty="0">
                <a:solidFill>
                  <a:schemeClr val="bg1"/>
                </a:solidFill>
                <a:latin typeface="Pangolin" panose="00000500000000000000" pitchFamily="2" charset="0"/>
              </a:rPr>
              <a: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KHÁI NIỆM</a:t>
            </a:r>
            <a:endParaRPr dirty="0">
              <a:latin typeface="Mali" panose="00000500000000000000" pitchFamily="2" charset="-34"/>
              <a:cs typeface="Mali" panose="00000500000000000000" pitchFamily="2" charset="-34"/>
            </a:endParaRPr>
          </a:p>
        </p:txBody>
      </p:sp>
      <p:sp>
        <p:nvSpPr>
          <p:cNvPr id="705" name="Google Shape;705;p33"/>
          <p:cNvSpPr/>
          <p:nvPr/>
        </p:nvSpPr>
        <p:spPr>
          <a:xfrm>
            <a:off x="5736667" y="98521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Hộp Văn bản 2">
            <a:extLst>
              <a:ext uri="{FF2B5EF4-FFF2-40B4-BE49-F238E27FC236}">
                <a16:creationId xmlns:a16="http://schemas.microsoft.com/office/drawing/2014/main" id="{3D1787C6-7A92-16A6-FE14-F4CD17F74C19}"/>
              </a:ext>
            </a:extLst>
          </p:cNvPr>
          <p:cNvSpPr txBox="1"/>
          <p:nvPr/>
        </p:nvSpPr>
        <p:spPr>
          <a:xfrm>
            <a:off x="6016082" y="924900"/>
            <a:ext cx="2967325" cy="276999"/>
          </a:xfrm>
          <a:prstGeom prst="rect">
            <a:avLst/>
          </a:prstGeom>
          <a:noFill/>
        </p:spPr>
        <p:txBody>
          <a:bodyPr wrap="square">
            <a:spAutoFit/>
          </a:bodyPr>
          <a:lstStyle/>
          <a:p>
            <a:r>
              <a:rPr lang="vi-VN" sz="1200" dirty="0">
                <a:solidFill>
                  <a:schemeClr val="bg1"/>
                </a:solidFill>
                <a:latin typeface="Pangolin" panose="00000500000000000000" pitchFamily="2" charset="0"/>
              </a:rPr>
              <a:t>Là một dãy thay đổi trạng thái của hệ thống</a:t>
            </a:r>
          </a:p>
        </p:txBody>
      </p:sp>
      <p:pic>
        <p:nvPicPr>
          <p:cNvPr id="2050" name="Picture 2" descr="Chi tiết bài học Tiến trình là gì">
            <a:extLst>
              <a:ext uri="{FF2B5EF4-FFF2-40B4-BE49-F238E27FC236}">
                <a16:creationId xmlns:a16="http://schemas.microsoft.com/office/drawing/2014/main" id="{0C645214-E35D-6A9D-6A1A-9ADDAE38AD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008" y="1102627"/>
            <a:ext cx="4481220" cy="3401653"/>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436;p25">
            <a:extLst>
              <a:ext uri="{FF2B5EF4-FFF2-40B4-BE49-F238E27FC236}">
                <a16:creationId xmlns:a16="http://schemas.microsoft.com/office/drawing/2014/main" id="{47822E5C-69B7-D165-A8FC-EADF93F698D0}"/>
              </a:ext>
            </a:extLst>
          </p:cNvPr>
          <p:cNvSpPr/>
          <p:nvPr/>
        </p:nvSpPr>
        <p:spPr>
          <a:xfrm>
            <a:off x="6016082" y="1422168"/>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Hộp Văn bản 6">
            <a:extLst>
              <a:ext uri="{FF2B5EF4-FFF2-40B4-BE49-F238E27FC236}">
                <a16:creationId xmlns:a16="http://schemas.microsoft.com/office/drawing/2014/main" id="{20CD8BCD-ECF4-FAEE-D0C0-8684347E8AAD}"/>
              </a:ext>
            </a:extLst>
          </p:cNvPr>
          <p:cNvSpPr txBox="1"/>
          <p:nvPr/>
        </p:nvSpPr>
        <p:spPr>
          <a:xfrm>
            <a:off x="6185784" y="1328996"/>
            <a:ext cx="2882590" cy="307777"/>
          </a:xfrm>
          <a:prstGeom prst="rect">
            <a:avLst/>
          </a:prstGeom>
          <a:noFill/>
        </p:spPr>
        <p:txBody>
          <a:bodyPr wrap="square">
            <a:spAutoFit/>
          </a:bodyPr>
          <a:lstStyle/>
          <a:p>
            <a:r>
              <a:rPr lang="vi-VN" dirty="0">
                <a:solidFill>
                  <a:schemeClr val="bg1"/>
                </a:solidFill>
                <a:latin typeface="Pangolin" panose="00000500000000000000" pitchFamily="2" charset="0"/>
                <a:cs typeface="Mali" panose="00000500000000000000" pitchFamily="2" charset="-34"/>
              </a:rPr>
              <a:t>Xuất phát từ một trạng thái ban đầu</a:t>
            </a:r>
          </a:p>
        </p:txBody>
      </p:sp>
      <p:sp>
        <p:nvSpPr>
          <p:cNvPr id="8" name="Google Shape;436;p25">
            <a:extLst>
              <a:ext uri="{FF2B5EF4-FFF2-40B4-BE49-F238E27FC236}">
                <a16:creationId xmlns:a16="http://schemas.microsoft.com/office/drawing/2014/main" id="{E943D70C-F387-8D60-62DF-AA3F4F5B07A1}"/>
              </a:ext>
            </a:extLst>
          </p:cNvPr>
          <p:cNvSpPr/>
          <p:nvPr/>
        </p:nvSpPr>
        <p:spPr>
          <a:xfrm>
            <a:off x="6016082" y="1824647"/>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Hộp Văn bản 8">
            <a:extLst>
              <a:ext uri="{FF2B5EF4-FFF2-40B4-BE49-F238E27FC236}">
                <a16:creationId xmlns:a16="http://schemas.microsoft.com/office/drawing/2014/main" id="{A864DFC1-A6D0-66ED-75C0-42DC75119825}"/>
              </a:ext>
            </a:extLst>
          </p:cNvPr>
          <p:cNvSpPr txBox="1"/>
          <p:nvPr/>
        </p:nvSpPr>
        <p:spPr>
          <a:xfrm>
            <a:off x="6185784" y="1731475"/>
            <a:ext cx="1736319" cy="307777"/>
          </a:xfrm>
          <a:prstGeom prst="rect">
            <a:avLst/>
          </a:prstGeom>
          <a:noFill/>
        </p:spPr>
        <p:txBody>
          <a:bodyPr wrap="square">
            <a:spAutoFit/>
          </a:bodyPr>
          <a:lstStyle/>
          <a:p>
            <a:r>
              <a:rPr lang="vi-VN">
                <a:solidFill>
                  <a:schemeClr val="bg1"/>
                </a:solidFill>
                <a:latin typeface="Pangolin" panose="00000500000000000000" pitchFamily="2" charset="0"/>
                <a:cs typeface="Mali" panose="00000500000000000000" pitchFamily="2" charset="-34"/>
              </a:rPr>
              <a:t>Trạng thái hệ thống:</a:t>
            </a:r>
            <a:endParaRPr lang="vi-VN" dirty="0">
              <a:solidFill>
                <a:schemeClr val="bg1"/>
              </a:solidFill>
              <a:latin typeface="Pangolin" panose="00000500000000000000" pitchFamily="2" charset="0"/>
              <a:cs typeface="Mali" panose="00000500000000000000" pitchFamily="2" charset="-34"/>
            </a:endParaRPr>
          </a:p>
        </p:txBody>
      </p:sp>
      <p:sp>
        <p:nvSpPr>
          <p:cNvPr id="11" name="Google Shape;438;p25">
            <a:extLst>
              <a:ext uri="{FF2B5EF4-FFF2-40B4-BE49-F238E27FC236}">
                <a16:creationId xmlns:a16="http://schemas.microsoft.com/office/drawing/2014/main" id="{A925CD25-B38D-9D7E-2702-F298B45B4168}"/>
              </a:ext>
            </a:extLst>
          </p:cNvPr>
          <p:cNvSpPr/>
          <p:nvPr/>
        </p:nvSpPr>
        <p:spPr>
          <a:xfrm>
            <a:off x="6253827" y="2133954"/>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Hộp Văn bản 12">
            <a:extLst>
              <a:ext uri="{FF2B5EF4-FFF2-40B4-BE49-F238E27FC236}">
                <a16:creationId xmlns:a16="http://schemas.microsoft.com/office/drawing/2014/main" id="{066EDED2-87EC-3720-D423-96B44EF55D81}"/>
              </a:ext>
            </a:extLst>
          </p:cNvPr>
          <p:cNvSpPr txBox="1"/>
          <p:nvPr/>
        </p:nvSpPr>
        <p:spPr>
          <a:xfrm>
            <a:off x="6357913" y="2047264"/>
            <a:ext cx="2302023" cy="307777"/>
          </a:xfrm>
          <a:prstGeom prst="rect">
            <a:avLst/>
          </a:prstGeom>
          <a:noFill/>
        </p:spPr>
        <p:txBody>
          <a:bodyPr wrap="square">
            <a:spAutoFit/>
          </a:bodyPr>
          <a:lstStyle/>
          <a:p>
            <a:r>
              <a:rPr lang="vi-VN" dirty="0">
                <a:solidFill>
                  <a:schemeClr val="bg1"/>
                </a:solidFill>
                <a:latin typeface="Pangolin" panose="00000500000000000000" pitchFamily="2" charset="0"/>
              </a:rPr>
              <a:t>Vi xử lý: Giá trị các thanh ghi</a:t>
            </a:r>
          </a:p>
        </p:txBody>
      </p:sp>
      <p:sp>
        <p:nvSpPr>
          <p:cNvPr id="14" name="Google Shape;438;p25">
            <a:extLst>
              <a:ext uri="{FF2B5EF4-FFF2-40B4-BE49-F238E27FC236}">
                <a16:creationId xmlns:a16="http://schemas.microsoft.com/office/drawing/2014/main" id="{EB39ADB1-C4B7-077D-462C-2B95975A6C89}"/>
              </a:ext>
            </a:extLst>
          </p:cNvPr>
          <p:cNvSpPr/>
          <p:nvPr/>
        </p:nvSpPr>
        <p:spPr>
          <a:xfrm>
            <a:off x="6258200" y="2449743"/>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Hộp Văn bản 14">
            <a:extLst>
              <a:ext uri="{FF2B5EF4-FFF2-40B4-BE49-F238E27FC236}">
                <a16:creationId xmlns:a16="http://schemas.microsoft.com/office/drawing/2014/main" id="{7B162171-76E9-CE74-3752-F29776B847B3}"/>
              </a:ext>
            </a:extLst>
          </p:cNvPr>
          <p:cNvSpPr txBox="1"/>
          <p:nvPr/>
        </p:nvSpPr>
        <p:spPr>
          <a:xfrm>
            <a:off x="6362286" y="2363053"/>
            <a:ext cx="2302023" cy="307777"/>
          </a:xfrm>
          <a:prstGeom prst="rect">
            <a:avLst/>
          </a:prstGeom>
          <a:noFill/>
        </p:spPr>
        <p:txBody>
          <a:bodyPr wrap="square">
            <a:spAutoFit/>
          </a:bodyPr>
          <a:lstStyle/>
          <a:p>
            <a:r>
              <a:rPr lang="vi-VN" dirty="0">
                <a:solidFill>
                  <a:schemeClr val="bg1"/>
                </a:solidFill>
                <a:latin typeface="Pangolin" panose="00000500000000000000" pitchFamily="2" charset="0"/>
              </a:rPr>
              <a:t>Bộ nhớ: Nội dung các ô nhớ</a:t>
            </a:r>
          </a:p>
        </p:txBody>
      </p:sp>
      <p:sp>
        <p:nvSpPr>
          <p:cNvPr id="16" name="Google Shape;438;p25">
            <a:extLst>
              <a:ext uri="{FF2B5EF4-FFF2-40B4-BE49-F238E27FC236}">
                <a16:creationId xmlns:a16="http://schemas.microsoft.com/office/drawing/2014/main" id="{69FB801A-6AD2-1753-D5D9-32719BC80F53}"/>
              </a:ext>
            </a:extLst>
          </p:cNvPr>
          <p:cNvSpPr/>
          <p:nvPr/>
        </p:nvSpPr>
        <p:spPr>
          <a:xfrm>
            <a:off x="6253827" y="2757520"/>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Hộp Văn bản 16">
            <a:extLst>
              <a:ext uri="{FF2B5EF4-FFF2-40B4-BE49-F238E27FC236}">
                <a16:creationId xmlns:a16="http://schemas.microsoft.com/office/drawing/2014/main" id="{A431B032-1BE2-2D93-1B7C-DBCC5D62068F}"/>
              </a:ext>
            </a:extLst>
          </p:cNvPr>
          <p:cNvSpPr txBox="1"/>
          <p:nvPr/>
        </p:nvSpPr>
        <p:spPr>
          <a:xfrm>
            <a:off x="6357913" y="2670830"/>
            <a:ext cx="2786087" cy="307777"/>
          </a:xfrm>
          <a:prstGeom prst="rect">
            <a:avLst/>
          </a:prstGeom>
          <a:noFill/>
        </p:spPr>
        <p:txBody>
          <a:bodyPr wrap="square">
            <a:spAutoFit/>
          </a:bodyPr>
          <a:lstStyle/>
          <a:p>
            <a:r>
              <a:rPr lang="vi-VN" dirty="0">
                <a:solidFill>
                  <a:schemeClr val="bg1"/>
                </a:solidFill>
                <a:latin typeface="Pangolin" panose="00000500000000000000" pitchFamily="2" charset="0"/>
              </a:rPr>
              <a:t>Thiết bị ngoại vi: Trạng thái thiết bị</a:t>
            </a:r>
          </a:p>
        </p:txBody>
      </p:sp>
      <p:sp>
        <p:nvSpPr>
          <p:cNvPr id="18" name="Google Shape;705;p33">
            <a:extLst>
              <a:ext uri="{FF2B5EF4-FFF2-40B4-BE49-F238E27FC236}">
                <a16:creationId xmlns:a16="http://schemas.microsoft.com/office/drawing/2014/main" id="{2C77EA33-3C31-71B0-A97B-CBA2EA4337F5}"/>
              </a:ext>
            </a:extLst>
          </p:cNvPr>
          <p:cNvSpPr/>
          <p:nvPr/>
        </p:nvSpPr>
        <p:spPr>
          <a:xfrm>
            <a:off x="5812293" y="3103875"/>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Hộp Văn bản 18">
            <a:extLst>
              <a:ext uri="{FF2B5EF4-FFF2-40B4-BE49-F238E27FC236}">
                <a16:creationId xmlns:a16="http://schemas.microsoft.com/office/drawing/2014/main" id="{2C3EAC04-298E-39D9-564C-9F5FC1945DAB}"/>
              </a:ext>
            </a:extLst>
          </p:cNvPr>
          <p:cNvSpPr txBox="1"/>
          <p:nvPr/>
        </p:nvSpPr>
        <p:spPr>
          <a:xfrm>
            <a:off x="6091708" y="3043562"/>
            <a:ext cx="2967325" cy="276999"/>
          </a:xfrm>
          <a:prstGeom prst="rect">
            <a:avLst/>
          </a:prstGeom>
          <a:noFill/>
        </p:spPr>
        <p:txBody>
          <a:bodyPr wrap="square">
            <a:spAutoFit/>
          </a:bodyPr>
          <a:lstStyle/>
          <a:p>
            <a:r>
              <a:rPr lang="vi-VN" sz="1200">
                <a:solidFill>
                  <a:schemeClr val="bg1"/>
                </a:solidFill>
                <a:latin typeface="Pangolin" panose="00000500000000000000" pitchFamily="2" charset="0"/>
              </a:rPr>
              <a:t>Là một dãy thay đổi trạng thái của hệ thống</a:t>
            </a:r>
            <a:endParaRPr lang="vi-VN" sz="1200" dirty="0">
              <a:solidFill>
                <a:schemeClr val="bg1"/>
              </a:solidFill>
              <a:latin typeface="Pangolin" panose="00000500000000000000" pitchFamily="2" charset="0"/>
            </a:endParaRPr>
          </a:p>
        </p:txBody>
      </p:sp>
      <p:sp>
        <p:nvSpPr>
          <p:cNvPr id="20" name="Google Shape;436;p25">
            <a:extLst>
              <a:ext uri="{FF2B5EF4-FFF2-40B4-BE49-F238E27FC236}">
                <a16:creationId xmlns:a16="http://schemas.microsoft.com/office/drawing/2014/main" id="{CAC41CEA-5F2C-61C6-EE7B-970B8BCE89D5}"/>
              </a:ext>
            </a:extLst>
          </p:cNvPr>
          <p:cNvSpPr/>
          <p:nvPr/>
        </p:nvSpPr>
        <p:spPr>
          <a:xfrm>
            <a:off x="6091708" y="3540830"/>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Hộp Văn bản 20">
            <a:extLst>
              <a:ext uri="{FF2B5EF4-FFF2-40B4-BE49-F238E27FC236}">
                <a16:creationId xmlns:a16="http://schemas.microsoft.com/office/drawing/2014/main" id="{64E00819-6BD2-23DB-B306-EEDA5D512C91}"/>
              </a:ext>
            </a:extLst>
          </p:cNvPr>
          <p:cNvSpPr txBox="1"/>
          <p:nvPr/>
        </p:nvSpPr>
        <p:spPr>
          <a:xfrm>
            <a:off x="6261410" y="3447658"/>
            <a:ext cx="2882590" cy="523220"/>
          </a:xfrm>
          <a:prstGeom prst="rect">
            <a:avLst/>
          </a:prstGeom>
          <a:noFill/>
        </p:spPr>
        <p:txBody>
          <a:bodyPr wrap="square">
            <a:spAutoFit/>
          </a:bodyPr>
          <a:lstStyle/>
          <a:p>
            <a:r>
              <a:rPr lang="vi-VN" dirty="0">
                <a:solidFill>
                  <a:schemeClr val="bg1"/>
                </a:solidFill>
                <a:latin typeface="Pangolin" panose="00000500000000000000" pitchFamily="2" charset="0"/>
                <a:cs typeface="Mali" panose="00000500000000000000" pitchFamily="2" charset="-34"/>
              </a:rPr>
              <a:t>Được thực thi bởi các tiến trình khác nhau, với các bộ dữ liệu khác nhau</a:t>
            </a:r>
          </a:p>
        </p:txBody>
      </p:sp>
      <p:sp>
        <p:nvSpPr>
          <p:cNvPr id="22" name="Google Shape;436;p25">
            <a:extLst>
              <a:ext uri="{FF2B5EF4-FFF2-40B4-BE49-F238E27FC236}">
                <a16:creationId xmlns:a16="http://schemas.microsoft.com/office/drawing/2014/main" id="{A6C8A1F3-D999-BC6D-33DF-759E310AC025}"/>
              </a:ext>
            </a:extLst>
          </p:cNvPr>
          <p:cNvSpPr/>
          <p:nvPr/>
        </p:nvSpPr>
        <p:spPr>
          <a:xfrm>
            <a:off x="6091708" y="4065130"/>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Hộp Văn bản 22">
            <a:extLst>
              <a:ext uri="{FF2B5EF4-FFF2-40B4-BE49-F238E27FC236}">
                <a16:creationId xmlns:a16="http://schemas.microsoft.com/office/drawing/2014/main" id="{5BD85CFE-2A6A-A6BE-D9F8-4973766586AF}"/>
              </a:ext>
            </a:extLst>
          </p:cNvPr>
          <p:cNvSpPr txBox="1"/>
          <p:nvPr/>
        </p:nvSpPr>
        <p:spPr>
          <a:xfrm>
            <a:off x="6261410" y="3971958"/>
            <a:ext cx="2882590" cy="307777"/>
          </a:xfrm>
          <a:prstGeom prst="rect">
            <a:avLst/>
          </a:prstGeom>
          <a:noFill/>
        </p:spPr>
        <p:txBody>
          <a:bodyPr wrap="square">
            <a:spAutoFit/>
          </a:bodyPr>
          <a:lstStyle/>
          <a:p>
            <a:r>
              <a:rPr lang="vi-VN" dirty="0">
                <a:solidFill>
                  <a:schemeClr val="bg1"/>
                </a:solidFill>
                <a:latin typeface="Pangolin" panose="00000500000000000000" pitchFamily="2" charset="0"/>
                <a:cs typeface="Mali" panose="00000500000000000000" pitchFamily="2" charset="-34"/>
              </a:rPr>
              <a:t>Gọi tới nhiều tiến trình</a:t>
            </a:r>
          </a:p>
        </p:txBody>
      </p:sp>
      <p:sp>
        <p:nvSpPr>
          <p:cNvPr id="24" name="Google Shape;705;p33">
            <a:extLst>
              <a:ext uri="{FF2B5EF4-FFF2-40B4-BE49-F238E27FC236}">
                <a16:creationId xmlns:a16="http://schemas.microsoft.com/office/drawing/2014/main" id="{CCDE18C5-0A60-ABDF-CF89-438224154801}"/>
              </a:ext>
            </a:extLst>
          </p:cNvPr>
          <p:cNvSpPr/>
          <p:nvPr/>
        </p:nvSpPr>
        <p:spPr>
          <a:xfrm>
            <a:off x="5812292" y="450428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vi-VN"/>
          </a:p>
        </p:txBody>
      </p:sp>
      <p:sp>
        <p:nvSpPr>
          <p:cNvPr id="25" name="Hộp Văn bản 24">
            <a:extLst>
              <a:ext uri="{FF2B5EF4-FFF2-40B4-BE49-F238E27FC236}">
                <a16:creationId xmlns:a16="http://schemas.microsoft.com/office/drawing/2014/main" id="{AC6F13E5-C634-3AC3-147B-DEE93C177229}"/>
              </a:ext>
            </a:extLst>
          </p:cNvPr>
          <p:cNvSpPr txBox="1"/>
          <p:nvPr/>
        </p:nvSpPr>
        <p:spPr>
          <a:xfrm>
            <a:off x="5968217" y="4444326"/>
            <a:ext cx="2882590" cy="523220"/>
          </a:xfrm>
          <a:prstGeom prst="rect">
            <a:avLst/>
          </a:prstGeom>
          <a:noFill/>
        </p:spPr>
        <p:txBody>
          <a:bodyPr wrap="square">
            <a:spAutoFit/>
          </a:bodyPr>
          <a:lstStyle/>
          <a:p>
            <a:r>
              <a:rPr lang="vi-VN" dirty="0">
                <a:solidFill>
                  <a:schemeClr val="bg1"/>
                </a:solidFill>
                <a:latin typeface="Pangolin" panose="00000500000000000000" pitchFamily="2" charset="0"/>
                <a:cs typeface="Mali" panose="00000500000000000000" pitchFamily="2" charset="-34"/>
              </a:rPr>
              <a:t>Tiến trình là một thực thể chủ động: bộ đếm lệnh, tệp tài nguyên</a:t>
            </a:r>
          </a:p>
        </p:txBody>
      </p:sp>
    </p:spTree>
    <p:extLst>
      <p:ext uri="{BB962C8B-B14F-4D97-AF65-F5344CB8AC3E}">
        <p14:creationId xmlns:p14="http://schemas.microsoft.com/office/powerpoint/2010/main" val="409024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TỔNG QUAN</a:t>
            </a:r>
            <a:endParaRPr dirty="0">
              <a:latin typeface="Mali" panose="00000500000000000000" pitchFamily="2" charset="-34"/>
              <a:cs typeface="Mali" panose="00000500000000000000" pitchFamily="2" charset="-34"/>
            </a:endParaRPr>
          </a:p>
        </p:txBody>
      </p:sp>
      <p:sp>
        <p:nvSpPr>
          <p:cNvPr id="705" name="Google Shape;705;p33"/>
          <p:cNvSpPr/>
          <p:nvPr/>
        </p:nvSpPr>
        <p:spPr>
          <a:xfrm>
            <a:off x="1060589" y="173148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3"/>
          <p:cNvSpPr/>
          <p:nvPr/>
        </p:nvSpPr>
        <p:spPr>
          <a:xfrm>
            <a:off x="1060589" y="3292297"/>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descr="Task Manager là gì? Cách sử dụng để quản lý máy tính cực đơn giản -  Thegioididong.com">
            <a:extLst>
              <a:ext uri="{FF2B5EF4-FFF2-40B4-BE49-F238E27FC236}">
                <a16:creationId xmlns:a16="http://schemas.microsoft.com/office/drawing/2014/main" id="{E2E16A45-B161-7ED5-8143-ECCF7C443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43929"/>
            <a:ext cx="4340856" cy="3255642"/>
          </a:xfrm>
          <a:prstGeom prst="rect">
            <a:avLst/>
          </a:prstGeom>
          <a:noFill/>
          <a:extLst>
            <a:ext uri="{909E8E84-426E-40DD-AFC4-6F175D3DCCD1}">
              <a14:hiddenFill xmlns:a14="http://schemas.microsoft.com/office/drawing/2010/main">
                <a:solidFill>
                  <a:srgbClr val="FFFFFF"/>
                </a:solidFill>
              </a14:hiddenFill>
            </a:ext>
          </a:extLst>
        </p:spPr>
      </p:pic>
      <p:sp>
        <p:nvSpPr>
          <p:cNvPr id="3" name="Hộp Văn bản 2">
            <a:extLst>
              <a:ext uri="{FF2B5EF4-FFF2-40B4-BE49-F238E27FC236}">
                <a16:creationId xmlns:a16="http://schemas.microsoft.com/office/drawing/2014/main" id="{3D1787C6-7A92-16A6-FE14-F4CD17F74C19}"/>
              </a:ext>
            </a:extLst>
          </p:cNvPr>
          <p:cNvSpPr txBox="1"/>
          <p:nvPr/>
        </p:nvSpPr>
        <p:spPr>
          <a:xfrm>
            <a:off x="1340004" y="1556110"/>
            <a:ext cx="2852854" cy="1169551"/>
          </a:xfrm>
          <a:prstGeom prst="rect">
            <a:avLst/>
          </a:prstGeom>
          <a:noFill/>
        </p:spPr>
        <p:txBody>
          <a:bodyPr wrap="square">
            <a:spAutoFit/>
          </a:bodyPr>
          <a:lstStyle/>
          <a:p>
            <a:r>
              <a:rPr lang="vi-VN" dirty="0">
                <a:solidFill>
                  <a:schemeClr val="bg1"/>
                </a:solidFill>
                <a:latin typeface="Pangolin" panose="00000500000000000000" pitchFamily="2" charset="0"/>
              </a:rPr>
              <a:t>Chương trình (</a:t>
            </a:r>
            <a:r>
              <a:rPr lang="vi-VN" dirty="0" err="1">
                <a:solidFill>
                  <a:schemeClr val="bg1"/>
                </a:solidFill>
                <a:latin typeface="Pangolin" panose="00000500000000000000" pitchFamily="2" charset="0"/>
              </a:rPr>
              <a:t>Program</a:t>
            </a:r>
            <a:r>
              <a:rPr lang="vi-VN" dirty="0">
                <a:solidFill>
                  <a:schemeClr val="bg1"/>
                </a:solidFill>
                <a:latin typeface="Pangolin" panose="00000500000000000000" pitchFamily="2" charset="0"/>
              </a:rPr>
              <a:t>) là một thực thể thụ động chứa đựng các chỉ thị điều khiển máy tính (lệnh) thi hành một tác vụ nào đó. Chương trình được cất trên dưới dạng </a:t>
            </a:r>
            <a:r>
              <a:rPr lang="vi-VN" dirty="0" err="1">
                <a:solidFill>
                  <a:schemeClr val="bg1"/>
                </a:solidFill>
                <a:latin typeface="Pangolin" panose="00000500000000000000" pitchFamily="2" charset="0"/>
              </a:rPr>
              <a:t>file</a:t>
            </a:r>
            <a:r>
              <a:rPr lang="vi-VN" dirty="0">
                <a:solidFill>
                  <a:schemeClr val="bg1"/>
                </a:solidFill>
                <a:latin typeface="Pangolin" panose="00000500000000000000" pitchFamily="2" charset="0"/>
              </a:rPr>
              <a:t>.</a:t>
            </a:r>
          </a:p>
        </p:txBody>
      </p:sp>
      <p:sp>
        <p:nvSpPr>
          <p:cNvPr id="4" name="Hộp Văn bản 3">
            <a:extLst>
              <a:ext uri="{FF2B5EF4-FFF2-40B4-BE49-F238E27FC236}">
                <a16:creationId xmlns:a16="http://schemas.microsoft.com/office/drawing/2014/main" id="{35C35D4C-F4D2-D565-7663-11391FC62327}"/>
              </a:ext>
            </a:extLst>
          </p:cNvPr>
          <p:cNvSpPr txBox="1"/>
          <p:nvPr/>
        </p:nvSpPr>
        <p:spPr>
          <a:xfrm>
            <a:off x="1340004" y="3217641"/>
            <a:ext cx="2852854" cy="954107"/>
          </a:xfrm>
          <a:prstGeom prst="rect">
            <a:avLst/>
          </a:prstGeom>
          <a:noFill/>
        </p:spPr>
        <p:txBody>
          <a:bodyPr wrap="square">
            <a:spAutoFit/>
          </a:bodyPr>
          <a:lstStyle/>
          <a:p>
            <a:r>
              <a:rPr lang="vi-VN" dirty="0">
                <a:solidFill>
                  <a:schemeClr val="bg1"/>
                </a:solidFill>
                <a:latin typeface="Pangolin" panose="00000500000000000000" pitchFamily="2" charset="0"/>
              </a:rPr>
              <a:t>Khi chương trình được nạp vào RAM và CPU bắt đầu thi hành chương trình thì lúc này chương trình trở thành “tiến trình” (</a:t>
            </a:r>
            <a:r>
              <a:rPr lang="vi-VN" dirty="0" err="1">
                <a:solidFill>
                  <a:schemeClr val="bg1"/>
                </a:solidFill>
                <a:latin typeface="Pangolin" panose="00000500000000000000" pitchFamily="2" charset="0"/>
              </a:rPr>
              <a:t>Process</a:t>
            </a:r>
            <a:r>
              <a:rPr lang="vi-VN" dirty="0">
                <a:solidFill>
                  <a:schemeClr val="bg1"/>
                </a:solidFill>
                <a:latin typeface="Pangolin" panose="00000500000000000000" pitchFamily="2" charset="0"/>
              </a:rPr>
              <a:t>)</a:t>
            </a:r>
          </a:p>
        </p:txBody>
      </p:sp>
    </p:spTree>
    <p:extLst>
      <p:ext uri="{BB962C8B-B14F-4D97-AF65-F5344CB8AC3E}">
        <p14:creationId xmlns:p14="http://schemas.microsoft.com/office/powerpoint/2010/main" val="291542607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CÁC TRẠNG THÁI</a:t>
            </a:r>
            <a:endParaRPr dirty="0">
              <a:latin typeface="Mali" panose="00000500000000000000" pitchFamily="2" charset="-34"/>
              <a:cs typeface="Mali" panose="00000500000000000000" pitchFamily="2" charset="-34"/>
            </a:endParaRPr>
          </a:p>
        </p:txBody>
      </p:sp>
      <p:pic>
        <p:nvPicPr>
          <p:cNvPr id="3074" name="Picture 2" descr="Process trong hệ điều hành là gì - hocdauthau.com">
            <a:extLst>
              <a:ext uri="{FF2B5EF4-FFF2-40B4-BE49-F238E27FC236}">
                <a16:creationId xmlns:a16="http://schemas.microsoft.com/office/drawing/2014/main" id="{EB705B50-935A-A700-D212-8743DA76F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372" y="1212323"/>
            <a:ext cx="7755255" cy="3313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6987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CẤU TRÚC KHỐI QUẢN LÝ TIẾN TRÌNH</a:t>
            </a:r>
            <a:endParaRPr dirty="0">
              <a:latin typeface="Mali" panose="00000500000000000000" pitchFamily="2" charset="-34"/>
              <a:cs typeface="Mali" panose="00000500000000000000" pitchFamily="2" charset="-34"/>
            </a:endParaRPr>
          </a:p>
        </p:txBody>
      </p:sp>
      <p:pic>
        <p:nvPicPr>
          <p:cNvPr id="3" name="Hình ảnh 2">
            <a:extLst>
              <a:ext uri="{FF2B5EF4-FFF2-40B4-BE49-F238E27FC236}">
                <a16:creationId xmlns:a16="http://schemas.microsoft.com/office/drawing/2014/main" id="{3CB4301E-A421-BC52-751B-A00C3576EF3B}"/>
              </a:ext>
            </a:extLst>
          </p:cNvPr>
          <p:cNvPicPr>
            <a:picLocks noChangeAspect="1"/>
          </p:cNvPicPr>
          <p:nvPr/>
        </p:nvPicPr>
        <p:blipFill>
          <a:blip r:embed="rId3"/>
          <a:stretch>
            <a:fillRect/>
          </a:stretch>
        </p:blipFill>
        <p:spPr>
          <a:xfrm>
            <a:off x="2221230" y="989475"/>
            <a:ext cx="4004310" cy="4004310"/>
          </a:xfrm>
          <a:prstGeom prst="rect">
            <a:avLst/>
          </a:prstGeom>
        </p:spPr>
      </p:pic>
    </p:spTree>
    <p:extLst>
      <p:ext uri="{BB962C8B-B14F-4D97-AF65-F5344CB8AC3E}">
        <p14:creationId xmlns:p14="http://schemas.microsoft.com/office/powerpoint/2010/main" val="2955773414"/>
      </p:ext>
    </p:extLst>
  </p:cSld>
  <p:clrMapOvr>
    <a:masterClrMapping/>
  </p:clrMapOvr>
  <p:transition spd="slow">
    <p:comb/>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400" dirty="0">
                <a:latin typeface="Mali" panose="00000500000000000000" pitchFamily="2" charset="-34"/>
                <a:cs typeface="Mali" panose="00000500000000000000" pitchFamily="2" charset="-34"/>
              </a:rPr>
              <a:t>MỤC TIÊU CỦA KHỐI QUẢN LÝ TIẾN TRÌNH LÀ GÌ?</a:t>
            </a:r>
            <a:endParaRPr sz="2400" dirty="0">
              <a:latin typeface="Mali" panose="00000500000000000000" pitchFamily="2" charset="-34"/>
              <a:cs typeface="Mali" panose="00000500000000000000" pitchFamily="2" charset="-34"/>
            </a:endParaRPr>
          </a:p>
        </p:txBody>
      </p:sp>
      <p:sp>
        <p:nvSpPr>
          <p:cNvPr id="4" name="Google Shape;705;p33">
            <a:extLst>
              <a:ext uri="{FF2B5EF4-FFF2-40B4-BE49-F238E27FC236}">
                <a16:creationId xmlns:a16="http://schemas.microsoft.com/office/drawing/2014/main" id="{6200AB14-BF38-2AEC-9F11-8382A2524203}"/>
              </a:ext>
            </a:extLst>
          </p:cNvPr>
          <p:cNvSpPr/>
          <p:nvPr/>
        </p:nvSpPr>
        <p:spPr>
          <a:xfrm>
            <a:off x="2043569" y="215820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05;p33">
            <a:extLst>
              <a:ext uri="{FF2B5EF4-FFF2-40B4-BE49-F238E27FC236}">
                <a16:creationId xmlns:a16="http://schemas.microsoft.com/office/drawing/2014/main" id="{830FE0A9-5040-6445-EBB5-62BB84D65F0D}"/>
              </a:ext>
            </a:extLst>
          </p:cNvPr>
          <p:cNvSpPr/>
          <p:nvPr/>
        </p:nvSpPr>
        <p:spPr>
          <a:xfrm>
            <a:off x="4283849" y="2158202"/>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05;p33">
            <a:extLst>
              <a:ext uri="{FF2B5EF4-FFF2-40B4-BE49-F238E27FC236}">
                <a16:creationId xmlns:a16="http://schemas.microsoft.com/office/drawing/2014/main" id="{09BBADE7-651C-9A8A-4DD3-625A0F846A41}"/>
              </a:ext>
            </a:extLst>
          </p:cNvPr>
          <p:cNvSpPr/>
          <p:nvPr/>
        </p:nvSpPr>
        <p:spPr>
          <a:xfrm>
            <a:off x="6524129" y="2158201"/>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Hộp Văn bản 7">
            <a:extLst>
              <a:ext uri="{FF2B5EF4-FFF2-40B4-BE49-F238E27FC236}">
                <a16:creationId xmlns:a16="http://schemas.microsoft.com/office/drawing/2014/main" id="{D3E45522-868D-9F82-A306-D2898065F3BC}"/>
              </a:ext>
            </a:extLst>
          </p:cNvPr>
          <p:cNvSpPr txBox="1"/>
          <p:nvPr/>
        </p:nvSpPr>
        <p:spPr>
          <a:xfrm>
            <a:off x="5785955" y="2712719"/>
            <a:ext cx="1632272" cy="523220"/>
          </a:xfrm>
          <a:prstGeom prst="rect">
            <a:avLst/>
          </a:prstGeom>
          <a:noFill/>
        </p:spPr>
        <p:txBody>
          <a:bodyPr wrap="square">
            <a:spAutoFit/>
          </a:bodyPr>
          <a:lstStyle/>
          <a:p>
            <a:pPr algn="ctr"/>
            <a:r>
              <a:rPr lang="vi-VN" dirty="0">
                <a:solidFill>
                  <a:schemeClr val="bg1"/>
                </a:solidFill>
                <a:latin typeface="Pangolin" panose="00000500000000000000" pitchFamily="2" charset="0"/>
              </a:rPr>
              <a:t>Tối ưu hóa sự sử dụng tài nguyên</a:t>
            </a:r>
          </a:p>
        </p:txBody>
      </p:sp>
      <p:sp>
        <p:nvSpPr>
          <p:cNvPr id="9" name="Hộp Văn bản 8">
            <a:extLst>
              <a:ext uri="{FF2B5EF4-FFF2-40B4-BE49-F238E27FC236}">
                <a16:creationId xmlns:a16="http://schemas.microsoft.com/office/drawing/2014/main" id="{BF1E8395-E1A7-85AF-CE2F-6C425943EEF7}"/>
              </a:ext>
            </a:extLst>
          </p:cNvPr>
          <p:cNvSpPr txBox="1"/>
          <p:nvPr/>
        </p:nvSpPr>
        <p:spPr>
          <a:xfrm>
            <a:off x="3545675" y="2724149"/>
            <a:ext cx="1632272" cy="1600438"/>
          </a:xfrm>
          <a:prstGeom prst="rect">
            <a:avLst/>
          </a:prstGeom>
          <a:noFill/>
        </p:spPr>
        <p:txBody>
          <a:bodyPr wrap="square">
            <a:spAutoFit/>
          </a:bodyPr>
          <a:lstStyle/>
          <a:p>
            <a:pPr algn="ctr"/>
            <a:r>
              <a:rPr lang="vi-VN" dirty="0">
                <a:solidFill>
                  <a:schemeClr val="bg1"/>
                </a:solidFill>
                <a:latin typeface="Pangolin" panose="00000500000000000000" pitchFamily="2" charset="0"/>
              </a:rPr>
              <a:t>Cấp phát tài nguyên cho tiến trình có yêu cầu trong một khoảng thời gian trì hoãn có thể chấp nhận được</a:t>
            </a:r>
          </a:p>
        </p:txBody>
      </p:sp>
      <p:sp>
        <p:nvSpPr>
          <p:cNvPr id="10" name="Hộp Văn bản 9">
            <a:extLst>
              <a:ext uri="{FF2B5EF4-FFF2-40B4-BE49-F238E27FC236}">
                <a16:creationId xmlns:a16="http://schemas.microsoft.com/office/drawing/2014/main" id="{2C1E34DF-77AD-47D0-AA44-5D060C1F3A5E}"/>
              </a:ext>
            </a:extLst>
          </p:cNvPr>
          <p:cNvSpPr txBox="1"/>
          <p:nvPr/>
        </p:nvSpPr>
        <p:spPr>
          <a:xfrm>
            <a:off x="1457795" y="2724150"/>
            <a:ext cx="1632272" cy="1384995"/>
          </a:xfrm>
          <a:prstGeom prst="rect">
            <a:avLst/>
          </a:prstGeom>
          <a:noFill/>
        </p:spPr>
        <p:txBody>
          <a:bodyPr wrap="square">
            <a:spAutoFit/>
          </a:bodyPr>
          <a:lstStyle/>
          <a:p>
            <a:pPr algn="ctr"/>
            <a:r>
              <a:rPr lang="vi-VN" dirty="0">
                <a:solidFill>
                  <a:schemeClr val="bg1"/>
                </a:solidFill>
                <a:latin typeface="Pangolin" panose="00000500000000000000" pitchFamily="2" charset="0"/>
              </a:rPr>
              <a:t>Bảo đảm một số lượng hợp lệ các tiến trình truy xuất đồng thời đến các tài nguyên không thể chia sẻ được</a:t>
            </a:r>
          </a:p>
        </p:txBody>
      </p:sp>
    </p:spTree>
    <p:extLst>
      <p:ext uri="{BB962C8B-B14F-4D97-AF65-F5344CB8AC3E}">
        <p14:creationId xmlns:p14="http://schemas.microsoft.com/office/powerpoint/2010/main" val="1597967926"/>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400" dirty="0">
                <a:latin typeface="Mali" panose="00000500000000000000" pitchFamily="2" charset="-34"/>
                <a:cs typeface="Mali" panose="00000500000000000000" pitchFamily="2" charset="-34"/>
              </a:rPr>
              <a:t>DANH SÁCH CÁC TIẾN TRÌNH</a:t>
            </a:r>
            <a:endParaRPr sz="2400" dirty="0">
              <a:latin typeface="Mali" panose="00000500000000000000" pitchFamily="2" charset="-34"/>
              <a:cs typeface="Mali" panose="00000500000000000000" pitchFamily="2" charset="-34"/>
            </a:endParaRPr>
          </a:p>
        </p:txBody>
      </p:sp>
      <p:sp>
        <p:nvSpPr>
          <p:cNvPr id="4" name="Google Shape;705;p33">
            <a:extLst>
              <a:ext uri="{FF2B5EF4-FFF2-40B4-BE49-F238E27FC236}">
                <a16:creationId xmlns:a16="http://schemas.microsoft.com/office/drawing/2014/main" id="{6200AB14-BF38-2AEC-9F11-8382A2524203}"/>
              </a:ext>
            </a:extLst>
          </p:cNvPr>
          <p:cNvSpPr/>
          <p:nvPr/>
        </p:nvSpPr>
        <p:spPr>
          <a:xfrm>
            <a:off x="2368935" y="2158201"/>
            <a:ext cx="299519" cy="300383"/>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05;p33">
            <a:extLst>
              <a:ext uri="{FF2B5EF4-FFF2-40B4-BE49-F238E27FC236}">
                <a16:creationId xmlns:a16="http://schemas.microsoft.com/office/drawing/2014/main" id="{09BBADE7-651C-9A8A-4DD3-625A0F846A41}"/>
              </a:ext>
            </a:extLst>
          </p:cNvPr>
          <p:cNvSpPr/>
          <p:nvPr/>
        </p:nvSpPr>
        <p:spPr>
          <a:xfrm>
            <a:off x="6380535" y="2158201"/>
            <a:ext cx="299519" cy="300383"/>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Hộp Văn bản 7">
            <a:extLst>
              <a:ext uri="{FF2B5EF4-FFF2-40B4-BE49-F238E27FC236}">
                <a16:creationId xmlns:a16="http://schemas.microsoft.com/office/drawing/2014/main" id="{D3E45522-868D-9F82-A306-D2898065F3BC}"/>
              </a:ext>
            </a:extLst>
          </p:cNvPr>
          <p:cNvSpPr txBox="1"/>
          <p:nvPr/>
        </p:nvSpPr>
        <p:spPr>
          <a:xfrm>
            <a:off x="5457061" y="2724150"/>
            <a:ext cx="2146465" cy="1169551"/>
          </a:xfrm>
          <a:prstGeom prst="rect">
            <a:avLst/>
          </a:prstGeom>
          <a:noFill/>
        </p:spPr>
        <p:txBody>
          <a:bodyPr wrap="square">
            <a:spAutoFit/>
          </a:bodyPr>
          <a:lstStyle/>
          <a:p>
            <a:pPr algn="ctr"/>
            <a:r>
              <a:rPr lang="vi-VN" dirty="0">
                <a:solidFill>
                  <a:schemeClr val="bg1"/>
                </a:solidFill>
                <a:latin typeface="Pangolin" panose="00000500000000000000" pitchFamily="2" charset="0"/>
              </a:rPr>
              <a:t>Tiến trình đa luồng: Là tiến trình có nhiều luồng thực thi -&gt; cho phép thực hiện nhiều hơn một nhiệm vụ tại một thời điểm</a:t>
            </a:r>
          </a:p>
        </p:txBody>
      </p:sp>
      <p:sp>
        <p:nvSpPr>
          <p:cNvPr id="10" name="Hộp Văn bản 9">
            <a:extLst>
              <a:ext uri="{FF2B5EF4-FFF2-40B4-BE49-F238E27FC236}">
                <a16:creationId xmlns:a16="http://schemas.microsoft.com/office/drawing/2014/main" id="{2C1E34DF-77AD-47D0-AA44-5D060C1F3A5E}"/>
              </a:ext>
            </a:extLst>
          </p:cNvPr>
          <p:cNvSpPr txBox="1"/>
          <p:nvPr/>
        </p:nvSpPr>
        <p:spPr>
          <a:xfrm>
            <a:off x="1457794" y="2724150"/>
            <a:ext cx="2146465" cy="1600438"/>
          </a:xfrm>
          <a:prstGeom prst="rect">
            <a:avLst/>
          </a:prstGeom>
          <a:noFill/>
        </p:spPr>
        <p:txBody>
          <a:bodyPr wrap="square">
            <a:spAutoFit/>
          </a:bodyPr>
          <a:lstStyle/>
          <a:p>
            <a:pPr algn="ctr"/>
            <a:r>
              <a:rPr lang="vi-VN" dirty="0">
                <a:solidFill>
                  <a:schemeClr val="bg1"/>
                </a:solidFill>
                <a:latin typeface="Pangolin" panose="00000500000000000000" pitchFamily="2" charset="0"/>
              </a:rPr>
              <a:t>Tiến trình đơn luồng: Là tiến trình thực hiện chỉ 1 luồng thực thi. Có một luồng câu lệnh thực thi -&gt; Cho phép thực hiện chỉ một nhiệm vụ tại một thời điểm</a:t>
            </a:r>
          </a:p>
        </p:txBody>
      </p:sp>
    </p:spTree>
    <p:extLst>
      <p:ext uri="{BB962C8B-B14F-4D97-AF65-F5344CB8AC3E}">
        <p14:creationId xmlns:p14="http://schemas.microsoft.com/office/powerpoint/2010/main" val="58058304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DIỄN BIẾN ĐIỀU PHỐI TIẾN TRÌNH</a:t>
            </a:r>
            <a:endParaRPr dirty="0">
              <a:latin typeface="Mali" panose="00000500000000000000" pitchFamily="2" charset="-34"/>
              <a:cs typeface="Mali" panose="00000500000000000000" pitchFamily="2" charset="-34"/>
            </a:endParaRPr>
          </a:p>
        </p:txBody>
      </p:sp>
      <p:pic>
        <p:nvPicPr>
          <p:cNvPr id="4" name="Hình ảnh 3">
            <a:extLst>
              <a:ext uri="{FF2B5EF4-FFF2-40B4-BE49-F238E27FC236}">
                <a16:creationId xmlns:a16="http://schemas.microsoft.com/office/drawing/2014/main" id="{BBCDF953-F3D2-FF84-871B-9BAAB58949E6}"/>
              </a:ext>
            </a:extLst>
          </p:cNvPr>
          <p:cNvPicPr>
            <a:picLocks noChangeAspect="1"/>
          </p:cNvPicPr>
          <p:nvPr/>
        </p:nvPicPr>
        <p:blipFill>
          <a:blip r:embed="rId3"/>
          <a:stretch>
            <a:fillRect/>
          </a:stretch>
        </p:blipFill>
        <p:spPr>
          <a:xfrm>
            <a:off x="1576387" y="1121850"/>
            <a:ext cx="5991225" cy="3609975"/>
          </a:xfrm>
          <a:prstGeom prst="rect">
            <a:avLst/>
          </a:prstGeom>
        </p:spPr>
      </p:pic>
    </p:spTree>
    <p:extLst>
      <p:ext uri="{BB962C8B-B14F-4D97-AF65-F5344CB8AC3E}">
        <p14:creationId xmlns:p14="http://schemas.microsoft.com/office/powerpoint/2010/main" val="1550397401"/>
      </p:ext>
    </p:extLst>
  </p:cSld>
  <p:clrMapOvr>
    <a:masterClrMapping/>
  </p:clrMapOvr>
  <mc:AlternateContent xmlns:mc="http://schemas.openxmlformats.org/markup-compatibility/2006">
    <mc:Choice xmlns:p14="http://schemas.microsoft.com/office/powerpoint/2010/main" Requires="p14">
      <p:transition spd="slow" p14:dur="3900">
        <p14:glitter/>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BỘ ĐIỀU PHỐI</a:t>
            </a:r>
            <a:endParaRPr dirty="0">
              <a:latin typeface="Mali" panose="00000500000000000000" pitchFamily="2" charset="-34"/>
              <a:cs typeface="Mali" panose="00000500000000000000" pitchFamily="2" charset="-34"/>
            </a:endParaRPr>
          </a:p>
        </p:txBody>
      </p:sp>
      <p:pic>
        <p:nvPicPr>
          <p:cNvPr id="20482" name="Picture 2">
            <a:extLst>
              <a:ext uri="{FF2B5EF4-FFF2-40B4-BE49-F238E27FC236}">
                <a16:creationId xmlns:a16="http://schemas.microsoft.com/office/drawing/2014/main" id="{87079D43-B3E8-C7A1-7497-158864B07D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238" y="989475"/>
            <a:ext cx="7609523" cy="3936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70573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CHUYỂN NGỮ CẢNH</a:t>
            </a:r>
            <a:endParaRPr dirty="0">
              <a:latin typeface="Mali" panose="00000500000000000000" pitchFamily="2" charset="-34"/>
              <a:cs typeface="Mali" panose="00000500000000000000" pitchFamily="2" charset="-34"/>
            </a:endParaRPr>
          </a:p>
        </p:txBody>
      </p:sp>
      <p:pic>
        <p:nvPicPr>
          <p:cNvPr id="3" name="Hình ảnh 2">
            <a:extLst>
              <a:ext uri="{FF2B5EF4-FFF2-40B4-BE49-F238E27FC236}">
                <a16:creationId xmlns:a16="http://schemas.microsoft.com/office/drawing/2014/main" id="{136F2410-7C44-73E2-CFDD-288464BD6EDB}"/>
              </a:ext>
            </a:extLst>
          </p:cNvPr>
          <p:cNvPicPr>
            <a:picLocks noChangeAspect="1"/>
          </p:cNvPicPr>
          <p:nvPr/>
        </p:nvPicPr>
        <p:blipFill>
          <a:blip r:embed="rId3"/>
          <a:stretch>
            <a:fillRect/>
          </a:stretch>
        </p:blipFill>
        <p:spPr>
          <a:xfrm>
            <a:off x="1645920" y="1091105"/>
            <a:ext cx="5704522" cy="3640720"/>
          </a:xfrm>
          <a:prstGeom prst="rect">
            <a:avLst/>
          </a:prstGeom>
        </p:spPr>
      </p:pic>
    </p:spTree>
    <p:extLst>
      <p:ext uri="{BB962C8B-B14F-4D97-AF65-F5344CB8AC3E}">
        <p14:creationId xmlns:p14="http://schemas.microsoft.com/office/powerpoint/2010/main" val="3318346370"/>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THAO TÁC TRÊN TIẾN TRÌNH</a:t>
            </a:r>
            <a:endParaRPr dirty="0">
              <a:latin typeface="Mali" panose="00000500000000000000" pitchFamily="2" charset="-34"/>
              <a:cs typeface="Mali" panose="00000500000000000000" pitchFamily="2" charset="-34"/>
            </a:endParaRPr>
          </a:p>
        </p:txBody>
      </p:sp>
      <p:pic>
        <p:nvPicPr>
          <p:cNvPr id="4" name="Hình ảnh 3">
            <a:extLst>
              <a:ext uri="{FF2B5EF4-FFF2-40B4-BE49-F238E27FC236}">
                <a16:creationId xmlns:a16="http://schemas.microsoft.com/office/drawing/2014/main" id="{2E69CC15-99EB-6EC0-2C90-3E102D640A95}"/>
              </a:ext>
            </a:extLst>
          </p:cNvPr>
          <p:cNvPicPr>
            <a:picLocks noChangeAspect="1"/>
          </p:cNvPicPr>
          <p:nvPr/>
        </p:nvPicPr>
        <p:blipFill>
          <a:blip r:embed="rId3"/>
          <a:stretch>
            <a:fillRect/>
          </a:stretch>
        </p:blipFill>
        <p:spPr>
          <a:xfrm>
            <a:off x="2048727" y="989475"/>
            <a:ext cx="5046545" cy="3774204"/>
          </a:xfrm>
          <a:prstGeom prst="rect">
            <a:avLst/>
          </a:prstGeom>
        </p:spPr>
      </p:pic>
    </p:spTree>
    <p:extLst>
      <p:ext uri="{BB962C8B-B14F-4D97-AF65-F5344CB8AC3E}">
        <p14:creationId xmlns:p14="http://schemas.microsoft.com/office/powerpoint/2010/main" val="2999517852"/>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PHÂN LOẠI TIẾN TRÌNH</a:t>
            </a:r>
            <a:endParaRPr dirty="0">
              <a:latin typeface="Mali" panose="00000500000000000000" pitchFamily="2" charset="-34"/>
              <a:cs typeface="Mali" panose="00000500000000000000" pitchFamily="2" charset="-34"/>
            </a:endParaRPr>
          </a:p>
        </p:txBody>
      </p:sp>
      <p:sp>
        <p:nvSpPr>
          <p:cNvPr id="2" name="AutoShape 2" descr="Thao tác với Process">
            <a:extLst>
              <a:ext uri="{FF2B5EF4-FFF2-40B4-BE49-F238E27FC236}">
                <a16:creationId xmlns:a16="http://schemas.microsoft.com/office/drawing/2014/main" id="{64060365-0BA8-FAAF-8900-C59C35AF6FD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4" name="Google Shape;705;p33">
            <a:extLst>
              <a:ext uri="{FF2B5EF4-FFF2-40B4-BE49-F238E27FC236}">
                <a16:creationId xmlns:a16="http://schemas.microsoft.com/office/drawing/2014/main" id="{1E99B7E5-87A7-FF2E-905A-F455968B1759}"/>
              </a:ext>
            </a:extLst>
          </p:cNvPr>
          <p:cNvSpPr/>
          <p:nvPr/>
        </p:nvSpPr>
        <p:spPr>
          <a:xfrm>
            <a:off x="2292735" y="1662901"/>
            <a:ext cx="412359" cy="413549"/>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05;p33">
            <a:extLst>
              <a:ext uri="{FF2B5EF4-FFF2-40B4-BE49-F238E27FC236}">
                <a16:creationId xmlns:a16="http://schemas.microsoft.com/office/drawing/2014/main" id="{8F47B439-0559-6A0F-E148-B22468B985AA}"/>
              </a:ext>
            </a:extLst>
          </p:cNvPr>
          <p:cNvSpPr/>
          <p:nvPr/>
        </p:nvSpPr>
        <p:spPr>
          <a:xfrm>
            <a:off x="5828415" y="1662900"/>
            <a:ext cx="412359" cy="413549"/>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Hộp Văn bản 6">
            <a:extLst>
              <a:ext uri="{FF2B5EF4-FFF2-40B4-BE49-F238E27FC236}">
                <a16:creationId xmlns:a16="http://schemas.microsoft.com/office/drawing/2014/main" id="{EE9367BB-7CEE-CF14-A256-E790B0E722C9}"/>
              </a:ext>
            </a:extLst>
          </p:cNvPr>
          <p:cNvSpPr txBox="1"/>
          <p:nvPr/>
        </p:nvSpPr>
        <p:spPr>
          <a:xfrm>
            <a:off x="1488274" y="2419350"/>
            <a:ext cx="2146465" cy="1938992"/>
          </a:xfrm>
          <a:prstGeom prst="rect">
            <a:avLst/>
          </a:prstGeom>
          <a:noFill/>
        </p:spPr>
        <p:txBody>
          <a:bodyPr wrap="square">
            <a:spAutoFit/>
          </a:bodyPr>
          <a:lstStyle/>
          <a:p>
            <a:pPr algn="ctr"/>
            <a:r>
              <a:rPr lang="vi-VN" sz="2000" dirty="0">
                <a:solidFill>
                  <a:schemeClr val="bg1"/>
                </a:solidFill>
                <a:latin typeface="Pangolin" panose="00000500000000000000" pitchFamily="2" charset="0"/>
              </a:rPr>
              <a:t>Các tiến trình tuần tự: Điểm bắt đầu của tiến trình này nằm sau điểm kết thúc của tiến trình kia</a:t>
            </a:r>
          </a:p>
        </p:txBody>
      </p:sp>
      <p:sp>
        <p:nvSpPr>
          <p:cNvPr id="8" name="Hộp Văn bản 7">
            <a:extLst>
              <a:ext uri="{FF2B5EF4-FFF2-40B4-BE49-F238E27FC236}">
                <a16:creationId xmlns:a16="http://schemas.microsoft.com/office/drawing/2014/main" id="{08CF0E79-8784-C5F9-F956-891F7F7CB7CF}"/>
              </a:ext>
            </a:extLst>
          </p:cNvPr>
          <p:cNvSpPr txBox="1"/>
          <p:nvPr/>
        </p:nvSpPr>
        <p:spPr>
          <a:xfrm>
            <a:off x="4961361" y="2419350"/>
            <a:ext cx="2146465" cy="1938992"/>
          </a:xfrm>
          <a:prstGeom prst="rect">
            <a:avLst/>
          </a:prstGeom>
          <a:noFill/>
        </p:spPr>
        <p:txBody>
          <a:bodyPr wrap="square">
            <a:spAutoFit/>
          </a:bodyPr>
          <a:lstStyle/>
          <a:p>
            <a:pPr algn="ctr"/>
            <a:r>
              <a:rPr lang="vi-VN" sz="2000" dirty="0">
                <a:solidFill>
                  <a:schemeClr val="bg1"/>
                </a:solidFill>
                <a:latin typeface="Pangolin" panose="00000500000000000000" pitchFamily="2" charset="0"/>
              </a:rPr>
              <a:t>Các tiến trình song </a:t>
            </a:r>
            <a:r>
              <a:rPr lang="vi-VN" sz="2000" dirty="0" err="1">
                <a:solidFill>
                  <a:schemeClr val="bg1"/>
                </a:solidFill>
                <a:latin typeface="Pangolin" panose="00000500000000000000" pitchFamily="2" charset="0"/>
              </a:rPr>
              <a:t>song</a:t>
            </a:r>
            <a:r>
              <a:rPr lang="vi-VN" sz="2000" dirty="0">
                <a:solidFill>
                  <a:schemeClr val="bg1"/>
                </a:solidFill>
                <a:latin typeface="Pangolin" panose="00000500000000000000" pitchFamily="2" charset="0"/>
              </a:rPr>
              <a:t>: Điểm bắt đầu của tiến trình này nằm ở thân của tiến trình khác</a:t>
            </a:r>
          </a:p>
        </p:txBody>
      </p:sp>
    </p:spTree>
    <p:extLst>
      <p:ext uri="{BB962C8B-B14F-4D97-AF65-F5344CB8AC3E}">
        <p14:creationId xmlns:p14="http://schemas.microsoft.com/office/powerpoint/2010/main" val="39356876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LIÊN LẠC GIỮA CÁC TIẾN TRÌNH</a:t>
            </a:r>
            <a:endParaRPr dirty="0">
              <a:latin typeface="Mali" panose="00000500000000000000" pitchFamily="2" charset="-34"/>
              <a:cs typeface="Mali" panose="00000500000000000000" pitchFamily="2" charset="-34"/>
            </a:endParaRPr>
          </a:p>
        </p:txBody>
      </p:sp>
      <p:pic>
        <p:nvPicPr>
          <p:cNvPr id="3" name="Hình ảnh 2">
            <a:extLst>
              <a:ext uri="{FF2B5EF4-FFF2-40B4-BE49-F238E27FC236}">
                <a16:creationId xmlns:a16="http://schemas.microsoft.com/office/drawing/2014/main" id="{618AFAB9-4B88-A3D1-1447-4C4EAB2ECF01}"/>
              </a:ext>
            </a:extLst>
          </p:cNvPr>
          <p:cNvPicPr>
            <a:picLocks noChangeAspect="1"/>
          </p:cNvPicPr>
          <p:nvPr/>
        </p:nvPicPr>
        <p:blipFill>
          <a:blip r:embed="rId3"/>
          <a:stretch>
            <a:fillRect/>
          </a:stretch>
        </p:blipFill>
        <p:spPr>
          <a:xfrm>
            <a:off x="695325" y="1195863"/>
            <a:ext cx="7989018" cy="2751773"/>
          </a:xfrm>
          <a:prstGeom prst="rect">
            <a:avLst/>
          </a:prstGeom>
        </p:spPr>
      </p:pic>
      <p:sp>
        <p:nvSpPr>
          <p:cNvPr id="7" name="Hộp Văn bản 6">
            <a:extLst>
              <a:ext uri="{FF2B5EF4-FFF2-40B4-BE49-F238E27FC236}">
                <a16:creationId xmlns:a16="http://schemas.microsoft.com/office/drawing/2014/main" id="{C4A36AFF-ED5E-55C3-3C5D-066C8C3FE751}"/>
              </a:ext>
            </a:extLst>
          </p:cNvPr>
          <p:cNvSpPr txBox="1"/>
          <p:nvPr/>
        </p:nvSpPr>
        <p:spPr>
          <a:xfrm>
            <a:off x="2999657" y="4230224"/>
            <a:ext cx="3144686" cy="307777"/>
          </a:xfrm>
          <a:prstGeom prst="rect">
            <a:avLst/>
          </a:prstGeom>
          <a:noFill/>
        </p:spPr>
        <p:txBody>
          <a:bodyPr wrap="square">
            <a:spAutoFit/>
          </a:bodyPr>
          <a:lstStyle/>
          <a:p>
            <a:pPr algn="ctr"/>
            <a:r>
              <a:rPr lang="vi-VN" dirty="0">
                <a:solidFill>
                  <a:schemeClr val="bg1"/>
                </a:solidFill>
                <a:latin typeface="Pangolin" panose="00000500000000000000" pitchFamily="2" charset="0"/>
              </a:rPr>
              <a:t>Bài toán người sản xuất người tiêu thụ</a:t>
            </a:r>
          </a:p>
        </p:txBody>
      </p:sp>
    </p:spTree>
    <p:extLst>
      <p:ext uri="{BB962C8B-B14F-4D97-AF65-F5344CB8AC3E}">
        <p14:creationId xmlns:p14="http://schemas.microsoft.com/office/powerpoint/2010/main" val="669198759"/>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LIÊN LẠC GIỮA CÁC TIẾN TRÌNH</a:t>
            </a:r>
            <a:endParaRPr dirty="0">
              <a:latin typeface="Mali" panose="00000500000000000000" pitchFamily="2" charset="-34"/>
              <a:cs typeface="Mali" panose="00000500000000000000" pitchFamily="2" charset="-34"/>
            </a:endParaRPr>
          </a:p>
        </p:txBody>
      </p:sp>
      <p:pic>
        <p:nvPicPr>
          <p:cNvPr id="4" name="Hình ảnh 3">
            <a:extLst>
              <a:ext uri="{FF2B5EF4-FFF2-40B4-BE49-F238E27FC236}">
                <a16:creationId xmlns:a16="http://schemas.microsoft.com/office/drawing/2014/main" id="{7C10E2F0-E0B2-929C-164F-92606F54A717}"/>
              </a:ext>
            </a:extLst>
          </p:cNvPr>
          <p:cNvPicPr>
            <a:picLocks noChangeAspect="1"/>
          </p:cNvPicPr>
          <p:nvPr/>
        </p:nvPicPr>
        <p:blipFill>
          <a:blip r:embed="rId3"/>
          <a:stretch>
            <a:fillRect/>
          </a:stretch>
        </p:blipFill>
        <p:spPr>
          <a:xfrm>
            <a:off x="1171099" y="989475"/>
            <a:ext cx="6801802" cy="3405023"/>
          </a:xfrm>
          <a:prstGeom prst="rect">
            <a:avLst/>
          </a:prstGeom>
        </p:spPr>
      </p:pic>
      <p:sp>
        <p:nvSpPr>
          <p:cNvPr id="5" name="Hộp Văn bản 4">
            <a:extLst>
              <a:ext uri="{FF2B5EF4-FFF2-40B4-BE49-F238E27FC236}">
                <a16:creationId xmlns:a16="http://schemas.microsoft.com/office/drawing/2014/main" id="{21932CE4-76BC-3B90-28F5-3FA72B57132B}"/>
              </a:ext>
            </a:extLst>
          </p:cNvPr>
          <p:cNvSpPr txBox="1"/>
          <p:nvPr/>
        </p:nvSpPr>
        <p:spPr>
          <a:xfrm>
            <a:off x="2825708" y="4577936"/>
            <a:ext cx="3492583" cy="307777"/>
          </a:xfrm>
          <a:prstGeom prst="rect">
            <a:avLst/>
          </a:prstGeom>
          <a:noFill/>
        </p:spPr>
        <p:txBody>
          <a:bodyPr wrap="square">
            <a:spAutoFit/>
          </a:bodyPr>
          <a:lstStyle/>
          <a:p>
            <a:pPr algn="ctr"/>
            <a:r>
              <a:rPr lang="vi-VN" dirty="0">
                <a:solidFill>
                  <a:schemeClr val="bg1"/>
                </a:solidFill>
                <a:latin typeface="Pangolin" panose="00000500000000000000" pitchFamily="2" charset="0"/>
              </a:rPr>
              <a:t>Mô hình bộ nhớ phân chia (</a:t>
            </a:r>
            <a:r>
              <a:rPr lang="vi-VN" dirty="0" err="1">
                <a:solidFill>
                  <a:schemeClr val="bg1"/>
                </a:solidFill>
                <a:latin typeface="Pangolin" panose="00000500000000000000" pitchFamily="2" charset="0"/>
              </a:rPr>
              <a:t>Shared</a:t>
            </a:r>
            <a:r>
              <a:rPr lang="vi-VN" dirty="0">
                <a:solidFill>
                  <a:schemeClr val="bg1"/>
                </a:solidFill>
                <a:latin typeface="Pangolin" panose="00000500000000000000" pitchFamily="2" charset="0"/>
              </a:rPr>
              <a:t> </a:t>
            </a:r>
            <a:r>
              <a:rPr lang="vi-VN" dirty="0" err="1">
                <a:solidFill>
                  <a:schemeClr val="bg1"/>
                </a:solidFill>
                <a:latin typeface="Pangolin" panose="00000500000000000000" pitchFamily="2" charset="0"/>
              </a:rPr>
              <a:t>Memory</a:t>
            </a:r>
            <a:r>
              <a:rPr lang="vi-VN" dirty="0">
                <a:solidFill>
                  <a:schemeClr val="bg1"/>
                </a:solidFill>
                <a:latin typeface="Pangolin" panose="00000500000000000000" pitchFamily="2" charset="0"/>
              </a:rPr>
              <a:t>)</a:t>
            </a:r>
          </a:p>
        </p:txBody>
      </p:sp>
    </p:spTree>
    <p:extLst>
      <p:ext uri="{BB962C8B-B14F-4D97-AF65-F5344CB8AC3E}">
        <p14:creationId xmlns:p14="http://schemas.microsoft.com/office/powerpoint/2010/main" val="294148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LIÊN LẠC GIỮA CÁC TIẾN TRÌNH</a:t>
            </a:r>
            <a:endParaRPr dirty="0">
              <a:latin typeface="Mali" panose="00000500000000000000" pitchFamily="2" charset="-34"/>
              <a:cs typeface="Mali" panose="00000500000000000000" pitchFamily="2" charset="-34"/>
            </a:endParaRPr>
          </a:p>
        </p:txBody>
      </p:sp>
      <p:sp>
        <p:nvSpPr>
          <p:cNvPr id="5" name="Hộp Văn bản 4">
            <a:extLst>
              <a:ext uri="{FF2B5EF4-FFF2-40B4-BE49-F238E27FC236}">
                <a16:creationId xmlns:a16="http://schemas.microsoft.com/office/drawing/2014/main" id="{21932CE4-76BC-3B90-28F5-3FA72B57132B}"/>
              </a:ext>
            </a:extLst>
          </p:cNvPr>
          <p:cNvSpPr txBox="1"/>
          <p:nvPr/>
        </p:nvSpPr>
        <p:spPr>
          <a:xfrm>
            <a:off x="2825708" y="4532216"/>
            <a:ext cx="3492583" cy="523220"/>
          </a:xfrm>
          <a:prstGeom prst="rect">
            <a:avLst/>
          </a:prstGeom>
          <a:noFill/>
        </p:spPr>
        <p:txBody>
          <a:bodyPr wrap="square">
            <a:spAutoFit/>
          </a:bodyPr>
          <a:lstStyle/>
          <a:p>
            <a:pPr algn="ctr"/>
            <a:r>
              <a:rPr lang="en-US" dirty="0" err="1">
                <a:solidFill>
                  <a:schemeClr val="bg1"/>
                </a:solidFill>
                <a:latin typeface="Pangolin" panose="00000500000000000000" pitchFamily="2" charset="0"/>
              </a:rPr>
              <a:t>Mô</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hình</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truyền</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thông</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liên</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tiến</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trình</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Interprocess</a:t>
            </a:r>
            <a:r>
              <a:rPr lang="en-US" dirty="0">
                <a:solidFill>
                  <a:schemeClr val="bg1"/>
                </a:solidFill>
                <a:latin typeface="Pangolin" panose="00000500000000000000" pitchFamily="2" charset="0"/>
              </a:rPr>
              <a:t> communication)</a:t>
            </a:r>
            <a:endParaRPr lang="vi-VN" dirty="0">
              <a:solidFill>
                <a:schemeClr val="bg1"/>
              </a:solidFill>
              <a:latin typeface="Pangolin" panose="00000500000000000000" pitchFamily="2" charset="0"/>
            </a:endParaRPr>
          </a:p>
        </p:txBody>
      </p:sp>
      <p:pic>
        <p:nvPicPr>
          <p:cNvPr id="3" name="Hình ảnh 2">
            <a:extLst>
              <a:ext uri="{FF2B5EF4-FFF2-40B4-BE49-F238E27FC236}">
                <a16:creationId xmlns:a16="http://schemas.microsoft.com/office/drawing/2014/main" id="{83609A6B-DDBA-A02A-F3DC-E7E392B37E8C}"/>
              </a:ext>
            </a:extLst>
          </p:cNvPr>
          <p:cNvPicPr>
            <a:picLocks noChangeAspect="1"/>
          </p:cNvPicPr>
          <p:nvPr/>
        </p:nvPicPr>
        <p:blipFill>
          <a:blip r:embed="rId3"/>
          <a:stretch>
            <a:fillRect/>
          </a:stretch>
        </p:blipFill>
        <p:spPr>
          <a:xfrm>
            <a:off x="3182779" y="1044731"/>
            <a:ext cx="2778442" cy="3311051"/>
          </a:xfrm>
          <a:prstGeom prst="rect">
            <a:avLst/>
          </a:prstGeom>
        </p:spPr>
      </p:pic>
    </p:spTree>
    <p:extLst>
      <p:ext uri="{BB962C8B-B14F-4D97-AF65-F5344CB8AC3E}">
        <p14:creationId xmlns:p14="http://schemas.microsoft.com/office/powerpoint/2010/main" val="932095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400" dirty="0">
                <a:latin typeface="Mali" panose="00000500000000000000" pitchFamily="2" charset="-34"/>
                <a:cs typeface="Mali" panose="00000500000000000000" pitchFamily="2" charset="-34"/>
              </a:rPr>
              <a:t>HỆ THỐNG TRUYỀN THÔNG ĐIỆP</a:t>
            </a:r>
            <a:endParaRPr sz="2400" dirty="0">
              <a:latin typeface="Mali" panose="00000500000000000000" pitchFamily="2" charset="-34"/>
              <a:cs typeface="Mali" panose="00000500000000000000" pitchFamily="2" charset="-34"/>
            </a:endParaRPr>
          </a:p>
        </p:txBody>
      </p:sp>
      <p:sp>
        <p:nvSpPr>
          <p:cNvPr id="2" name="Google Shape;705;p33">
            <a:extLst>
              <a:ext uri="{FF2B5EF4-FFF2-40B4-BE49-F238E27FC236}">
                <a16:creationId xmlns:a16="http://schemas.microsoft.com/office/drawing/2014/main" id="{7FD260BB-8CD3-9FB0-239D-F0D5AB243F7D}"/>
              </a:ext>
            </a:extLst>
          </p:cNvPr>
          <p:cNvSpPr/>
          <p:nvPr/>
        </p:nvSpPr>
        <p:spPr>
          <a:xfrm>
            <a:off x="4494037" y="173001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436;p25">
            <a:extLst>
              <a:ext uri="{FF2B5EF4-FFF2-40B4-BE49-F238E27FC236}">
                <a16:creationId xmlns:a16="http://schemas.microsoft.com/office/drawing/2014/main" id="{DB78680E-7304-F824-226D-A6BA04C4D6F5}"/>
              </a:ext>
            </a:extLst>
          </p:cNvPr>
          <p:cNvSpPr/>
          <p:nvPr/>
        </p:nvSpPr>
        <p:spPr>
          <a:xfrm>
            <a:off x="4789541" y="2511033"/>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vi-VN"/>
          </a:p>
        </p:txBody>
      </p:sp>
      <p:sp>
        <p:nvSpPr>
          <p:cNvPr id="11" name="Hộp Văn bản 10">
            <a:extLst>
              <a:ext uri="{FF2B5EF4-FFF2-40B4-BE49-F238E27FC236}">
                <a16:creationId xmlns:a16="http://schemas.microsoft.com/office/drawing/2014/main" id="{A0C2E529-FCF9-378A-07A6-487A8C6274A8}"/>
              </a:ext>
            </a:extLst>
          </p:cNvPr>
          <p:cNvSpPr txBox="1"/>
          <p:nvPr/>
        </p:nvSpPr>
        <p:spPr>
          <a:xfrm>
            <a:off x="4702341" y="1669697"/>
            <a:ext cx="3032584" cy="461665"/>
          </a:xfrm>
          <a:prstGeom prst="rect">
            <a:avLst/>
          </a:prstGeom>
          <a:noFill/>
        </p:spPr>
        <p:txBody>
          <a:bodyPr wrap="square">
            <a:spAutoFit/>
          </a:bodyPr>
          <a:lstStyle/>
          <a:p>
            <a:r>
              <a:rPr lang="vi-VN" sz="1200" dirty="0">
                <a:solidFill>
                  <a:schemeClr val="bg1"/>
                </a:solidFill>
                <a:latin typeface="Pangolin" panose="00000500000000000000" pitchFamily="2" charset="0"/>
              </a:rPr>
              <a:t>Cho phép các tiến trình trao đổi với nhau không qua sử dụng các biến phân chia</a:t>
            </a:r>
          </a:p>
        </p:txBody>
      </p:sp>
      <p:pic>
        <p:nvPicPr>
          <p:cNvPr id="27652" name="Picture 4" descr="Message Passing vs Shared Memory Process communication Models">
            <a:extLst>
              <a:ext uri="{FF2B5EF4-FFF2-40B4-BE49-F238E27FC236}">
                <a16:creationId xmlns:a16="http://schemas.microsoft.com/office/drawing/2014/main" id="{DF5B5AEE-1BBA-E150-B442-D397CFD25A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429" r="27806"/>
          <a:stretch/>
        </p:blipFill>
        <p:spPr bwMode="auto">
          <a:xfrm>
            <a:off x="358141" y="989475"/>
            <a:ext cx="2720341" cy="3486150"/>
          </a:xfrm>
          <a:prstGeom prst="rect">
            <a:avLst/>
          </a:prstGeom>
          <a:noFill/>
          <a:extLst>
            <a:ext uri="{909E8E84-426E-40DD-AFC4-6F175D3DCCD1}">
              <a14:hiddenFill xmlns:a14="http://schemas.microsoft.com/office/drawing/2010/main">
                <a:solidFill>
                  <a:srgbClr val="FFFFFF"/>
                </a:solidFill>
              </a14:hiddenFill>
            </a:ext>
          </a:extLst>
        </p:spPr>
      </p:pic>
      <p:sp>
        <p:nvSpPr>
          <p:cNvPr id="14" name="Hộp Văn bản 13">
            <a:extLst>
              <a:ext uri="{FF2B5EF4-FFF2-40B4-BE49-F238E27FC236}">
                <a16:creationId xmlns:a16="http://schemas.microsoft.com/office/drawing/2014/main" id="{1E303CB7-77B5-D5A7-4AAC-9E6645392279}"/>
              </a:ext>
            </a:extLst>
          </p:cNvPr>
          <p:cNvSpPr txBox="1"/>
          <p:nvPr/>
        </p:nvSpPr>
        <p:spPr>
          <a:xfrm>
            <a:off x="4702341" y="2197436"/>
            <a:ext cx="3032584" cy="276999"/>
          </a:xfrm>
          <a:prstGeom prst="rect">
            <a:avLst/>
          </a:prstGeom>
          <a:noFill/>
        </p:spPr>
        <p:txBody>
          <a:bodyPr wrap="square">
            <a:spAutoFit/>
          </a:bodyPr>
          <a:lstStyle/>
          <a:p>
            <a:r>
              <a:rPr lang="vi-VN" sz="1200" dirty="0">
                <a:solidFill>
                  <a:schemeClr val="bg1"/>
                </a:solidFill>
                <a:latin typeface="Pangolin" panose="00000500000000000000" pitchFamily="2" charset="0"/>
              </a:rPr>
              <a:t>Yêu cầu 2 thao tác cơ bản</a:t>
            </a:r>
          </a:p>
        </p:txBody>
      </p:sp>
      <p:sp>
        <p:nvSpPr>
          <p:cNvPr id="15" name="Google Shape;705;p33">
            <a:extLst>
              <a:ext uri="{FF2B5EF4-FFF2-40B4-BE49-F238E27FC236}">
                <a16:creationId xmlns:a16="http://schemas.microsoft.com/office/drawing/2014/main" id="{5F9BDB0F-74F5-CFBD-66F8-A3F7D9813EF0}"/>
              </a:ext>
            </a:extLst>
          </p:cNvPr>
          <p:cNvSpPr/>
          <p:nvPr/>
        </p:nvSpPr>
        <p:spPr>
          <a:xfrm>
            <a:off x="4512465" y="2257749"/>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36;p25">
            <a:extLst>
              <a:ext uri="{FF2B5EF4-FFF2-40B4-BE49-F238E27FC236}">
                <a16:creationId xmlns:a16="http://schemas.microsoft.com/office/drawing/2014/main" id="{C2135489-394D-A537-7D54-7BEBD80D7769}"/>
              </a:ext>
            </a:extLst>
          </p:cNvPr>
          <p:cNvSpPr/>
          <p:nvPr/>
        </p:nvSpPr>
        <p:spPr>
          <a:xfrm>
            <a:off x="4789541" y="2820921"/>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vi-VN"/>
          </a:p>
        </p:txBody>
      </p:sp>
      <p:sp>
        <p:nvSpPr>
          <p:cNvPr id="17" name="Hộp Văn bản 16">
            <a:extLst>
              <a:ext uri="{FF2B5EF4-FFF2-40B4-BE49-F238E27FC236}">
                <a16:creationId xmlns:a16="http://schemas.microsoft.com/office/drawing/2014/main" id="{78824DA9-D03D-CA41-9BFF-37936895B629}"/>
              </a:ext>
            </a:extLst>
          </p:cNvPr>
          <p:cNvSpPr txBox="1"/>
          <p:nvPr/>
        </p:nvSpPr>
        <p:spPr>
          <a:xfrm>
            <a:off x="4910975" y="2449695"/>
            <a:ext cx="3938218" cy="276999"/>
          </a:xfrm>
          <a:prstGeom prst="rect">
            <a:avLst/>
          </a:prstGeom>
          <a:noFill/>
        </p:spPr>
        <p:txBody>
          <a:bodyPr wrap="square">
            <a:spAutoFit/>
          </a:bodyPr>
          <a:lstStyle/>
          <a:p>
            <a:r>
              <a:rPr lang="vi-VN" sz="1200" dirty="0" err="1">
                <a:solidFill>
                  <a:schemeClr val="bg1"/>
                </a:solidFill>
                <a:latin typeface="Pangolin" panose="00000500000000000000" pitchFamily="2" charset="0"/>
              </a:rPr>
              <a:t>Send</a:t>
            </a:r>
            <a:r>
              <a:rPr lang="vi-VN" sz="1200" dirty="0">
                <a:solidFill>
                  <a:schemeClr val="bg1"/>
                </a:solidFill>
                <a:latin typeface="Pangolin" panose="00000500000000000000" pitchFamily="2" charset="0"/>
              </a:rPr>
              <a:t> (</a:t>
            </a:r>
            <a:r>
              <a:rPr lang="vi-VN" sz="1200" dirty="0" err="1">
                <a:solidFill>
                  <a:schemeClr val="bg1"/>
                </a:solidFill>
                <a:latin typeface="Pangolin" panose="00000500000000000000" pitchFamily="2" charset="0"/>
              </a:rPr>
              <a:t>msg</a:t>
            </a:r>
            <a:r>
              <a:rPr lang="vi-VN" sz="1200" dirty="0">
                <a:solidFill>
                  <a:schemeClr val="bg1"/>
                </a:solidFill>
                <a:latin typeface="Pangolin" panose="00000500000000000000" pitchFamily="2" charset="0"/>
              </a:rPr>
              <a:t>) Các </a:t>
            </a:r>
            <a:r>
              <a:rPr lang="vi-VN" sz="1200" dirty="0" err="1">
                <a:solidFill>
                  <a:schemeClr val="bg1"/>
                </a:solidFill>
                <a:latin typeface="Pangolin" panose="00000500000000000000" pitchFamily="2" charset="0"/>
              </a:rPr>
              <a:t>msg</a:t>
            </a:r>
            <a:r>
              <a:rPr lang="vi-VN" sz="1200" dirty="0">
                <a:solidFill>
                  <a:schemeClr val="bg1"/>
                </a:solidFill>
                <a:latin typeface="Pangolin" panose="00000500000000000000" pitchFamily="2" charset="0"/>
              </a:rPr>
              <a:t> có kích thước cố định hoặc thay đổi</a:t>
            </a:r>
          </a:p>
        </p:txBody>
      </p:sp>
      <p:sp>
        <p:nvSpPr>
          <p:cNvPr id="18" name="Hộp Văn bản 17">
            <a:extLst>
              <a:ext uri="{FF2B5EF4-FFF2-40B4-BE49-F238E27FC236}">
                <a16:creationId xmlns:a16="http://schemas.microsoft.com/office/drawing/2014/main" id="{6088D6DF-DEB3-5B0D-8986-A5827C43CF8E}"/>
              </a:ext>
            </a:extLst>
          </p:cNvPr>
          <p:cNvSpPr txBox="1"/>
          <p:nvPr/>
        </p:nvSpPr>
        <p:spPr>
          <a:xfrm>
            <a:off x="4910975" y="2779235"/>
            <a:ext cx="3032584" cy="276999"/>
          </a:xfrm>
          <a:prstGeom prst="rect">
            <a:avLst/>
          </a:prstGeom>
          <a:noFill/>
        </p:spPr>
        <p:txBody>
          <a:bodyPr wrap="square">
            <a:spAutoFit/>
          </a:bodyPr>
          <a:lstStyle/>
          <a:p>
            <a:r>
              <a:rPr lang="vi-VN" sz="1200" dirty="0" err="1">
                <a:solidFill>
                  <a:schemeClr val="bg1"/>
                </a:solidFill>
                <a:latin typeface="Pangolin" panose="00000500000000000000" pitchFamily="2" charset="0"/>
              </a:rPr>
              <a:t>Receive</a:t>
            </a:r>
            <a:r>
              <a:rPr lang="vi-VN" sz="1200" dirty="0">
                <a:solidFill>
                  <a:schemeClr val="bg1"/>
                </a:solidFill>
                <a:latin typeface="Pangolin" panose="00000500000000000000" pitchFamily="2" charset="0"/>
              </a:rPr>
              <a:t>(</a:t>
            </a:r>
            <a:r>
              <a:rPr lang="vi-VN" sz="1200" dirty="0" err="1">
                <a:solidFill>
                  <a:schemeClr val="bg1"/>
                </a:solidFill>
                <a:latin typeface="Pangolin" panose="00000500000000000000" pitchFamily="2" charset="0"/>
              </a:rPr>
              <a:t>msg</a:t>
            </a:r>
            <a:r>
              <a:rPr lang="vi-VN" sz="1200" dirty="0">
                <a:solidFill>
                  <a:schemeClr val="bg1"/>
                </a:solidFill>
                <a:latin typeface="Pangolin" panose="00000500000000000000" pitchFamily="2" charset="0"/>
              </a:rPr>
              <a:t>)</a:t>
            </a:r>
          </a:p>
        </p:txBody>
      </p:sp>
      <p:sp>
        <p:nvSpPr>
          <p:cNvPr id="19" name="Google Shape;436;p25">
            <a:extLst>
              <a:ext uri="{FF2B5EF4-FFF2-40B4-BE49-F238E27FC236}">
                <a16:creationId xmlns:a16="http://schemas.microsoft.com/office/drawing/2014/main" id="{46704B21-CB2B-52CB-F53A-DBBA85C0C963}"/>
              </a:ext>
            </a:extLst>
          </p:cNvPr>
          <p:cNvSpPr/>
          <p:nvPr/>
        </p:nvSpPr>
        <p:spPr>
          <a:xfrm>
            <a:off x="4789541" y="3436234"/>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vi-VN"/>
          </a:p>
        </p:txBody>
      </p:sp>
      <p:sp>
        <p:nvSpPr>
          <p:cNvPr id="20" name="Hộp Văn bản 19">
            <a:extLst>
              <a:ext uri="{FF2B5EF4-FFF2-40B4-BE49-F238E27FC236}">
                <a16:creationId xmlns:a16="http://schemas.microsoft.com/office/drawing/2014/main" id="{9035D145-A04D-68D8-8711-B2A55BDFAC77}"/>
              </a:ext>
            </a:extLst>
          </p:cNvPr>
          <p:cNvSpPr txBox="1"/>
          <p:nvPr/>
        </p:nvSpPr>
        <p:spPr>
          <a:xfrm>
            <a:off x="4702340" y="3122637"/>
            <a:ext cx="3512270" cy="276999"/>
          </a:xfrm>
          <a:prstGeom prst="rect">
            <a:avLst/>
          </a:prstGeom>
          <a:noFill/>
        </p:spPr>
        <p:txBody>
          <a:bodyPr wrap="square">
            <a:spAutoFit/>
          </a:bodyPr>
          <a:lstStyle/>
          <a:p>
            <a:r>
              <a:rPr lang="vi-VN" sz="1200" dirty="0">
                <a:solidFill>
                  <a:schemeClr val="bg1"/>
                </a:solidFill>
                <a:latin typeface="Pangolin" panose="00000500000000000000" pitchFamily="2" charset="0"/>
              </a:rPr>
              <a:t>Nếu 2 tiến trình P và Q muốn trao đỏi, chúng cần:</a:t>
            </a:r>
          </a:p>
        </p:txBody>
      </p:sp>
      <p:sp>
        <p:nvSpPr>
          <p:cNvPr id="21" name="Google Shape;705;p33">
            <a:extLst>
              <a:ext uri="{FF2B5EF4-FFF2-40B4-BE49-F238E27FC236}">
                <a16:creationId xmlns:a16="http://schemas.microsoft.com/office/drawing/2014/main" id="{AC001E54-CDC5-AEFE-39E7-69AA8AC943D9}"/>
              </a:ext>
            </a:extLst>
          </p:cNvPr>
          <p:cNvSpPr/>
          <p:nvPr/>
        </p:nvSpPr>
        <p:spPr>
          <a:xfrm>
            <a:off x="4512465" y="31829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36;p25">
            <a:extLst>
              <a:ext uri="{FF2B5EF4-FFF2-40B4-BE49-F238E27FC236}">
                <a16:creationId xmlns:a16="http://schemas.microsoft.com/office/drawing/2014/main" id="{6E9E44F4-0961-87BC-92F1-F91DECCB4373}"/>
              </a:ext>
            </a:extLst>
          </p:cNvPr>
          <p:cNvSpPr/>
          <p:nvPr/>
        </p:nvSpPr>
        <p:spPr>
          <a:xfrm>
            <a:off x="4789541" y="3746122"/>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vi-VN"/>
          </a:p>
        </p:txBody>
      </p:sp>
      <p:sp>
        <p:nvSpPr>
          <p:cNvPr id="23" name="Hộp Văn bản 22">
            <a:extLst>
              <a:ext uri="{FF2B5EF4-FFF2-40B4-BE49-F238E27FC236}">
                <a16:creationId xmlns:a16="http://schemas.microsoft.com/office/drawing/2014/main" id="{E82504B4-D662-12B7-09DE-E282914F4D0E}"/>
              </a:ext>
            </a:extLst>
          </p:cNvPr>
          <p:cNvSpPr txBox="1"/>
          <p:nvPr/>
        </p:nvSpPr>
        <p:spPr>
          <a:xfrm>
            <a:off x="4910975" y="3374896"/>
            <a:ext cx="4118100" cy="276999"/>
          </a:xfrm>
          <a:prstGeom prst="rect">
            <a:avLst/>
          </a:prstGeom>
          <a:noFill/>
        </p:spPr>
        <p:txBody>
          <a:bodyPr wrap="square">
            <a:spAutoFit/>
          </a:bodyPr>
          <a:lstStyle/>
          <a:p>
            <a:r>
              <a:rPr lang="vi-VN" sz="1200" dirty="0">
                <a:solidFill>
                  <a:schemeClr val="bg1"/>
                </a:solidFill>
                <a:latin typeface="Pangolin" panose="00000500000000000000" pitchFamily="2" charset="0"/>
              </a:rPr>
              <a:t>Thiết lập một liên kết truyền thông (vật lý / </a:t>
            </a:r>
            <a:r>
              <a:rPr lang="vi-VN" sz="1200" dirty="0" err="1">
                <a:solidFill>
                  <a:schemeClr val="bg1"/>
                </a:solidFill>
                <a:latin typeface="Pangolin" panose="00000500000000000000" pitchFamily="2" charset="0"/>
              </a:rPr>
              <a:t>logic</a:t>
            </a:r>
            <a:r>
              <a:rPr lang="vi-VN" sz="1200" dirty="0">
                <a:solidFill>
                  <a:schemeClr val="bg1"/>
                </a:solidFill>
                <a:latin typeface="Pangolin" panose="00000500000000000000" pitchFamily="2" charset="0"/>
              </a:rPr>
              <a:t>) giữa chúng</a:t>
            </a:r>
          </a:p>
        </p:txBody>
      </p:sp>
      <p:sp>
        <p:nvSpPr>
          <p:cNvPr id="24" name="Hộp Văn bản 23">
            <a:extLst>
              <a:ext uri="{FF2B5EF4-FFF2-40B4-BE49-F238E27FC236}">
                <a16:creationId xmlns:a16="http://schemas.microsoft.com/office/drawing/2014/main" id="{CAE5843C-AA1E-CA9C-DB49-9CC616BD940E}"/>
              </a:ext>
            </a:extLst>
          </p:cNvPr>
          <p:cNvSpPr txBox="1"/>
          <p:nvPr/>
        </p:nvSpPr>
        <p:spPr>
          <a:xfrm>
            <a:off x="4910975" y="3704436"/>
            <a:ext cx="3588448" cy="276999"/>
          </a:xfrm>
          <a:prstGeom prst="rect">
            <a:avLst/>
          </a:prstGeom>
          <a:noFill/>
        </p:spPr>
        <p:txBody>
          <a:bodyPr wrap="square">
            <a:spAutoFit/>
          </a:bodyPr>
          <a:lstStyle/>
          <a:p>
            <a:r>
              <a:rPr lang="vi-VN" sz="1200" dirty="0">
                <a:solidFill>
                  <a:schemeClr val="bg1"/>
                </a:solidFill>
                <a:latin typeface="Pangolin" panose="00000500000000000000" pitchFamily="2" charset="0"/>
              </a:rPr>
              <a:t>Trao đỏi các </a:t>
            </a:r>
            <a:r>
              <a:rPr lang="vi-VN" sz="1200" dirty="0" err="1">
                <a:solidFill>
                  <a:schemeClr val="bg1"/>
                </a:solidFill>
                <a:latin typeface="Pangolin" panose="00000500000000000000" pitchFamily="2" charset="0"/>
              </a:rPr>
              <a:t>messages</a:t>
            </a:r>
            <a:r>
              <a:rPr lang="vi-VN" sz="1200" dirty="0">
                <a:solidFill>
                  <a:schemeClr val="bg1"/>
                </a:solidFill>
                <a:latin typeface="Pangolin" panose="00000500000000000000" pitchFamily="2" charset="0"/>
              </a:rPr>
              <a:t> nhờ các thao tác </a:t>
            </a:r>
            <a:r>
              <a:rPr lang="vi-VN" sz="1200" dirty="0" err="1">
                <a:solidFill>
                  <a:schemeClr val="bg1"/>
                </a:solidFill>
                <a:latin typeface="Pangolin" panose="00000500000000000000" pitchFamily="2" charset="0"/>
              </a:rPr>
              <a:t>send</a:t>
            </a:r>
            <a:r>
              <a:rPr lang="vi-VN" sz="1200" dirty="0">
                <a:solidFill>
                  <a:schemeClr val="bg1"/>
                </a:solidFill>
                <a:latin typeface="Pangolin" panose="00000500000000000000" pitchFamily="2" charset="0"/>
              </a:rPr>
              <a:t>/</a:t>
            </a:r>
            <a:r>
              <a:rPr lang="vi-VN" sz="1200" dirty="0" err="1">
                <a:solidFill>
                  <a:schemeClr val="bg1"/>
                </a:solidFill>
                <a:latin typeface="Pangolin" panose="00000500000000000000" pitchFamily="2" charset="0"/>
              </a:rPr>
              <a:t>receive</a:t>
            </a:r>
            <a:endParaRPr lang="vi-VN" sz="1200" dirty="0">
              <a:solidFill>
                <a:schemeClr val="bg1"/>
              </a:solidFill>
              <a:latin typeface="Pangolin" panose="00000500000000000000" pitchFamily="2" charset="0"/>
            </a:endParaRPr>
          </a:p>
        </p:txBody>
      </p:sp>
    </p:spTree>
    <p:extLst>
      <p:ext uri="{BB962C8B-B14F-4D97-AF65-F5344CB8AC3E}">
        <p14:creationId xmlns:p14="http://schemas.microsoft.com/office/powerpoint/2010/main" val="815928852"/>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pic>
        <p:nvPicPr>
          <p:cNvPr id="7" name="Hình ảnh 6">
            <a:extLst>
              <a:ext uri="{FF2B5EF4-FFF2-40B4-BE49-F238E27FC236}">
                <a16:creationId xmlns:a16="http://schemas.microsoft.com/office/drawing/2014/main" id="{018F7CC2-2990-42EF-7930-F3CA370F431F}"/>
              </a:ext>
            </a:extLst>
          </p:cNvPr>
          <p:cNvPicPr>
            <a:picLocks noChangeAspect="1"/>
          </p:cNvPicPr>
          <p:nvPr/>
        </p:nvPicPr>
        <p:blipFill>
          <a:blip r:embed="rId3"/>
          <a:stretch>
            <a:fillRect/>
          </a:stretch>
        </p:blipFill>
        <p:spPr>
          <a:xfrm>
            <a:off x="962123" y="316148"/>
            <a:ext cx="7219754" cy="4511203"/>
          </a:xfrm>
          <a:prstGeom prst="rect">
            <a:avLst/>
          </a:prstGeom>
        </p:spPr>
      </p:pic>
    </p:spTree>
    <p:extLst>
      <p:ext uri="{BB962C8B-B14F-4D97-AF65-F5344CB8AC3E}">
        <p14:creationId xmlns:p14="http://schemas.microsoft.com/office/powerpoint/2010/main" val="3556129121"/>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7" name="Hộp Văn bản 6">
            <a:extLst>
              <a:ext uri="{FF2B5EF4-FFF2-40B4-BE49-F238E27FC236}">
                <a16:creationId xmlns:a16="http://schemas.microsoft.com/office/drawing/2014/main" id="{C7879C83-03B5-0338-833B-15E04712D706}"/>
              </a:ext>
            </a:extLst>
          </p:cNvPr>
          <p:cNvSpPr txBox="1"/>
          <p:nvPr/>
        </p:nvSpPr>
        <p:spPr>
          <a:xfrm>
            <a:off x="1792183" y="813655"/>
            <a:ext cx="1997751" cy="307777"/>
          </a:xfrm>
          <a:prstGeom prst="rect">
            <a:avLst/>
          </a:prstGeom>
          <a:noFill/>
        </p:spPr>
        <p:txBody>
          <a:bodyPr wrap="square">
            <a:spAutoFit/>
          </a:bodyPr>
          <a:lstStyle/>
          <a:p>
            <a:pPr algn="ctr"/>
            <a:r>
              <a:rPr lang="vi-VN" dirty="0">
                <a:solidFill>
                  <a:schemeClr val="bg1"/>
                </a:solidFill>
                <a:latin typeface="Pangolin" panose="00000500000000000000" pitchFamily="2" charset="0"/>
              </a:rPr>
              <a:t>VẤN ĐỀ ĐỒNG BỘ HÓA</a:t>
            </a:r>
          </a:p>
        </p:txBody>
      </p:sp>
      <p:pic>
        <p:nvPicPr>
          <p:cNvPr id="9" name="Hình ảnh 8" descr="Ảnh có chứa Đồ họa, màu đỏ, Màu đỏ son, biểu tượng&#10;&#10;Mô tả được tạo tự động">
            <a:extLst>
              <a:ext uri="{FF2B5EF4-FFF2-40B4-BE49-F238E27FC236}">
                <a16:creationId xmlns:a16="http://schemas.microsoft.com/office/drawing/2014/main" id="{4D20364D-2571-71CB-4CAD-7CFA3BC6A368}"/>
              </a:ext>
            </a:extLst>
          </p:cNvPr>
          <p:cNvPicPr>
            <a:picLocks noChangeAspect="1"/>
          </p:cNvPicPr>
          <p:nvPr/>
        </p:nvPicPr>
        <p:blipFill>
          <a:blip r:embed="rId3"/>
          <a:stretch>
            <a:fillRect/>
          </a:stretch>
        </p:blipFill>
        <p:spPr>
          <a:xfrm rot="7275584" flipV="1">
            <a:off x="2133675" y="1459073"/>
            <a:ext cx="596308" cy="259224"/>
          </a:xfrm>
          <a:prstGeom prst="rect">
            <a:avLst/>
          </a:prstGeom>
        </p:spPr>
      </p:pic>
      <p:pic>
        <p:nvPicPr>
          <p:cNvPr id="10" name="Hình ảnh 9" descr="Ảnh có chứa Đồ họa, màu đỏ, Màu đỏ son, biểu tượng&#10;&#10;Mô tả được tạo tự động">
            <a:extLst>
              <a:ext uri="{FF2B5EF4-FFF2-40B4-BE49-F238E27FC236}">
                <a16:creationId xmlns:a16="http://schemas.microsoft.com/office/drawing/2014/main" id="{548D1CE7-D512-4A4B-64A7-CDA3062A62BC}"/>
              </a:ext>
            </a:extLst>
          </p:cNvPr>
          <p:cNvPicPr>
            <a:picLocks noChangeAspect="1"/>
          </p:cNvPicPr>
          <p:nvPr/>
        </p:nvPicPr>
        <p:blipFill>
          <a:blip r:embed="rId3"/>
          <a:stretch>
            <a:fillRect/>
          </a:stretch>
        </p:blipFill>
        <p:spPr>
          <a:xfrm rot="3855269" flipV="1">
            <a:off x="2835944" y="1460477"/>
            <a:ext cx="596308" cy="259224"/>
          </a:xfrm>
          <a:prstGeom prst="rect">
            <a:avLst/>
          </a:prstGeom>
        </p:spPr>
      </p:pic>
      <p:sp>
        <p:nvSpPr>
          <p:cNvPr id="11" name="Hộp Văn bản 10">
            <a:extLst>
              <a:ext uri="{FF2B5EF4-FFF2-40B4-BE49-F238E27FC236}">
                <a16:creationId xmlns:a16="http://schemas.microsoft.com/office/drawing/2014/main" id="{B531B926-FE4D-9285-630C-E19BF6FEAF59}"/>
              </a:ext>
            </a:extLst>
          </p:cNvPr>
          <p:cNvSpPr txBox="1"/>
          <p:nvPr/>
        </p:nvSpPr>
        <p:spPr>
          <a:xfrm>
            <a:off x="1157585" y="1986973"/>
            <a:ext cx="1539756" cy="1169551"/>
          </a:xfrm>
          <a:prstGeom prst="rect">
            <a:avLst/>
          </a:prstGeom>
          <a:noFill/>
        </p:spPr>
        <p:txBody>
          <a:bodyPr wrap="square">
            <a:spAutoFit/>
          </a:bodyPr>
          <a:lstStyle/>
          <a:p>
            <a:pPr algn="ctr"/>
            <a:r>
              <a:rPr lang="vi-VN" dirty="0">
                <a:solidFill>
                  <a:schemeClr val="bg1"/>
                </a:solidFill>
                <a:latin typeface="Pangolin" panose="00000500000000000000" pitchFamily="2" charset="0"/>
              </a:rPr>
              <a:t>Truyền thông điệp có thể phải chờ (</a:t>
            </a:r>
            <a:r>
              <a:rPr lang="vi-VN" dirty="0" err="1">
                <a:solidFill>
                  <a:schemeClr val="bg1"/>
                </a:solidFill>
                <a:latin typeface="Pangolin" panose="00000500000000000000" pitchFamily="2" charset="0"/>
              </a:rPr>
              <a:t>blocking</a:t>
            </a:r>
            <a:r>
              <a:rPr lang="vi-VN" dirty="0">
                <a:solidFill>
                  <a:schemeClr val="bg1"/>
                </a:solidFill>
                <a:latin typeface="Pangolin" panose="00000500000000000000" pitchFamily="2" charset="0"/>
              </a:rPr>
              <a:t>) , hoặc không chờ đợi (non-</a:t>
            </a:r>
            <a:r>
              <a:rPr lang="vi-VN" dirty="0" err="1">
                <a:solidFill>
                  <a:schemeClr val="bg1"/>
                </a:solidFill>
                <a:latin typeface="Pangolin" panose="00000500000000000000" pitchFamily="2" charset="0"/>
              </a:rPr>
              <a:t>blocking</a:t>
            </a:r>
            <a:r>
              <a:rPr lang="vi-VN" dirty="0">
                <a:solidFill>
                  <a:schemeClr val="bg1"/>
                </a:solidFill>
                <a:latin typeface="Pangolin" panose="00000500000000000000" pitchFamily="2" charset="0"/>
              </a:rPr>
              <a:t> )</a:t>
            </a:r>
          </a:p>
        </p:txBody>
      </p:sp>
      <p:sp>
        <p:nvSpPr>
          <p:cNvPr id="12" name="Hộp Văn bản 11">
            <a:extLst>
              <a:ext uri="{FF2B5EF4-FFF2-40B4-BE49-F238E27FC236}">
                <a16:creationId xmlns:a16="http://schemas.microsoft.com/office/drawing/2014/main" id="{6EA4A9D9-6BC7-CC9A-D136-3227EF910CB3}"/>
              </a:ext>
            </a:extLst>
          </p:cNvPr>
          <p:cNvSpPr txBox="1"/>
          <p:nvPr/>
        </p:nvSpPr>
        <p:spPr>
          <a:xfrm>
            <a:off x="2697341" y="2058744"/>
            <a:ext cx="1997751" cy="738664"/>
          </a:xfrm>
          <a:prstGeom prst="rect">
            <a:avLst/>
          </a:prstGeom>
          <a:noFill/>
        </p:spPr>
        <p:txBody>
          <a:bodyPr wrap="square">
            <a:spAutoFit/>
          </a:bodyPr>
          <a:lstStyle/>
          <a:p>
            <a:pPr algn="ctr"/>
            <a:r>
              <a:rPr lang="vi-VN" dirty="0">
                <a:solidFill>
                  <a:schemeClr val="bg1"/>
                </a:solidFill>
                <a:latin typeface="Pangolin" panose="00000500000000000000" pitchFamily="2" charset="0"/>
              </a:rPr>
              <a:t>Các thủ tục </a:t>
            </a:r>
            <a:r>
              <a:rPr lang="vi-VN" dirty="0" err="1">
                <a:solidFill>
                  <a:schemeClr val="bg1"/>
                </a:solidFill>
                <a:latin typeface="Pangolin" panose="00000500000000000000" pitchFamily="2" charset="0"/>
              </a:rPr>
              <a:t>send</a:t>
            </a:r>
            <a:r>
              <a:rPr lang="vi-VN" dirty="0">
                <a:solidFill>
                  <a:schemeClr val="bg1"/>
                </a:solidFill>
                <a:latin typeface="Pangolin" panose="00000500000000000000" pitchFamily="2" charset="0"/>
              </a:rPr>
              <a:t>() và </a:t>
            </a:r>
            <a:r>
              <a:rPr lang="vi-VN" dirty="0" err="1">
                <a:solidFill>
                  <a:schemeClr val="bg1"/>
                </a:solidFill>
                <a:latin typeface="Pangolin" panose="00000500000000000000" pitchFamily="2" charset="0"/>
              </a:rPr>
              <a:t>receive</a:t>
            </a:r>
            <a:r>
              <a:rPr lang="vi-VN" dirty="0">
                <a:solidFill>
                  <a:schemeClr val="bg1"/>
                </a:solidFill>
                <a:latin typeface="Pangolin" panose="00000500000000000000" pitchFamily="2" charset="0"/>
              </a:rPr>
              <a:t>() có thể bị chờ đợi hoặc không chờ đợi</a:t>
            </a:r>
          </a:p>
        </p:txBody>
      </p:sp>
      <p:sp>
        <p:nvSpPr>
          <p:cNvPr id="13" name="Hộp Văn bản 12">
            <a:extLst>
              <a:ext uri="{FF2B5EF4-FFF2-40B4-BE49-F238E27FC236}">
                <a16:creationId xmlns:a16="http://schemas.microsoft.com/office/drawing/2014/main" id="{B3F406AC-0A1A-85F8-3BED-E47AC1BE66CA}"/>
              </a:ext>
            </a:extLst>
          </p:cNvPr>
          <p:cNvSpPr txBox="1"/>
          <p:nvPr/>
        </p:nvSpPr>
        <p:spPr>
          <a:xfrm>
            <a:off x="5836920" y="813655"/>
            <a:ext cx="1997751" cy="307777"/>
          </a:xfrm>
          <a:prstGeom prst="rect">
            <a:avLst/>
          </a:prstGeom>
          <a:noFill/>
        </p:spPr>
        <p:txBody>
          <a:bodyPr wrap="square">
            <a:spAutoFit/>
          </a:bodyPr>
          <a:lstStyle/>
          <a:p>
            <a:pPr algn="ctr"/>
            <a:r>
              <a:rPr lang="vi-VN">
                <a:solidFill>
                  <a:schemeClr val="bg1"/>
                </a:solidFill>
                <a:latin typeface="Pangolin" panose="00000500000000000000" pitchFamily="2" charset="0"/>
              </a:rPr>
              <a:t>VÙNG ĐỆM</a:t>
            </a:r>
            <a:endParaRPr lang="vi-VN" dirty="0">
              <a:solidFill>
                <a:schemeClr val="bg1"/>
              </a:solidFill>
              <a:latin typeface="Pangolin" panose="00000500000000000000" pitchFamily="2" charset="0"/>
            </a:endParaRPr>
          </a:p>
        </p:txBody>
      </p:sp>
      <p:pic>
        <p:nvPicPr>
          <p:cNvPr id="14" name="Hình ảnh 13" descr="Ảnh có chứa Đồ họa, màu đỏ, Màu đỏ son, biểu tượng&#10;&#10;Mô tả được tạo tự động">
            <a:extLst>
              <a:ext uri="{FF2B5EF4-FFF2-40B4-BE49-F238E27FC236}">
                <a16:creationId xmlns:a16="http://schemas.microsoft.com/office/drawing/2014/main" id="{C83154D2-5599-0D3E-2649-DD42E91151EE}"/>
              </a:ext>
            </a:extLst>
          </p:cNvPr>
          <p:cNvPicPr>
            <a:picLocks noChangeAspect="1"/>
          </p:cNvPicPr>
          <p:nvPr/>
        </p:nvPicPr>
        <p:blipFill>
          <a:blip r:embed="rId3"/>
          <a:stretch>
            <a:fillRect/>
          </a:stretch>
        </p:blipFill>
        <p:spPr>
          <a:xfrm rot="5400000" flipV="1">
            <a:off x="6537641" y="1353798"/>
            <a:ext cx="596308" cy="259224"/>
          </a:xfrm>
          <a:prstGeom prst="rect">
            <a:avLst/>
          </a:prstGeom>
        </p:spPr>
      </p:pic>
      <p:sp>
        <p:nvSpPr>
          <p:cNvPr id="15" name="Hộp Văn bản 14">
            <a:extLst>
              <a:ext uri="{FF2B5EF4-FFF2-40B4-BE49-F238E27FC236}">
                <a16:creationId xmlns:a16="http://schemas.microsoft.com/office/drawing/2014/main" id="{444E938A-83A3-617E-FA5E-452EB5833B68}"/>
              </a:ext>
            </a:extLst>
          </p:cNvPr>
          <p:cNvSpPr txBox="1"/>
          <p:nvPr/>
        </p:nvSpPr>
        <p:spPr>
          <a:xfrm>
            <a:off x="5685175" y="2036373"/>
            <a:ext cx="2301240" cy="738664"/>
          </a:xfrm>
          <a:prstGeom prst="rect">
            <a:avLst/>
          </a:prstGeom>
          <a:noFill/>
        </p:spPr>
        <p:txBody>
          <a:bodyPr wrap="square">
            <a:spAutoFit/>
          </a:bodyPr>
          <a:lstStyle/>
          <a:p>
            <a:pPr algn="ctr"/>
            <a:r>
              <a:rPr lang="vi-VN" dirty="0">
                <a:solidFill>
                  <a:schemeClr val="bg1"/>
                </a:solidFill>
                <a:latin typeface="Pangolin" panose="00000500000000000000" pitchFamily="2" charset="0"/>
              </a:rPr>
              <a:t>Các thông điệp trao đổi giữa các tiến trình được lưu trong hàng đợi tạm thời</a:t>
            </a:r>
          </a:p>
        </p:txBody>
      </p:sp>
    </p:spTree>
    <p:extLst>
      <p:ext uri="{BB962C8B-B14F-4D97-AF65-F5344CB8AC3E}">
        <p14:creationId xmlns:p14="http://schemas.microsoft.com/office/powerpoint/2010/main" val="94875305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CÀI ĐẶT HÀNG ĐỢI</a:t>
            </a:r>
            <a:endParaRPr dirty="0">
              <a:latin typeface="Mali" panose="00000500000000000000" pitchFamily="2" charset="-34"/>
              <a:cs typeface="Mali" panose="00000500000000000000" pitchFamily="2" charset="-34"/>
            </a:endParaRPr>
          </a:p>
        </p:txBody>
      </p:sp>
      <p:sp>
        <p:nvSpPr>
          <p:cNvPr id="5" name="Hộp Văn bản 4">
            <a:extLst>
              <a:ext uri="{FF2B5EF4-FFF2-40B4-BE49-F238E27FC236}">
                <a16:creationId xmlns:a16="http://schemas.microsoft.com/office/drawing/2014/main" id="{21932CE4-76BC-3B90-28F5-3FA72B57132B}"/>
              </a:ext>
            </a:extLst>
          </p:cNvPr>
          <p:cNvSpPr txBox="1"/>
          <p:nvPr/>
        </p:nvSpPr>
        <p:spPr>
          <a:xfrm>
            <a:off x="5357605" y="1763035"/>
            <a:ext cx="1327192" cy="523220"/>
          </a:xfrm>
          <a:prstGeom prst="rect">
            <a:avLst/>
          </a:prstGeom>
          <a:noFill/>
        </p:spPr>
        <p:txBody>
          <a:bodyPr wrap="square">
            <a:spAutoFit/>
          </a:bodyPr>
          <a:lstStyle/>
          <a:p>
            <a:pPr algn="ctr"/>
            <a:r>
              <a:rPr lang="en-US" dirty="0" err="1">
                <a:solidFill>
                  <a:schemeClr val="bg1"/>
                </a:solidFill>
                <a:latin typeface="Pangolin" panose="00000500000000000000" pitchFamily="2" charset="0"/>
              </a:rPr>
              <a:t>Khả</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năng</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chứa</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không</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giới</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hạn</a:t>
            </a:r>
            <a:r>
              <a:rPr lang="en-US" dirty="0">
                <a:solidFill>
                  <a:schemeClr val="bg1"/>
                </a:solidFill>
                <a:latin typeface="Pangolin" panose="00000500000000000000" pitchFamily="2" charset="0"/>
              </a:rPr>
              <a:t> </a:t>
            </a:r>
            <a:endParaRPr lang="vi-VN" dirty="0">
              <a:solidFill>
                <a:schemeClr val="bg1"/>
              </a:solidFill>
              <a:latin typeface="Pangolin" panose="00000500000000000000" pitchFamily="2" charset="0"/>
            </a:endParaRPr>
          </a:p>
        </p:txBody>
      </p:sp>
      <p:sp>
        <p:nvSpPr>
          <p:cNvPr id="2" name="Hộp Văn bản 1">
            <a:extLst>
              <a:ext uri="{FF2B5EF4-FFF2-40B4-BE49-F238E27FC236}">
                <a16:creationId xmlns:a16="http://schemas.microsoft.com/office/drawing/2014/main" id="{3F9B8D83-9BD2-ED84-27C2-820D7446D298}"/>
              </a:ext>
            </a:extLst>
          </p:cNvPr>
          <p:cNvSpPr txBox="1"/>
          <p:nvPr/>
        </p:nvSpPr>
        <p:spPr>
          <a:xfrm>
            <a:off x="4047077" y="2048530"/>
            <a:ext cx="1310528" cy="523220"/>
          </a:xfrm>
          <a:prstGeom prst="rect">
            <a:avLst/>
          </a:prstGeom>
          <a:noFill/>
        </p:spPr>
        <p:txBody>
          <a:bodyPr wrap="square">
            <a:spAutoFit/>
          </a:bodyPr>
          <a:lstStyle/>
          <a:p>
            <a:pPr algn="ctr"/>
            <a:r>
              <a:rPr lang="en-US" dirty="0" err="1">
                <a:solidFill>
                  <a:schemeClr val="bg1"/>
                </a:solidFill>
                <a:latin typeface="Pangolin" panose="00000500000000000000" pitchFamily="2" charset="0"/>
              </a:rPr>
              <a:t>Khả</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năng</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chứa</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có</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giới</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hạn</a:t>
            </a:r>
            <a:endParaRPr lang="vi-VN" dirty="0">
              <a:solidFill>
                <a:schemeClr val="bg1"/>
              </a:solidFill>
              <a:latin typeface="Pangolin" panose="00000500000000000000" pitchFamily="2" charset="0"/>
            </a:endParaRPr>
          </a:p>
        </p:txBody>
      </p:sp>
      <p:sp>
        <p:nvSpPr>
          <p:cNvPr id="4" name="Hộp Văn bản 3">
            <a:extLst>
              <a:ext uri="{FF2B5EF4-FFF2-40B4-BE49-F238E27FC236}">
                <a16:creationId xmlns:a16="http://schemas.microsoft.com/office/drawing/2014/main" id="{3EE2542F-FCC5-26E6-1B44-246466584CEC}"/>
              </a:ext>
            </a:extLst>
          </p:cNvPr>
          <p:cNvSpPr txBox="1"/>
          <p:nvPr/>
        </p:nvSpPr>
        <p:spPr>
          <a:xfrm>
            <a:off x="2565375" y="1807493"/>
            <a:ext cx="1744325" cy="307777"/>
          </a:xfrm>
          <a:prstGeom prst="rect">
            <a:avLst/>
          </a:prstGeom>
          <a:noFill/>
        </p:spPr>
        <p:txBody>
          <a:bodyPr wrap="square">
            <a:spAutoFit/>
          </a:bodyPr>
          <a:lstStyle/>
          <a:p>
            <a:pPr algn="ctr"/>
            <a:r>
              <a:rPr lang="en-US" dirty="0" err="1">
                <a:solidFill>
                  <a:schemeClr val="bg1"/>
                </a:solidFill>
                <a:latin typeface="Pangolin" panose="00000500000000000000" pitchFamily="2" charset="0"/>
              </a:rPr>
              <a:t>Khả</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năng</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chứa</a:t>
            </a:r>
            <a:r>
              <a:rPr lang="en-US" dirty="0">
                <a:solidFill>
                  <a:schemeClr val="bg1"/>
                </a:solidFill>
                <a:latin typeface="Pangolin" panose="00000500000000000000" pitchFamily="2" charset="0"/>
              </a:rPr>
              <a:t> 0 </a:t>
            </a:r>
            <a:endParaRPr lang="vi-VN" dirty="0">
              <a:solidFill>
                <a:schemeClr val="bg1"/>
              </a:solidFill>
              <a:latin typeface="Pangolin" panose="00000500000000000000" pitchFamily="2" charset="0"/>
            </a:endParaRPr>
          </a:p>
        </p:txBody>
      </p:sp>
      <p:pic>
        <p:nvPicPr>
          <p:cNvPr id="6" name="Hình ảnh 5" descr="Ảnh có chứa Đồ họa, màu đỏ, Màu đỏ son, biểu tượng&#10;&#10;Mô tả được tạo tự động">
            <a:extLst>
              <a:ext uri="{FF2B5EF4-FFF2-40B4-BE49-F238E27FC236}">
                <a16:creationId xmlns:a16="http://schemas.microsoft.com/office/drawing/2014/main" id="{D4FF23C6-77BF-96E7-37A3-2717E50C307F}"/>
              </a:ext>
            </a:extLst>
          </p:cNvPr>
          <p:cNvPicPr>
            <a:picLocks noChangeAspect="1"/>
          </p:cNvPicPr>
          <p:nvPr/>
        </p:nvPicPr>
        <p:blipFill>
          <a:blip r:embed="rId3"/>
          <a:stretch>
            <a:fillRect/>
          </a:stretch>
        </p:blipFill>
        <p:spPr>
          <a:xfrm rot="8431652" flipV="1">
            <a:off x="3859194" y="1475819"/>
            <a:ext cx="596308" cy="259224"/>
          </a:xfrm>
          <a:prstGeom prst="rect">
            <a:avLst/>
          </a:prstGeom>
        </p:spPr>
      </p:pic>
      <p:pic>
        <p:nvPicPr>
          <p:cNvPr id="7" name="Hình ảnh 6" descr="Ảnh có chứa Đồ họa, màu đỏ, Màu đỏ son, biểu tượng&#10;&#10;Mô tả được tạo tự động">
            <a:extLst>
              <a:ext uri="{FF2B5EF4-FFF2-40B4-BE49-F238E27FC236}">
                <a16:creationId xmlns:a16="http://schemas.microsoft.com/office/drawing/2014/main" id="{BE8F1E0A-B804-5994-6B80-AF6E87FFE071}"/>
              </a:ext>
            </a:extLst>
          </p:cNvPr>
          <p:cNvPicPr>
            <a:picLocks noChangeAspect="1"/>
          </p:cNvPicPr>
          <p:nvPr/>
        </p:nvPicPr>
        <p:blipFill>
          <a:blip r:embed="rId3"/>
          <a:stretch>
            <a:fillRect/>
          </a:stretch>
        </p:blipFill>
        <p:spPr>
          <a:xfrm rot="2253992" flipV="1">
            <a:off x="4894357" y="1457009"/>
            <a:ext cx="596308" cy="259224"/>
          </a:xfrm>
          <a:prstGeom prst="rect">
            <a:avLst/>
          </a:prstGeom>
        </p:spPr>
      </p:pic>
      <p:pic>
        <p:nvPicPr>
          <p:cNvPr id="8" name="Hình ảnh 7" descr="Ảnh có chứa Đồ họa, màu đỏ, Màu đỏ son, biểu tượng&#10;&#10;Mô tả được tạo tự động">
            <a:extLst>
              <a:ext uri="{FF2B5EF4-FFF2-40B4-BE49-F238E27FC236}">
                <a16:creationId xmlns:a16="http://schemas.microsoft.com/office/drawing/2014/main" id="{2C1DC006-5666-AC34-44C9-24D3FABE0DB4}"/>
              </a:ext>
            </a:extLst>
          </p:cNvPr>
          <p:cNvPicPr>
            <a:picLocks noChangeAspect="1"/>
          </p:cNvPicPr>
          <p:nvPr/>
        </p:nvPicPr>
        <p:blipFill>
          <a:blip r:embed="rId3"/>
          <a:stretch>
            <a:fillRect/>
          </a:stretch>
        </p:blipFill>
        <p:spPr>
          <a:xfrm rot="5400000" flipV="1">
            <a:off x="4350701" y="1533616"/>
            <a:ext cx="596308" cy="259224"/>
          </a:xfrm>
          <a:prstGeom prst="rect">
            <a:avLst/>
          </a:prstGeom>
        </p:spPr>
      </p:pic>
    </p:spTree>
    <p:extLst>
      <p:ext uri="{BB962C8B-B14F-4D97-AF65-F5344CB8AC3E}">
        <p14:creationId xmlns:p14="http://schemas.microsoft.com/office/powerpoint/2010/main" val="3018922111"/>
      </p:ext>
    </p:extLst>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LIÊN LẠC TRONG CILENT – SERVER</a:t>
            </a:r>
            <a:endParaRPr dirty="0">
              <a:latin typeface="Mali" panose="00000500000000000000" pitchFamily="2" charset="-34"/>
              <a:cs typeface="Mali" panose="00000500000000000000" pitchFamily="2" charset="-34"/>
            </a:endParaRPr>
          </a:p>
        </p:txBody>
      </p:sp>
      <p:sp>
        <p:nvSpPr>
          <p:cNvPr id="5" name="Hộp Văn bản 4">
            <a:extLst>
              <a:ext uri="{FF2B5EF4-FFF2-40B4-BE49-F238E27FC236}">
                <a16:creationId xmlns:a16="http://schemas.microsoft.com/office/drawing/2014/main" id="{21932CE4-76BC-3B90-28F5-3FA72B57132B}"/>
              </a:ext>
            </a:extLst>
          </p:cNvPr>
          <p:cNvSpPr txBox="1"/>
          <p:nvPr/>
        </p:nvSpPr>
        <p:spPr>
          <a:xfrm>
            <a:off x="5266164" y="1687641"/>
            <a:ext cx="2010935" cy="738664"/>
          </a:xfrm>
          <a:prstGeom prst="rect">
            <a:avLst/>
          </a:prstGeom>
          <a:noFill/>
        </p:spPr>
        <p:txBody>
          <a:bodyPr wrap="square">
            <a:spAutoFit/>
          </a:bodyPr>
          <a:lstStyle/>
          <a:p>
            <a:pPr algn="ctr"/>
            <a:r>
              <a:rPr lang="vi-VN" dirty="0">
                <a:solidFill>
                  <a:schemeClr val="bg1"/>
                </a:solidFill>
                <a:latin typeface="Pangolin" panose="00000500000000000000" pitchFamily="2" charset="0"/>
              </a:rPr>
              <a:t>RMI( </a:t>
            </a:r>
            <a:r>
              <a:rPr lang="vi-VN" dirty="0" err="1">
                <a:solidFill>
                  <a:schemeClr val="bg1"/>
                </a:solidFill>
                <a:latin typeface="Pangolin" panose="00000500000000000000" pitchFamily="2" charset="0"/>
              </a:rPr>
              <a:t>Remote</a:t>
            </a:r>
            <a:r>
              <a:rPr lang="vi-VN" dirty="0">
                <a:solidFill>
                  <a:schemeClr val="bg1"/>
                </a:solidFill>
                <a:latin typeface="Pangolin" panose="00000500000000000000" pitchFamily="2" charset="0"/>
              </a:rPr>
              <a:t> </a:t>
            </a:r>
            <a:r>
              <a:rPr lang="vi-VN" dirty="0" err="1">
                <a:solidFill>
                  <a:schemeClr val="bg1"/>
                </a:solidFill>
                <a:latin typeface="Pangolin" panose="00000500000000000000" pitchFamily="2" charset="0"/>
              </a:rPr>
              <a:t>Method</a:t>
            </a:r>
            <a:r>
              <a:rPr lang="vi-VN" dirty="0">
                <a:solidFill>
                  <a:schemeClr val="bg1"/>
                </a:solidFill>
                <a:latin typeface="Pangolin" panose="00000500000000000000" pitchFamily="2" charset="0"/>
              </a:rPr>
              <a:t> </a:t>
            </a:r>
            <a:r>
              <a:rPr lang="vi-VN" dirty="0" err="1">
                <a:solidFill>
                  <a:schemeClr val="bg1"/>
                </a:solidFill>
                <a:latin typeface="Pangolin" panose="00000500000000000000" pitchFamily="2" charset="0"/>
              </a:rPr>
              <a:t>Invocation</a:t>
            </a:r>
            <a:r>
              <a:rPr lang="vi-VN" dirty="0">
                <a:solidFill>
                  <a:schemeClr val="bg1"/>
                </a:solidFill>
                <a:latin typeface="Pangolin" panose="00000500000000000000" pitchFamily="2" charset="0"/>
              </a:rPr>
              <a:t>) Cơ chế truyền thông của </a:t>
            </a:r>
            <a:r>
              <a:rPr lang="vi-VN" dirty="0" err="1">
                <a:solidFill>
                  <a:schemeClr val="bg1"/>
                </a:solidFill>
                <a:latin typeface="Pangolin" panose="00000500000000000000" pitchFamily="2" charset="0"/>
              </a:rPr>
              <a:t>Java</a:t>
            </a:r>
            <a:endParaRPr lang="vi-VN" dirty="0">
              <a:solidFill>
                <a:schemeClr val="bg1"/>
              </a:solidFill>
              <a:latin typeface="Pangolin" panose="00000500000000000000" pitchFamily="2" charset="0"/>
            </a:endParaRPr>
          </a:p>
        </p:txBody>
      </p:sp>
      <p:sp>
        <p:nvSpPr>
          <p:cNvPr id="2" name="Hộp Văn bản 1">
            <a:extLst>
              <a:ext uri="{FF2B5EF4-FFF2-40B4-BE49-F238E27FC236}">
                <a16:creationId xmlns:a16="http://schemas.microsoft.com/office/drawing/2014/main" id="{3F9B8D83-9BD2-ED84-27C2-820D7446D298}"/>
              </a:ext>
            </a:extLst>
          </p:cNvPr>
          <p:cNvSpPr txBox="1"/>
          <p:nvPr/>
        </p:nvSpPr>
        <p:spPr>
          <a:xfrm>
            <a:off x="3918461" y="2048530"/>
            <a:ext cx="1460787" cy="523220"/>
          </a:xfrm>
          <a:prstGeom prst="rect">
            <a:avLst/>
          </a:prstGeom>
          <a:noFill/>
        </p:spPr>
        <p:txBody>
          <a:bodyPr wrap="square">
            <a:spAutoFit/>
          </a:bodyPr>
          <a:lstStyle/>
          <a:p>
            <a:pPr algn="ctr"/>
            <a:r>
              <a:rPr lang="en-US">
                <a:solidFill>
                  <a:schemeClr val="bg1"/>
                </a:solidFill>
                <a:latin typeface="Pangolin" panose="00000500000000000000" pitchFamily="2" charset="0"/>
              </a:rPr>
              <a:t>RPC(Remote Procedure Calls)</a:t>
            </a:r>
            <a:endParaRPr lang="vi-VN" dirty="0">
              <a:solidFill>
                <a:schemeClr val="bg1"/>
              </a:solidFill>
              <a:latin typeface="Pangolin" panose="00000500000000000000" pitchFamily="2" charset="0"/>
            </a:endParaRPr>
          </a:p>
        </p:txBody>
      </p:sp>
      <p:sp>
        <p:nvSpPr>
          <p:cNvPr id="4" name="Hộp Văn bản 3">
            <a:extLst>
              <a:ext uri="{FF2B5EF4-FFF2-40B4-BE49-F238E27FC236}">
                <a16:creationId xmlns:a16="http://schemas.microsoft.com/office/drawing/2014/main" id="{3EE2542F-FCC5-26E6-1B44-246466584CEC}"/>
              </a:ext>
            </a:extLst>
          </p:cNvPr>
          <p:cNvSpPr txBox="1"/>
          <p:nvPr/>
        </p:nvSpPr>
        <p:spPr>
          <a:xfrm>
            <a:off x="2565375" y="1807493"/>
            <a:ext cx="1744325" cy="307777"/>
          </a:xfrm>
          <a:prstGeom prst="rect">
            <a:avLst/>
          </a:prstGeom>
          <a:noFill/>
        </p:spPr>
        <p:txBody>
          <a:bodyPr wrap="square">
            <a:spAutoFit/>
          </a:bodyPr>
          <a:lstStyle/>
          <a:p>
            <a:pPr algn="ctr"/>
            <a:r>
              <a:rPr lang="en-US" dirty="0">
                <a:solidFill>
                  <a:schemeClr val="bg1"/>
                </a:solidFill>
                <a:latin typeface="Pangolin" panose="00000500000000000000" pitchFamily="2" charset="0"/>
              </a:rPr>
              <a:t>Socket</a:t>
            </a:r>
            <a:endParaRPr lang="vi-VN" dirty="0">
              <a:solidFill>
                <a:schemeClr val="bg1"/>
              </a:solidFill>
              <a:latin typeface="Pangolin" panose="00000500000000000000" pitchFamily="2" charset="0"/>
            </a:endParaRPr>
          </a:p>
        </p:txBody>
      </p:sp>
      <p:pic>
        <p:nvPicPr>
          <p:cNvPr id="6" name="Hình ảnh 5" descr="Ảnh có chứa Đồ họa, màu đỏ, Màu đỏ son, biểu tượng&#10;&#10;Mô tả được tạo tự động">
            <a:extLst>
              <a:ext uri="{FF2B5EF4-FFF2-40B4-BE49-F238E27FC236}">
                <a16:creationId xmlns:a16="http://schemas.microsoft.com/office/drawing/2014/main" id="{D4FF23C6-77BF-96E7-37A3-2717E50C307F}"/>
              </a:ext>
            </a:extLst>
          </p:cNvPr>
          <p:cNvPicPr>
            <a:picLocks noChangeAspect="1"/>
          </p:cNvPicPr>
          <p:nvPr/>
        </p:nvPicPr>
        <p:blipFill>
          <a:blip r:embed="rId3"/>
          <a:stretch>
            <a:fillRect/>
          </a:stretch>
        </p:blipFill>
        <p:spPr>
          <a:xfrm rot="8431652" flipV="1">
            <a:off x="3859194" y="1475819"/>
            <a:ext cx="596308" cy="259224"/>
          </a:xfrm>
          <a:prstGeom prst="rect">
            <a:avLst/>
          </a:prstGeom>
        </p:spPr>
      </p:pic>
      <p:pic>
        <p:nvPicPr>
          <p:cNvPr id="7" name="Hình ảnh 6" descr="Ảnh có chứa Đồ họa, màu đỏ, Màu đỏ son, biểu tượng&#10;&#10;Mô tả được tạo tự động">
            <a:extLst>
              <a:ext uri="{FF2B5EF4-FFF2-40B4-BE49-F238E27FC236}">
                <a16:creationId xmlns:a16="http://schemas.microsoft.com/office/drawing/2014/main" id="{BE8F1E0A-B804-5994-6B80-AF6E87FFE071}"/>
              </a:ext>
            </a:extLst>
          </p:cNvPr>
          <p:cNvPicPr>
            <a:picLocks noChangeAspect="1"/>
          </p:cNvPicPr>
          <p:nvPr/>
        </p:nvPicPr>
        <p:blipFill>
          <a:blip r:embed="rId3"/>
          <a:stretch>
            <a:fillRect/>
          </a:stretch>
        </p:blipFill>
        <p:spPr>
          <a:xfrm rot="2253992" flipV="1">
            <a:off x="4968010" y="1412583"/>
            <a:ext cx="596308" cy="259224"/>
          </a:xfrm>
          <a:prstGeom prst="rect">
            <a:avLst/>
          </a:prstGeom>
        </p:spPr>
      </p:pic>
      <p:pic>
        <p:nvPicPr>
          <p:cNvPr id="8" name="Hình ảnh 7" descr="Ảnh có chứa Đồ họa, màu đỏ, Màu đỏ son, biểu tượng&#10;&#10;Mô tả được tạo tự động">
            <a:extLst>
              <a:ext uri="{FF2B5EF4-FFF2-40B4-BE49-F238E27FC236}">
                <a16:creationId xmlns:a16="http://schemas.microsoft.com/office/drawing/2014/main" id="{2C1DC006-5666-AC34-44C9-24D3FABE0DB4}"/>
              </a:ext>
            </a:extLst>
          </p:cNvPr>
          <p:cNvPicPr>
            <a:picLocks noChangeAspect="1"/>
          </p:cNvPicPr>
          <p:nvPr/>
        </p:nvPicPr>
        <p:blipFill>
          <a:blip r:embed="rId3"/>
          <a:stretch>
            <a:fillRect/>
          </a:stretch>
        </p:blipFill>
        <p:spPr>
          <a:xfrm rot="5400000" flipV="1">
            <a:off x="4489778" y="1484382"/>
            <a:ext cx="596308" cy="259224"/>
          </a:xfrm>
          <a:prstGeom prst="rect">
            <a:avLst/>
          </a:prstGeom>
        </p:spPr>
      </p:pic>
      <p:pic>
        <p:nvPicPr>
          <p:cNvPr id="12" name="Hình ảnh 11" descr="Ảnh có chứa Đồ họa, sáng tạo&#10;&#10;Mô tả được tạo tự động">
            <a:extLst>
              <a:ext uri="{FF2B5EF4-FFF2-40B4-BE49-F238E27FC236}">
                <a16:creationId xmlns:a16="http://schemas.microsoft.com/office/drawing/2014/main" id="{1922C359-F0C9-71B6-5535-94723467028C}"/>
              </a:ext>
            </a:extLst>
          </p:cNvPr>
          <p:cNvPicPr>
            <a:picLocks noChangeAspect="1"/>
          </p:cNvPicPr>
          <p:nvPr/>
        </p:nvPicPr>
        <p:blipFill>
          <a:blip r:embed="rId4"/>
          <a:stretch>
            <a:fillRect/>
          </a:stretch>
        </p:blipFill>
        <p:spPr>
          <a:xfrm rot="6736795">
            <a:off x="3151304" y="2233828"/>
            <a:ext cx="577852" cy="291527"/>
          </a:xfrm>
          <a:prstGeom prst="rect">
            <a:avLst/>
          </a:prstGeom>
        </p:spPr>
      </p:pic>
      <p:sp>
        <p:nvSpPr>
          <p:cNvPr id="16" name="Hộp Văn bản 15">
            <a:extLst>
              <a:ext uri="{FF2B5EF4-FFF2-40B4-BE49-F238E27FC236}">
                <a16:creationId xmlns:a16="http://schemas.microsoft.com/office/drawing/2014/main" id="{64ABBD46-9F85-FE3E-F681-BEE70BBC972B}"/>
              </a:ext>
            </a:extLst>
          </p:cNvPr>
          <p:cNvSpPr txBox="1"/>
          <p:nvPr/>
        </p:nvSpPr>
        <p:spPr>
          <a:xfrm>
            <a:off x="2709405" y="2755514"/>
            <a:ext cx="2589020" cy="954107"/>
          </a:xfrm>
          <a:prstGeom prst="rect">
            <a:avLst/>
          </a:prstGeom>
          <a:noFill/>
        </p:spPr>
        <p:txBody>
          <a:bodyPr wrap="square">
            <a:spAutoFit/>
          </a:bodyPr>
          <a:lstStyle/>
          <a:p>
            <a:pPr algn="ctr"/>
            <a:r>
              <a:rPr lang="vi-VN" dirty="0">
                <a:solidFill>
                  <a:schemeClr val="bg1"/>
                </a:solidFill>
                <a:latin typeface="Pangolin" panose="00000500000000000000" pitchFamily="2" charset="0"/>
              </a:rPr>
              <a:t>Được xem như đầu mút cho truyền thông, qua đó các ứng dụng</a:t>
            </a:r>
          </a:p>
          <a:p>
            <a:pPr algn="ctr"/>
            <a:r>
              <a:rPr lang="vi-VN" dirty="0">
                <a:solidFill>
                  <a:schemeClr val="bg1"/>
                </a:solidFill>
                <a:latin typeface="Pangolin" panose="00000500000000000000" pitchFamily="2" charset="0"/>
              </a:rPr>
              <a:t>gửi / nhận dữ liệu qua mạng</a:t>
            </a:r>
          </a:p>
        </p:txBody>
      </p:sp>
      <p:pic>
        <p:nvPicPr>
          <p:cNvPr id="19" name="Hình ảnh 18" descr="Ảnh có chứa Đồ họa, sáng tạo&#10;&#10;Mô tả được tạo tự động">
            <a:extLst>
              <a:ext uri="{FF2B5EF4-FFF2-40B4-BE49-F238E27FC236}">
                <a16:creationId xmlns:a16="http://schemas.microsoft.com/office/drawing/2014/main" id="{D07CD4E5-E8E7-4306-76F6-E2AF1C63D0A1}"/>
              </a:ext>
            </a:extLst>
          </p:cNvPr>
          <p:cNvPicPr>
            <a:picLocks noChangeAspect="1"/>
          </p:cNvPicPr>
          <p:nvPr/>
        </p:nvPicPr>
        <p:blipFill>
          <a:blip r:embed="rId4"/>
          <a:stretch>
            <a:fillRect/>
          </a:stretch>
        </p:blipFill>
        <p:spPr>
          <a:xfrm rot="11137738">
            <a:off x="2510840" y="1854349"/>
            <a:ext cx="577852" cy="291527"/>
          </a:xfrm>
          <a:prstGeom prst="rect">
            <a:avLst/>
          </a:prstGeom>
        </p:spPr>
      </p:pic>
      <p:sp>
        <p:nvSpPr>
          <p:cNvPr id="20" name="Hộp Văn bản 19">
            <a:extLst>
              <a:ext uri="{FF2B5EF4-FFF2-40B4-BE49-F238E27FC236}">
                <a16:creationId xmlns:a16="http://schemas.microsoft.com/office/drawing/2014/main" id="{0D4E4C9A-3BAA-A7AB-A87F-E7161BF7090C}"/>
              </a:ext>
            </a:extLst>
          </p:cNvPr>
          <p:cNvSpPr txBox="1"/>
          <p:nvPr/>
        </p:nvSpPr>
        <p:spPr>
          <a:xfrm>
            <a:off x="834686" y="1648168"/>
            <a:ext cx="1817074" cy="954107"/>
          </a:xfrm>
          <a:prstGeom prst="rect">
            <a:avLst/>
          </a:prstGeom>
          <a:noFill/>
        </p:spPr>
        <p:txBody>
          <a:bodyPr wrap="square">
            <a:spAutoFit/>
          </a:bodyPr>
          <a:lstStyle/>
          <a:p>
            <a:pPr algn="ctr"/>
            <a:r>
              <a:rPr lang="en-US" dirty="0">
                <a:solidFill>
                  <a:schemeClr val="bg1"/>
                </a:solidFill>
                <a:latin typeface="Pangolin" panose="00000500000000000000" pitchFamily="2" charset="0"/>
              </a:rPr>
              <a:t>Bao </a:t>
            </a:r>
            <a:r>
              <a:rPr lang="en-US" dirty="0" err="1">
                <a:solidFill>
                  <a:schemeClr val="bg1"/>
                </a:solidFill>
                <a:latin typeface="Pangolin" panose="00000500000000000000" pitchFamily="2" charset="0"/>
              </a:rPr>
              <a:t>gồm</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cặp</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địa</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chỉ</a:t>
            </a:r>
            <a:r>
              <a:rPr lang="en-US" dirty="0">
                <a:solidFill>
                  <a:schemeClr val="bg1"/>
                </a:solidFill>
                <a:latin typeface="Pangolin" panose="00000500000000000000" pitchFamily="2" charset="0"/>
              </a:rPr>
              <a:t> IP </a:t>
            </a:r>
            <a:r>
              <a:rPr lang="en-US" dirty="0" err="1">
                <a:solidFill>
                  <a:schemeClr val="bg1"/>
                </a:solidFill>
                <a:latin typeface="Pangolin" panose="00000500000000000000" pitchFamily="2" charset="0"/>
              </a:rPr>
              <a:t>và</a:t>
            </a:r>
            <a:r>
              <a:rPr lang="en-US" dirty="0">
                <a:solidFill>
                  <a:schemeClr val="bg1"/>
                </a:solidFill>
                <a:latin typeface="Pangolin" panose="00000500000000000000" pitchFamily="2" charset="0"/>
              </a:rPr>
              <a:t> </a:t>
            </a:r>
            <a:r>
              <a:rPr lang="en-US" dirty="0" err="1">
                <a:solidFill>
                  <a:schemeClr val="bg1"/>
                </a:solidFill>
                <a:latin typeface="Pangolin" panose="00000500000000000000" pitchFamily="2" charset="0"/>
              </a:rPr>
              <a:t>cổng</a:t>
            </a:r>
            <a:r>
              <a:rPr lang="en-US" dirty="0">
                <a:solidFill>
                  <a:schemeClr val="bg1"/>
                </a:solidFill>
                <a:latin typeface="Pangolin" panose="00000500000000000000" pitchFamily="2" charset="0"/>
              </a:rPr>
              <a:t>. </a:t>
            </a:r>
          </a:p>
          <a:p>
            <a:pPr algn="ctr"/>
            <a:r>
              <a:rPr lang="vi-VN" dirty="0">
                <a:solidFill>
                  <a:schemeClr val="bg1"/>
                </a:solidFill>
                <a:latin typeface="Pangolin" panose="00000500000000000000" pitchFamily="2" charset="0"/>
              </a:rPr>
              <a:t>Thiết lập quá trình trao đổi dữ liệu</a:t>
            </a:r>
          </a:p>
        </p:txBody>
      </p:sp>
    </p:spTree>
    <p:extLst>
      <p:ext uri="{BB962C8B-B14F-4D97-AF65-F5344CB8AC3E}">
        <p14:creationId xmlns:p14="http://schemas.microsoft.com/office/powerpoint/2010/main" val="39231819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pic>
        <p:nvPicPr>
          <p:cNvPr id="7" name="Hình ảnh 6">
            <a:extLst>
              <a:ext uri="{FF2B5EF4-FFF2-40B4-BE49-F238E27FC236}">
                <a16:creationId xmlns:a16="http://schemas.microsoft.com/office/drawing/2014/main" id="{5850DDB8-F6F4-F6B6-09D0-09557A2BEE8B}"/>
              </a:ext>
            </a:extLst>
          </p:cNvPr>
          <p:cNvPicPr>
            <a:picLocks noChangeAspect="1"/>
          </p:cNvPicPr>
          <p:nvPr/>
        </p:nvPicPr>
        <p:blipFill>
          <a:blip r:embed="rId3"/>
          <a:stretch>
            <a:fillRect/>
          </a:stretch>
        </p:blipFill>
        <p:spPr>
          <a:xfrm>
            <a:off x="429577" y="1028700"/>
            <a:ext cx="4350835" cy="3303270"/>
          </a:xfrm>
          <a:prstGeom prst="rect">
            <a:avLst/>
          </a:prstGeom>
        </p:spPr>
      </p:pic>
      <p:sp>
        <p:nvSpPr>
          <p:cNvPr id="10" name="Hộp Văn bản 9">
            <a:extLst>
              <a:ext uri="{FF2B5EF4-FFF2-40B4-BE49-F238E27FC236}">
                <a16:creationId xmlns:a16="http://schemas.microsoft.com/office/drawing/2014/main" id="{62A0ACDA-5D20-49FF-836A-75985EF70BEF}"/>
              </a:ext>
            </a:extLst>
          </p:cNvPr>
          <p:cNvSpPr txBox="1"/>
          <p:nvPr/>
        </p:nvSpPr>
        <p:spPr>
          <a:xfrm>
            <a:off x="5819847" y="1899986"/>
            <a:ext cx="1997751" cy="307777"/>
          </a:xfrm>
          <a:prstGeom prst="rect">
            <a:avLst/>
          </a:prstGeom>
          <a:noFill/>
        </p:spPr>
        <p:txBody>
          <a:bodyPr wrap="square">
            <a:spAutoFit/>
          </a:bodyPr>
          <a:lstStyle/>
          <a:p>
            <a:pPr algn="ctr"/>
            <a:r>
              <a:rPr lang="vi-VN" dirty="0">
                <a:solidFill>
                  <a:schemeClr val="bg1"/>
                </a:solidFill>
                <a:latin typeface="Pangolin" panose="00000500000000000000" pitchFamily="2" charset="0"/>
              </a:rPr>
              <a:t>CÁC LOẠI SOCKETS</a:t>
            </a:r>
          </a:p>
        </p:txBody>
      </p:sp>
      <p:pic>
        <p:nvPicPr>
          <p:cNvPr id="11" name="Hình ảnh 10" descr="Ảnh có chứa Đồ họa, màu đỏ, Màu đỏ son, biểu tượng&#10;&#10;Mô tả được tạo tự động">
            <a:extLst>
              <a:ext uri="{FF2B5EF4-FFF2-40B4-BE49-F238E27FC236}">
                <a16:creationId xmlns:a16="http://schemas.microsoft.com/office/drawing/2014/main" id="{CC245C37-B63F-0C25-A424-24C9694C1372}"/>
              </a:ext>
            </a:extLst>
          </p:cNvPr>
          <p:cNvPicPr>
            <a:picLocks noChangeAspect="1"/>
          </p:cNvPicPr>
          <p:nvPr/>
        </p:nvPicPr>
        <p:blipFill>
          <a:blip r:embed="rId4"/>
          <a:stretch>
            <a:fillRect/>
          </a:stretch>
        </p:blipFill>
        <p:spPr>
          <a:xfrm rot="7942295" flipV="1">
            <a:off x="6333860" y="2414869"/>
            <a:ext cx="596308" cy="259224"/>
          </a:xfrm>
          <a:prstGeom prst="rect">
            <a:avLst/>
          </a:prstGeom>
        </p:spPr>
      </p:pic>
      <p:pic>
        <p:nvPicPr>
          <p:cNvPr id="12" name="Hình ảnh 11" descr="Ảnh có chứa Đồ họa, màu đỏ, Màu đỏ son, biểu tượng&#10;&#10;Mô tả được tạo tự động">
            <a:extLst>
              <a:ext uri="{FF2B5EF4-FFF2-40B4-BE49-F238E27FC236}">
                <a16:creationId xmlns:a16="http://schemas.microsoft.com/office/drawing/2014/main" id="{9FA844FF-F106-0724-3FF2-DBC1A8ACBEEC}"/>
              </a:ext>
            </a:extLst>
          </p:cNvPr>
          <p:cNvPicPr>
            <a:picLocks noChangeAspect="1"/>
          </p:cNvPicPr>
          <p:nvPr/>
        </p:nvPicPr>
        <p:blipFill>
          <a:blip r:embed="rId4"/>
          <a:stretch>
            <a:fillRect/>
          </a:stretch>
        </p:blipFill>
        <p:spPr>
          <a:xfrm rot="3595291" flipV="1">
            <a:off x="7003264" y="2399528"/>
            <a:ext cx="596308" cy="259224"/>
          </a:xfrm>
          <a:prstGeom prst="rect">
            <a:avLst/>
          </a:prstGeom>
        </p:spPr>
      </p:pic>
      <p:sp>
        <p:nvSpPr>
          <p:cNvPr id="15" name="Hộp Văn bản 14">
            <a:extLst>
              <a:ext uri="{FF2B5EF4-FFF2-40B4-BE49-F238E27FC236}">
                <a16:creationId xmlns:a16="http://schemas.microsoft.com/office/drawing/2014/main" id="{E9972352-7BCB-6AA0-E0A3-FC56BF3D8096}"/>
              </a:ext>
            </a:extLst>
          </p:cNvPr>
          <p:cNvSpPr txBox="1"/>
          <p:nvPr/>
        </p:nvSpPr>
        <p:spPr>
          <a:xfrm>
            <a:off x="5225773" y="2852105"/>
            <a:ext cx="1744325" cy="523220"/>
          </a:xfrm>
          <a:prstGeom prst="rect">
            <a:avLst/>
          </a:prstGeom>
          <a:noFill/>
        </p:spPr>
        <p:txBody>
          <a:bodyPr wrap="square">
            <a:spAutoFit/>
          </a:bodyPr>
          <a:lstStyle/>
          <a:p>
            <a:pPr algn="ctr"/>
            <a:r>
              <a:rPr lang="en-US" dirty="0">
                <a:solidFill>
                  <a:schemeClr val="bg1"/>
                </a:solidFill>
                <a:latin typeface="Pangolin" panose="00000500000000000000" pitchFamily="2" charset="0"/>
              </a:rPr>
              <a:t>Stream Socket</a:t>
            </a:r>
          </a:p>
          <a:p>
            <a:pPr algn="ctr"/>
            <a:r>
              <a:rPr lang="vi-VN" dirty="0">
                <a:solidFill>
                  <a:schemeClr val="bg1"/>
                </a:solidFill>
                <a:latin typeface="Pangolin" panose="00000500000000000000" pitchFamily="2" charset="0"/>
              </a:rPr>
              <a:t>(TCP/IP)</a:t>
            </a:r>
          </a:p>
        </p:txBody>
      </p:sp>
      <p:sp>
        <p:nvSpPr>
          <p:cNvPr id="16" name="Hộp Văn bản 15">
            <a:extLst>
              <a:ext uri="{FF2B5EF4-FFF2-40B4-BE49-F238E27FC236}">
                <a16:creationId xmlns:a16="http://schemas.microsoft.com/office/drawing/2014/main" id="{5047D811-C002-4C33-1419-5C5BDF081C9D}"/>
              </a:ext>
            </a:extLst>
          </p:cNvPr>
          <p:cNvSpPr txBox="1"/>
          <p:nvPr/>
        </p:nvSpPr>
        <p:spPr>
          <a:xfrm>
            <a:off x="6970098" y="2805278"/>
            <a:ext cx="1744325" cy="523220"/>
          </a:xfrm>
          <a:prstGeom prst="rect">
            <a:avLst/>
          </a:prstGeom>
          <a:noFill/>
        </p:spPr>
        <p:txBody>
          <a:bodyPr wrap="square">
            <a:spAutoFit/>
          </a:bodyPr>
          <a:lstStyle/>
          <a:p>
            <a:pPr algn="ctr"/>
            <a:r>
              <a:rPr lang="en-US" dirty="0">
                <a:solidFill>
                  <a:schemeClr val="bg1"/>
                </a:solidFill>
                <a:latin typeface="Pangolin" panose="00000500000000000000" pitchFamily="2" charset="0"/>
              </a:rPr>
              <a:t>Datagram Socket</a:t>
            </a:r>
          </a:p>
          <a:p>
            <a:pPr algn="ctr"/>
            <a:r>
              <a:rPr lang="en-US" dirty="0">
                <a:solidFill>
                  <a:schemeClr val="bg1"/>
                </a:solidFill>
                <a:latin typeface="Pangolin" panose="00000500000000000000" pitchFamily="2" charset="0"/>
              </a:rPr>
              <a:t>(UDP/IP)</a:t>
            </a:r>
            <a:endParaRPr lang="vi-VN" dirty="0">
              <a:solidFill>
                <a:schemeClr val="bg1"/>
              </a:solidFill>
              <a:latin typeface="Pangolin" panose="00000500000000000000" pitchFamily="2" charset="0"/>
            </a:endParaRPr>
          </a:p>
        </p:txBody>
      </p:sp>
    </p:spTree>
    <p:extLst>
      <p:ext uri="{BB962C8B-B14F-4D97-AF65-F5344CB8AC3E}">
        <p14:creationId xmlns:p14="http://schemas.microsoft.com/office/powerpoint/2010/main" val="3618713276"/>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32"/>
          <p:cNvSpPr txBox="1">
            <a:spLocks noGrp="1"/>
          </p:cNvSpPr>
          <p:nvPr>
            <p:ph type="ctrTitle"/>
          </p:nvPr>
        </p:nvSpPr>
        <p:spPr>
          <a:xfrm>
            <a:off x="2482363" y="2116375"/>
            <a:ext cx="3104591" cy="837300"/>
          </a:xfrm>
          <a:prstGeom prst="rect">
            <a:avLst/>
          </a:prstGeom>
        </p:spPr>
        <p:txBody>
          <a:bodyPr spcFirstLastPara="1" wrap="square" lIns="91425" tIns="91425" rIns="91425" bIns="91425" anchor="b" anchorCtr="0">
            <a:noAutofit/>
          </a:bodyPr>
          <a:lstStyle/>
          <a:p>
            <a:r>
              <a:rPr lang="vi-VN" sz="2400" dirty="0">
                <a:latin typeface="Mali" panose="00000500000000000000" pitchFamily="2" charset="-34"/>
                <a:cs typeface="Mali" panose="00000500000000000000" pitchFamily="2" charset="-34"/>
              </a:rPr>
              <a:t>LUỒNG (THREAD) </a:t>
            </a:r>
          </a:p>
        </p:txBody>
      </p:sp>
      <p:sp>
        <p:nvSpPr>
          <p:cNvPr id="689" name="Google Shape;689;p32"/>
          <p:cNvSpPr/>
          <p:nvPr/>
        </p:nvSpPr>
        <p:spPr>
          <a:xfrm>
            <a:off x="5782875" y="1868575"/>
            <a:ext cx="1085100" cy="1085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solidFill>
                  <a:schemeClr val="dk2"/>
                </a:solidFill>
              </a:rPr>
              <a:t>02</a:t>
            </a:r>
            <a:endParaRPr dirty="0">
              <a:solidFill>
                <a:schemeClr val="dk2"/>
              </a:solidFill>
            </a:endParaRPr>
          </a:p>
        </p:txBody>
      </p:sp>
      <p:sp>
        <p:nvSpPr>
          <p:cNvPr id="691" name="Google Shape;691;p32"/>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6"/>
              </a:solidFill>
            </a:endParaRPr>
          </a:p>
        </p:txBody>
      </p:sp>
      <p:cxnSp>
        <p:nvCxnSpPr>
          <p:cNvPr id="693" name="Google Shape;693;p32"/>
          <p:cNvCxnSpPr>
            <a:stCxn id="689"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89079074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cxnSp>
        <p:nvCxnSpPr>
          <p:cNvPr id="1084" name="Google Shape;1084;p38"/>
          <p:cNvCxnSpPr/>
          <p:nvPr/>
        </p:nvCxnSpPr>
        <p:spPr>
          <a:xfrm>
            <a:off x="1660555" y="2604172"/>
            <a:ext cx="0" cy="455100"/>
          </a:xfrm>
          <a:prstGeom prst="straightConnector1">
            <a:avLst/>
          </a:prstGeom>
          <a:noFill/>
          <a:ln w="19050" cap="flat" cmpd="sng">
            <a:solidFill>
              <a:schemeClr val="lt2"/>
            </a:solidFill>
            <a:prstDash val="solid"/>
            <a:round/>
            <a:headEnd type="none" w="med" len="med"/>
            <a:tailEnd type="none" w="med" len="med"/>
          </a:ln>
        </p:spPr>
      </p:cxnSp>
      <p:cxnSp>
        <p:nvCxnSpPr>
          <p:cNvPr id="1085" name="Google Shape;1085;p38"/>
          <p:cNvCxnSpPr/>
          <p:nvPr/>
        </p:nvCxnSpPr>
        <p:spPr>
          <a:xfrm>
            <a:off x="3697305" y="3176172"/>
            <a:ext cx="0" cy="455100"/>
          </a:xfrm>
          <a:prstGeom prst="straightConnector1">
            <a:avLst/>
          </a:prstGeom>
          <a:noFill/>
          <a:ln w="19050" cap="flat" cmpd="sng">
            <a:solidFill>
              <a:schemeClr val="lt2"/>
            </a:solidFill>
            <a:prstDash val="solid"/>
            <a:round/>
            <a:headEnd type="none" w="med" len="med"/>
            <a:tailEnd type="none" w="med" len="med"/>
          </a:ln>
        </p:spPr>
      </p:cxnSp>
      <p:cxnSp>
        <p:nvCxnSpPr>
          <p:cNvPr id="1086" name="Google Shape;1086;p38"/>
          <p:cNvCxnSpPr/>
          <p:nvPr/>
        </p:nvCxnSpPr>
        <p:spPr>
          <a:xfrm>
            <a:off x="5734055" y="2604172"/>
            <a:ext cx="0" cy="455100"/>
          </a:xfrm>
          <a:prstGeom prst="straightConnector1">
            <a:avLst/>
          </a:prstGeom>
          <a:noFill/>
          <a:ln w="19050" cap="flat" cmpd="sng">
            <a:solidFill>
              <a:schemeClr val="lt2"/>
            </a:solidFill>
            <a:prstDash val="solid"/>
            <a:round/>
            <a:headEnd type="none" w="med" len="med"/>
            <a:tailEnd type="none" w="med" len="med"/>
          </a:ln>
        </p:spPr>
      </p:cxnSp>
      <p:cxnSp>
        <p:nvCxnSpPr>
          <p:cNvPr id="1087" name="Google Shape;1087;p38"/>
          <p:cNvCxnSpPr/>
          <p:nvPr/>
        </p:nvCxnSpPr>
        <p:spPr>
          <a:xfrm>
            <a:off x="7770805" y="3176172"/>
            <a:ext cx="0" cy="455100"/>
          </a:xfrm>
          <a:prstGeom prst="straightConnector1">
            <a:avLst/>
          </a:prstGeom>
          <a:noFill/>
          <a:ln w="19050" cap="flat" cmpd="sng">
            <a:solidFill>
              <a:schemeClr val="lt2"/>
            </a:solidFill>
            <a:prstDash val="solid"/>
            <a:round/>
            <a:headEnd type="none" w="med" len="med"/>
            <a:tailEnd type="none" w="med" len="med"/>
          </a:ln>
        </p:spPr>
      </p:cxnSp>
      <p:sp>
        <p:nvSpPr>
          <p:cNvPr id="1088" name="Google Shape;1088;p38"/>
          <p:cNvSpPr txBox="1">
            <a:spLocks noGrp="1"/>
          </p:cNvSpPr>
          <p:nvPr>
            <p:ph type="ctrTitle"/>
          </p:nvPr>
        </p:nvSpPr>
        <p:spPr>
          <a:xfrm>
            <a:off x="728292" y="611297"/>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KHÁI NIỆM </a:t>
            </a:r>
            <a:endParaRPr dirty="0"/>
          </a:p>
        </p:txBody>
      </p:sp>
      <p:cxnSp>
        <p:nvCxnSpPr>
          <p:cNvPr id="1089" name="Google Shape;1089;p38"/>
          <p:cNvCxnSpPr/>
          <p:nvPr/>
        </p:nvCxnSpPr>
        <p:spPr>
          <a:xfrm>
            <a:off x="1143867" y="3117722"/>
            <a:ext cx="7075200" cy="0"/>
          </a:xfrm>
          <a:prstGeom prst="straightConnector1">
            <a:avLst/>
          </a:prstGeom>
          <a:noFill/>
          <a:ln w="19050" cap="flat" cmpd="sng">
            <a:solidFill>
              <a:schemeClr val="lt2"/>
            </a:solidFill>
            <a:prstDash val="solid"/>
            <a:round/>
            <a:headEnd type="none" w="med" len="med"/>
            <a:tailEnd type="none" w="med" len="med"/>
          </a:ln>
        </p:spPr>
      </p:cxnSp>
      <p:grpSp>
        <p:nvGrpSpPr>
          <p:cNvPr id="1090" name="Google Shape;1090;p38"/>
          <p:cNvGrpSpPr/>
          <p:nvPr/>
        </p:nvGrpSpPr>
        <p:grpSpPr>
          <a:xfrm>
            <a:off x="1482192" y="2930972"/>
            <a:ext cx="373500" cy="373500"/>
            <a:chOff x="1372725" y="1912500"/>
            <a:chExt cx="373500" cy="373500"/>
          </a:xfrm>
        </p:grpSpPr>
        <p:sp>
          <p:nvSpPr>
            <p:cNvPr id="1091" name="Google Shape;1091;p38"/>
            <p:cNvSpPr/>
            <p:nvPr/>
          </p:nvSpPr>
          <p:spPr>
            <a:xfrm>
              <a:off x="1464063"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8"/>
            <p:cNvSpPr/>
            <p:nvPr/>
          </p:nvSpPr>
          <p:spPr>
            <a:xfrm>
              <a:off x="1372725" y="1912500"/>
              <a:ext cx="373500" cy="373500"/>
            </a:xfrm>
            <a:prstGeom prst="donut">
              <a:avLst>
                <a:gd name="adj" fmla="val 1019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3" name="Google Shape;1093;p38"/>
          <p:cNvGrpSpPr/>
          <p:nvPr/>
        </p:nvGrpSpPr>
        <p:grpSpPr>
          <a:xfrm>
            <a:off x="3510559" y="2930972"/>
            <a:ext cx="373500" cy="373500"/>
            <a:chOff x="3212675" y="1912500"/>
            <a:chExt cx="373500" cy="373500"/>
          </a:xfrm>
        </p:grpSpPr>
        <p:sp>
          <p:nvSpPr>
            <p:cNvPr id="1094" name="Google Shape;1094;p38"/>
            <p:cNvSpPr/>
            <p:nvPr/>
          </p:nvSpPr>
          <p:spPr>
            <a:xfrm>
              <a:off x="3304013"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8"/>
            <p:cNvSpPr/>
            <p:nvPr/>
          </p:nvSpPr>
          <p:spPr>
            <a:xfrm>
              <a:off x="3212675" y="1912500"/>
              <a:ext cx="373500" cy="373500"/>
            </a:xfrm>
            <a:prstGeom prst="donut">
              <a:avLst>
                <a:gd name="adj" fmla="val 10193"/>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6" name="Google Shape;1096;p38"/>
          <p:cNvGrpSpPr/>
          <p:nvPr/>
        </p:nvGrpSpPr>
        <p:grpSpPr>
          <a:xfrm>
            <a:off x="5538925" y="2930972"/>
            <a:ext cx="373500" cy="373500"/>
            <a:chOff x="5557850" y="1912500"/>
            <a:chExt cx="373500" cy="373500"/>
          </a:xfrm>
        </p:grpSpPr>
        <p:sp>
          <p:nvSpPr>
            <p:cNvPr id="1097" name="Google Shape;1097;p38"/>
            <p:cNvSpPr/>
            <p:nvPr/>
          </p:nvSpPr>
          <p:spPr>
            <a:xfrm>
              <a:off x="5649188"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8"/>
            <p:cNvSpPr/>
            <p:nvPr/>
          </p:nvSpPr>
          <p:spPr>
            <a:xfrm>
              <a:off x="5557850" y="1912500"/>
              <a:ext cx="373500" cy="373500"/>
            </a:xfrm>
            <a:prstGeom prst="donut">
              <a:avLst>
                <a:gd name="adj" fmla="val 10193"/>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 name="Google Shape;1099;p38"/>
          <p:cNvGrpSpPr/>
          <p:nvPr/>
        </p:nvGrpSpPr>
        <p:grpSpPr>
          <a:xfrm>
            <a:off x="7567292" y="2930972"/>
            <a:ext cx="373500" cy="373500"/>
            <a:chOff x="7457825" y="1912500"/>
            <a:chExt cx="373500" cy="373500"/>
          </a:xfrm>
        </p:grpSpPr>
        <p:sp>
          <p:nvSpPr>
            <p:cNvPr id="1100" name="Google Shape;1100;p38"/>
            <p:cNvSpPr/>
            <p:nvPr/>
          </p:nvSpPr>
          <p:spPr>
            <a:xfrm>
              <a:off x="7549163" y="2003850"/>
              <a:ext cx="190800" cy="190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8"/>
            <p:cNvSpPr/>
            <p:nvPr/>
          </p:nvSpPr>
          <p:spPr>
            <a:xfrm>
              <a:off x="7457825" y="1912500"/>
              <a:ext cx="373500" cy="373500"/>
            </a:xfrm>
            <a:prstGeom prst="donut">
              <a:avLst>
                <a:gd name="adj" fmla="val 1019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3" name="Google Shape;1103;p38"/>
          <p:cNvSpPr txBox="1">
            <a:spLocks noGrp="1"/>
          </p:cNvSpPr>
          <p:nvPr>
            <p:ph type="subTitle" idx="4294967295"/>
          </p:nvPr>
        </p:nvSpPr>
        <p:spPr>
          <a:xfrm>
            <a:off x="560692" y="2026047"/>
            <a:ext cx="2216476" cy="6447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US" dirty="0" err="1">
                <a:latin typeface="Maven Pro" panose="020B0604020202020204" charset="0"/>
              </a:rPr>
              <a:t>Định</a:t>
            </a:r>
            <a:r>
              <a:rPr lang="en-US" dirty="0">
                <a:latin typeface="Maven Pro" panose="020B0604020202020204" charset="0"/>
              </a:rPr>
              <a:t> </a:t>
            </a:r>
            <a:r>
              <a:rPr lang="en-US" dirty="0" err="1">
                <a:latin typeface="Maven Pro" panose="020B0604020202020204" charset="0"/>
              </a:rPr>
              <a:t>danh</a:t>
            </a:r>
            <a:r>
              <a:rPr lang="en-US" dirty="0">
                <a:latin typeface="Maven Pro" panose="020B0604020202020204" charset="0"/>
              </a:rPr>
              <a:t> </a:t>
            </a:r>
            <a:r>
              <a:rPr lang="en-US" dirty="0" err="1">
                <a:latin typeface="Maven Pro" panose="020B0604020202020204" charset="0"/>
              </a:rPr>
              <a:t>luồng</a:t>
            </a:r>
            <a:r>
              <a:rPr lang="en-US" dirty="0">
                <a:latin typeface="Maven Pro" panose="020B0604020202020204" charset="0"/>
              </a:rPr>
              <a:t> </a:t>
            </a:r>
          </a:p>
          <a:p>
            <a:pPr marL="0" lvl="0" indent="0" algn="ctr" rtl="0">
              <a:lnSpc>
                <a:spcPct val="100000"/>
              </a:lnSpc>
              <a:spcBef>
                <a:spcPts val="0"/>
              </a:spcBef>
              <a:spcAft>
                <a:spcPts val="0"/>
              </a:spcAft>
              <a:buNone/>
            </a:pPr>
            <a:r>
              <a:rPr lang="en-US" dirty="0">
                <a:latin typeface="Maven Pro" panose="020B0604020202020204" charset="0"/>
              </a:rPr>
              <a:t>(ID Thread) </a:t>
            </a:r>
            <a:endParaRPr dirty="0">
              <a:latin typeface="Maven Pro" panose="020B0604020202020204" charset="0"/>
            </a:endParaRPr>
          </a:p>
        </p:txBody>
      </p:sp>
      <p:sp>
        <p:nvSpPr>
          <p:cNvPr id="1105" name="Google Shape;1105;p38"/>
          <p:cNvSpPr txBox="1">
            <a:spLocks noGrp="1"/>
          </p:cNvSpPr>
          <p:nvPr>
            <p:ph type="subTitle" idx="4294967295"/>
          </p:nvPr>
        </p:nvSpPr>
        <p:spPr>
          <a:xfrm>
            <a:off x="6737303" y="3687466"/>
            <a:ext cx="2033453" cy="6447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US" dirty="0" err="1"/>
              <a:t>Không</a:t>
            </a:r>
            <a:r>
              <a:rPr lang="en-US" dirty="0"/>
              <a:t> </a:t>
            </a:r>
            <a:r>
              <a:rPr lang="en-US" dirty="0" err="1"/>
              <a:t>gian</a:t>
            </a:r>
            <a:r>
              <a:rPr lang="en-US" dirty="0"/>
              <a:t> stack </a:t>
            </a:r>
            <a:endParaRPr dirty="0"/>
          </a:p>
        </p:txBody>
      </p:sp>
      <p:sp>
        <p:nvSpPr>
          <p:cNvPr id="1107" name="Google Shape;1107;p38"/>
          <p:cNvSpPr txBox="1">
            <a:spLocks noGrp="1"/>
          </p:cNvSpPr>
          <p:nvPr>
            <p:ph type="subTitle" idx="4294967295"/>
          </p:nvPr>
        </p:nvSpPr>
        <p:spPr>
          <a:xfrm>
            <a:off x="2579947" y="3631272"/>
            <a:ext cx="2425499" cy="6447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vi-VN" dirty="0"/>
              <a:t>Bộ đếm chương trình (</a:t>
            </a:r>
            <a:r>
              <a:rPr lang="vi-VN" dirty="0" err="1"/>
              <a:t>Program</a:t>
            </a:r>
            <a:r>
              <a:rPr lang="vi-VN" dirty="0"/>
              <a:t> </a:t>
            </a:r>
            <a:r>
              <a:rPr lang="vi-VN" dirty="0" err="1"/>
              <a:t>Computer</a:t>
            </a:r>
            <a:r>
              <a:rPr lang="vi-VN" dirty="0"/>
              <a:t>) </a:t>
            </a:r>
            <a:endParaRPr dirty="0"/>
          </a:p>
        </p:txBody>
      </p:sp>
      <p:sp>
        <p:nvSpPr>
          <p:cNvPr id="1109" name="Google Shape;1109;p38"/>
          <p:cNvSpPr txBox="1">
            <a:spLocks noGrp="1"/>
          </p:cNvSpPr>
          <p:nvPr>
            <p:ph type="subTitle" idx="4294967295"/>
          </p:nvPr>
        </p:nvSpPr>
        <p:spPr>
          <a:xfrm>
            <a:off x="4679117" y="1998678"/>
            <a:ext cx="2109900" cy="6447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US" dirty="0" err="1"/>
              <a:t>Tập</a:t>
            </a:r>
            <a:r>
              <a:rPr lang="en-US" dirty="0"/>
              <a:t> </a:t>
            </a:r>
            <a:r>
              <a:rPr lang="en-US" dirty="0" err="1"/>
              <a:t>các</a:t>
            </a:r>
            <a:r>
              <a:rPr lang="en-US" dirty="0"/>
              <a:t> </a:t>
            </a:r>
            <a:r>
              <a:rPr lang="en-US" dirty="0" err="1"/>
              <a:t>thanh</a:t>
            </a:r>
            <a:r>
              <a:rPr lang="en-US" dirty="0"/>
              <a:t> </a:t>
            </a:r>
            <a:r>
              <a:rPr lang="en-US" dirty="0" err="1"/>
              <a:t>ghi</a:t>
            </a:r>
            <a:r>
              <a:rPr lang="en-US" dirty="0"/>
              <a:t> (Registers)</a:t>
            </a:r>
            <a:endParaRPr dirty="0"/>
          </a:p>
        </p:txBody>
      </p:sp>
      <p:sp>
        <p:nvSpPr>
          <p:cNvPr id="4" name="Google Shape;1088;p38">
            <a:extLst>
              <a:ext uri="{FF2B5EF4-FFF2-40B4-BE49-F238E27FC236}">
                <a16:creationId xmlns:a16="http://schemas.microsoft.com/office/drawing/2014/main" id="{0824058B-FD02-8F0A-063E-BDC6658D291F}"/>
              </a:ext>
            </a:extLst>
          </p:cNvPr>
          <p:cNvSpPr txBox="1">
            <a:spLocks/>
          </p:cNvSpPr>
          <p:nvPr/>
        </p:nvSpPr>
        <p:spPr>
          <a:xfrm>
            <a:off x="719905" y="611297"/>
            <a:ext cx="4727700"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600"/>
              <a:buFont typeface="Share Tech"/>
              <a:buNone/>
              <a:defRPr sz="3000" b="0" i="0" u="none" strike="noStrike" cap="none">
                <a:solidFill>
                  <a:schemeClr val="lt1"/>
                </a:solidFill>
                <a:latin typeface="Share Tech"/>
                <a:ea typeface="Share Tech"/>
                <a:cs typeface="Share Tech"/>
                <a:sym typeface="Share Tech"/>
              </a:defRPr>
            </a:lvl1pPr>
            <a:lvl2pPr marR="0" lvl="1"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2pPr>
            <a:lvl3pPr marR="0" lvl="2"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3pPr>
            <a:lvl4pPr marR="0" lvl="3"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4pPr>
            <a:lvl5pPr marR="0" lvl="4"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5pPr>
            <a:lvl6pPr marR="0" lvl="5"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6pPr>
            <a:lvl7pPr marR="0" lvl="6"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7pPr>
            <a:lvl8pPr marR="0" lvl="7"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8pPr>
            <a:lvl9pPr marR="0" lvl="8"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9pPr>
          </a:lstStyle>
          <a:p>
            <a:r>
              <a:rPr lang="en-US" dirty="0">
                <a:solidFill>
                  <a:schemeClr val="accent3"/>
                </a:solidFill>
              </a:rPr>
              <a:t>KHÁI NIỆM </a:t>
            </a:r>
          </a:p>
        </p:txBody>
      </p:sp>
      <p:sp>
        <p:nvSpPr>
          <p:cNvPr id="5" name="Google Shape;1088;p38">
            <a:extLst>
              <a:ext uri="{FF2B5EF4-FFF2-40B4-BE49-F238E27FC236}">
                <a16:creationId xmlns:a16="http://schemas.microsoft.com/office/drawing/2014/main" id="{20E775FB-B40B-5F8F-1BB3-FD03C5BF1FA8}"/>
              </a:ext>
            </a:extLst>
          </p:cNvPr>
          <p:cNvSpPr txBox="1">
            <a:spLocks/>
          </p:cNvSpPr>
          <p:nvPr/>
        </p:nvSpPr>
        <p:spPr>
          <a:xfrm>
            <a:off x="1333431" y="1086048"/>
            <a:ext cx="4727700"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600"/>
              <a:buFont typeface="Share Tech"/>
              <a:buNone/>
              <a:defRPr sz="3000" b="0" i="0" u="none" strike="noStrike" cap="none">
                <a:solidFill>
                  <a:schemeClr val="lt1"/>
                </a:solidFill>
                <a:latin typeface="Share Tech"/>
                <a:ea typeface="Share Tech"/>
                <a:cs typeface="Share Tech"/>
                <a:sym typeface="Share Tech"/>
              </a:defRPr>
            </a:lvl1pPr>
            <a:lvl2pPr marR="0" lvl="1"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2pPr>
            <a:lvl3pPr marR="0" lvl="2"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3pPr>
            <a:lvl4pPr marR="0" lvl="3"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4pPr>
            <a:lvl5pPr marR="0" lvl="4"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5pPr>
            <a:lvl6pPr marR="0" lvl="5"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6pPr>
            <a:lvl7pPr marR="0" lvl="6"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7pPr>
            <a:lvl8pPr marR="0" lvl="7"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8pPr>
            <a:lvl9pPr marR="0" lvl="8"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9pPr>
          </a:lstStyle>
          <a:p>
            <a:r>
              <a:rPr lang="vi-VN" sz="2000" dirty="0">
                <a:latin typeface="Maven Pro" panose="020B0604020202020204" charset="0"/>
              </a:rPr>
              <a:t>là đơn vị sử dụng CPU cơ bản</a:t>
            </a:r>
            <a:r>
              <a:rPr lang="en-US" sz="2000" dirty="0">
                <a:latin typeface="Maven Pro" panose="020B0604020202020204" charset="0"/>
              </a:rPr>
              <a:t> </a:t>
            </a:r>
            <a:r>
              <a:rPr lang="en-US" sz="2000" dirty="0" err="1">
                <a:latin typeface="Maven Pro" panose="020B0604020202020204" charset="0"/>
              </a:rPr>
              <a:t>gồm</a:t>
            </a:r>
            <a:r>
              <a:rPr lang="en-US" sz="2000" dirty="0">
                <a:latin typeface="Maven Pro" panose="020B0604020202020204" charset="0"/>
              </a:rPr>
              <a:t>:  </a:t>
            </a:r>
          </a:p>
        </p:txBody>
      </p:sp>
    </p:spTree>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Hình ảnh 4">
            <a:extLst>
              <a:ext uri="{FF2B5EF4-FFF2-40B4-BE49-F238E27FC236}">
                <a16:creationId xmlns:a16="http://schemas.microsoft.com/office/drawing/2014/main" id="{33C6B852-D2B2-3904-4559-AA3E5BE62C9B}"/>
              </a:ext>
            </a:extLst>
          </p:cNvPr>
          <p:cNvPicPr>
            <a:picLocks noChangeAspect="1"/>
          </p:cNvPicPr>
          <p:nvPr/>
        </p:nvPicPr>
        <p:blipFill>
          <a:blip r:embed="rId2"/>
          <a:stretch>
            <a:fillRect/>
          </a:stretch>
        </p:blipFill>
        <p:spPr>
          <a:xfrm>
            <a:off x="1600047" y="336435"/>
            <a:ext cx="5943905" cy="4470630"/>
          </a:xfrm>
          <a:prstGeom prst="rect">
            <a:avLst/>
          </a:prstGeom>
        </p:spPr>
      </p:pic>
    </p:spTree>
    <p:extLst>
      <p:ext uri="{BB962C8B-B14F-4D97-AF65-F5344CB8AC3E}">
        <p14:creationId xmlns:p14="http://schemas.microsoft.com/office/powerpoint/2010/main" val="5588286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6" name="Google Shape;466;p26"/>
          <p:cNvSpPr txBox="1">
            <a:spLocks noGrp="1"/>
          </p:cNvSpPr>
          <p:nvPr>
            <p:ph type="ctrTitle"/>
          </p:nvPr>
        </p:nvSpPr>
        <p:spPr>
          <a:xfrm>
            <a:off x="470717" y="682131"/>
            <a:ext cx="6696376"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b="1" dirty="0">
                <a:solidFill>
                  <a:schemeClr val="accent3"/>
                </a:solidFill>
                <a:effectLst>
                  <a:outerShdw blurRad="38100" dist="38100" dir="2700000" algn="tl">
                    <a:srgbClr val="000000">
                      <a:alpha val="43137"/>
                    </a:srgbClr>
                  </a:outerShdw>
                </a:effectLst>
                <a:latin typeface="Maven Pro" panose="020B0604020202020204" charset="0"/>
              </a:rPr>
              <a:t>LỢI ÍCH CỦA LẬP TRÌNH ĐA LUỒNG</a:t>
            </a:r>
            <a:endParaRPr sz="2400" b="1" dirty="0">
              <a:solidFill>
                <a:schemeClr val="accent3"/>
              </a:solidFill>
              <a:effectLst>
                <a:outerShdw blurRad="38100" dist="38100" dir="2700000" algn="tl">
                  <a:srgbClr val="000000">
                    <a:alpha val="43137"/>
                  </a:srgbClr>
                </a:outerShdw>
              </a:effectLst>
              <a:latin typeface="Maven Pro" panose="020B0604020202020204" charset="0"/>
            </a:endParaRPr>
          </a:p>
        </p:txBody>
      </p:sp>
      <p:sp>
        <p:nvSpPr>
          <p:cNvPr id="4" name="Hộp Văn bản 3">
            <a:extLst>
              <a:ext uri="{FF2B5EF4-FFF2-40B4-BE49-F238E27FC236}">
                <a16:creationId xmlns:a16="http://schemas.microsoft.com/office/drawing/2014/main" id="{5DEF69DD-01B5-9EE3-A3A7-3AE6217F403E}"/>
              </a:ext>
            </a:extLst>
          </p:cNvPr>
          <p:cNvSpPr txBox="1"/>
          <p:nvPr/>
        </p:nvSpPr>
        <p:spPr>
          <a:xfrm>
            <a:off x="1136560" y="1663809"/>
            <a:ext cx="6870879" cy="1815882"/>
          </a:xfrm>
          <a:prstGeom prst="rect">
            <a:avLst/>
          </a:prstGeom>
          <a:noFill/>
        </p:spPr>
        <p:txBody>
          <a:bodyPr wrap="square" rtlCol="0">
            <a:spAutoFit/>
          </a:bodyPr>
          <a:lstStyle/>
          <a:p>
            <a:r>
              <a:rPr lang="en-US" sz="1600" dirty="0">
                <a:solidFill>
                  <a:schemeClr val="bg1"/>
                </a:solidFill>
                <a:latin typeface="Maven Pro" panose="020B0604020202020204" charset="0"/>
              </a:rPr>
              <a:t>1. </a:t>
            </a:r>
            <a:r>
              <a:rPr lang="vi-VN" sz="1600" dirty="0">
                <a:solidFill>
                  <a:schemeClr val="bg1"/>
                </a:solidFill>
                <a:latin typeface="Maven Pro" panose="020B0604020202020204" charset="0"/>
              </a:rPr>
              <a:t>Tăng tính đáp ứng với người dung</a:t>
            </a:r>
            <a:endParaRPr lang="en-US" sz="1600" dirty="0">
              <a:solidFill>
                <a:schemeClr val="bg1"/>
              </a:solidFill>
              <a:latin typeface="Maven Pro" panose="020B0604020202020204" charset="0"/>
            </a:endParaRPr>
          </a:p>
          <a:p>
            <a:r>
              <a:rPr lang="en-US" sz="1600" dirty="0">
                <a:solidFill>
                  <a:schemeClr val="bg1"/>
                </a:solidFill>
                <a:latin typeface="Maven Pro" panose="020B0604020202020204" charset="0"/>
              </a:rPr>
              <a:t>2. </a:t>
            </a:r>
            <a:r>
              <a:rPr lang="vi-VN" sz="1600" dirty="0">
                <a:solidFill>
                  <a:schemeClr val="bg1"/>
                </a:solidFill>
                <a:latin typeface="Maven Pro" panose="020B0604020202020204" charset="0"/>
              </a:rPr>
              <a:t>Cho phép chương trình vẫn thực hiện ngay khi một phần đang chờ đợi (</a:t>
            </a:r>
            <a:r>
              <a:rPr lang="vi-VN" sz="1600" dirty="0" err="1">
                <a:solidFill>
                  <a:schemeClr val="bg1"/>
                </a:solidFill>
                <a:latin typeface="Maven Pro" panose="020B0604020202020204" charset="0"/>
              </a:rPr>
              <a:t>block</a:t>
            </a:r>
            <a:r>
              <a:rPr lang="vi-VN" sz="1600" dirty="0">
                <a:solidFill>
                  <a:schemeClr val="bg1"/>
                </a:solidFill>
                <a:latin typeface="Maven Pro" panose="020B0604020202020204" charset="0"/>
              </a:rPr>
              <a:t>) hoặc đang thực hiện</a:t>
            </a:r>
            <a:r>
              <a:rPr lang="en-US" sz="1600" dirty="0">
                <a:solidFill>
                  <a:schemeClr val="bg1"/>
                </a:solidFill>
                <a:latin typeface="Maven Pro" panose="020B0604020202020204" charset="0"/>
              </a:rPr>
              <a:t> </a:t>
            </a:r>
            <a:r>
              <a:rPr lang="vi-VN" sz="1600" dirty="0">
                <a:solidFill>
                  <a:schemeClr val="bg1"/>
                </a:solidFill>
                <a:latin typeface="Maven Pro" panose="020B0604020202020204" charset="0"/>
              </a:rPr>
              <a:t>tính toán tăng cường </a:t>
            </a:r>
            <a:endParaRPr lang="en-US" sz="1600" dirty="0">
              <a:solidFill>
                <a:schemeClr val="bg1"/>
              </a:solidFill>
              <a:latin typeface="Maven Pro" panose="020B0604020202020204" charset="0"/>
            </a:endParaRPr>
          </a:p>
          <a:p>
            <a:r>
              <a:rPr lang="en-US" sz="1600" dirty="0">
                <a:solidFill>
                  <a:schemeClr val="bg1"/>
                </a:solidFill>
                <a:latin typeface="Maven Pro" panose="020B0604020202020204" charset="0"/>
              </a:rPr>
              <a:t>3. Chia </a:t>
            </a:r>
            <a:r>
              <a:rPr lang="en-US" sz="1600" dirty="0" err="1">
                <a:solidFill>
                  <a:schemeClr val="bg1"/>
                </a:solidFill>
                <a:latin typeface="Maven Pro" panose="020B0604020202020204" charset="0"/>
              </a:rPr>
              <a:t>sẻ</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tài</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nguyên</a:t>
            </a:r>
            <a:endParaRPr lang="en-US" sz="1600" dirty="0">
              <a:solidFill>
                <a:schemeClr val="bg1"/>
              </a:solidFill>
              <a:latin typeface="Maven Pro" panose="020B0604020202020204" charset="0"/>
            </a:endParaRPr>
          </a:p>
          <a:p>
            <a:r>
              <a:rPr lang="en-US" sz="1600" dirty="0">
                <a:solidFill>
                  <a:schemeClr val="bg1"/>
                </a:solidFill>
                <a:latin typeface="Maven Pro" panose="020B0604020202020204" charset="0"/>
              </a:rPr>
              <a:t>4. </a:t>
            </a:r>
            <a:r>
              <a:rPr lang="en-US" sz="1600" dirty="0" err="1">
                <a:solidFill>
                  <a:schemeClr val="bg1"/>
                </a:solidFill>
                <a:latin typeface="Maven Pro" panose="020B0604020202020204" charset="0"/>
              </a:rPr>
              <a:t>Tính</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kinh</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tế</a:t>
            </a:r>
            <a:endParaRPr lang="en-US" sz="1600" dirty="0">
              <a:solidFill>
                <a:schemeClr val="bg1"/>
              </a:solidFill>
              <a:latin typeface="Maven Pro" panose="020B0604020202020204" charset="0"/>
            </a:endParaRPr>
          </a:p>
          <a:p>
            <a:r>
              <a:rPr lang="en-US" sz="1600" dirty="0">
                <a:solidFill>
                  <a:schemeClr val="bg1"/>
                </a:solidFill>
                <a:latin typeface="Maven Pro" panose="020B0604020202020204" charset="0"/>
              </a:rPr>
              <a:t>5. </a:t>
            </a:r>
            <a:r>
              <a:rPr lang="en-US" sz="1600" dirty="0" err="1">
                <a:solidFill>
                  <a:schemeClr val="bg1"/>
                </a:solidFill>
                <a:latin typeface="Maven Pro" panose="020B0604020202020204" charset="0"/>
              </a:rPr>
              <a:t>Sử</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dụng</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kiến</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trúc</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nhiều</a:t>
            </a:r>
            <a:r>
              <a:rPr lang="en-US" sz="1600" dirty="0">
                <a:solidFill>
                  <a:schemeClr val="bg1"/>
                </a:solidFill>
                <a:latin typeface="Maven Pro" panose="020B0604020202020204" charset="0"/>
              </a:rPr>
              <a:t> vi </a:t>
            </a:r>
            <a:r>
              <a:rPr lang="en-US" sz="1600" dirty="0" err="1">
                <a:solidFill>
                  <a:schemeClr val="bg1"/>
                </a:solidFill>
                <a:latin typeface="Maven Pro" panose="020B0604020202020204" charset="0"/>
              </a:rPr>
              <a:t>xử</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lý</a:t>
            </a:r>
            <a:r>
              <a:rPr lang="en-US" sz="1600" dirty="0">
                <a:solidFill>
                  <a:schemeClr val="bg1"/>
                </a:solidFill>
                <a:latin typeface="Maven Pro" panose="020B0604020202020204" charset="0"/>
              </a:rPr>
              <a:t> </a:t>
            </a:r>
          </a:p>
          <a:p>
            <a:endParaRPr lang="en-US" sz="1600" dirty="0">
              <a:solidFill>
                <a:schemeClr val="bg1"/>
              </a:solidFill>
              <a:latin typeface="Maven Pro" panose="020B060402020202020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29"/>
          <p:cNvSpPr txBox="1">
            <a:spLocks noGrp="1"/>
          </p:cNvSpPr>
          <p:nvPr>
            <p:ph type="ctrTitle" idx="4"/>
          </p:nvPr>
        </p:nvSpPr>
        <p:spPr>
          <a:xfrm>
            <a:off x="595730" y="321465"/>
            <a:ext cx="61536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dirty="0">
                <a:solidFill>
                  <a:schemeClr val="accent3"/>
                </a:solidFill>
                <a:effectLst>
                  <a:outerShdw blurRad="38100" dist="38100" dir="2700000" algn="tl">
                    <a:srgbClr val="000000">
                      <a:alpha val="43137"/>
                    </a:srgbClr>
                  </a:outerShdw>
                </a:effectLst>
                <a:latin typeface="Maven Pro" panose="020B0604020202020204" charset="0"/>
              </a:rPr>
              <a:t>CHIA LÀM 2 LUỒNG</a:t>
            </a:r>
            <a:endParaRPr b="1" dirty="0">
              <a:solidFill>
                <a:schemeClr val="accent3"/>
              </a:solidFill>
              <a:effectLst>
                <a:outerShdw blurRad="38100" dist="38100" dir="2700000" algn="tl">
                  <a:srgbClr val="000000">
                    <a:alpha val="43137"/>
                  </a:srgbClr>
                </a:outerShdw>
              </a:effectLst>
              <a:latin typeface="Maven Pro" panose="020B0604020202020204" charset="0"/>
            </a:endParaRPr>
          </a:p>
        </p:txBody>
      </p:sp>
      <p:sp>
        <p:nvSpPr>
          <p:cNvPr id="572" name="Google Shape;572;p29"/>
          <p:cNvSpPr txBox="1">
            <a:spLocks noGrp="1"/>
          </p:cNvSpPr>
          <p:nvPr>
            <p:ph type="ctrTitle"/>
          </p:nvPr>
        </p:nvSpPr>
        <p:spPr>
          <a:xfrm>
            <a:off x="931234" y="1337690"/>
            <a:ext cx="314493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err="1">
                <a:latin typeface="Maven Pro" panose="020B0604020202020204" charset="0"/>
              </a:rPr>
              <a:t>Luồng</a:t>
            </a:r>
            <a:r>
              <a:rPr lang="en-US" sz="2000" dirty="0">
                <a:latin typeface="Maven Pro" panose="020B0604020202020204" charset="0"/>
              </a:rPr>
              <a:t> </a:t>
            </a:r>
            <a:r>
              <a:rPr lang="en-US" sz="2000" dirty="0" err="1">
                <a:latin typeface="Maven Pro" panose="020B0604020202020204" charset="0"/>
              </a:rPr>
              <a:t>mức</a:t>
            </a:r>
            <a:r>
              <a:rPr lang="en-US" sz="2000" dirty="0">
                <a:latin typeface="Maven Pro" panose="020B0604020202020204" charset="0"/>
              </a:rPr>
              <a:t> </a:t>
            </a:r>
            <a:r>
              <a:rPr lang="en-US" sz="2000" dirty="0" err="1">
                <a:latin typeface="Maven Pro" panose="020B0604020202020204" charset="0"/>
              </a:rPr>
              <a:t>người</a:t>
            </a:r>
            <a:r>
              <a:rPr lang="en-US" sz="2000" dirty="0">
                <a:latin typeface="Maven Pro" panose="020B0604020202020204" charset="0"/>
              </a:rPr>
              <a:t> </a:t>
            </a:r>
            <a:r>
              <a:rPr lang="en-US" sz="2000" dirty="0" err="1">
                <a:latin typeface="Maven Pro" panose="020B0604020202020204" charset="0"/>
              </a:rPr>
              <a:t>dùng</a:t>
            </a:r>
            <a:r>
              <a:rPr lang="en-US" sz="2000" dirty="0">
                <a:latin typeface="Maven Pro" panose="020B0604020202020204" charset="0"/>
              </a:rPr>
              <a:t> (User – Level Threads) </a:t>
            </a:r>
            <a:endParaRPr sz="2000" dirty="0">
              <a:latin typeface="Maven Pro" panose="020B0604020202020204" charset="0"/>
            </a:endParaRPr>
          </a:p>
        </p:txBody>
      </p:sp>
      <p:sp>
        <p:nvSpPr>
          <p:cNvPr id="573" name="Google Shape;573;p29"/>
          <p:cNvSpPr txBox="1">
            <a:spLocks noGrp="1"/>
          </p:cNvSpPr>
          <p:nvPr>
            <p:ph type="subTitle" idx="1"/>
          </p:nvPr>
        </p:nvSpPr>
        <p:spPr>
          <a:xfrm>
            <a:off x="931246" y="1825757"/>
            <a:ext cx="3434692" cy="79635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200" dirty="0"/>
              <a:t>- Quản lý các luồng được thực hiện bởi chương trình ứng dụng </a:t>
            </a:r>
            <a:endParaRPr lang="en-US" sz="1200" dirty="0"/>
          </a:p>
          <a:p>
            <a:pPr marL="0" lvl="0" indent="0" algn="l" rtl="0">
              <a:spcBef>
                <a:spcPts val="0"/>
              </a:spcBef>
              <a:spcAft>
                <a:spcPts val="0"/>
              </a:spcAft>
              <a:buNone/>
            </a:pPr>
            <a:r>
              <a:rPr lang="vi-VN" sz="1200" dirty="0"/>
              <a:t>- Nhân hệ thống không biết gì về sự tồn tại luồng</a:t>
            </a:r>
            <a:endParaRPr lang="en-US" sz="1200" dirty="0"/>
          </a:p>
          <a:p>
            <a:pPr marL="0" lvl="0" indent="0" algn="l" rtl="0">
              <a:spcBef>
                <a:spcPts val="0"/>
              </a:spcBef>
              <a:spcAft>
                <a:spcPts val="0"/>
              </a:spcAft>
              <a:buNone/>
            </a:pPr>
            <a:r>
              <a:rPr lang="vi-VN" sz="1200" dirty="0"/>
              <a:t> - Chương trình ứng dụng được lập trình theo mô hình đa luồng bởi sử dụng thư viện luồng </a:t>
            </a:r>
            <a:endParaRPr sz="1200" dirty="0"/>
          </a:p>
        </p:txBody>
      </p:sp>
      <p:sp>
        <p:nvSpPr>
          <p:cNvPr id="574" name="Google Shape;574;p29"/>
          <p:cNvSpPr txBox="1">
            <a:spLocks noGrp="1"/>
          </p:cNvSpPr>
          <p:nvPr>
            <p:ph type="ctrTitle" idx="2"/>
          </p:nvPr>
        </p:nvSpPr>
        <p:spPr>
          <a:xfrm>
            <a:off x="4906851" y="1337689"/>
            <a:ext cx="3280828"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800" dirty="0" err="1">
                <a:latin typeface="Maven Pro" panose="020B0604020202020204" charset="0"/>
              </a:rPr>
              <a:t>Luồng</a:t>
            </a:r>
            <a:r>
              <a:rPr lang="en-US" sz="1800" dirty="0">
                <a:latin typeface="Maven Pro" panose="020B0604020202020204" charset="0"/>
              </a:rPr>
              <a:t> </a:t>
            </a:r>
            <a:r>
              <a:rPr lang="en-US" sz="1800" dirty="0" err="1">
                <a:latin typeface="Maven Pro" panose="020B0604020202020204" charset="0"/>
              </a:rPr>
              <a:t>mức</a:t>
            </a:r>
            <a:r>
              <a:rPr lang="en-US" sz="1800" dirty="0">
                <a:latin typeface="Maven Pro" panose="020B0604020202020204" charset="0"/>
              </a:rPr>
              <a:t> </a:t>
            </a:r>
            <a:r>
              <a:rPr lang="en-US" sz="1800" dirty="0" err="1">
                <a:latin typeface="Maven Pro" panose="020B0604020202020204" charset="0"/>
              </a:rPr>
              <a:t>hệ</a:t>
            </a:r>
            <a:r>
              <a:rPr lang="en-US" sz="1800" dirty="0">
                <a:latin typeface="Maven Pro" panose="020B0604020202020204" charset="0"/>
              </a:rPr>
              <a:t> </a:t>
            </a:r>
            <a:r>
              <a:rPr lang="en-US" sz="1800" dirty="0" err="1">
                <a:latin typeface="Maven Pro" panose="020B0604020202020204" charset="0"/>
              </a:rPr>
              <a:t>thống</a:t>
            </a:r>
            <a:r>
              <a:rPr lang="en-US" sz="1800" dirty="0">
                <a:latin typeface="Maven Pro" panose="020B0604020202020204" charset="0"/>
              </a:rPr>
              <a:t> </a:t>
            </a:r>
            <a:br>
              <a:rPr lang="en-US" sz="1800" dirty="0">
                <a:latin typeface="Maven Pro" panose="020B0604020202020204" charset="0"/>
              </a:rPr>
            </a:br>
            <a:r>
              <a:rPr lang="en-US" sz="1800" dirty="0">
                <a:latin typeface="Maven Pro" panose="020B0604020202020204" charset="0"/>
              </a:rPr>
              <a:t>(Kernel - Level Threads)</a:t>
            </a:r>
            <a:endParaRPr sz="1800" dirty="0">
              <a:latin typeface="Maven Pro" panose="020B0604020202020204" charset="0"/>
            </a:endParaRPr>
          </a:p>
        </p:txBody>
      </p:sp>
      <p:sp>
        <p:nvSpPr>
          <p:cNvPr id="575" name="Google Shape;575;p29"/>
          <p:cNvSpPr txBox="1">
            <a:spLocks noGrp="1"/>
          </p:cNvSpPr>
          <p:nvPr>
            <p:ph type="subTitle" idx="3"/>
          </p:nvPr>
        </p:nvSpPr>
        <p:spPr>
          <a:xfrm>
            <a:off x="5450166" y="1825757"/>
            <a:ext cx="2737500" cy="1112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vi-VN" sz="1200" dirty="0"/>
              <a:t>- Nhân duy trì thông tin vê tiên trình và các luồng </a:t>
            </a:r>
          </a:p>
          <a:p>
            <a:pPr marL="0" lvl="0" indent="0" algn="r" rtl="0">
              <a:spcBef>
                <a:spcPts val="0"/>
              </a:spcBef>
              <a:spcAft>
                <a:spcPts val="0"/>
              </a:spcAft>
              <a:buNone/>
            </a:pPr>
            <a:r>
              <a:rPr lang="vi-VN" sz="1200" dirty="0"/>
              <a:t>- Quản lý luồng được thực hiện bởi nhân</a:t>
            </a:r>
          </a:p>
        </p:txBody>
      </p:sp>
      <p:grpSp>
        <p:nvGrpSpPr>
          <p:cNvPr id="576" name="Google Shape;576;p29"/>
          <p:cNvGrpSpPr/>
          <p:nvPr/>
        </p:nvGrpSpPr>
        <p:grpSpPr>
          <a:xfrm>
            <a:off x="2795202" y="2979418"/>
            <a:ext cx="4594825" cy="1842617"/>
            <a:chOff x="3834069" y="2439811"/>
            <a:chExt cx="2413629" cy="967914"/>
          </a:xfrm>
        </p:grpSpPr>
        <p:grpSp>
          <p:nvGrpSpPr>
            <p:cNvPr id="577" name="Google Shape;577;p29"/>
            <p:cNvGrpSpPr/>
            <p:nvPr/>
          </p:nvGrpSpPr>
          <p:grpSpPr>
            <a:xfrm>
              <a:off x="4960453" y="2469658"/>
              <a:ext cx="1287244" cy="885527"/>
              <a:chOff x="4960453" y="2469658"/>
              <a:chExt cx="1287244" cy="885527"/>
            </a:xfrm>
          </p:grpSpPr>
          <p:sp>
            <p:nvSpPr>
              <p:cNvPr id="578" name="Google Shape;578;p29"/>
              <p:cNvSpPr/>
              <p:nvPr/>
            </p:nvSpPr>
            <p:spPr>
              <a:xfrm>
                <a:off x="4960453" y="3257061"/>
                <a:ext cx="1287244" cy="98124"/>
              </a:xfrm>
              <a:custGeom>
                <a:avLst/>
                <a:gdLst/>
                <a:ahLst/>
                <a:cxnLst/>
                <a:rect l="l" t="t" r="r" b="b"/>
                <a:pathLst>
                  <a:path w="42851" h="6286" extrusionOk="0">
                    <a:moveTo>
                      <a:pt x="0" y="1"/>
                    </a:moveTo>
                    <a:lnTo>
                      <a:pt x="0" y="6286"/>
                    </a:lnTo>
                    <a:lnTo>
                      <a:pt x="42851" y="6286"/>
                    </a:lnTo>
                    <a:lnTo>
                      <a:pt x="42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9"/>
              <p:cNvSpPr/>
              <p:nvPr/>
            </p:nvSpPr>
            <p:spPr>
              <a:xfrm>
                <a:off x="4960454" y="3099580"/>
                <a:ext cx="1051349" cy="98140"/>
              </a:xfrm>
              <a:custGeom>
                <a:avLst/>
                <a:gdLst/>
                <a:ahLst/>
                <a:cxnLst/>
                <a:rect l="l" t="t" r="r" b="b"/>
                <a:pathLst>
                  <a:path w="42851" h="6286" extrusionOk="0">
                    <a:moveTo>
                      <a:pt x="0" y="0"/>
                    </a:moveTo>
                    <a:lnTo>
                      <a:pt x="0" y="6285"/>
                    </a:lnTo>
                    <a:lnTo>
                      <a:pt x="42851" y="6285"/>
                    </a:lnTo>
                    <a:lnTo>
                      <a:pt x="428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9"/>
              <p:cNvSpPr/>
              <p:nvPr/>
            </p:nvSpPr>
            <p:spPr>
              <a:xfrm>
                <a:off x="4960455" y="2942094"/>
                <a:ext cx="668904" cy="98124"/>
              </a:xfrm>
              <a:custGeom>
                <a:avLst/>
                <a:gdLst/>
                <a:ahLst/>
                <a:cxnLst/>
                <a:rect l="l" t="t" r="r" b="b"/>
                <a:pathLst>
                  <a:path w="42851" h="6286" extrusionOk="0">
                    <a:moveTo>
                      <a:pt x="0" y="1"/>
                    </a:moveTo>
                    <a:lnTo>
                      <a:pt x="0" y="6286"/>
                    </a:lnTo>
                    <a:lnTo>
                      <a:pt x="42851" y="6286"/>
                    </a:lnTo>
                    <a:lnTo>
                      <a:pt x="42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9"/>
              <p:cNvSpPr/>
              <p:nvPr/>
            </p:nvSpPr>
            <p:spPr>
              <a:xfrm>
                <a:off x="4960455" y="2784621"/>
                <a:ext cx="618094" cy="98124"/>
              </a:xfrm>
              <a:custGeom>
                <a:avLst/>
                <a:gdLst/>
                <a:ahLst/>
                <a:cxnLst/>
                <a:rect l="l" t="t" r="r" b="b"/>
                <a:pathLst>
                  <a:path w="39596" h="6286" extrusionOk="0">
                    <a:moveTo>
                      <a:pt x="0" y="0"/>
                    </a:moveTo>
                    <a:lnTo>
                      <a:pt x="0" y="6285"/>
                    </a:lnTo>
                    <a:lnTo>
                      <a:pt x="39596" y="6285"/>
                    </a:lnTo>
                    <a:lnTo>
                      <a:pt x="3959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9"/>
              <p:cNvSpPr/>
              <p:nvPr/>
            </p:nvSpPr>
            <p:spPr>
              <a:xfrm>
                <a:off x="4960455" y="2627131"/>
                <a:ext cx="516519" cy="98140"/>
              </a:xfrm>
              <a:custGeom>
                <a:avLst/>
                <a:gdLst/>
                <a:ahLst/>
                <a:cxnLst/>
                <a:rect l="l" t="t" r="r" b="b"/>
                <a:pathLst>
                  <a:path w="33089" h="6287" extrusionOk="0">
                    <a:moveTo>
                      <a:pt x="0" y="1"/>
                    </a:moveTo>
                    <a:lnTo>
                      <a:pt x="0" y="6286"/>
                    </a:lnTo>
                    <a:lnTo>
                      <a:pt x="33089" y="6286"/>
                    </a:lnTo>
                    <a:lnTo>
                      <a:pt x="3308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9"/>
              <p:cNvSpPr/>
              <p:nvPr/>
            </p:nvSpPr>
            <p:spPr>
              <a:xfrm>
                <a:off x="4960455" y="2469658"/>
                <a:ext cx="313293" cy="98078"/>
              </a:xfrm>
              <a:custGeom>
                <a:avLst/>
                <a:gdLst/>
                <a:ahLst/>
                <a:cxnLst/>
                <a:rect l="l" t="t" r="r" b="b"/>
                <a:pathLst>
                  <a:path w="20070" h="6283" extrusionOk="0">
                    <a:moveTo>
                      <a:pt x="0" y="1"/>
                    </a:moveTo>
                    <a:lnTo>
                      <a:pt x="0" y="6283"/>
                    </a:lnTo>
                    <a:lnTo>
                      <a:pt x="20069" y="6283"/>
                    </a:lnTo>
                    <a:lnTo>
                      <a:pt x="200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 name="Google Shape;584;p29"/>
            <p:cNvGrpSpPr/>
            <p:nvPr/>
          </p:nvGrpSpPr>
          <p:grpSpPr>
            <a:xfrm>
              <a:off x="3834069" y="2469658"/>
              <a:ext cx="1129846" cy="885527"/>
              <a:chOff x="3834069" y="2469658"/>
              <a:chExt cx="1129846" cy="885527"/>
            </a:xfrm>
          </p:grpSpPr>
          <p:sp>
            <p:nvSpPr>
              <p:cNvPr id="585" name="Google Shape;585;p29"/>
              <p:cNvSpPr/>
              <p:nvPr/>
            </p:nvSpPr>
            <p:spPr>
              <a:xfrm>
                <a:off x="3834069" y="3257061"/>
                <a:ext cx="1129846" cy="98124"/>
              </a:xfrm>
              <a:custGeom>
                <a:avLst/>
                <a:gdLst/>
                <a:ahLst/>
                <a:cxnLst/>
                <a:rect l="l" t="t" r="r" b="b"/>
                <a:pathLst>
                  <a:path w="42854" h="6286" extrusionOk="0">
                    <a:moveTo>
                      <a:pt x="0" y="1"/>
                    </a:moveTo>
                    <a:lnTo>
                      <a:pt x="0" y="6286"/>
                    </a:lnTo>
                    <a:lnTo>
                      <a:pt x="42854" y="6286"/>
                    </a:lnTo>
                    <a:lnTo>
                      <a:pt x="428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9"/>
              <p:cNvSpPr/>
              <p:nvPr/>
            </p:nvSpPr>
            <p:spPr>
              <a:xfrm>
                <a:off x="4093459" y="3099580"/>
                <a:ext cx="870365" cy="98140"/>
              </a:xfrm>
              <a:custGeom>
                <a:avLst/>
                <a:gdLst/>
                <a:ahLst/>
                <a:cxnLst/>
                <a:rect l="l" t="t" r="r" b="b"/>
                <a:pathLst>
                  <a:path w="42854" h="6286" extrusionOk="0">
                    <a:moveTo>
                      <a:pt x="0" y="0"/>
                    </a:moveTo>
                    <a:lnTo>
                      <a:pt x="0" y="6285"/>
                    </a:lnTo>
                    <a:lnTo>
                      <a:pt x="42854" y="6285"/>
                    </a:lnTo>
                    <a:lnTo>
                      <a:pt x="428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9"/>
              <p:cNvSpPr/>
              <p:nvPr/>
            </p:nvSpPr>
            <p:spPr>
              <a:xfrm>
                <a:off x="4294923" y="2942094"/>
                <a:ext cx="668951" cy="98124"/>
              </a:xfrm>
              <a:custGeom>
                <a:avLst/>
                <a:gdLst/>
                <a:ahLst/>
                <a:cxnLst/>
                <a:rect l="l" t="t" r="r" b="b"/>
                <a:pathLst>
                  <a:path w="42854" h="6286" extrusionOk="0">
                    <a:moveTo>
                      <a:pt x="0" y="1"/>
                    </a:moveTo>
                    <a:lnTo>
                      <a:pt x="0" y="6286"/>
                    </a:lnTo>
                    <a:lnTo>
                      <a:pt x="42854" y="6286"/>
                    </a:lnTo>
                    <a:lnTo>
                      <a:pt x="428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9"/>
              <p:cNvSpPr/>
              <p:nvPr/>
            </p:nvSpPr>
            <p:spPr>
              <a:xfrm>
                <a:off x="4447355" y="2784621"/>
                <a:ext cx="516519" cy="98124"/>
              </a:xfrm>
              <a:custGeom>
                <a:avLst/>
                <a:gdLst/>
                <a:ahLst/>
                <a:cxnLst/>
                <a:rect l="l" t="t" r="r" b="b"/>
                <a:pathLst>
                  <a:path w="33089" h="6286" extrusionOk="0">
                    <a:moveTo>
                      <a:pt x="0" y="0"/>
                    </a:moveTo>
                    <a:lnTo>
                      <a:pt x="0" y="6285"/>
                    </a:lnTo>
                    <a:lnTo>
                      <a:pt x="33089" y="6285"/>
                    </a:lnTo>
                    <a:lnTo>
                      <a:pt x="330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9"/>
              <p:cNvSpPr/>
              <p:nvPr/>
            </p:nvSpPr>
            <p:spPr>
              <a:xfrm>
                <a:off x="4548960" y="2627131"/>
                <a:ext cx="414914" cy="98140"/>
              </a:xfrm>
              <a:custGeom>
                <a:avLst/>
                <a:gdLst/>
                <a:ahLst/>
                <a:cxnLst/>
                <a:rect l="l" t="t" r="r" b="b"/>
                <a:pathLst>
                  <a:path w="26580" h="6287" extrusionOk="0">
                    <a:moveTo>
                      <a:pt x="1" y="1"/>
                    </a:moveTo>
                    <a:lnTo>
                      <a:pt x="1" y="6286"/>
                    </a:lnTo>
                    <a:lnTo>
                      <a:pt x="26580" y="6286"/>
                    </a:lnTo>
                    <a:lnTo>
                      <a:pt x="26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9"/>
              <p:cNvSpPr/>
              <p:nvPr/>
            </p:nvSpPr>
            <p:spPr>
              <a:xfrm>
                <a:off x="4650534" y="2469658"/>
                <a:ext cx="313340" cy="98078"/>
              </a:xfrm>
              <a:custGeom>
                <a:avLst/>
                <a:gdLst/>
                <a:ahLst/>
                <a:cxnLst/>
                <a:rect l="l" t="t" r="r" b="b"/>
                <a:pathLst>
                  <a:path w="20073" h="6283" extrusionOk="0">
                    <a:moveTo>
                      <a:pt x="1" y="1"/>
                    </a:moveTo>
                    <a:lnTo>
                      <a:pt x="1" y="6283"/>
                    </a:lnTo>
                    <a:lnTo>
                      <a:pt x="20073" y="6283"/>
                    </a:lnTo>
                    <a:lnTo>
                      <a:pt x="200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1" name="Google Shape;591;p29"/>
            <p:cNvSpPr/>
            <p:nvPr/>
          </p:nvSpPr>
          <p:spPr>
            <a:xfrm>
              <a:off x="4963437" y="2439811"/>
              <a:ext cx="16" cy="967914"/>
            </a:xfrm>
            <a:custGeom>
              <a:avLst/>
              <a:gdLst/>
              <a:ahLst/>
              <a:cxnLst/>
              <a:rect l="l" t="t" r="r" b="b"/>
              <a:pathLst>
                <a:path w="1" h="62006" fill="none" extrusionOk="0">
                  <a:moveTo>
                    <a:pt x="1" y="0"/>
                  </a:moveTo>
                  <a:lnTo>
                    <a:pt x="1" y="62006"/>
                  </a:lnTo>
                </a:path>
              </a:pathLst>
            </a:custGeom>
            <a:noFill/>
            <a:ln w="9525" cap="flat" cmpd="sng">
              <a:solidFill>
                <a:schemeClr val="lt2"/>
              </a:solidFill>
              <a:prstDash val="solid"/>
              <a:miter lim="299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92" name="Google Shape;592;p29"/>
          <p:cNvCxnSpPr>
            <a:cxnSpLocks/>
            <a:stCxn id="572" idx="1"/>
          </p:cNvCxnSpPr>
          <p:nvPr/>
        </p:nvCxnSpPr>
        <p:spPr>
          <a:xfrm rot="10800000" flipH="1" flipV="1">
            <a:off x="931234" y="1626590"/>
            <a:ext cx="2543696" cy="2202000"/>
          </a:xfrm>
          <a:prstGeom prst="bentConnector3">
            <a:avLst>
              <a:gd name="adj1" fmla="val -8987"/>
            </a:avLst>
          </a:prstGeom>
          <a:noFill/>
          <a:ln w="9525" cap="flat" cmpd="sng">
            <a:solidFill>
              <a:schemeClr val="accent2"/>
            </a:solidFill>
            <a:prstDash val="solid"/>
            <a:round/>
            <a:headEnd type="none" w="med" len="med"/>
            <a:tailEnd type="none" w="med" len="med"/>
          </a:ln>
        </p:spPr>
      </p:cxnSp>
      <p:cxnSp>
        <p:nvCxnSpPr>
          <p:cNvPr id="593" name="Google Shape;593;p29"/>
          <p:cNvCxnSpPr>
            <a:cxnSpLocks/>
            <a:stCxn id="574" idx="3"/>
          </p:cNvCxnSpPr>
          <p:nvPr/>
        </p:nvCxnSpPr>
        <p:spPr>
          <a:xfrm flipH="1">
            <a:off x="7041079" y="1626589"/>
            <a:ext cx="1146600" cy="2563800"/>
          </a:xfrm>
          <a:prstGeom prst="bentConnector4">
            <a:avLst>
              <a:gd name="adj1" fmla="val -19937"/>
              <a:gd name="adj2" fmla="val 55634"/>
            </a:avLst>
          </a:prstGeom>
          <a:noFill/>
          <a:ln w="9525" cap="flat" cmpd="sng">
            <a:solidFill>
              <a:schemeClr val="accent3"/>
            </a:solidFill>
            <a:prstDash val="solid"/>
            <a:round/>
            <a:headEnd type="none" w="med" len="med"/>
            <a:tailEnd type="none" w="med" len="med"/>
          </a:ln>
        </p:spPr>
      </p:cxnSp>
      <p:sp>
        <p:nvSpPr>
          <p:cNvPr id="594" name="Google Shape;594;p29"/>
          <p:cNvSpPr/>
          <p:nvPr/>
        </p:nvSpPr>
        <p:spPr>
          <a:xfrm>
            <a:off x="923634" y="3778699"/>
            <a:ext cx="121172" cy="121198"/>
          </a:xfrm>
          <a:custGeom>
            <a:avLst/>
            <a:gdLst/>
            <a:ahLst/>
            <a:cxnLst/>
            <a:rect l="l" t="t" r="r" b="b"/>
            <a:pathLst>
              <a:path w="4624" h="4625" extrusionOk="0">
                <a:moveTo>
                  <a:pt x="0" y="1"/>
                </a:moveTo>
                <a:lnTo>
                  <a:pt x="0" y="4624"/>
                </a:lnTo>
                <a:lnTo>
                  <a:pt x="4624" y="4624"/>
                </a:lnTo>
                <a:lnTo>
                  <a:pt x="46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9"/>
          <p:cNvSpPr/>
          <p:nvPr/>
        </p:nvSpPr>
        <p:spPr>
          <a:xfrm>
            <a:off x="8282034" y="3102424"/>
            <a:ext cx="121172" cy="121198"/>
          </a:xfrm>
          <a:custGeom>
            <a:avLst/>
            <a:gdLst/>
            <a:ahLst/>
            <a:cxnLst/>
            <a:rect l="l" t="t" r="r" b="b"/>
            <a:pathLst>
              <a:path w="4624" h="4625" extrusionOk="0">
                <a:moveTo>
                  <a:pt x="0" y="1"/>
                </a:moveTo>
                <a:lnTo>
                  <a:pt x="0" y="4624"/>
                </a:lnTo>
                <a:lnTo>
                  <a:pt x="4624" y="4624"/>
                </a:lnTo>
                <a:lnTo>
                  <a:pt x="462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53"/>
        <p:cNvGrpSpPr/>
        <p:nvPr/>
      </p:nvGrpSpPr>
      <p:grpSpPr>
        <a:xfrm>
          <a:off x="0" y="0"/>
          <a:ext cx="0" cy="0"/>
          <a:chOff x="0" y="0"/>
          <a:chExt cx="0" cy="0"/>
        </a:xfrm>
      </p:grpSpPr>
      <p:sp>
        <p:nvSpPr>
          <p:cNvPr id="1254" name="Google Shape;1254;p45"/>
          <p:cNvSpPr txBox="1">
            <a:spLocks noGrp="1"/>
          </p:cNvSpPr>
          <p:nvPr>
            <p:ph type="ctrTitle" idx="6"/>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b="1" dirty="0">
                <a:solidFill>
                  <a:schemeClr val="accent6">
                    <a:lumMod val="60000"/>
                    <a:lumOff val="40000"/>
                  </a:schemeClr>
                </a:solidFill>
              </a:rPr>
              <a:t>M</a:t>
            </a:r>
            <a:r>
              <a:rPr lang="en" b="1" dirty="0">
                <a:solidFill>
                  <a:schemeClr val="accent6">
                    <a:lumMod val="60000"/>
                    <a:lumOff val="40000"/>
                  </a:schemeClr>
                </a:solidFill>
              </a:rPr>
              <a:t>Ô HÌNH ĐA LUỒNG</a:t>
            </a:r>
            <a:endParaRPr sz="3000" b="1" dirty="0">
              <a:solidFill>
                <a:schemeClr val="accent6">
                  <a:lumMod val="60000"/>
                  <a:lumOff val="40000"/>
                </a:schemeClr>
              </a:solidFill>
            </a:endParaRPr>
          </a:p>
        </p:txBody>
      </p:sp>
      <p:sp>
        <p:nvSpPr>
          <p:cNvPr id="1257" name="Google Shape;1257;p45"/>
          <p:cNvSpPr txBox="1">
            <a:spLocks noGrp="1"/>
          </p:cNvSpPr>
          <p:nvPr>
            <p:ph type="subTitle" idx="1"/>
          </p:nvPr>
        </p:nvSpPr>
        <p:spPr>
          <a:xfrm>
            <a:off x="1011830" y="2834280"/>
            <a:ext cx="1881300" cy="111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err="1"/>
              <a:t>Mô</a:t>
            </a:r>
            <a:r>
              <a:rPr lang="en-US" sz="1800" dirty="0"/>
              <a:t> </a:t>
            </a:r>
            <a:r>
              <a:rPr lang="en-US" sz="1800" dirty="0" err="1"/>
              <a:t>hình</a:t>
            </a:r>
            <a:r>
              <a:rPr lang="en-US" sz="1800" dirty="0"/>
              <a:t> </a:t>
            </a:r>
            <a:r>
              <a:rPr lang="en-US" sz="1800" dirty="0" err="1"/>
              <a:t>nhiều</a:t>
            </a:r>
            <a:r>
              <a:rPr lang="en-US" sz="1800" dirty="0"/>
              <a:t> – </a:t>
            </a:r>
            <a:r>
              <a:rPr lang="en-US" sz="1800" dirty="0" err="1"/>
              <a:t>một</a:t>
            </a:r>
            <a:r>
              <a:rPr lang="en-US" sz="1800" dirty="0"/>
              <a:t> </a:t>
            </a:r>
            <a:endParaRPr sz="1800" dirty="0"/>
          </a:p>
        </p:txBody>
      </p:sp>
      <p:sp>
        <p:nvSpPr>
          <p:cNvPr id="1258" name="Google Shape;1258;p45"/>
          <p:cNvSpPr txBox="1">
            <a:spLocks noGrp="1"/>
          </p:cNvSpPr>
          <p:nvPr>
            <p:ph type="subTitle" idx="3"/>
          </p:nvPr>
        </p:nvSpPr>
        <p:spPr>
          <a:xfrm>
            <a:off x="3623778" y="2834280"/>
            <a:ext cx="1881300" cy="111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err="1"/>
              <a:t>Mô</a:t>
            </a:r>
            <a:r>
              <a:rPr lang="en-US" sz="1800" dirty="0"/>
              <a:t> </a:t>
            </a:r>
            <a:r>
              <a:rPr lang="en-US" sz="1800" dirty="0" err="1"/>
              <a:t>hình</a:t>
            </a:r>
            <a:r>
              <a:rPr lang="en-US" sz="1800" dirty="0"/>
              <a:t> </a:t>
            </a:r>
            <a:r>
              <a:rPr lang="en-US" sz="1800" dirty="0" err="1"/>
              <a:t>một</a:t>
            </a:r>
            <a:r>
              <a:rPr lang="en-US" sz="1800" dirty="0"/>
              <a:t> – </a:t>
            </a:r>
            <a:r>
              <a:rPr lang="en-US" sz="1800" dirty="0" err="1"/>
              <a:t>một</a:t>
            </a:r>
            <a:endParaRPr sz="1800" dirty="0"/>
          </a:p>
        </p:txBody>
      </p:sp>
      <p:sp>
        <p:nvSpPr>
          <p:cNvPr id="1260" name="Google Shape;1260;p45"/>
          <p:cNvSpPr txBox="1">
            <a:spLocks noGrp="1"/>
          </p:cNvSpPr>
          <p:nvPr>
            <p:ph type="subTitle" idx="5"/>
          </p:nvPr>
        </p:nvSpPr>
        <p:spPr>
          <a:xfrm>
            <a:off x="6245198" y="2782765"/>
            <a:ext cx="1881300" cy="111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err="1"/>
              <a:t>Mô</a:t>
            </a:r>
            <a:r>
              <a:rPr lang="en-US" sz="1800" dirty="0"/>
              <a:t> </a:t>
            </a:r>
            <a:r>
              <a:rPr lang="en-US" sz="1800" dirty="0" err="1"/>
              <a:t>hình</a:t>
            </a:r>
            <a:r>
              <a:rPr lang="en-US" sz="1800" dirty="0"/>
              <a:t> </a:t>
            </a:r>
            <a:r>
              <a:rPr lang="en-US" sz="1800" dirty="0" err="1"/>
              <a:t>nhiều</a:t>
            </a:r>
            <a:r>
              <a:rPr lang="en-US" sz="1800" dirty="0"/>
              <a:t> – </a:t>
            </a:r>
            <a:r>
              <a:rPr lang="en-US" sz="1800" dirty="0" err="1"/>
              <a:t>nhiều</a:t>
            </a:r>
            <a:endParaRPr sz="1800" dirty="0"/>
          </a:p>
        </p:txBody>
      </p:sp>
      <p:grpSp>
        <p:nvGrpSpPr>
          <p:cNvPr id="1261" name="Google Shape;1261;p45"/>
          <p:cNvGrpSpPr/>
          <p:nvPr/>
        </p:nvGrpSpPr>
        <p:grpSpPr>
          <a:xfrm>
            <a:off x="3689974" y="1694722"/>
            <a:ext cx="1748907" cy="960537"/>
            <a:chOff x="2534925" y="2231825"/>
            <a:chExt cx="889350" cy="488475"/>
          </a:xfrm>
        </p:grpSpPr>
        <p:sp>
          <p:nvSpPr>
            <p:cNvPr id="1262" name="Google Shape;1262;p45"/>
            <p:cNvSpPr/>
            <p:nvPr/>
          </p:nvSpPr>
          <p:spPr>
            <a:xfrm>
              <a:off x="3334150" y="2674775"/>
              <a:ext cx="90125" cy="21125"/>
            </a:xfrm>
            <a:custGeom>
              <a:avLst/>
              <a:gdLst/>
              <a:ahLst/>
              <a:cxnLst/>
              <a:rect l="l" t="t" r="r" b="b"/>
              <a:pathLst>
                <a:path w="3605" h="845" extrusionOk="0">
                  <a:moveTo>
                    <a:pt x="353" y="0"/>
                  </a:moveTo>
                  <a:cubicBezTo>
                    <a:pt x="164" y="0"/>
                    <a:pt x="13" y="151"/>
                    <a:pt x="0" y="340"/>
                  </a:cubicBezTo>
                  <a:lnTo>
                    <a:pt x="0" y="353"/>
                  </a:lnTo>
                  <a:cubicBezTo>
                    <a:pt x="0" y="542"/>
                    <a:pt x="152" y="706"/>
                    <a:pt x="341" y="706"/>
                  </a:cubicBezTo>
                  <a:lnTo>
                    <a:pt x="3239" y="844"/>
                  </a:lnTo>
                  <a:cubicBezTo>
                    <a:pt x="3428" y="844"/>
                    <a:pt x="3592" y="693"/>
                    <a:pt x="3604" y="504"/>
                  </a:cubicBezTo>
                  <a:lnTo>
                    <a:pt x="3604" y="365"/>
                  </a:lnTo>
                  <a:cubicBezTo>
                    <a:pt x="3604" y="164"/>
                    <a:pt x="3453" y="0"/>
                    <a:pt x="3251"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5"/>
            <p:cNvSpPr/>
            <p:nvPr/>
          </p:nvSpPr>
          <p:spPr>
            <a:xfrm>
              <a:off x="2534925" y="2656800"/>
              <a:ext cx="90125" cy="19875"/>
            </a:xfrm>
            <a:custGeom>
              <a:avLst/>
              <a:gdLst/>
              <a:ahLst/>
              <a:cxnLst/>
              <a:rect l="l" t="t" r="r" b="b"/>
              <a:pathLst>
                <a:path w="3605" h="795" extrusionOk="0">
                  <a:moveTo>
                    <a:pt x="319" y="0"/>
                  </a:moveTo>
                  <a:cubicBezTo>
                    <a:pt x="141" y="0"/>
                    <a:pt x="1" y="146"/>
                    <a:pt x="1" y="316"/>
                  </a:cubicBezTo>
                  <a:lnTo>
                    <a:pt x="1" y="769"/>
                  </a:lnTo>
                  <a:lnTo>
                    <a:pt x="1" y="795"/>
                  </a:lnTo>
                  <a:lnTo>
                    <a:pt x="3605" y="795"/>
                  </a:lnTo>
                  <a:lnTo>
                    <a:pt x="3592" y="769"/>
                  </a:lnTo>
                  <a:lnTo>
                    <a:pt x="3592" y="454"/>
                  </a:lnTo>
                  <a:cubicBezTo>
                    <a:pt x="3605" y="278"/>
                    <a:pt x="3466" y="139"/>
                    <a:pt x="3290" y="127"/>
                  </a:cubicBezTo>
                  <a:lnTo>
                    <a:pt x="341" y="1"/>
                  </a:lnTo>
                  <a:cubicBezTo>
                    <a:pt x="334" y="0"/>
                    <a:pt x="326" y="0"/>
                    <a:pt x="31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5"/>
            <p:cNvSpPr/>
            <p:nvPr/>
          </p:nvSpPr>
          <p:spPr>
            <a:xfrm>
              <a:off x="3327850" y="2589525"/>
              <a:ext cx="90750" cy="31150"/>
            </a:xfrm>
            <a:custGeom>
              <a:avLst/>
              <a:gdLst/>
              <a:ahLst/>
              <a:cxnLst/>
              <a:rect l="l" t="t" r="r" b="b"/>
              <a:pathLst>
                <a:path w="3630" h="1246" extrusionOk="0">
                  <a:moveTo>
                    <a:pt x="3256" y="1"/>
                  </a:moveTo>
                  <a:cubicBezTo>
                    <a:pt x="3234" y="1"/>
                    <a:pt x="3211" y="3"/>
                    <a:pt x="3188" y="8"/>
                  </a:cubicBezTo>
                  <a:lnTo>
                    <a:pt x="290" y="600"/>
                  </a:lnTo>
                  <a:cubicBezTo>
                    <a:pt x="114" y="625"/>
                    <a:pt x="0" y="789"/>
                    <a:pt x="38" y="965"/>
                  </a:cubicBezTo>
                  <a:cubicBezTo>
                    <a:pt x="61" y="1127"/>
                    <a:pt x="200" y="1246"/>
                    <a:pt x="359" y="1246"/>
                  </a:cubicBezTo>
                  <a:cubicBezTo>
                    <a:pt x="373" y="1246"/>
                    <a:pt x="388" y="1245"/>
                    <a:pt x="404" y="1243"/>
                  </a:cubicBezTo>
                  <a:lnTo>
                    <a:pt x="3327" y="802"/>
                  </a:lnTo>
                  <a:cubicBezTo>
                    <a:pt x="3503" y="776"/>
                    <a:pt x="3629" y="600"/>
                    <a:pt x="3592" y="424"/>
                  </a:cubicBezTo>
                  <a:cubicBezTo>
                    <a:pt x="3592" y="373"/>
                    <a:pt x="3579" y="323"/>
                    <a:pt x="3566" y="272"/>
                  </a:cubicBezTo>
                  <a:cubicBezTo>
                    <a:pt x="3544" y="108"/>
                    <a:pt x="3408" y="1"/>
                    <a:pt x="3256"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5"/>
            <p:cNvSpPr/>
            <p:nvPr/>
          </p:nvSpPr>
          <p:spPr>
            <a:xfrm>
              <a:off x="2544075" y="2571875"/>
              <a:ext cx="90125" cy="34100"/>
            </a:xfrm>
            <a:custGeom>
              <a:avLst/>
              <a:gdLst/>
              <a:ahLst/>
              <a:cxnLst/>
              <a:rect l="l" t="t" r="r" b="b"/>
              <a:pathLst>
                <a:path w="3605" h="1364" extrusionOk="0">
                  <a:moveTo>
                    <a:pt x="384" y="0"/>
                  </a:moveTo>
                  <a:cubicBezTo>
                    <a:pt x="243" y="0"/>
                    <a:pt x="107" y="96"/>
                    <a:pt x="63" y="248"/>
                  </a:cubicBezTo>
                  <a:lnTo>
                    <a:pt x="38" y="411"/>
                  </a:lnTo>
                  <a:cubicBezTo>
                    <a:pt x="0" y="588"/>
                    <a:pt x="114" y="764"/>
                    <a:pt x="290" y="789"/>
                  </a:cubicBezTo>
                  <a:lnTo>
                    <a:pt x="3188" y="1356"/>
                  </a:lnTo>
                  <a:cubicBezTo>
                    <a:pt x="3210" y="1361"/>
                    <a:pt x="3231" y="1363"/>
                    <a:pt x="3252" y="1363"/>
                  </a:cubicBezTo>
                  <a:cubicBezTo>
                    <a:pt x="3405" y="1363"/>
                    <a:pt x="3544" y="1247"/>
                    <a:pt x="3566" y="1092"/>
                  </a:cubicBezTo>
                  <a:cubicBezTo>
                    <a:pt x="3604" y="928"/>
                    <a:pt x="3503" y="752"/>
                    <a:pt x="3327" y="714"/>
                  </a:cubicBezTo>
                  <a:lnTo>
                    <a:pt x="454" y="8"/>
                  </a:lnTo>
                  <a:cubicBezTo>
                    <a:pt x="431" y="3"/>
                    <a:pt x="408" y="0"/>
                    <a:pt x="384"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5"/>
            <p:cNvSpPr/>
            <p:nvPr/>
          </p:nvSpPr>
          <p:spPr>
            <a:xfrm>
              <a:off x="3308325" y="2507375"/>
              <a:ext cx="87900" cy="45050"/>
            </a:xfrm>
            <a:custGeom>
              <a:avLst/>
              <a:gdLst/>
              <a:ahLst/>
              <a:cxnLst/>
              <a:rect l="l" t="t" r="r" b="b"/>
              <a:pathLst>
                <a:path w="3516" h="1802" extrusionOk="0">
                  <a:moveTo>
                    <a:pt x="3105" y="1"/>
                  </a:moveTo>
                  <a:cubicBezTo>
                    <a:pt x="3061" y="1"/>
                    <a:pt x="3017" y="10"/>
                    <a:pt x="2974" y="30"/>
                  </a:cubicBezTo>
                  <a:lnTo>
                    <a:pt x="240" y="1164"/>
                  </a:lnTo>
                  <a:cubicBezTo>
                    <a:pt x="76" y="1227"/>
                    <a:pt x="0" y="1416"/>
                    <a:pt x="76" y="1580"/>
                  </a:cubicBezTo>
                  <a:cubicBezTo>
                    <a:pt x="115" y="1718"/>
                    <a:pt x="239" y="1802"/>
                    <a:pt x="370" y="1802"/>
                  </a:cubicBezTo>
                  <a:cubicBezTo>
                    <a:pt x="406" y="1802"/>
                    <a:pt x="443" y="1795"/>
                    <a:pt x="479" y="1782"/>
                  </a:cubicBezTo>
                  <a:lnTo>
                    <a:pt x="3264" y="761"/>
                  </a:lnTo>
                  <a:cubicBezTo>
                    <a:pt x="3428" y="698"/>
                    <a:pt x="3516" y="509"/>
                    <a:pt x="3453" y="345"/>
                  </a:cubicBezTo>
                  <a:lnTo>
                    <a:pt x="3390" y="207"/>
                  </a:lnTo>
                  <a:cubicBezTo>
                    <a:pt x="3343" y="76"/>
                    <a:pt x="3228" y="1"/>
                    <a:pt x="3105"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5"/>
            <p:cNvSpPr/>
            <p:nvPr/>
          </p:nvSpPr>
          <p:spPr>
            <a:xfrm>
              <a:off x="2569900" y="2490675"/>
              <a:ext cx="86650" cy="47800"/>
            </a:xfrm>
            <a:custGeom>
              <a:avLst/>
              <a:gdLst/>
              <a:ahLst/>
              <a:cxnLst/>
              <a:rect l="l" t="t" r="r" b="b"/>
              <a:pathLst>
                <a:path w="3466" h="1912" extrusionOk="0">
                  <a:moveTo>
                    <a:pt x="433" y="1"/>
                  </a:moveTo>
                  <a:cubicBezTo>
                    <a:pt x="306" y="1"/>
                    <a:pt x="182" y="74"/>
                    <a:pt x="127" y="194"/>
                  </a:cubicBezTo>
                  <a:cubicBezTo>
                    <a:pt x="114" y="232"/>
                    <a:pt x="89" y="282"/>
                    <a:pt x="64" y="333"/>
                  </a:cubicBezTo>
                  <a:cubicBezTo>
                    <a:pt x="1" y="497"/>
                    <a:pt x="76" y="698"/>
                    <a:pt x="240" y="761"/>
                  </a:cubicBezTo>
                  <a:lnTo>
                    <a:pt x="2974" y="1883"/>
                  </a:lnTo>
                  <a:cubicBezTo>
                    <a:pt x="3017" y="1902"/>
                    <a:pt x="3063" y="1912"/>
                    <a:pt x="3108" y="1912"/>
                  </a:cubicBezTo>
                  <a:cubicBezTo>
                    <a:pt x="3234" y="1912"/>
                    <a:pt x="3356" y="1837"/>
                    <a:pt x="3403" y="1706"/>
                  </a:cubicBezTo>
                  <a:cubicBezTo>
                    <a:pt x="3466" y="1555"/>
                    <a:pt x="3403" y="1366"/>
                    <a:pt x="3239" y="1290"/>
                  </a:cubicBezTo>
                  <a:lnTo>
                    <a:pt x="568" y="30"/>
                  </a:lnTo>
                  <a:cubicBezTo>
                    <a:pt x="524" y="10"/>
                    <a:pt x="478" y="1"/>
                    <a:pt x="433"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5"/>
            <p:cNvSpPr/>
            <p:nvPr/>
          </p:nvSpPr>
          <p:spPr>
            <a:xfrm>
              <a:off x="3276175" y="2431275"/>
              <a:ext cx="81625" cy="57700"/>
            </a:xfrm>
            <a:custGeom>
              <a:avLst/>
              <a:gdLst/>
              <a:ahLst/>
              <a:cxnLst/>
              <a:rect l="l" t="t" r="r" b="b"/>
              <a:pathLst>
                <a:path w="3265" h="2308" extrusionOk="0">
                  <a:moveTo>
                    <a:pt x="2817" y="1"/>
                  </a:moveTo>
                  <a:cubicBezTo>
                    <a:pt x="2754" y="1"/>
                    <a:pt x="2691" y="20"/>
                    <a:pt x="2634" y="63"/>
                  </a:cubicBezTo>
                  <a:lnTo>
                    <a:pt x="190" y="1713"/>
                  </a:lnTo>
                  <a:cubicBezTo>
                    <a:pt x="39" y="1801"/>
                    <a:pt x="1" y="2003"/>
                    <a:pt x="102" y="2154"/>
                  </a:cubicBezTo>
                  <a:cubicBezTo>
                    <a:pt x="159" y="2252"/>
                    <a:pt x="263" y="2308"/>
                    <a:pt x="370" y="2308"/>
                  </a:cubicBezTo>
                  <a:cubicBezTo>
                    <a:pt x="429" y="2308"/>
                    <a:pt x="489" y="2291"/>
                    <a:pt x="543" y="2255"/>
                  </a:cubicBezTo>
                  <a:lnTo>
                    <a:pt x="3063" y="718"/>
                  </a:lnTo>
                  <a:cubicBezTo>
                    <a:pt x="3214" y="630"/>
                    <a:pt x="3264" y="428"/>
                    <a:pt x="3176" y="277"/>
                  </a:cubicBezTo>
                  <a:lnTo>
                    <a:pt x="3088" y="151"/>
                  </a:lnTo>
                  <a:cubicBezTo>
                    <a:pt x="3025" y="56"/>
                    <a:pt x="2922" y="1"/>
                    <a:pt x="2817"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5"/>
            <p:cNvSpPr/>
            <p:nvPr/>
          </p:nvSpPr>
          <p:spPr>
            <a:xfrm>
              <a:off x="2611475" y="2416250"/>
              <a:ext cx="80050" cy="60225"/>
            </a:xfrm>
            <a:custGeom>
              <a:avLst/>
              <a:gdLst/>
              <a:ahLst/>
              <a:cxnLst/>
              <a:rect l="l" t="t" r="r" b="b"/>
              <a:pathLst>
                <a:path w="3202" h="2409" extrusionOk="0">
                  <a:moveTo>
                    <a:pt x="448" y="1"/>
                  </a:moveTo>
                  <a:cubicBezTo>
                    <a:pt x="352" y="1"/>
                    <a:pt x="256" y="46"/>
                    <a:pt x="190" y="134"/>
                  </a:cubicBezTo>
                  <a:lnTo>
                    <a:pt x="102" y="260"/>
                  </a:lnTo>
                  <a:cubicBezTo>
                    <a:pt x="1" y="412"/>
                    <a:pt x="39" y="613"/>
                    <a:pt x="190" y="714"/>
                  </a:cubicBezTo>
                  <a:lnTo>
                    <a:pt x="2647" y="2352"/>
                  </a:lnTo>
                  <a:cubicBezTo>
                    <a:pt x="2704" y="2390"/>
                    <a:pt x="2768" y="2408"/>
                    <a:pt x="2831" y="2408"/>
                  </a:cubicBezTo>
                  <a:cubicBezTo>
                    <a:pt x="2936" y="2408"/>
                    <a:pt x="3038" y="2358"/>
                    <a:pt x="3101" y="2264"/>
                  </a:cubicBezTo>
                  <a:cubicBezTo>
                    <a:pt x="3202" y="2113"/>
                    <a:pt x="3164" y="1924"/>
                    <a:pt x="3025" y="1810"/>
                  </a:cubicBezTo>
                  <a:lnTo>
                    <a:pt x="644" y="71"/>
                  </a:lnTo>
                  <a:cubicBezTo>
                    <a:pt x="586" y="24"/>
                    <a:pt x="517" y="1"/>
                    <a:pt x="448"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5"/>
            <p:cNvSpPr/>
            <p:nvPr/>
          </p:nvSpPr>
          <p:spPr>
            <a:xfrm>
              <a:off x="3232400" y="2364300"/>
              <a:ext cx="72475" cy="68850"/>
            </a:xfrm>
            <a:custGeom>
              <a:avLst/>
              <a:gdLst/>
              <a:ahLst/>
              <a:cxnLst/>
              <a:rect l="l" t="t" r="r" b="b"/>
              <a:pathLst>
                <a:path w="2899" h="2754" extrusionOk="0">
                  <a:moveTo>
                    <a:pt x="2439" y="1"/>
                  </a:moveTo>
                  <a:cubicBezTo>
                    <a:pt x="2354" y="1"/>
                    <a:pt x="2268" y="32"/>
                    <a:pt x="2205" y="95"/>
                  </a:cubicBezTo>
                  <a:lnTo>
                    <a:pt x="126" y="2187"/>
                  </a:lnTo>
                  <a:cubicBezTo>
                    <a:pt x="0" y="2313"/>
                    <a:pt x="0" y="2515"/>
                    <a:pt x="126" y="2641"/>
                  </a:cubicBezTo>
                  <a:cubicBezTo>
                    <a:pt x="187" y="2715"/>
                    <a:pt x="277" y="2753"/>
                    <a:pt x="366" y="2753"/>
                  </a:cubicBezTo>
                  <a:cubicBezTo>
                    <a:pt x="444" y="2753"/>
                    <a:pt x="521" y="2724"/>
                    <a:pt x="580" y="2666"/>
                  </a:cubicBezTo>
                  <a:lnTo>
                    <a:pt x="2760" y="675"/>
                  </a:lnTo>
                  <a:cubicBezTo>
                    <a:pt x="2899" y="549"/>
                    <a:pt x="2899" y="335"/>
                    <a:pt x="2772" y="209"/>
                  </a:cubicBezTo>
                  <a:cubicBezTo>
                    <a:pt x="2747" y="171"/>
                    <a:pt x="2709" y="133"/>
                    <a:pt x="2672" y="95"/>
                  </a:cubicBezTo>
                  <a:cubicBezTo>
                    <a:pt x="2609" y="32"/>
                    <a:pt x="2524" y="1"/>
                    <a:pt x="243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5"/>
            <p:cNvSpPr/>
            <p:nvPr/>
          </p:nvSpPr>
          <p:spPr>
            <a:xfrm>
              <a:off x="2667250" y="2351575"/>
              <a:ext cx="70275" cy="70725"/>
            </a:xfrm>
            <a:custGeom>
              <a:avLst/>
              <a:gdLst/>
              <a:ahLst/>
              <a:cxnLst/>
              <a:rect l="l" t="t" r="r" b="b"/>
              <a:pathLst>
                <a:path w="2811" h="2829" extrusionOk="0">
                  <a:moveTo>
                    <a:pt x="455" y="1"/>
                  </a:moveTo>
                  <a:cubicBezTo>
                    <a:pt x="376" y="1"/>
                    <a:pt x="298" y="29"/>
                    <a:pt x="240" y="88"/>
                  </a:cubicBezTo>
                  <a:lnTo>
                    <a:pt x="126" y="201"/>
                  </a:lnTo>
                  <a:cubicBezTo>
                    <a:pt x="0" y="315"/>
                    <a:pt x="0" y="529"/>
                    <a:pt x="126" y="655"/>
                  </a:cubicBezTo>
                  <a:lnTo>
                    <a:pt x="2231" y="2734"/>
                  </a:lnTo>
                  <a:cubicBezTo>
                    <a:pt x="2287" y="2797"/>
                    <a:pt x="2369" y="2828"/>
                    <a:pt x="2453" y="2828"/>
                  </a:cubicBezTo>
                  <a:cubicBezTo>
                    <a:pt x="2536" y="2828"/>
                    <a:pt x="2621" y="2797"/>
                    <a:pt x="2684" y="2734"/>
                  </a:cubicBezTo>
                  <a:cubicBezTo>
                    <a:pt x="2810" y="2620"/>
                    <a:pt x="2810" y="2419"/>
                    <a:pt x="2697" y="2280"/>
                  </a:cubicBezTo>
                  <a:lnTo>
                    <a:pt x="706" y="113"/>
                  </a:lnTo>
                  <a:cubicBezTo>
                    <a:pt x="638" y="39"/>
                    <a:pt x="546" y="1"/>
                    <a:pt x="455"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5"/>
            <p:cNvSpPr/>
            <p:nvPr/>
          </p:nvSpPr>
          <p:spPr>
            <a:xfrm>
              <a:off x="3178200" y="2308875"/>
              <a:ext cx="62400" cy="78050"/>
            </a:xfrm>
            <a:custGeom>
              <a:avLst/>
              <a:gdLst/>
              <a:ahLst/>
              <a:cxnLst/>
              <a:rect l="l" t="t" r="r" b="b"/>
              <a:pathLst>
                <a:path w="2496" h="3122" extrusionOk="0">
                  <a:moveTo>
                    <a:pt x="1997" y="1"/>
                  </a:moveTo>
                  <a:cubicBezTo>
                    <a:pt x="1892" y="1"/>
                    <a:pt x="1790" y="51"/>
                    <a:pt x="1727" y="145"/>
                  </a:cubicBezTo>
                  <a:lnTo>
                    <a:pt x="89" y="2615"/>
                  </a:lnTo>
                  <a:cubicBezTo>
                    <a:pt x="1" y="2753"/>
                    <a:pt x="39" y="2955"/>
                    <a:pt x="177" y="3056"/>
                  </a:cubicBezTo>
                  <a:cubicBezTo>
                    <a:pt x="237" y="3101"/>
                    <a:pt x="304" y="3122"/>
                    <a:pt x="371" y="3122"/>
                  </a:cubicBezTo>
                  <a:cubicBezTo>
                    <a:pt x="472" y="3122"/>
                    <a:pt x="570" y="3072"/>
                    <a:pt x="631" y="2980"/>
                  </a:cubicBezTo>
                  <a:lnTo>
                    <a:pt x="2383" y="599"/>
                  </a:lnTo>
                  <a:cubicBezTo>
                    <a:pt x="2496" y="460"/>
                    <a:pt x="2458" y="258"/>
                    <a:pt x="2307" y="158"/>
                  </a:cubicBezTo>
                  <a:lnTo>
                    <a:pt x="2181" y="57"/>
                  </a:lnTo>
                  <a:cubicBezTo>
                    <a:pt x="2124" y="19"/>
                    <a:pt x="2060" y="1"/>
                    <a:pt x="1997"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5"/>
            <p:cNvSpPr/>
            <p:nvPr/>
          </p:nvSpPr>
          <p:spPr>
            <a:xfrm>
              <a:off x="2733725" y="2298900"/>
              <a:ext cx="60175" cy="79600"/>
            </a:xfrm>
            <a:custGeom>
              <a:avLst/>
              <a:gdLst/>
              <a:ahLst/>
              <a:cxnLst/>
              <a:rect l="l" t="t" r="r" b="b"/>
              <a:pathLst>
                <a:path w="2407" h="3184" extrusionOk="0">
                  <a:moveTo>
                    <a:pt x="498" y="1"/>
                  </a:moveTo>
                  <a:cubicBezTo>
                    <a:pt x="439" y="1"/>
                    <a:pt x="380" y="17"/>
                    <a:pt x="328" y="53"/>
                  </a:cubicBezTo>
                  <a:lnTo>
                    <a:pt x="202" y="141"/>
                  </a:lnTo>
                  <a:cubicBezTo>
                    <a:pt x="51" y="242"/>
                    <a:pt x="0" y="443"/>
                    <a:pt x="114" y="594"/>
                  </a:cubicBezTo>
                  <a:lnTo>
                    <a:pt x="1752" y="3039"/>
                  </a:lnTo>
                  <a:cubicBezTo>
                    <a:pt x="1814" y="3133"/>
                    <a:pt x="1921" y="3183"/>
                    <a:pt x="2027" y="3183"/>
                  </a:cubicBezTo>
                  <a:cubicBezTo>
                    <a:pt x="2090" y="3183"/>
                    <a:pt x="2153" y="3165"/>
                    <a:pt x="2205" y="3127"/>
                  </a:cubicBezTo>
                  <a:cubicBezTo>
                    <a:pt x="2356" y="3026"/>
                    <a:pt x="2407" y="2837"/>
                    <a:pt x="2306" y="2686"/>
                  </a:cubicBezTo>
                  <a:lnTo>
                    <a:pt x="781" y="166"/>
                  </a:lnTo>
                  <a:cubicBezTo>
                    <a:pt x="716" y="59"/>
                    <a:pt x="607" y="1"/>
                    <a:pt x="498"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5"/>
            <p:cNvSpPr/>
            <p:nvPr/>
          </p:nvSpPr>
          <p:spPr>
            <a:xfrm>
              <a:off x="3116150" y="2267350"/>
              <a:ext cx="49800" cy="84650"/>
            </a:xfrm>
            <a:custGeom>
              <a:avLst/>
              <a:gdLst/>
              <a:ahLst/>
              <a:cxnLst/>
              <a:rect l="l" t="t" r="r" b="b"/>
              <a:pathLst>
                <a:path w="1992" h="3386" extrusionOk="0">
                  <a:moveTo>
                    <a:pt x="1483" y="0"/>
                  </a:moveTo>
                  <a:cubicBezTo>
                    <a:pt x="1359" y="0"/>
                    <a:pt x="1244" y="75"/>
                    <a:pt x="1198" y="206"/>
                  </a:cubicBezTo>
                  <a:lnTo>
                    <a:pt x="64" y="2927"/>
                  </a:lnTo>
                  <a:cubicBezTo>
                    <a:pt x="1" y="3091"/>
                    <a:pt x="76" y="3280"/>
                    <a:pt x="240" y="3356"/>
                  </a:cubicBezTo>
                  <a:cubicBezTo>
                    <a:pt x="283" y="3376"/>
                    <a:pt x="328" y="3385"/>
                    <a:pt x="373" y="3385"/>
                  </a:cubicBezTo>
                  <a:cubicBezTo>
                    <a:pt x="496" y="3385"/>
                    <a:pt x="613" y="3313"/>
                    <a:pt x="668" y="3192"/>
                  </a:cubicBezTo>
                  <a:lnTo>
                    <a:pt x="1916" y="521"/>
                  </a:lnTo>
                  <a:cubicBezTo>
                    <a:pt x="1992" y="357"/>
                    <a:pt x="1929" y="155"/>
                    <a:pt x="1765" y="92"/>
                  </a:cubicBezTo>
                  <a:lnTo>
                    <a:pt x="1613" y="29"/>
                  </a:lnTo>
                  <a:cubicBezTo>
                    <a:pt x="1571" y="10"/>
                    <a:pt x="1526" y="0"/>
                    <a:pt x="1483"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5"/>
            <p:cNvSpPr/>
            <p:nvPr/>
          </p:nvSpPr>
          <p:spPr>
            <a:xfrm>
              <a:off x="2809950" y="2260450"/>
              <a:ext cx="48225" cy="85700"/>
            </a:xfrm>
            <a:custGeom>
              <a:avLst/>
              <a:gdLst/>
              <a:ahLst/>
              <a:cxnLst/>
              <a:rect l="l" t="t" r="r" b="b"/>
              <a:pathLst>
                <a:path w="1929" h="3428" extrusionOk="0">
                  <a:moveTo>
                    <a:pt x="514" y="1"/>
                  </a:moveTo>
                  <a:cubicBezTo>
                    <a:pt x="473" y="1"/>
                    <a:pt x="431" y="10"/>
                    <a:pt x="391" y="28"/>
                  </a:cubicBezTo>
                  <a:lnTo>
                    <a:pt x="253" y="78"/>
                  </a:lnTo>
                  <a:cubicBezTo>
                    <a:pt x="76" y="141"/>
                    <a:pt x="1" y="330"/>
                    <a:pt x="76" y="507"/>
                  </a:cubicBezTo>
                  <a:lnTo>
                    <a:pt x="1210" y="3229"/>
                  </a:lnTo>
                  <a:cubicBezTo>
                    <a:pt x="1258" y="3354"/>
                    <a:pt x="1380" y="3427"/>
                    <a:pt x="1507" y="3427"/>
                  </a:cubicBezTo>
                  <a:cubicBezTo>
                    <a:pt x="1547" y="3427"/>
                    <a:pt x="1587" y="3420"/>
                    <a:pt x="1626" y="3405"/>
                  </a:cubicBezTo>
                  <a:lnTo>
                    <a:pt x="1928" y="3292"/>
                  </a:lnTo>
                  <a:lnTo>
                    <a:pt x="807" y="217"/>
                  </a:lnTo>
                  <a:cubicBezTo>
                    <a:pt x="759" y="84"/>
                    <a:pt x="640" y="1"/>
                    <a:pt x="51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5"/>
            <p:cNvSpPr/>
            <p:nvPr/>
          </p:nvSpPr>
          <p:spPr>
            <a:xfrm>
              <a:off x="3048725" y="2241100"/>
              <a:ext cx="35950" cy="88625"/>
            </a:xfrm>
            <a:custGeom>
              <a:avLst/>
              <a:gdLst/>
              <a:ahLst/>
              <a:cxnLst/>
              <a:rect l="l" t="t" r="r" b="b"/>
              <a:pathLst>
                <a:path w="1438" h="3545" extrusionOk="0">
                  <a:moveTo>
                    <a:pt x="916" y="1"/>
                  </a:moveTo>
                  <a:cubicBezTo>
                    <a:pt x="767" y="1"/>
                    <a:pt x="639" y="107"/>
                    <a:pt x="606" y="260"/>
                  </a:cubicBezTo>
                  <a:lnTo>
                    <a:pt x="39" y="3171"/>
                  </a:lnTo>
                  <a:cubicBezTo>
                    <a:pt x="1" y="3335"/>
                    <a:pt x="114" y="3511"/>
                    <a:pt x="291" y="3536"/>
                  </a:cubicBezTo>
                  <a:cubicBezTo>
                    <a:pt x="314" y="3542"/>
                    <a:pt x="338" y="3544"/>
                    <a:pt x="361" y="3544"/>
                  </a:cubicBezTo>
                  <a:cubicBezTo>
                    <a:pt x="502" y="3544"/>
                    <a:pt x="636" y="3450"/>
                    <a:pt x="669" y="3310"/>
                  </a:cubicBezTo>
                  <a:lnTo>
                    <a:pt x="1387" y="437"/>
                  </a:lnTo>
                  <a:cubicBezTo>
                    <a:pt x="1437" y="260"/>
                    <a:pt x="1324" y="84"/>
                    <a:pt x="1148" y="46"/>
                  </a:cubicBezTo>
                  <a:lnTo>
                    <a:pt x="984" y="8"/>
                  </a:lnTo>
                  <a:cubicBezTo>
                    <a:pt x="961" y="3"/>
                    <a:pt x="938" y="1"/>
                    <a:pt x="916"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5"/>
            <p:cNvSpPr/>
            <p:nvPr/>
          </p:nvSpPr>
          <p:spPr>
            <a:xfrm>
              <a:off x="2892475" y="2237650"/>
              <a:ext cx="32475" cy="89225"/>
            </a:xfrm>
            <a:custGeom>
              <a:avLst/>
              <a:gdLst/>
              <a:ahLst/>
              <a:cxnLst/>
              <a:rect l="l" t="t" r="r" b="b"/>
              <a:pathLst>
                <a:path w="1299" h="3569" extrusionOk="0">
                  <a:moveTo>
                    <a:pt x="518" y="1"/>
                  </a:moveTo>
                  <a:cubicBezTo>
                    <a:pt x="497" y="1"/>
                    <a:pt x="476" y="3"/>
                    <a:pt x="455" y="8"/>
                  </a:cubicBezTo>
                  <a:lnTo>
                    <a:pt x="291" y="33"/>
                  </a:lnTo>
                  <a:cubicBezTo>
                    <a:pt x="114" y="71"/>
                    <a:pt x="1" y="234"/>
                    <a:pt x="39" y="411"/>
                  </a:cubicBezTo>
                  <a:lnTo>
                    <a:pt x="618" y="3309"/>
                  </a:lnTo>
                  <a:cubicBezTo>
                    <a:pt x="651" y="3472"/>
                    <a:pt x="786" y="3569"/>
                    <a:pt x="935" y="3569"/>
                  </a:cubicBezTo>
                  <a:cubicBezTo>
                    <a:pt x="960" y="3569"/>
                    <a:pt x="984" y="3566"/>
                    <a:pt x="1009" y="3561"/>
                  </a:cubicBezTo>
                  <a:cubicBezTo>
                    <a:pt x="1173" y="3536"/>
                    <a:pt x="1299" y="3372"/>
                    <a:pt x="1274" y="3196"/>
                  </a:cubicBezTo>
                  <a:lnTo>
                    <a:pt x="820" y="272"/>
                  </a:lnTo>
                  <a:cubicBezTo>
                    <a:pt x="798" y="117"/>
                    <a:pt x="668" y="1"/>
                    <a:pt x="518"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5"/>
            <p:cNvSpPr/>
            <p:nvPr/>
          </p:nvSpPr>
          <p:spPr>
            <a:xfrm>
              <a:off x="2978800" y="2231825"/>
              <a:ext cx="19875" cy="89825"/>
            </a:xfrm>
            <a:custGeom>
              <a:avLst/>
              <a:gdLst/>
              <a:ahLst/>
              <a:cxnLst/>
              <a:rect l="l" t="t" r="r" b="b"/>
              <a:pathLst>
                <a:path w="795" h="3593" extrusionOk="0">
                  <a:moveTo>
                    <a:pt x="306" y="0"/>
                  </a:moveTo>
                  <a:cubicBezTo>
                    <a:pt x="139" y="0"/>
                    <a:pt x="1" y="135"/>
                    <a:pt x="1" y="316"/>
                  </a:cubicBezTo>
                  <a:lnTo>
                    <a:pt x="1" y="3265"/>
                  </a:lnTo>
                  <a:cubicBezTo>
                    <a:pt x="1" y="3441"/>
                    <a:pt x="139" y="3580"/>
                    <a:pt x="316" y="3592"/>
                  </a:cubicBezTo>
                  <a:lnTo>
                    <a:pt x="328" y="3592"/>
                  </a:lnTo>
                  <a:cubicBezTo>
                    <a:pt x="505" y="3592"/>
                    <a:pt x="656" y="3454"/>
                    <a:pt x="656" y="3277"/>
                  </a:cubicBezTo>
                  <a:lnTo>
                    <a:pt x="794" y="329"/>
                  </a:lnTo>
                  <a:cubicBezTo>
                    <a:pt x="794" y="152"/>
                    <a:pt x="656" y="1"/>
                    <a:pt x="479" y="1"/>
                  </a:cubicBezTo>
                  <a:lnTo>
                    <a:pt x="328" y="1"/>
                  </a:lnTo>
                  <a:cubicBezTo>
                    <a:pt x="321" y="1"/>
                    <a:pt x="313" y="0"/>
                    <a:pt x="30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5"/>
            <p:cNvSpPr/>
            <p:nvPr/>
          </p:nvSpPr>
          <p:spPr>
            <a:xfrm>
              <a:off x="2932775" y="2646625"/>
              <a:ext cx="86700" cy="73675"/>
            </a:xfrm>
            <a:custGeom>
              <a:avLst/>
              <a:gdLst/>
              <a:ahLst/>
              <a:cxnLst/>
              <a:rect l="l" t="t" r="r" b="b"/>
              <a:pathLst>
                <a:path w="3468" h="2947" extrusionOk="0">
                  <a:moveTo>
                    <a:pt x="1937" y="1"/>
                  </a:moveTo>
                  <a:cubicBezTo>
                    <a:pt x="692" y="1"/>
                    <a:pt x="1" y="1493"/>
                    <a:pt x="846" y="2449"/>
                  </a:cubicBezTo>
                  <a:cubicBezTo>
                    <a:pt x="1150" y="2792"/>
                    <a:pt x="1546" y="2947"/>
                    <a:pt x="1936" y="2947"/>
                  </a:cubicBezTo>
                  <a:cubicBezTo>
                    <a:pt x="2662" y="2947"/>
                    <a:pt x="3368" y="2412"/>
                    <a:pt x="3417" y="1567"/>
                  </a:cubicBezTo>
                  <a:cubicBezTo>
                    <a:pt x="3467" y="748"/>
                    <a:pt x="2850" y="55"/>
                    <a:pt x="2043" y="5"/>
                  </a:cubicBezTo>
                  <a:cubicBezTo>
                    <a:pt x="2007" y="2"/>
                    <a:pt x="1972"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5"/>
            <p:cNvSpPr/>
            <p:nvPr/>
          </p:nvSpPr>
          <p:spPr>
            <a:xfrm>
              <a:off x="2970300" y="2433775"/>
              <a:ext cx="26475" cy="263375"/>
            </a:xfrm>
            <a:custGeom>
              <a:avLst/>
              <a:gdLst/>
              <a:ahLst/>
              <a:cxnLst/>
              <a:rect l="l" t="t" r="r" b="b"/>
              <a:pathLst>
                <a:path w="1059" h="10535" extrusionOk="0">
                  <a:moveTo>
                    <a:pt x="1059" y="0"/>
                  </a:moveTo>
                  <a:lnTo>
                    <a:pt x="0" y="10484"/>
                  </a:lnTo>
                  <a:lnTo>
                    <a:pt x="819" y="10535"/>
                  </a:lnTo>
                  <a:lnTo>
                    <a:pt x="10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5"/>
          <p:cNvGrpSpPr/>
          <p:nvPr/>
        </p:nvGrpSpPr>
        <p:grpSpPr>
          <a:xfrm>
            <a:off x="6309551" y="1689462"/>
            <a:ext cx="1752594" cy="965797"/>
            <a:chOff x="3672800" y="2231525"/>
            <a:chExt cx="891225" cy="491150"/>
          </a:xfrm>
        </p:grpSpPr>
        <p:sp>
          <p:nvSpPr>
            <p:cNvPr id="1282" name="Google Shape;1282;p45"/>
            <p:cNvSpPr/>
            <p:nvPr/>
          </p:nvSpPr>
          <p:spPr>
            <a:xfrm>
              <a:off x="3672800" y="2657125"/>
              <a:ext cx="90125" cy="19550"/>
            </a:xfrm>
            <a:custGeom>
              <a:avLst/>
              <a:gdLst/>
              <a:ahLst/>
              <a:cxnLst/>
              <a:rect l="l" t="t" r="r" b="b"/>
              <a:pathLst>
                <a:path w="3605" h="782" extrusionOk="0">
                  <a:moveTo>
                    <a:pt x="353" y="0"/>
                  </a:moveTo>
                  <a:cubicBezTo>
                    <a:pt x="164" y="0"/>
                    <a:pt x="13" y="139"/>
                    <a:pt x="13" y="315"/>
                  </a:cubicBezTo>
                  <a:lnTo>
                    <a:pt x="13" y="454"/>
                  </a:lnTo>
                  <a:cubicBezTo>
                    <a:pt x="0" y="630"/>
                    <a:pt x="152" y="782"/>
                    <a:pt x="328" y="782"/>
                  </a:cubicBezTo>
                  <a:lnTo>
                    <a:pt x="3277" y="782"/>
                  </a:lnTo>
                  <a:cubicBezTo>
                    <a:pt x="3453" y="782"/>
                    <a:pt x="3604" y="643"/>
                    <a:pt x="3604" y="467"/>
                  </a:cubicBezTo>
                  <a:cubicBezTo>
                    <a:pt x="3604" y="290"/>
                    <a:pt x="3466" y="139"/>
                    <a:pt x="3289" y="126"/>
                  </a:cubicBezTo>
                  <a:lnTo>
                    <a:pt x="35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5"/>
            <p:cNvSpPr/>
            <p:nvPr/>
          </p:nvSpPr>
          <p:spPr>
            <a:xfrm>
              <a:off x="4473900" y="2667525"/>
              <a:ext cx="90125" cy="19875"/>
            </a:xfrm>
            <a:custGeom>
              <a:avLst/>
              <a:gdLst/>
              <a:ahLst/>
              <a:cxnLst/>
              <a:rect l="l" t="t" r="r" b="b"/>
              <a:pathLst>
                <a:path w="3605" h="795" extrusionOk="0">
                  <a:moveTo>
                    <a:pt x="3251" y="0"/>
                  </a:moveTo>
                  <a:lnTo>
                    <a:pt x="315" y="126"/>
                  </a:lnTo>
                  <a:cubicBezTo>
                    <a:pt x="139" y="139"/>
                    <a:pt x="0" y="290"/>
                    <a:pt x="0" y="466"/>
                  </a:cubicBezTo>
                  <a:cubicBezTo>
                    <a:pt x="0" y="643"/>
                    <a:pt x="152" y="794"/>
                    <a:pt x="328" y="794"/>
                  </a:cubicBezTo>
                  <a:lnTo>
                    <a:pt x="3277" y="794"/>
                  </a:lnTo>
                  <a:cubicBezTo>
                    <a:pt x="3453" y="781"/>
                    <a:pt x="3604" y="643"/>
                    <a:pt x="3592" y="454"/>
                  </a:cubicBezTo>
                  <a:lnTo>
                    <a:pt x="3592" y="315"/>
                  </a:lnTo>
                  <a:cubicBezTo>
                    <a:pt x="3592" y="139"/>
                    <a:pt x="3440" y="0"/>
                    <a:pt x="32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5"/>
            <p:cNvSpPr/>
            <p:nvPr/>
          </p:nvSpPr>
          <p:spPr>
            <a:xfrm>
              <a:off x="4466025" y="2589525"/>
              <a:ext cx="90425" cy="31175"/>
            </a:xfrm>
            <a:custGeom>
              <a:avLst/>
              <a:gdLst/>
              <a:ahLst/>
              <a:cxnLst/>
              <a:rect l="l" t="t" r="r" b="b"/>
              <a:pathLst>
                <a:path w="3617" h="1247" extrusionOk="0">
                  <a:moveTo>
                    <a:pt x="3244" y="0"/>
                  </a:moveTo>
                  <a:cubicBezTo>
                    <a:pt x="3222" y="0"/>
                    <a:pt x="3199" y="3"/>
                    <a:pt x="3176" y="8"/>
                  </a:cubicBezTo>
                  <a:lnTo>
                    <a:pt x="278" y="587"/>
                  </a:lnTo>
                  <a:cubicBezTo>
                    <a:pt x="114" y="625"/>
                    <a:pt x="0" y="789"/>
                    <a:pt x="26" y="965"/>
                  </a:cubicBezTo>
                  <a:lnTo>
                    <a:pt x="26" y="978"/>
                  </a:lnTo>
                  <a:cubicBezTo>
                    <a:pt x="48" y="1138"/>
                    <a:pt x="185" y="1246"/>
                    <a:pt x="342" y="1246"/>
                  </a:cubicBezTo>
                  <a:cubicBezTo>
                    <a:pt x="358" y="1246"/>
                    <a:pt x="374" y="1245"/>
                    <a:pt x="391" y="1243"/>
                  </a:cubicBezTo>
                  <a:lnTo>
                    <a:pt x="3314" y="789"/>
                  </a:lnTo>
                  <a:cubicBezTo>
                    <a:pt x="3491" y="764"/>
                    <a:pt x="3617" y="600"/>
                    <a:pt x="3592" y="424"/>
                  </a:cubicBezTo>
                  <a:cubicBezTo>
                    <a:pt x="3579" y="373"/>
                    <a:pt x="3566" y="310"/>
                    <a:pt x="3566" y="260"/>
                  </a:cubicBezTo>
                  <a:cubicBezTo>
                    <a:pt x="3533" y="106"/>
                    <a:pt x="3396" y="0"/>
                    <a:pt x="32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5"/>
            <p:cNvSpPr/>
            <p:nvPr/>
          </p:nvSpPr>
          <p:spPr>
            <a:xfrm>
              <a:off x="3681925" y="2572075"/>
              <a:ext cx="90125" cy="34200"/>
            </a:xfrm>
            <a:custGeom>
              <a:avLst/>
              <a:gdLst/>
              <a:ahLst/>
              <a:cxnLst/>
              <a:rect l="l" t="t" r="r" b="b"/>
              <a:pathLst>
                <a:path w="3605" h="1368" extrusionOk="0">
                  <a:moveTo>
                    <a:pt x="374" y="1"/>
                  </a:moveTo>
                  <a:cubicBezTo>
                    <a:pt x="237" y="1"/>
                    <a:pt x="106" y="104"/>
                    <a:pt x="64" y="252"/>
                  </a:cubicBezTo>
                  <a:lnTo>
                    <a:pt x="39" y="403"/>
                  </a:lnTo>
                  <a:cubicBezTo>
                    <a:pt x="1" y="580"/>
                    <a:pt x="114" y="756"/>
                    <a:pt x="291" y="781"/>
                  </a:cubicBezTo>
                  <a:lnTo>
                    <a:pt x="3189" y="1361"/>
                  </a:lnTo>
                  <a:cubicBezTo>
                    <a:pt x="3210" y="1366"/>
                    <a:pt x="3231" y="1368"/>
                    <a:pt x="3252" y="1368"/>
                  </a:cubicBezTo>
                  <a:cubicBezTo>
                    <a:pt x="3405" y="1368"/>
                    <a:pt x="3545" y="1252"/>
                    <a:pt x="3567" y="1096"/>
                  </a:cubicBezTo>
                  <a:cubicBezTo>
                    <a:pt x="3605" y="920"/>
                    <a:pt x="3504" y="744"/>
                    <a:pt x="3327" y="706"/>
                  </a:cubicBezTo>
                  <a:lnTo>
                    <a:pt x="454" y="13"/>
                  </a:lnTo>
                  <a:cubicBezTo>
                    <a:pt x="428" y="5"/>
                    <a:pt x="401" y="1"/>
                    <a:pt x="37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5"/>
            <p:cNvSpPr/>
            <p:nvPr/>
          </p:nvSpPr>
          <p:spPr>
            <a:xfrm>
              <a:off x="4446175" y="2507375"/>
              <a:ext cx="87925" cy="45050"/>
            </a:xfrm>
            <a:custGeom>
              <a:avLst/>
              <a:gdLst/>
              <a:ahLst/>
              <a:cxnLst/>
              <a:rect l="l" t="t" r="r" b="b"/>
              <a:pathLst>
                <a:path w="3517" h="1802" extrusionOk="0">
                  <a:moveTo>
                    <a:pt x="3105" y="1"/>
                  </a:moveTo>
                  <a:cubicBezTo>
                    <a:pt x="3062" y="1"/>
                    <a:pt x="3017" y="10"/>
                    <a:pt x="2974" y="30"/>
                  </a:cubicBezTo>
                  <a:lnTo>
                    <a:pt x="240" y="1164"/>
                  </a:lnTo>
                  <a:cubicBezTo>
                    <a:pt x="76" y="1240"/>
                    <a:pt x="0" y="1416"/>
                    <a:pt x="76" y="1580"/>
                  </a:cubicBezTo>
                  <a:cubicBezTo>
                    <a:pt x="115" y="1718"/>
                    <a:pt x="240" y="1802"/>
                    <a:pt x="370" y="1802"/>
                  </a:cubicBezTo>
                  <a:cubicBezTo>
                    <a:pt x="407" y="1802"/>
                    <a:pt x="444" y="1795"/>
                    <a:pt x="479" y="1782"/>
                  </a:cubicBezTo>
                  <a:lnTo>
                    <a:pt x="3264" y="761"/>
                  </a:lnTo>
                  <a:cubicBezTo>
                    <a:pt x="3428" y="698"/>
                    <a:pt x="3516" y="522"/>
                    <a:pt x="3453" y="345"/>
                  </a:cubicBezTo>
                  <a:cubicBezTo>
                    <a:pt x="3428" y="295"/>
                    <a:pt x="3415" y="257"/>
                    <a:pt x="3390" y="207"/>
                  </a:cubicBezTo>
                  <a:cubicBezTo>
                    <a:pt x="3344" y="76"/>
                    <a:pt x="3228" y="1"/>
                    <a:pt x="310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5"/>
            <p:cNvSpPr/>
            <p:nvPr/>
          </p:nvSpPr>
          <p:spPr>
            <a:xfrm>
              <a:off x="3707450" y="2490950"/>
              <a:ext cx="86975" cy="47850"/>
            </a:xfrm>
            <a:custGeom>
              <a:avLst/>
              <a:gdLst/>
              <a:ahLst/>
              <a:cxnLst/>
              <a:rect l="l" t="t" r="r" b="b"/>
              <a:pathLst>
                <a:path w="3479" h="1914" extrusionOk="0">
                  <a:moveTo>
                    <a:pt x="431" y="0"/>
                  </a:moveTo>
                  <a:cubicBezTo>
                    <a:pt x="312" y="0"/>
                    <a:pt x="193" y="66"/>
                    <a:pt x="139" y="183"/>
                  </a:cubicBezTo>
                  <a:cubicBezTo>
                    <a:pt x="126" y="234"/>
                    <a:pt x="101" y="284"/>
                    <a:pt x="76" y="334"/>
                  </a:cubicBezTo>
                  <a:cubicBezTo>
                    <a:pt x="0" y="498"/>
                    <a:pt x="89" y="687"/>
                    <a:pt x="252" y="763"/>
                  </a:cubicBezTo>
                  <a:lnTo>
                    <a:pt x="2987" y="1884"/>
                  </a:lnTo>
                  <a:cubicBezTo>
                    <a:pt x="3030" y="1904"/>
                    <a:pt x="3074" y="1913"/>
                    <a:pt x="3118" y="1913"/>
                  </a:cubicBezTo>
                  <a:cubicBezTo>
                    <a:pt x="3241" y="1913"/>
                    <a:pt x="3356" y="1838"/>
                    <a:pt x="3403" y="1708"/>
                  </a:cubicBezTo>
                  <a:cubicBezTo>
                    <a:pt x="3478" y="1544"/>
                    <a:pt x="3415" y="1355"/>
                    <a:pt x="3251" y="1279"/>
                  </a:cubicBezTo>
                  <a:lnTo>
                    <a:pt x="567" y="32"/>
                  </a:lnTo>
                  <a:cubicBezTo>
                    <a:pt x="525" y="10"/>
                    <a:pt x="478" y="0"/>
                    <a:pt x="431"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5"/>
            <p:cNvSpPr/>
            <p:nvPr/>
          </p:nvSpPr>
          <p:spPr>
            <a:xfrm>
              <a:off x="4414050" y="2431425"/>
              <a:ext cx="81600" cy="57650"/>
            </a:xfrm>
            <a:custGeom>
              <a:avLst/>
              <a:gdLst/>
              <a:ahLst/>
              <a:cxnLst/>
              <a:rect l="l" t="t" r="r" b="b"/>
              <a:pathLst>
                <a:path w="3264" h="2306" extrusionOk="0">
                  <a:moveTo>
                    <a:pt x="2818" y="0"/>
                  </a:moveTo>
                  <a:cubicBezTo>
                    <a:pt x="2755" y="0"/>
                    <a:pt x="2691" y="19"/>
                    <a:pt x="2634" y="57"/>
                  </a:cubicBezTo>
                  <a:lnTo>
                    <a:pt x="177" y="1707"/>
                  </a:lnTo>
                  <a:cubicBezTo>
                    <a:pt x="38" y="1808"/>
                    <a:pt x="0" y="1997"/>
                    <a:pt x="101" y="2148"/>
                  </a:cubicBezTo>
                  <a:cubicBezTo>
                    <a:pt x="160" y="2249"/>
                    <a:pt x="269" y="2305"/>
                    <a:pt x="380" y="2305"/>
                  </a:cubicBezTo>
                  <a:cubicBezTo>
                    <a:pt x="436" y="2305"/>
                    <a:pt x="492" y="2291"/>
                    <a:pt x="542" y="2262"/>
                  </a:cubicBezTo>
                  <a:lnTo>
                    <a:pt x="3062" y="724"/>
                  </a:lnTo>
                  <a:cubicBezTo>
                    <a:pt x="3213" y="636"/>
                    <a:pt x="3264" y="435"/>
                    <a:pt x="3163" y="271"/>
                  </a:cubicBezTo>
                  <a:lnTo>
                    <a:pt x="3087" y="145"/>
                  </a:lnTo>
                  <a:cubicBezTo>
                    <a:pt x="3025" y="50"/>
                    <a:pt x="2923" y="0"/>
                    <a:pt x="28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5"/>
            <p:cNvSpPr/>
            <p:nvPr/>
          </p:nvSpPr>
          <p:spPr>
            <a:xfrm>
              <a:off x="3749350" y="2416200"/>
              <a:ext cx="80025" cy="60275"/>
            </a:xfrm>
            <a:custGeom>
              <a:avLst/>
              <a:gdLst/>
              <a:ahLst/>
              <a:cxnLst/>
              <a:rect l="l" t="t" r="r" b="b"/>
              <a:pathLst>
                <a:path w="3201" h="2411" extrusionOk="0">
                  <a:moveTo>
                    <a:pt x="452" y="0"/>
                  </a:moveTo>
                  <a:cubicBezTo>
                    <a:pt x="351" y="0"/>
                    <a:pt x="250" y="46"/>
                    <a:pt x="189" y="136"/>
                  </a:cubicBezTo>
                  <a:lnTo>
                    <a:pt x="101" y="262"/>
                  </a:lnTo>
                  <a:cubicBezTo>
                    <a:pt x="0" y="414"/>
                    <a:pt x="38" y="615"/>
                    <a:pt x="189" y="716"/>
                  </a:cubicBezTo>
                  <a:lnTo>
                    <a:pt x="2647" y="2354"/>
                  </a:lnTo>
                  <a:cubicBezTo>
                    <a:pt x="2703" y="2392"/>
                    <a:pt x="2768" y="2410"/>
                    <a:pt x="2831" y="2410"/>
                  </a:cubicBezTo>
                  <a:cubicBezTo>
                    <a:pt x="2935" y="2410"/>
                    <a:pt x="3037" y="2360"/>
                    <a:pt x="3100" y="2266"/>
                  </a:cubicBezTo>
                  <a:cubicBezTo>
                    <a:pt x="3201" y="2115"/>
                    <a:pt x="3176" y="1913"/>
                    <a:pt x="3025" y="1812"/>
                  </a:cubicBezTo>
                  <a:lnTo>
                    <a:pt x="643" y="61"/>
                  </a:lnTo>
                  <a:cubicBezTo>
                    <a:pt x="588" y="20"/>
                    <a:pt x="520" y="0"/>
                    <a:pt x="452"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5"/>
            <p:cNvSpPr/>
            <p:nvPr/>
          </p:nvSpPr>
          <p:spPr>
            <a:xfrm>
              <a:off x="4370250" y="2364375"/>
              <a:ext cx="72475" cy="68675"/>
            </a:xfrm>
            <a:custGeom>
              <a:avLst/>
              <a:gdLst/>
              <a:ahLst/>
              <a:cxnLst/>
              <a:rect l="l" t="t" r="r" b="b"/>
              <a:pathLst>
                <a:path w="2899" h="2747" extrusionOk="0">
                  <a:moveTo>
                    <a:pt x="2441" y="1"/>
                  </a:moveTo>
                  <a:cubicBezTo>
                    <a:pt x="2357" y="1"/>
                    <a:pt x="2275" y="36"/>
                    <a:pt x="2218" y="105"/>
                  </a:cubicBezTo>
                  <a:lnTo>
                    <a:pt x="127" y="2197"/>
                  </a:lnTo>
                  <a:cubicBezTo>
                    <a:pt x="1" y="2323"/>
                    <a:pt x="1" y="2524"/>
                    <a:pt x="127" y="2650"/>
                  </a:cubicBezTo>
                  <a:cubicBezTo>
                    <a:pt x="191" y="2715"/>
                    <a:pt x="273" y="2746"/>
                    <a:pt x="355" y="2746"/>
                  </a:cubicBezTo>
                  <a:cubicBezTo>
                    <a:pt x="433" y="2746"/>
                    <a:pt x="513" y="2718"/>
                    <a:pt x="580" y="2663"/>
                  </a:cubicBezTo>
                  <a:lnTo>
                    <a:pt x="2760" y="672"/>
                  </a:lnTo>
                  <a:cubicBezTo>
                    <a:pt x="2899" y="546"/>
                    <a:pt x="2899" y="344"/>
                    <a:pt x="2773" y="218"/>
                  </a:cubicBezTo>
                  <a:lnTo>
                    <a:pt x="2672" y="105"/>
                  </a:lnTo>
                  <a:cubicBezTo>
                    <a:pt x="2609" y="36"/>
                    <a:pt x="2524" y="1"/>
                    <a:pt x="2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5"/>
            <p:cNvSpPr/>
            <p:nvPr/>
          </p:nvSpPr>
          <p:spPr>
            <a:xfrm>
              <a:off x="3805100" y="2351575"/>
              <a:ext cx="70600" cy="70875"/>
            </a:xfrm>
            <a:custGeom>
              <a:avLst/>
              <a:gdLst/>
              <a:ahLst/>
              <a:cxnLst/>
              <a:rect l="l" t="t" r="r" b="b"/>
              <a:pathLst>
                <a:path w="2824" h="2835" extrusionOk="0">
                  <a:moveTo>
                    <a:pt x="462" y="1"/>
                  </a:moveTo>
                  <a:cubicBezTo>
                    <a:pt x="386" y="1"/>
                    <a:pt x="311" y="29"/>
                    <a:pt x="253" y="88"/>
                  </a:cubicBezTo>
                  <a:lnTo>
                    <a:pt x="139" y="201"/>
                  </a:lnTo>
                  <a:cubicBezTo>
                    <a:pt x="1" y="327"/>
                    <a:pt x="1" y="529"/>
                    <a:pt x="139" y="655"/>
                  </a:cubicBezTo>
                  <a:lnTo>
                    <a:pt x="2231" y="2747"/>
                  </a:lnTo>
                  <a:cubicBezTo>
                    <a:pt x="2291" y="2806"/>
                    <a:pt x="2368" y="2835"/>
                    <a:pt x="2446" y="2835"/>
                  </a:cubicBezTo>
                  <a:cubicBezTo>
                    <a:pt x="2532" y="2835"/>
                    <a:pt x="2619" y="2800"/>
                    <a:pt x="2685" y="2734"/>
                  </a:cubicBezTo>
                  <a:cubicBezTo>
                    <a:pt x="2823" y="2620"/>
                    <a:pt x="2823" y="2419"/>
                    <a:pt x="2710" y="2293"/>
                  </a:cubicBezTo>
                  <a:lnTo>
                    <a:pt x="706" y="113"/>
                  </a:lnTo>
                  <a:cubicBezTo>
                    <a:pt x="639" y="39"/>
                    <a:pt x="550" y="1"/>
                    <a:pt x="462"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5"/>
            <p:cNvSpPr/>
            <p:nvPr/>
          </p:nvSpPr>
          <p:spPr>
            <a:xfrm>
              <a:off x="4315750" y="2309200"/>
              <a:ext cx="62725" cy="77850"/>
            </a:xfrm>
            <a:custGeom>
              <a:avLst/>
              <a:gdLst/>
              <a:ahLst/>
              <a:cxnLst/>
              <a:rect l="l" t="t" r="r" b="b"/>
              <a:pathLst>
                <a:path w="2509" h="3114" extrusionOk="0">
                  <a:moveTo>
                    <a:pt x="2009" y="0"/>
                  </a:moveTo>
                  <a:cubicBezTo>
                    <a:pt x="1905" y="0"/>
                    <a:pt x="1802" y="50"/>
                    <a:pt x="1740" y="145"/>
                  </a:cubicBezTo>
                  <a:lnTo>
                    <a:pt x="102" y="2602"/>
                  </a:lnTo>
                  <a:cubicBezTo>
                    <a:pt x="1" y="2753"/>
                    <a:pt x="39" y="2942"/>
                    <a:pt x="190" y="3043"/>
                  </a:cubicBezTo>
                  <a:cubicBezTo>
                    <a:pt x="253" y="3090"/>
                    <a:pt x="325" y="3113"/>
                    <a:pt x="394" y="3113"/>
                  </a:cubicBezTo>
                  <a:cubicBezTo>
                    <a:pt x="492" y="3113"/>
                    <a:pt x="585" y="3068"/>
                    <a:pt x="643" y="2980"/>
                  </a:cubicBezTo>
                  <a:lnTo>
                    <a:pt x="2395" y="598"/>
                  </a:lnTo>
                  <a:cubicBezTo>
                    <a:pt x="2508" y="447"/>
                    <a:pt x="2470" y="245"/>
                    <a:pt x="2319" y="145"/>
                  </a:cubicBezTo>
                  <a:lnTo>
                    <a:pt x="2193" y="56"/>
                  </a:lnTo>
                  <a:cubicBezTo>
                    <a:pt x="2136" y="18"/>
                    <a:pt x="2072" y="0"/>
                    <a:pt x="20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5"/>
            <p:cNvSpPr/>
            <p:nvPr/>
          </p:nvSpPr>
          <p:spPr>
            <a:xfrm>
              <a:off x="3871575" y="2298900"/>
              <a:ext cx="60200" cy="79600"/>
            </a:xfrm>
            <a:custGeom>
              <a:avLst/>
              <a:gdLst/>
              <a:ahLst/>
              <a:cxnLst/>
              <a:rect l="l" t="t" r="r" b="b"/>
              <a:pathLst>
                <a:path w="2408" h="3184" extrusionOk="0">
                  <a:moveTo>
                    <a:pt x="498" y="1"/>
                  </a:moveTo>
                  <a:cubicBezTo>
                    <a:pt x="440" y="1"/>
                    <a:pt x="381" y="17"/>
                    <a:pt x="328" y="53"/>
                  </a:cubicBezTo>
                  <a:lnTo>
                    <a:pt x="202" y="141"/>
                  </a:lnTo>
                  <a:cubicBezTo>
                    <a:pt x="51" y="242"/>
                    <a:pt x="0" y="443"/>
                    <a:pt x="114" y="594"/>
                  </a:cubicBezTo>
                  <a:lnTo>
                    <a:pt x="1765" y="3039"/>
                  </a:lnTo>
                  <a:cubicBezTo>
                    <a:pt x="1820" y="3133"/>
                    <a:pt x="1924" y="3183"/>
                    <a:pt x="2028" y="3183"/>
                  </a:cubicBezTo>
                  <a:cubicBezTo>
                    <a:pt x="2091" y="3183"/>
                    <a:pt x="2153" y="3165"/>
                    <a:pt x="2206" y="3127"/>
                  </a:cubicBezTo>
                  <a:cubicBezTo>
                    <a:pt x="2357" y="3026"/>
                    <a:pt x="2407" y="2825"/>
                    <a:pt x="2306" y="2686"/>
                  </a:cubicBezTo>
                  <a:lnTo>
                    <a:pt x="769" y="166"/>
                  </a:lnTo>
                  <a:cubicBezTo>
                    <a:pt x="712" y="59"/>
                    <a:pt x="606" y="1"/>
                    <a:pt x="498"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5"/>
            <p:cNvSpPr/>
            <p:nvPr/>
          </p:nvSpPr>
          <p:spPr>
            <a:xfrm>
              <a:off x="4253700" y="2267350"/>
              <a:ext cx="50100" cy="84650"/>
            </a:xfrm>
            <a:custGeom>
              <a:avLst/>
              <a:gdLst/>
              <a:ahLst/>
              <a:cxnLst/>
              <a:rect l="l" t="t" r="r" b="b"/>
              <a:pathLst>
                <a:path w="2004" h="3386" extrusionOk="0">
                  <a:moveTo>
                    <a:pt x="1487" y="0"/>
                  </a:moveTo>
                  <a:cubicBezTo>
                    <a:pt x="1359" y="0"/>
                    <a:pt x="1244" y="75"/>
                    <a:pt x="1197" y="206"/>
                  </a:cubicBezTo>
                  <a:lnTo>
                    <a:pt x="76" y="2940"/>
                  </a:lnTo>
                  <a:cubicBezTo>
                    <a:pt x="0" y="3104"/>
                    <a:pt x="76" y="3293"/>
                    <a:pt x="240" y="3356"/>
                  </a:cubicBezTo>
                  <a:lnTo>
                    <a:pt x="252" y="3356"/>
                  </a:lnTo>
                  <a:cubicBezTo>
                    <a:pt x="296" y="3376"/>
                    <a:pt x="341" y="3386"/>
                    <a:pt x="385" y="3386"/>
                  </a:cubicBezTo>
                  <a:cubicBezTo>
                    <a:pt x="504" y="3386"/>
                    <a:pt x="616" y="3315"/>
                    <a:pt x="681" y="3205"/>
                  </a:cubicBezTo>
                  <a:lnTo>
                    <a:pt x="1928" y="521"/>
                  </a:lnTo>
                  <a:cubicBezTo>
                    <a:pt x="2004" y="357"/>
                    <a:pt x="1928" y="168"/>
                    <a:pt x="1764" y="92"/>
                  </a:cubicBezTo>
                  <a:lnTo>
                    <a:pt x="1626" y="29"/>
                  </a:lnTo>
                  <a:cubicBezTo>
                    <a:pt x="1580" y="10"/>
                    <a:pt x="1533" y="0"/>
                    <a:pt x="1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5"/>
            <p:cNvSpPr/>
            <p:nvPr/>
          </p:nvSpPr>
          <p:spPr>
            <a:xfrm>
              <a:off x="3947800" y="2260450"/>
              <a:ext cx="46975" cy="85825"/>
            </a:xfrm>
            <a:custGeom>
              <a:avLst/>
              <a:gdLst/>
              <a:ahLst/>
              <a:cxnLst/>
              <a:rect l="l" t="t" r="r" b="b"/>
              <a:pathLst>
                <a:path w="1879" h="3433" extrusionOk="0">
                  <a:moveTo>
                    <a:pt x="514" y="1"/>
                  </a:moveTo>
                  <a:cubicBezTo>
                    <a:pt x="473" y="1"/>
                    <a:pt x="432" y="10"/>
                    <a:pt x="392" y="28"/>
                  </a:cubicBezTo>
                  <a:lnTo>
                    <a:pt x="253" y="78"/>
                  </a:lnTo>
                  <a:cubicBezTo>
                    <a:pt x="76" y="141"/>
                    <a:pt x="1" y="330"/>
                    <a:pt x="76" y="494"/>
                  </a:cubicBezTo>
                  <a:lnTo>
                    <a:pt x="1211" y="3229"/>
                  </a:lnTo>
                  <a:cubicBezTo>
                    <a:pt x="1258" y="3352"/>
                    <a:pt x="1377" y="3432"/>
                    <a:pt x="1503" y="3432"/>
                  </a:cubicBezTo>
                  <a:cubicBezTo>
                    <a:pt x="1544" y="3432"/>
                    <a:pt x="1586" y="3424"/>
                    <a:pt x="1626" y="3405"/>
                  </a:cubicBezTo>
                  <a:cubicBezTo>
                    <a:pt x="1803" y="3342"/>
                    <a:pt x="1878" y="3153"/>
                    <a:pt x="1815" y="2989"/>
                  </a:cubicBezTo>
                  <a:lnTo>
                    <a:pt x="807" y="217"/>
                  </a:lnTo>
                  <a:cubicBezTo>
                    <a:pt x="760" y="84"/>
                    <a:pt x="640" y="1"/>
                    <a:pt x="51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5"/>
            <p:cNvSpPr/>
            <p:nvPr/>
          </p:nvSpPr>
          <p:spPr>
            <a:xfrm>
              <a:off x="4186900" y="2241100"/>
              <a:ext cx="35325" cy="88925"/>
            </a:xfrm>
            <a:custGeom>
              <a:avLst/>
              <a:gdLst/>
              <a:ahLst/>
              <a:cxnLst/>
              <a:rect l="l" t="t" r="r" b="b"/>
              <a:pathLst>
                <a:path w="1413" h="3557" extrusionOk="0">
                  <a:moveTo>
                    <a:pt x="904" y="1"/>
                  </a:moveTo>
                  <a:cubicBezTo>
                    <a:pt x="755" y="1"/>
                    <a:pt x="626" y="108"/>
                    <a:pt x="593" y="273"/>
                  </a:cubicBezTo>
                  <a:lnTo>
                    <a:pt x="26" y="3171"/>
                  </a:lnTo>
                  <a:cubicBezTo>
                    <a:pt x="1" y="3335"/>
                    <a:pt x="102" y="3511"/>
                    <a:pt x="278" y="3549"/>
                  </a:cubicBezTo>
                  <a:cubicBezTo>
                    <a:pt x="303" y="3554"/>
                    <a:pt x="328" y="3557"/>
                    <a:pt x="352" y="3557"/>
                  </a:cubicBezTo>
                  <a:cubicBezTo>
                    <a:pt x="498" y="3557"/>
                    <a:pt x="625" y="3461"/>
                    <a:pt x="669" y="3310"/>
                  </a:cubicBezTo>
                  <a:lnTo>
                    <a:pt x="1374" y="437"/>
                  </a:lnTo>
                  <a:cubicBezTo>
                    <a:pt x="1412" y="260"/>
                    <a:pt x="1311" y="84"/>
                    <a:pt x="1135" y="46"/>
                  </a:cubicBezTo>
                  <a:lnTo>
                    <a:pt x="971" y="8"/>
                  </a:lnTo>
                  <a:cubicBezTo>
                    <a:pt x="948" y="3"/>
                    <a:pt x="926" y="1"/>
                    <a:pt x="9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5"/>
            <p:cNvSpPr/>
            <p:nvPr/>
          </p:nvSpPr>
          <p:spPr>
            <a:xfrm>
              <a:off x="4030025" y="2237750"/>
              <a:ext cx="33100" cy="89125"/>
            </a:xfrm>
            <a:custGeom>
              <a:avLst/>
              <a:gdLst/>
              <a:ahLst/>
              <a:cxnLst/>
              <a:rect l="l" t="t" r="r" b="b"/>
              <a:pathLst>
                <a:path w="1324" h="3565" extrusionOk="0">
                  <a:moveTo>
                    <a:pt x="503" y="0"/>
                  </a:moveTo>
                  <a:cubicBezTo>
                    <a:pt x="487" y="0"/>
                    <a:pt x="471" y="1"/>
                    <a:pt x="454" y="4"/>
                  </a:cubicBezTo>
                  <a:lnTo>
                    <a:pt x="303" y="41"/>
                  </a:lnTo>
                  <a:cubicBezTo>
                    <a:pt x="127" y="67"/>
                    <a:pt x="1" y="243"/>
                    <a:pt x="51" y="419"/>
                  </a:cubicBezTo>
                  <a:lnTo>
                    <a:pt x="643" y="3318"/>
                  </a:lnTo>
                  <a:cubicBezTo>
                    <a:pt x="665" y="3460"/>
                    <a:pt x="801" y="3564"/>
                    <a:pt x="953" y="3564"/>
                  </a:cubicBezTo>
                  <a:cubicBezTo>
                    <a:pt x="975" y="3564"/>
                    <a:pt x="998" y="3562"/>
                    <a:pt x="1021" y="3557"/>
                  </a:cubicBezTo>
                  <a:cubicBezTo>
                    <a:pt x="1198" y="3532"/>
                    <a:pt x="1324" y="3368"/>
                    <a:pt x="1286" y="3192"/>
                  </a:cubicBezTo>
                  <a:lnTo>
                    <a:pt x="832" y="281"/>
                  </a:lnTo>
                  <a:cubicBezTo>
                    <a:pt x="810" y="109"/>
                    <a:pt x="662" y="0"/>
                    <a:pt x="503"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5"/>
            <p:cNvSpPr/>
            <p:nvPr/>
          </p:nvSpPr>
          <p:spPr>
            <a:xfrm>
              <a:off x="4111925" y="2231525"/>
              <a:ext cx="20200" cy="90125"/>
            </a:xfrm>
            <a:custGeom>
              <a:avLst/>
              <a:gdLst/>
              <a:ahLst/>
              <a:cxnLst/>
              <a:rect l="l" t="t" r="r" b="b"/>
              <a:pathLst>
                <a:path w="808" h="3605" extrusionOk="0">
                  <a:moveTo>
                    <a:pt x="329" y="1"/>
                  </a:moveTo>
                  <a:cubicBezTo>
                    <a:pt x="152" y="1"/>
                    <a:pt x="1" y="152"/>
                    <a:pt x="14" y="328"/>
                  </a:cubicBezTo>
                  <a:lnTo>
                    <a:pt x="77" y="3289"/>
                  </a:lnTo>
                  <a:cubicBezTo>
                    <a:pt x="64" y="3466"/>
                    <a:pt x="215" y="3604"/>
                    <a:pt x="404" y="3604"/>
                  </a:cubicBezTo>
                  <a:cubicBezTo>
                    <a:pt x="581" y="3604"/>
                    <a:pt x="732" y="3466"/>
                    <a:pt x="732" y="3289"/>
                  </a:cubicBezTo>
                  <a:lnTo>
                    <a:pt x="795" y="328"/>
                  </a:lnTo>
                  <a:cubicBezTo>
                    <a:pt x="807" y="152"/>
                    <a:pt x="669" y="1"/>
                    <a:pt x="480"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5"/>
            <p:cNvSpPr/>
            <p:nvPr/>
          </p:nvSpPr>
          <p:spPr>
            <a:xfrm>
              <a:off x="4081375" y="2648975"/>
              <a:ext cx="77200" cy="73700"/>
            </a:xfrm>
            <a:custGeom>
              <a:avLst/>
              <a:gdLst/>
              <a:ahLst/>
              <a:cxnLst/>
              <a:rect l="l" t="t" r="r" b="b"/>
              <a:pathLst>
                <a:path w="3088" h="2948" extrusionOk="0">
                  <a:moveTo>
                    <a:pt x="1488" y="1"/>
                  </a:moveTo>
                  <a:cubicBezTo>
                    <a:pt x="729" y="1"/>
                    <a:pt x="1" y="595"/>
                    <a:pt x="1" y="1486"/>
                  </a:cubicBezTo>
                  <a:cubicBezTo>
                    <a:pt x="9" y="2368"/>
                    <a:pt x="732" y="2947"/>
                    <a:pt x="1483" y="2947"/>
                  </a:cubicBezTo>
                  <a:cubicBezTo>
                    <a:pt x="1848" y="2947"/>
                    <a:pt x="2220" y="2811"/>
                    <a:pt x="2521" y="2506"/>
                  </a:cubicBezTo>
                  <a:cubicBezTo>
                    <a:pt x="3088" y="1939"/>
                    <a:pt x="3088" y="1007"/>
                    <a:pt x="2508" y="427"/>
                  </a:cubicBezTo>
                  <a:cubicBezTo>
                    <a:pt x="2210" y="133"/>
                    <a:pt x="1845" y="1"/>
                    <a:pt x="1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5"/>
            <p:cNvSpPr/>
            <p:nvPr/>
          </p:nvSpPr>
          <p:spPr>
            <a:xfrm>
              <a:off x="4101850" y="2507800"/>
              <a:ext cx="192200" cy="194700"/>
            </a:xfrm>
            <a:custGeom>
              <a:avLst/>
              <a:gdLst/>
              <a:ahLst/>
              <a:cxnLst/>
              <a:rect l="l" t="t" r="r" b="b"/>
              <a:pathLst>
                <a:path w="7688" h="7788" extrusionOk="0">
                  <a:moveTo>
                    <a:pt x="7687" y="1"/>
                  </a:moveTo>
                  <a:lnTo>
                    <a:pt x="1" y="7221"/>
                  </a:lnTo>
                  <a:lnTo>
                    <a:pt x="580" y="7788"/>
                  </a:lnTo>
                  <a:lnTo>
                    <a:pt x="76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1" name="Google Shape;1301;p45"/>
          <p:cNvGrpSpPr/>
          <p:nvPr/>
        </p:nvGrpSpPr>
        <p:grpSpPr>
          <a:xfrm>
            <a:off x="1076798" y="1681006"/>
            <a:ext cx="1751365" cy="974253"/>
            <a:chOff x="4811600" y="2231525"/>
            <a:chExt cx="890600" cy="495450"/>
          </a:xfrm>
        </p:grpSpPr>
        <p:sp>
          <p:nvSpPr>
            <p:cNvPr id="1302" name="Google Shape;1302;p45"/>
            <p:cNvSpPr/>
            <p:nvPr/>
          </p:nvSpPr>
          <p:spPr>
            <a:xfrm>
              <a:off x="5604200" y="2591000"/>
              <a:ext cx="90750" cy="31025"/>
            </a:xfrm>
            <a:custGeom>
              <a:avLst/>
              <a:gdLst/>
              <a:ahLst/>
              <a:cxnLst/>
              <a:rect l="l" t="t" r="r" b="b"/>
              <a:pathLst>
                <a:path w="3630" h="1241" extrusionOk="0">
                  <a:moveTo>
                    <a:pt x="3267" y="1"/>
                  </a:moveTo>
                  <a:cubicBezTo>
                    <a:pt x="3241" y="1"/>
                    <a:pt x="3215" y="4"/>
                    <a:pt x="3188" y="12"/>
                  </a:cubicBezTo>
                  <a:lnTo>
                    <a:pt x="290" y="591"/>
                  </a:lnTo>
                  <a:cubicBezTo>
                    <a:pt x="114" y="617"/>
                    <a:pt x="0" y="793"/>
                    <a:pt x="38" y="957"/>
                  </a:cubicBezTo>
                  <a:lnTo>
                    <a:pt x="38" y="969"/>
                  </a:lnTo>
                  <a:cubicBezTo>
                    <a:pt x="60" y="1125"/>
                    <a:pt x="190" y="1241"/>
                    <a:pt x="341" y="1241"/>
                  </a:cubicBezTo>
                  <a:cubicBezTo>
                    <a:pt x="361" y="1241"/>
                    <a:pt x="382" y="1239"/>
                    <a:pt x="404" y="1234"/>
                  </a:cubicBezTo>
                  <a:lnTo>
                    <a:pt x="3327" y="793"/>
                  </a:lnTo>
                  <a:cubicBezTo>
                    <a:pt x="3503" y="768"/>
                    <a:pt x="3629" y="591"/>
                    <a:pt x="3592" y="415"/>
                  </a:cubicBezTo>
                  <a:cubicBezTo>
                    <a:pt x="3579" y="365"/>
                    <a:pt x="3579" y="314"/>
                    <a:pt x="3566" y="264"/>
                  </a:cubicBezTo>
                  <a:cubicBezTo>
                    <a:pt x="3534" y="114"/>
                    <a:pt x="3411" y="1"/>
                    <a:pt x="3267"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5"/>
            <p:cNvSpPr/>
            <p:nvPr/>
          </p:nvSpPr>
          <p:spPr>
            <a:xfrm>
              <a:off x="4820100" y="2573450"/>
              <a:ext cx="90450" cy="34100"/>
            </a:xfrm>
            <a:custGeom>
              <a:avLst/>
              <a:gdLst/>
              <a:ahLst/>
              <a:cxnLst/>
              <a:rect l="l" t="t" r="r" b="b"/>
              <a:pathLst>
                <a:path w="3618" h="1364" extrusionOk="0">
                  <a:moveTo>
                    <a:pt x="393" y="0"/>
                  </a:moveTo>
                  <a:cubicBezTo>
                    <a:pt x="244" y="0"/>
                    <a:pt x="109" y="96"/>
                    <a:pt x="76" y="248"/>
                  </a:cubicBezTo>
                  <a:cubicBezTo>
                    <a:pt x="64" y="311"/>
                    <a:pt x="51" y="361"/>
                    <a:pt x="39" y="411"/>
                  </a:cubicBezTo>
                  <a:cubicBezTo>
                    <a:pt x="1" y="588"/>
                    <a:pt x="114" y="764"/>
                    <a:pt x="291" y="789"/>
                  </a:cubicBezTo>
                  <a:lnTo>
                    <a:pt x="3201" y="1356"/>
                  </a:lnTo>
                  <a:cubicBezTo>
                    <a:pt x="3223" y="1361"/>
                    <a:pt x="3244" y="1364"/>
                    <a:pt x="3265" y="1364"/>
                  </a:cubicBezTo>
                  <a:cubicBezTo>
                    <a:pt x="3409" y="1364"/>
                    <a:pt x="3546" y="1258"/>
                    <a:pt x="3579" y="1104"/>
                  </a:cubicBezTo>
                  <a:lnTo>
                    <a:pt x="3579" y="1092"/>
                  </a:lnTo>
                  <a:cubicBezTo>
                    <a:pt x="3617" y="928"/>
                    <a:pt x="3504" y="752"/>
                    <a:pt x="3340" y="714"/>
                  </a:cubicBezTo>
                  <a:lnTo>
                    <a:pt x="467" y="8"/>
                  </a:lnTo>
                  <a:cubicBezTo>
                    <a:pt x="442" y="3"/>
                    <a:pt x="417" y="0"/>
                    <a:pt x="393"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5"/>
            <p:cNvSpPr/>
            <p:nvPr/>
          </p:nvSpPr>
          <p:spPr>
            <a:xfrm>
              <a:off x="5584675" y="2508700"/>
              <a:ext cx="87900" cy="45000"/>
            </a:xfrm>
            <a:custGeom>
              <a:avLst/>
              <a:gdLst/>
              <a:ahLst/>
              <a:cxnLst/>
              <a:rect l="l" t="t" r="r" b="b"/>
              <a:pathLst>
                <a:path w="3516" h="1800" extrusionOk="0">
                  <a:moveTo>
                    <a:pt x="3087" y="0"/>
                  </a:moveTo>
                  <a:cubicBezTo>
                    <a:pt x="3045" y="0"/>
                    <a:pt x="3002" y="9"/>
                    <a:pt x="2961" y="28"/>
                  </a:cubicBezTo>
                  <a:lnTo>
                    <a:pt x="239" y="1174"/>
                  </a:lnTo>
                  <a:cubicBezTo>
                    <a:pt x="76" y="1237"/>
                    <a:pt x="0" y="1426"/>
                    <a:pt x="63" y="1590"/>
                  </a:cubicBezTo>
                  <a:cubicBezTo>
                    <a:pt x="112" y="1718"/>
                    <a:pt x="238" y="1799"/>
                    <a:pt x="368" y="1799"/>
                  </a:cubicBezTo>
                  <a:cubicBezTo>
                    <a:pt x="405" y="1799"/>
                    <a:pt x="443" y="1793"/>
                    <a:pt x="479" y="1779"/>
                  </a:cubicBezTo>
                  <a:lnTo>
                    <a:pt x="3251" y="771"/>
                  </a:lnTo>
                  <a:cubicBezTo>
                    <a:pt x="3427" y="708"/>
                    <a:pt x="3516" y="519"/>
                    <a:pt x="3440" y="355"/>
                  </a:cubicBezTo>
                  <a:lnTo>
                    <a:pt x="3390" y="204"/>
                  </a:lnTo>
                  <a:cubicBezTo>
                    <a:pt x="3342" y="81"/>
                    <a:pt x="3216" y="0"/>
                    <a:pt x="3087"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5"/>
            <p:cNvSpPr/>
            <p:nvPr/>
          </p:nvSpPr>
          <p:spPr>
            <a:xfrm>
              <a:off x="4845925" y="2492075"/>
              <a:ext cx="86975" cy="47975"/>
            </a:xfrm>
            <a:custGeom>
              <a:avLst/>
              <a:gdLst/>
              <a:ahLst/>
              <a:cxnLst/>
              <a:rect l="l" t="t" r="r" b="b"/>
              <a:pathLst>
                <a:path w="3479" h="1919" extrusionOk="0">
                  <a:moveTo>
                    <a:pt x="423" y="0"/>
                  </a:moveTo>
                  <a:cubicBezTo>
                    <a:pt x="305" y="0"/>
                    <a:pt x="193" y="72"/>
                    <a:pt x="140" y="189"/>
                  </a:cubicBezTo>
                  <a:cubicBezTo>
                    <a:pt x="114" y="239"/>
                    <a:pt x="102" y="289"/>
                    <a:pt x="77" y="340"/>
                  </a:cubicBezTo>
                  <a:cubicBezTo>
                    <a:pt x="1" y="504"/>
                    <a:pt x="77" y="693"/>
                    <a:pt x="253" y="756"/>
                  </a:cubicBezTo>
                  <a:lnTo>
                    <a:pt x="2987" y="1890"/>
                  </a:lnTo>
                  <a:cubicBezTo>
                    <a:pt x="3027" y="1909"/>
                    <a:pt x="3070" y="1919"/>
                    <a:pt x="3113" y="1919"/>
                  </a:cubicBezTo>
                  <a:cubicBezTo>
                    <a:pt x="3235" y="1919"/>
                    <a:pt x="3357" y="1844"/>
                    <a:pt x="3403" y="1713"/>
                  </a:cubicBezTo>
                  <a:cubicBezTo>
                    <a:pt x="3479" y="1549"/>
                    <a:pt x="3403" y="1360"/>
                    <a:pt x="3252" y="1285"/>
                  </a:cubicBezTo>
                  <a:lnTo>
                    <a:pt x="568" y="37"/>
                  </a:lnTo>
                  <a:cubicBezTo>
                    <a:pt x="521" y="12"/>
                    <a:pt x="471" y="0"/>
                    <a:pt x="423"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5"/>
            <p:cNvSpPr/>
            <p:nvPr/>
          </p:nvSpPr>
          <p:spPr>
            <a:xfrm>
              <a:off x="5552225" y="2432700"/>
              <a:ext cx="81925" cy="57850"/>
            </a:xfrm>
            <a:custGeom>
              <a:avLst/>
              <a:gdLst/>
              <a:ahLst/>
              <a:cxnLst/>
              <a:rect l="l" t="t" r="r" b="b"/>
              <a:pathLst>
                <a:path w="3277" h="2314" extrusionOk="0">
                  <a:moveTo>
                    <a:pt x="2821" y="0"/>
                  </a:moveTo>
                  <a:cubicBezTo>
                    <a:pt x="2759" y="0"/>
                    <a:pt x="2698" y="19"/>
                    <a:pt x="2646" y="56"/>
                  </a:cubicBezTo>
                  <a:lnTo>
                    <a:pt x="189" y="1707"/>
                  </a:lnTo>
                  <a:cubicBezTo>
                    <a:pt x="38" y="1807"/>
                    <a:pt x="0" y="2009"/>
                    <a:pt x="101" y="2160"/>
                  </a:cubicBezTo>
                  <a:cubicBezTo>
                    <a:pt x="158" y="2258"/>
                    <a:pt x="262" y="2314"/>
                    <a:pt x="373" y="2314"/>
                  </a:cubicBezTo>
                  <a:cubicBezTo>
                    <a:pt x="434" y="2314"/>
                    <a:pt x="497" y="2297"/>
                    <a:pt x="555" y="2261"/>
                  </a:cubicBezTo>
                  <a:lnTo>
                    <a:pt x="3075" y="724"/>
                  </a:lnTo>
                  <a:cubicBezTo>
                    <a:pt x="3226" y="636"/>
                    <a:pt x="3276" y="434"/>
                    <a:pt x="3176" y="283"/>
                  </a:cubicBezTo>
                  <a:cubicBezTo>
                    <a:pt x="3150" y="232"/>
                    <a:pt x="3125" y="195"/>
                    <a:pt x="3087" y="157"/>
                  </a:cubicBezTo>
                  <a:cubicBezTo>
                    <a:pt x="3032" y="54"/>
                    <a:pt x="2926" y="0"/>
                    <a:pt x="2821"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5"/>
            <p:cNvSpPr/>
            <p:nvPr/>
          </p:nvSpPr>
          <p:spPr>
            <a:xfrm>
              <a:off x="4887825" y="2417825"/>
              <a:ext cx="80050" cy="60225"/>
            </a:xfrm>
            <a:custGeom>
              <a:avLst/>
              <a:gdLst/>
              <a:ahLst/>
              <a:cxnLst/>
              <a:rect l="l" t="t" r="r" b="b"/>
              <a:pathLst>
                <a:path w="3202" h="2409" extrusionOk="0">
                  <a:moveTo>
                    <a:pt x="444" y="1"/>
                  </a:moveTo>
                  <a:cubicBezTo>
                    <a:pt x="346" y="1"/>
                    <a:pt x="249" y="46"/>
                    <a:pt x="190" y="134"/>
                  </a:cubicBezTo>
                  <a:lnTo>
                    <a:pt x="102" y="260"/>
                  </a:lnTo>
                  <a:cubicBezTo>
                    <a:pt x="1" y="412"/>
                    <a:pt x="39" y="613"/>
                    <a:pt x="190" y="714"/>
                  </a:cubicBezTo>
                  <a:lnTo>
                    <a:pt x="2647" y="2352"/>
                  </a:lnTo>
                  <a:cubicBezTo>
                    <a:pt x="2699" y="2390"/>
                    <a:pt x="2762" y="2408"/>
                    <a:pt x="2826" y="2408"/>
                  </a:cubicBezTo>
                  <a:cubicBezTo>
                    <a:pt x="2931" y="2408"/>
                    <a:pt x="3038" y="2358"/>
                    <a:pt x="3101" y="2264"/>
                  </a:cubicBezTo>
                  <a:cubicBezTo>
                    <a:pt x="3202" y="2125"/>
                    <a:pt x="3164" y="1924"/>
                    <a:pt x="3025" y="1823"/>
                  </a:cubicBezTo>
                  <a:lnTo>
                    <a:pt x="644" y="71"/>
                  </a:lnTo>
                  <a:cubicBezTo>
                    <a:pt x="586" y="24"/>
                    <a:pt x="515" y="1"/>
                    <a:pt x="444"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5"/>
            <p:cNvSpPr/>
            <p:nvPr/>
          </p:nvSpPr>
          <p:spPr>
            <a:xfrm>
              <a:off x="5508425" y="2365875"/>
              <a:ext cx="72800" cy="68850"/>
            </a:xfrm>
            <a:custGeom>
              <a:avLst/>
              <a:gdLst/>
              <a:ahLst/>
              <a:cxnLst/>
              <a:rect l="l" t="t" r="r" b="b"/>
              <a:pathLst>
                <a:path w="2912" h="2754" extrusionOk="0">
                  <a:moveTo>
                    <a:pt x="2445" y="1"/>
                  </a:moveTo>
                  <a:cubicBezTo>
                    <a:pt x="2363" y="1"/>
                    <a:pt x="2281" y="32"/>
                    <a:pt x="2218" y="95"/>
                  </a:cubicBezTo>
                  <a:lnTo>
                    <a:pt x="127" y="2187"/>
                  </a:lnTo>
                  <a:cubicBezTo>
                    <a:pt x="1" y="2313"/>
                    <a:pt x="1" y="2515"/>
                    <a:pt x="127" y="2641"/>
                  </a:cubicBezTo>
                  <a:cubicBezTo>
                    <a:pt x="194" y="2715"/>
                    <a:pt x="283" y="2753"/>
                    <a:pt x="371" y="2753"/>
                  </a:cubicBezTo>
                  <a:cubicBezTo>
                    <a:pt x="447" y="2753"/>
                    <a:pt x="522" y="2724"/>
                    <a:pt x="580" y="2666"/>
                  </a:cubicBezTo>
                  <a:lnTo>
                    <a:pt x="2760" y="662"/>
                  </a:lnTo>
                  <a:cubicBezTo>
                    <a:pt x="2899" y="549"/>
                    <a:pt x="2911" y="335"/>
                    <a:pt x="2785" y="209"/>
                  </a:cubicBezTo>
                  <a:lnTo>
                    <a:pt x="2672" y="95"/>
                  </a:lnTo>
                  <a:cubicBezTo>
                    <a:pt x="2609" y="32"/>
                    <a:pt x="2527" y="1"/>
                    <a:pt x="2445"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5"/>
            <p:cNvSpPr/>
            <p:nvPr/>
          </p:nvSpPr>
          <p:spPr>
            <a:xfrm>
              <a:off x="4943275" y="2353000"/>
              <a:ext cx="70600" cy="70875"/>
            </a:xfrm>
            <a:custGeom>
              <a:avLst/>
              <a:gdLst/>
              <a:ahLst/>
              <a:cxnLst/>
              <a:rect l="l" t="t" r="r" b="b"/>
              <a:pathLst>
                <a:path w="2824" h="2835" extrusionOk="0">
                  <a:moveTo>
                    <a:pt x="472" y="1"/>
                  </a:moveTo>
                  <a:cubicBezTo>
                    <a:pt x="390" y="1"/>
                    <a:pt x="308" y="32"/>
                    <a:pt x="240" y="94"/>
                  </a:cubicBezTo>
                  <a:lnTo>
                    <a:pt x="127" y="195"/>
                  </a:lnTo>
                  <a:cubicBezTo>
                    <a:pt x="1" y="321"/>
                    <a:pt x="1" y="535"/>
                    <a:pt x="127" y="661"/>
                  </a:cubicBezTo>
                  <a:lnTo>
                    <a:pt x="2231" y="2740"/>
                  </a:lnTo>
                  <a:cubicBezTo>
                    <a:pt x="2288" y="2803"/>
                    <a:pt x="2370" y="2834"/>
                    <a:pt x="2453" y="2834"/>
                  </a:cubicBezTo>
                  <a:cubicBezTo>
                    <a:pt x="2537" y="2834"/>
                    <a:pt x="2622" y="2803"/>
                    <a:pt x="2685" y="2740"/>
                  </a:cubicBezTo>
                  <a:cubicBezTo>
                    <a:pt x="2811" y="2614"/>
                    <a:pt x="2823" y="2412"/>
                    <a:pt x="2697" y="2286"/>
                  </a:cubicBezTo>
                  <a:lnTo>
                    <a:pt x="706" y="106"/>
                  </a:lnTo>
                  <a:cubicBezTo>
                    <a:pt x="642" y="35"/>
                    <a:pt x="557" y="1"/>
                    <a:pt x="472"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5"/>
            <p:cNvSpPr/>
            <p:nvPr/>
          </p:nvSpPr>
          <p:spPr>
            <a:xfrm>
              <a:off x="5454250" y="2310450"/>
              <a:ext cx="62400" cy="77925"/>
            </a:xfrm>
            <a:custGeom>
              <a:avLst/>
              <a:gdLst/>
              <a:ahLst/>
              <a:cxnLst/>
              <a:rect l="l" t="t" r="r" b="b"/>
              <a:pathLst>
                <a:path w="2496" h="3117" extrusionOk="0">
                  <a:moveTo>
                    <a:pt x="2006" y="1"/>
                  </a:moveTo>
                  <a:cubicBezTo>
                    <a:pt x="1904" y="1"/>
                    <a:pt x="1802" y="51"/>
                    <a:pt x="1739" y="145"/>
                  </a:cubicBezTo>
                  <a:lnTo>
                    <a:pt x="101" y="2602"/>
                  </a:lnTo>
                  <a:cubicBezTo>
                    <a:pt x="0" y="2753"/>
                    <a:pt x="38" y="2955"/>
                    <a:pt x="189" y="3056"/>
                  </a:cubicBezTo>
                  <a:cubicBezTo>
                    <a:pt x="245" y="3096"/>
                    <a:pt x="310" y="3116"/>
                    <a:pt x="376" y="3116"/>
                  </a:cubicBezTo>
                  <a:cubicBezTo>
                    <a:pt x="475" y="3116"/>
                    <a:pt x="575" y="3071"/>
                    <a:pt x="643" y="2980"/>
                  </a:cubicBezTo>
                  <a:lnTo>
                    <a:pt x="2382" y="599"/>
                  </a:lnTo>
                  <a:cubicBezTo>
                    <a:pt x="2495" y="460"/>
                    <a:pt x="2470" y="246"/>
                    <a:pt x="2319" y="145"/>
                  </a:cubicBezTo>
                  <a:lnTo>
                    <a:pt x="2180" y="57"/>
                  </a:lnTo>
                  <a:cubicBezTo>
                    <a:pt x="2128" y="19"/>
                    <a:pt x="2067" y="1"/>
                    <a:pt x="2006"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5"/>
            <p:cNvSpPr/>
            <p:nvPr/>
          </p:nvSpPr>
          <p:spPr>
            <a:xfrm>
              <a:off x="5010075" y="2300475"/>
              <a:ext cx="60175" cy="79300"/>
            </a:xfrm>
            <a:custGeom>
              <a:avLst/>
              <a:gdLst/>
              <a:ahLst/>
              <a:cxnLst/>
              <a:rect l="l" t="t" r="r" b="b"/>
              <a:pathLst>
                <a:path w="2407" h="3172" extrusionOk="0">
                  <a:moveTo>
                    <a:pt x="500" y="0"/>
                  </a:moveTo>
                  <a:cubicBezTo>
                    <a:pt x="441" y="0"/>
                    <a:pt x="381" y="17"/>
                    <a:pt x="328" y="53"/>
                  </a:cubicBezTo>
                  <a:lnTo>
                    <a:pt x="202" y="128"/>
                  </a:lnTo>
                  <a:cubicBezTo>
                    <a:pt x="50" y="229"/>
                    <a:pt x="0" y="431"/>
                    <a:pt x="113" y="582"/>
                  </a:cubicBezTo>
                  <a:lnTo>
                    <a:pt x="1764" y="3039"/>
                  </a:lnTo>
                  <a:cubicBezTo>
                    <a:pt x="1826" y="3124"/>
                    <a:pt x="1927" y="3172"/>
                    <a:pt x="2027" y="3172"/>
                  </a:cubicBezTo>
                  <a:cubicBezTo>
                    <a:pt x="2090" y="3172"/>
                    <a:pt x="2152" y="3153"/>
                    <a:pt x="2205" y="3115"/>
                  </a:cubicBezTo>
                  <a:cubicBezTo>
                    <a:pt x="2356" y="3026"/>
                    <a:pt x="2407" y="2825"/>
                    <a:pt x="2306" y="2674"/>
                  </a:cubicBezTo>
                  <a:lnTo>
                    <a:pt x="769" y="153"/>
                  </a:lnTo>
                  <a:cubicBezTo>
                    <a:pt x="712" y="56"/>
                    <a:pt x="607" y="0"/>
                    <a:pt x="500"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5"/>
            <p:cNvSpPr/>
            <p:nvPr/>
          </p:nvSpPr>
          <p:spPr>
            <a:xfrm>
              <a:off x="5392175" y="2268775"/>
              <a:ext cx="49800" cy="84550"/>
            </a:xfrm>
            <a:custGeom>
              <a:avLst/>
              <a:gdLst/>
              <a:ahLst/>
              <a:cxnLst/>
              <a:rect l="l" t="t" r="r" b="b"/>
              <a:pathLst>
                <a:path w="1992" h="3382" extrusionOk="0">
                  <a:moveTo>
                    <a:pt x="1495" y="1"/>
                  </a:moveTo>
                  <a:cubicBezTo>
                    <a:pt x="1367" y="1"/>
                    <a:pt x="1246" y="74"/>
                    <a:pt x="1198" y="199"/>
                  </a:cubicBezTo>
                  <a:lnTo>
                    <a:pt x="64" y="2933"/>
                  </a:lnTo>
                  <a:cubicBezTo>
                    <a:pt x="1" y="3097"/>
                    <a:pt x="76" y="3286"/>
                    <a:pt x="240" y="3349"/>
                  </a:cubicBezTo>
                  <a:cubicBezTo>
                    <a:pt x="287" y="3371"/>
                    <a:pt x="335" y="3381"/>
                    <a:pt x="383" y="3381"/>
                  </a:cubicBezTo>
                  <a:cubicBezTo>
                    <a:pt x="502" y="3381"/>
                    <a:pt x="615" y="3315"/>
                    <a:pt x="669" y="3198"/>
                  </a:cubicBezTo>
                  <a:lnTo>
                    <a:pt x="1916" y="527"/>
                  </a:lnTo>
                  <a:cubicBezTo>
                    <a:pt x="1992" y="363"/>
                    <a:pt x="1929" y="161"/>
                    <a:pt x="1765" y="98"/>
                  </a:cubicBezTo>
                  <a:lnTo>
                    <a:pt x="1614" y="23"/>
                  </a:lnTo>
                  <a:cubicBezTo>
                    <a:pt x="1575" y="8"/>
                    <a:pt x="1535" y="1"/>
                    <a:pt x="1495"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5"/>
            <p:cNvSpPr/>
            <p:nvPr/>
          </p:nvSpPr>
          <p:spPr>
            <a:xfrm>
              <a:off x="5085975" y="2261900"/>
              <a:ext cx="47275" cy="85675"/>
            </a:xfrm>
            <a:custGeom>
              <a:avLst/>
              <a:gdLst/>
              <a:ahLst/>
              <a:cxnLst/>
              <a:rect l="l" t="t" r="r" b="b"/>
              <a:pathLst>
                <a:path w="1891" h="3427" extrusionOk="0">
                  <a:moveTo>
                    <a:pt x="508" y="0"/>
                  </a:moveTo>
                  <a:cubicBezTo>
                    <a:pt x="470" y="0"/>
                    <a:pt x="430" y="7"/>
                    <a:pt x="391" y="20"/>
                  </a:cubicBezTo>
                  <a:lnTo>
                    <a:pt x="253" y="83"/>
                  </a:lnTo>
                  <a:cubicBezTo>
                    <a:pt x="89" y="146"/>
                    <a:pt x="1" y="335"/>
                    <a:pt x="76" y="499"/>
                  </a:cubicBezTo>
                  <a:lnTo>
                    <a:pt x="1211" y="3234"/>
                  </a:lnTo>
                  <a:cubicBezTo>
                    <a:pt x="1266" y="3354"/>
                    <a:pt x="1383" y="3427"/>
                    <a:pt x="1506" y="3427"/>
                  </a:cubicBezTo>
                  <a:cubicBezTo>
                    <a:pt x="1551" y="3427"/>
                    <a:pt x="1596" y="3418"/>
                    <a:pt x="1639" y="3397"/>
                  </a:cubicBezTo>
                  <a:cubicBezTo>
                    <a:pt x="1803" y="3347"/>
                    <a:pt x="1891" y="3158"/>
                    <a:pt x="1828" y="2994"/>
                  </a:cubicBezTo>
                  <a:lnTo>
                    <a:pt x="807" y="209"/>
                  </a:lnTo>
                  <a:cubicBezTo>
                    <a:pt x="768" y="82"/>
                    <a:pt x="644" y="0"/>
                    <a:pt x="508"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5"/>
            <p:cNvSpPr/>
            <p:nvPr/>
          </p:nvSpPr>
          <p:spPr>
            <a:xfrm>
              <a:off x="5324775" y="2242575"/>
              <a:ext cx="35625" cy="88725"/>
            </a:xfrm>
            <a:custGeom>
              <a:avLst/>
              <a:gdLst/>
              <a:ahLst/>
              <a:cxnLst/>
              <a:rect l="l" t="t" r="r" b="b"/>
              <a:pathLst>
                <a:path w="1425" h="3549" extrusionOk="0">
                  <a:moveTo>
                    <a:pt x="898" y="0"/>
                  </a:moveTo>
                  <a:cubicBezTo>
                    <a:pt x="754" y="0"/>
                    <a:pt x="626" y="104"/>
                    <a:pt x="605" y="252"/>
                  </a:cubicBezTo>
                  <a:lnTo>
                    <a:pt x="38" y="3162"/>
                  </a:lnTo>
                  <a:cubicBezTo>
                    <a:pt x="0" y="3326"/>
                    <a:pt x="114" y="3503"/>
                    <a:pt x="290" y="3540"/>
                  </a:cubicBezTo>
                  <a:lnTo>
                    <a:pt x="303" y="3540"/>
                  </a:lnTo>
                  <a:cubicBezTo>
                    <a:pt x="326" y="3546"/>
                    <a:pt x="349" y="3548"/>
                    <a:pt x="372" y="3548"/>
                  </a:cubicBezTo>
                  <a:cubicBezTo>
                    <a:pt x="513" y="3548"/>
                    <a:pt x="648" y="3453"/>
                    <a:pt x="681" y="3301"/>
                  </a:cubicBezTo>
                  <a:lnTo>
                    <a:pt x="1386" y="428"/>
                  </a:lnTo>
                  <a:cubicBezTo>
                    <a:pt x="1424" y="252"/>
                    <a:pt x="1323" y="75"/>
                    <a:pt x="1147" y="37"/>
                  </a:cubicBezTo>
                  <a:lnTo>
                    <a:pt x="983" y="12"/>
                  </a:lnTo>
                  <a:cubicBezTo>
                    <a:pt x="955" y="4"/>
                    <a:pt x="926" y="0"/>
                    <a:pt x="898"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5"/>
            <p:cNvSpPr/>
            <p:nvPr/>
          </p:nvSpPr>
          <p:spPr>
            <a:xfrm>
              <a:off x="5168825" y="2239225"/>
              <a:ext cx="32475" cy="89225"/>
            </a:xfrm>
            <a:custGeom>
              <a:avLst/>
              <a:gdLst/>
              <a:ahLst/>
              <a:cxnLst/>
              <a:rect l="l" t="t" r="r" b="b"/>
              <a:pathLst>
                <a:path w="1299" h="3569" extrusionOk="0">
                  <a:moveTo>
                    <a:pt x="509" y="1"/>
                  </a:moveTo>
                  <a:cubicBezTo>
                    <a:pt x="487" y="1"/>
                    <a:pt x="465" y="3"/>
                    <a:pt x="442" y="8"/>
                  </a:cubicBezTo>
                  <a:lnTo>
                    <a:pt x="291" y="33"/>
                  </a:lnTo>
                  <a:cubicBezTo>
                    <a:pt x="114" y="58"/>
                    <a:pt x="1" y="234"/>
                    <a:pt x="39" y="411"/>
                  </a:cubicBezTo>
                  <a:lnTo>
                    <a:pt x="618" y="3309"/>
                  </a:lnTo>
                  <a:cubicBezTo>
                    <a:pt x="640" y="3463"/>
                    <a:pt x="777" y="3568"/>
                    <a:pt x="928" y="3568"/>
                  </a:cubicBezTo>
                  <a:cubicBezTo>
                    <a:pt x="951" y="3568"/>
                    <a:pt x="973" y="3566"/>
                    <a:pt x="996" y="3561"/>
                  </a:cubicBezTo>
                  <a:cubicBezTo>
                    <a:pt x="1173" y="3536"/>
                    <a:pt x="1299" y="3372"/>
                    <a:pt x="1261" y="3196"/>
                  </a:cubicBezTo>
                  <a:lnTo>
                    <a:pt x="820" y="272"/>
                  </a:lnTo>
                  <a:cubicBezTo>
                    <a:pt x="798" y="117"/>
                    <a:pt x="668" y="1"/>
                    <a:pt x="50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5"/>
            <p:cNvSpPr/>
            <p:nvPr/>
          </p:nvSpPr>
          <p:spPr>
            <a:xfrm>
              <a:off x="5252000" y="2231525"/>
              <a:ext cx="19875" cy="90125"/>
            </a:xfrm>
            <a:custGeom>
              <a:avLst/>
              <a:gdLst/>
              <a:ahLst/>
              <a:cxnLst/>
              <a:rect l="l" t="t" r="r" b="b"/>
              <a:pathLst>
                <a:path w="795" h="3605" extrusionOk="0">
                  <a:moveTo>
                    <a:pt x="316" y="1"/>
                  </a:moveTo>
                  <a:cubicBezTo>
                    <a:pt x="139" y="1"/>
                    <a:pt x="1" y="152"/>
                    <a:pt x="1" y="328"/>
                  </a:cubicBezTo>
                  <a:lnTo>
                    <a:pt x="51" y="3289"/>
                  </a:lnTo>
                  <a:cubicBezTo>
                    <a:pt x="51" y="3466"/>
                    <a:pt x="190" y="3604"/>
                    <a:pt x="379" y="3604"/>
                  </a:cubicBezTo>
                  <a:cubicBezTo>
                    <a:pt x="555" y="3604"/>
                    <a:pt x="694" y="3466"/>
                    <a:pt x="706" y="3289"/>
                  </a:cubicBezTo>
                  <a:lnTo>
                    <a:pt x="794" y="328"/>
                  </a:lnTo>
                  <a:cubicBezTo>
                    <a:pt x="794" y="152"/>
                    <a:pt x="656" y="1"/>
                    <a:pt x="47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5"/>
            <p:cNvSpPr/>
            <p:nvPr/>
          </p:nvSpPr>
          <p:spPr>
            <a:xfrm>
              <a:off x="5218300" y="2653400"/>
              <a:ext cx="95775" cy="73575"/>
            </a:xfrm>
            <a:custGeom>
              <a:avLst/>
              <a:gdLst/>
              <a:ahLst/>
              <a:cxnLst/>
              <a:rect l="l" t="t" r="r" b="b"/>
              <a:pathLst>
                <a:path w="3831" h="2943" extrusionOk="0">
                  <a:moveTo>
                    <a:pt x="1923" y="0"/>
                  </a:moveTo>
                  <a:cubicBezTo>
                    <a:pt x="1629" y="0"/>
                    <a:pt x="1331" y="89"/>
                    <a:pt x="1071" y="275"/>
                  </a:cubicBezTo>
                  <a:cubicBezTo>
                    <a:pt x="0" y="1019"/>
                    <a:pt x="378" y="2695"/>
                    <a:pt x="1676" y="2922"/>
                  </a:cubicBezTo>
                  <a:cubicBezTo>
                    <a:pt x="1762" y="2936"/>
                    <a:pt x="1847" y="2943"/>
                    <a:pt x="1930" y="2943"/>
                  </a:cubicBezTo>
                  <a:cubicBezTo>
                    <a:pt x="3077" y="2943"/>
                    <a:pt x="3830" y="1616"/>
                    <a:pt x="3125" y="628"/>
                  </a:cubicBezTo>
                  <a:cubicBezTo>
                    <a:pt x="2840" y="220"/>
                    <a:pt x="2386" y="0"/>
                    <a:pt x="19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5"/>
            <p:cNvSpPr/>
            <p:nvPr/>
          </p:nvSpPr>
          <p:spPr>
            <a:xfrm>
              <a:off x="5122200" y="2485750"/>
              <a:ext cx="158175" cy="217850"/>
            </a:xfrm>
            <a:custGeom>
              <a:avLst/>
              <a:gdLst/>
              <a:ahLst/>
              <a:cxnLst/>
              <a:rect l="l" t="t" r="r" b="b"/>
              <a:pathLst>
                <a:path w="6327" h="8714" extrusionOk="0">
                  <a:moveTo>
                    <a:pt x="1" y="0"/>
                  </a:moveTo>
                  <a:lnTo>
                    <a:pt x="5558" y="8569"/>
                  </a:lnTo>
                  <a:cubicBezTo>
                    <a:pt x="5613" y="8663"/>
                    <a:pt x="5717" y="8714"/>
                    <a:pt x="5824" y="8714"/>
                  </a:cubicBezTo>
                  <a:cubicBezTo>
                    <a:pt x="5889" y="8714"/>
                    <a:pt x="5955" y="8695"/>
                    <a:pt x="6012" y="8657"/>
                  </a:cubicBezTo>
                  <a:lnTo>
                    <a:pt x="6138" y="8569"/>
                  </a:lnTo>
                  <a:cubicBezTo>
                    <a:pt x="6289" y="8456"/>
                    <a:pt x="6327" y="8254"/>
                    <a:pt x="6213" y="8103"/>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5"/>
            <p:cNvSpPr/>
            <p:nvPr/>
          </p:nvSpPr>
          <p:spPr>
            <a:xfrm>
              <a:off x="5612075" y="2674425"/>
              <a:ext cx="90125" cy="19575"/>
            </a:xfrm>
            <a:custGeom>
              <a:avLst/>
              <a:gdLst/>
              <a:ahLst/>
              <a:cxnLst/>
              <a:rect l="l" t="t" r="r" b="b"/>
              <a:pathLst>
                <a:path w="3605" h="783" extrusionOk="0">
                  <a:moveTo>
                    <a:pt x="3288" y="1"/>
                  </a:moveTo>
                  <a:cubicBezTo>
                    <a:pt x="3280" y="1"/>
                    <a:pt x="3272" y="1"/>
                    <a:pt x="3264" y="1"/>
                  </a:cubicBezTo>
                  <a:lnTo>
                    <a:pt x="315" y="127"/>
                  </a:lnTo>
                  <a:cubicBezTo>
                    <a:pt x="139" y="127"/>
                    <a:pt x="0" y="279"/>
                    <a:pt x="0" y="455"/>
                  </a:cubicBezTo>
                  <a:lnTo>
                    <a:pt x="0" y="468"/>
                  </a:lnTo>
                  <a:cubicBezTo>
                    <a:pt x="13" y="644"/>
                    <a:pt x="152" y="783"/>
                    <a:pt x="328" y="783"/>
                  </a:cubicBezTo>
                  <a:lnTo>
                    <a:pt x="3277" y="783"/>
                  </a:lnTo>
                  <a:cubicBezTo>
                    <a:pt x="3466" y="783"/>
                    <a:pt x="3604" y="631"/>
                    <a:pt x="3604" y="442"/>
                  </a:cubicBezTo>
                  <a:lnTo>
                    <a:pt x="3604" y="316"/>
                  </a:lnTo>
                  <a:cubicBezTo>
                    <a:pt x="3604" y="135"/>
                    <a:pt x="3465" y="1"/>
                    <a:pt x="3288"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5"/>
            <p:cNvSpPr/>
            <p:nvPr/>
          </p:nvSpPr>
          <p:spPr>
            <a:xfrm>
              <a:off x="4811600" y="2666250"/>
              <a:ext cx="90125" cy="19575"/>
            </a:xfrm>
            <a:custGeom>
              <a:avLst/>
              <a:gdLst/>
              <a:ahLst/>
              <a:cxnLst/>
              <a:rect l="l" t="t" r="r" b="b"/>
              <a:pathLst>
                <a:path w="3605" h="783" extrusionOk="0">
                  <a:moveTo>
                    <a:pt x="353" y="1"/>
                  </a:moveTo>
                  <a:cubicBezTo>
                    <a:pt x="164" y="1"/>
                    <a:pt x="13" y="139"/>
                    <a:pt x="13" y="316"/>
                  </a:cubicBezTo>
                  <a:lnTo>
                    <a:pt x="13" y="454"/>
                  </a:lnTo>
                  <a:cubicBezTo>
                    <a:pt x="0" y="643"/>
                    <a:pt x="152" y="782"/>
                    <a:pt x="328" y="782"/>
                  </a:cubicBezTo>
                  <a:lnTo>
                    <a:pt x="3277" y="782"/>
                  </a:lnTo>
                  <a:cubicBezTo>
                    <a:pt x="3453" y="782"/>
                    <a:pt x="3604" y="643"/>
                    <a:pt x="3604" y="467"/>
                  </a:cubicBezTo>
                  <a:cubicBezTo>
                    <a:pt x="3604" y="291"/>
                    <a:pt x="3466" y="139"/>
                    <a:pt x="3289" y="127"/>
                  </a:cubicBezTo>
                  <a:lnTo>
                    <a:pt x="353"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8C3DC09-4B7C-276B-D35A-D8340DA128A0}"/>
              </a:ext>
            </a:extLst>
          </p:cNvPr>
          <p:cNvSpPr>
            <a:spLocks noGrp="1"/>
          </p:cNvSpPr>
          <p:nvPr>
            <p:ph type="ctrTitle"/>
          </p:nvPr>
        </p:nvSpPr>
        <p:spPr>
          <a:xfrm>
            <a:off x="911266" y="-742061"/>
            <a:ext cx="6996361" cy="2052600"/>
          </a:xfrm>
        </p:spPr>
        <p:txBody>
          <a:bodyPr/>
          <a:lstStyle/>
          <a:p>
            <a:r>
              <a:rPr lang="en-US" sz="3600" b="1" dirty="0">
                <a:solidFill>
                  <a:schemeClr val="accent6">
                    <a:lumMod val="40000"/>
                    <a:lumOff val="60000"/>
                  </a:schemeClr>
                </a:solidFill>
                <a:latin typeface="Maven Pro" panose="020B0604020202020204" charset="0"/>
              </a:rPr>
              <a:t>SIÊU PHÂN LUỒNG</a:t>
            </a:r>
          </a:p>
        </p:txBody>
      </p:sp>
      <p:sp>
        <p:nvSpPr>
          <p:cNvPr id="3" name="Tiêu đề phụ 2">
            <a:extLst>
              <a:ext uri="{FF2B5EF4-FFF2-40B4-BE49-F238E27FC236}">
                <a16:creationId xmlns:a16="http://schemas.microsoft.com/office/drawing/2014/main" id="{CD60F7DC-4310-F21E-6CE5-4FDF7CB56712}"/>
              </a:ext>
            </a:extLst>
          </p:cNvPr>
          <p:cNvSpPr>
            <a:spLocks noGrp="1"/>
          </p:cNvSpPr>
          <p:nvPr>
            <p:ph type="subTitle" idx="1"/>
          </p:nvPr>
        </p:nvSpPr>
        <p:spPr>
          <a:xfrm>
            <a:off x="1174003" y="1568116"/>
            <a:ext cx="6470886" cy="2456532"/>
          </a:xfrm>
        </p:spPr>
        <p:txBody>
          <a:bodyPr/>
          <a:lstStyle/>
          <a:p>
            <a:r>
              <a:rPr lang="vi-VN" sz="1200" dirty="0"/>
              <a:t>Để tăng tốc độ cho một hệ thống máy tính, ngoài việc sử dụng nhiều CPU, còn có một giải pháp khác – </a:t>
            </a:r>
            <a:r>
              <a:rPr lang="vi-VN" sz="1200" dirty="0" err="1"/>
              <a:t>hyper</a:t>
            </a:r>
            <a:r>
              <a:rPr lang="vi-VN" sz="1200" dirty="0"/>
              <a:t> </a:t>
            </a:r>
            <a:r>
              <a:rPr lang="vi-VN" sz="1200" dirty="0" err="1"/>
              <a:t>threading</a:t>
            </a:r>
            <a:r>
              <a:rPr lang="vi-VN" sz="1200" dirty="0"/>
              <a:t> (siêu phân luồng). Với kỹ thuật này, hệ điều hành sẽ nhìn thấy một </a:t>
            </a:r>
            <a:r>
              <a:rPr lang="vi-VN" sz="1200" dirty="0" err="1"/>
              <a:t>processor</a:t>
            </a:r>
            <a:r>
              <a:rPr lang="vi-VN" sz="1200" dirty="0"/>
              <a:t> vật lý thành hai </a:t>
            </a:r>
            <a:r>
              <a:rPr lang="vi-VN" sz="1200" dirty="0" err="1"/>
              <a:t>processor</a:t>
            </a:r>
            <a:r>
              <a:rPr lang="vi-VN" sz="1200" dirty="0"/>
              <a:t> </a:t>
            </a:r>
            <a:r>
              <a:rPr lang="vi-VN" sz="1200" dirty="0" err="1"/>
              <a:t>logic</a:t>
            </a:r>
            <a:r>
              <a:rPr lang="vi-VN" sz="1200" dirty="0"/>
              <a:t>. </a:t>
            </a:r>
            <a:r>
              <a:rPr lang="vi-VN" sz="1200" dirty="0" err="1"/>
              <a:t>Processor</a:t>
            </a:r>
            <a:r>
              <a:rPr lang="vi-VN" sz="1200" dirty="0"/>
              <a:t> vật lý là một thành phần </a:t>
            </a:r>
            <a:r>
              <a:rPr lang="vi-VN" sz="1200" dirty="0" err="1"/>
              <a:t>phần</a:t>
            </a:r>
            <a:r>
              <a:rPr lang="vi-VN" sz="1200" dirty="0"/>
              <a:t> cứng thực sự, thực hiện các thao tác do hệ điều hành và các chương trình đang thực thi trên máy tính ra lệnh. Trong khi đó, </a:t>
            </a:r>
            <a:r>
              <a:rPr lang="vi-VN" sz="1200" dirty="0" err="1"/>
              <a:t>processor</a:t>
            </a:r>
            <a:r>
              <a:rPr lang="vi-VN" sz="1200" dirty="0"/>
              <a:t> </a:t>
            </a:r>
            <a:r>
              <a:rPr lang="vi-VN" sz="1200" dirty="0" err="1"/>
              <a:t>logic</a:t>
            </a:r>
            <a:r>
              <a:rPr lang="vi-VN" sz="1200" dirty="0"/>
              <a:t> được tạo ra bởi các chương trình, tài nguyên hệ điều hành, hoặc là sự mô phỏng của </a:t>
            </a:r>
            <a:r>
              <a:rPr lang="vi-VN" sz="1200" dirty="0" err="1"/>
              <a:t>processor</a:t>
            </a:r>
            <a:r>
              <a:rPr lang="vi-VN" sz="1200" dirty="0"/>
              <a:t> vật lý. Một lý do khác để tạo ra </a:t>
            </a:r>
            <a:r>
              <a:rPr lang="vi-VN" sz="1200" dirty="0" err="1"/>
              <a:t>processor</a:t>
            </a:r>
            <a:r>
              <a:rPr lang="vi-VN" sz="1200" dirty="0"/>
              <a:t> </a:t>
            </a:r>
            <a:r>
              <a:rPr lang="vi-VN" sz="1200" dirty="0" err="1"/>
              <a:t>logic</a:t>
            </a:r>
            <a:r>
              <a:rPr lang="vi-VN" sz="1200" dirty="0"/>
              <a:t> là để tận dụng tối đa nguồn tài nguyên bên trong bộ xử lý đồng thời cho phép thực hiện tính toán cho nhiều tiểu trình hơn trong cùng một thời điểm. </a:t>
            </a:r>
            <a:endParaRPr lang="en-US" sz="1200" dirty="0"/>
          </a:p>
          <a:p>
            <a:r>
              <a:rPr lang="vi-VN" sz="1200" dirty="0"/>
              <a:t>Giả sử hệ thống có một CPU vật lý. Nếu CPU này không hỗ trợ kỹ thuật siêu phân luồng thì hệ điều hành chỉ nhìn thấy hệ thống có một CPU (vật lý) duy nhất. Ngược lại, nếu CPU này hỗ trợ kỹ thuật siêu phân luồng thì hệ điều hành sẽ cho rằng hệ thống này có hai CPU (</a:t>
            </a:r>
            <a:r>
              <a:rPr lang="vi-VN" sz="1200" dirty="0" err="1"/>
              <a:t>logic</a:t>
            </a:r>
            <a:r>
              <a:rPr lang="vi-VN" sz="1200" dirty="0"/>
              <a:t>).</a:t>
            </a:r>
            <a:endParaRPr lang="en-US" sz="1200" dirty="0"/>
          </a:p>
        </p:txBody>
      </p:sp>
    </p:spTree>
    <p:extLst>
      <p:ext uri="{BB962C8B-B14F-4D97-AF65-F5344CB8AC3E}">
        <p14:creationId xmlns:p14="http://schemas.microsoft.com/office/powerpoint/2010/main" val="3233326373"/>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9" name="Google Shape;689;p32"/>
          <p:cNvSpPr/>
          <p:nvPr/>
        </p:nvSpPr>
        <p:spPr>
          <a:xfrm>
            <a:off x="5782875" y="1868575"/>
            <a:ext cx="1085100" cy="1085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solidFill>
                  <a:schemeClr val="dk2"/>
                </a:solidFill>
              </a:rPr>
              <a:t>03</a:t>
            </a:r>
            <a:endParaRPr dirty="0">
              <a:solidFill>
                <a:schemeClr val="dk2"/>
              </a:solidFill>
            </a:endParaRPr>
          </a:p>
        </p:txBody>
      </p:sp>
      <p:sp>
        <p:nvSpPr>
          <p:cNvPr id="691" name="Google Shape;691;p32"/>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3" name="Google Shape;693;p32"/>
          <p:cNvCxnSpPr>
            <a:stCxn id="689"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
        <p:nvSpPr>
          <p:cNvPr id="4" name="Google Shape;474;p27">
            <a:extLst>
              <a:ext uri="{FF2B5EF4-FFF2-40B4-BE49-F238E27FC236}">
                <a16:creationId xmlns:a16="http://schemas.microsoft.com/office/drawing/2014/main" id="{BF5DFE32-E7B2-91FD-ED19-5BAA9490A464}"/>
              </a:ext>
            </a:extLst>
          </p:cNvPr>
          <p:cNvSpPr txBox="1">
            <a:spLocks/>
          </p:cNvSpPr>
          <p:nvPr/>
        </p:nvSpPr>
        <p:spPr>
          <a:xfrm>
            <a:off x="3199491" y="2632114"/>
            <a:ext cx="2123624" cy="40362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vi-VN" dirty="0">
                <a:latin typeface="Mali" panose="00000500000000000000" pitchFamily="2" charset="-34"/>
                <a:cs typeface="Mali" panose="00000500000000000000" pitchFamily="2" charset="-34"/>
              </a:rPr>
              <a:t>ĐIỀU PHỐI CPU</a:t>
            </a:r>
          </a:p>
        </p:txBody>
      </p:sp>
    </p:spTree>
    <p:extLst>
      <p:ext uri="{BB962C8B-B14F-4D97-AF65-F5344CB8AC3E}">
        <p14:creationId xmlns:p14="http://schemas.microsoft.com/office/powerpoint/2010/main" val="5672050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cxnSp>
        <p:nvCxnSpPr>
          <p:cNvPr id="1233" name="Google Shape;1233;p43"/>
          <p:cNvCxnSpPr>
            <a:endCxn id="1234" idx="1"/>
          </p:cNvCxnSpPr>
          <p:nvPr/>
        </p:nvCxnSpPr>
        <p:spPr>
          <a:xfrm rot="5400000" flipH="1">
            <a:off x="1203175" y="2536823"/>
            <a:ext cx="2287800" cy="1226700"/>
          </a:xfrm>
          <a:prstGeom prst="bentConnector4">
            <a:avLst>
              <a:gd name="adj1" fmla="val 23940"/>
              <a:gd name="adj2" fmla="val 119412"/>
            </a:avLst>
          </a:prstGeom>
          <a:noFill/>
          <a:ln w="9525" cap="flat" cmpd="sng">
            <a:solidFill>
              <a:schemeClr val="lt2"/>
            </a:solidFill>
            <a:prstDash val="solid"/>
            <a:round/>
            <a:headEnd type="none" w="med" len="med"/>
            <a:tailEnd type="none" w="med" len="med"/>
          </a:ln>
        </p:spPr>
      </p:cxnSp>
      <p:sp>
        <p:nvSpPr>
          <p:cNvPr id="1234" name="Google Shape;1234;p43"/>
          <p:cNvSpPr txBox="1">
            <a:spLocks noGrp="1"/>
          </p:cNvSpPr>
          <p:nvPr>
            <p:ph type="title"/>
          </p:nvPr>
        </p:nvSpPr>
        <p:spPr>
          <a:xfrm>
            <a:off x="1733725" y="1391123"/>
            <a:ext cx="5676600" cy="123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b="1" dirty="0">
                <a:latin typeface="Maven Pro" panose="020B0604020202020204" charset="0"/>
              </a:rPr>
              <a:t>CÁC KHÁI NIỆM</a:t>
            </a:r>
            <a:endParaRPr sz="5400" b="1" dirty="0">
              <a:latin typeface="Maven Pro" panose="020B06040202020202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7" name="Google Shape;1167;p42"/>
          <p:cNvSpPr txBox="1">
            <a:spLocks noGrp="1"/>
          </p:cNvSpPr>
          <p:nvPr>
            <p:ph type="subTitle" idx="1"/>
          </p:nvPr>
        </p:nvSpPr>
        <p:spPr>
          <a:xfrm>
            <a:off x="733325" y="1643751"/>
            <a:ext cx="22005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Hệ đơn chương trình: CPU không được sử dụng =&gt;Lãng phí</a:t>
            </a:r>
          </a:p>
        </p:txBody>
      </p:sp>
      <p:sp>
        <p:nvSpPr>
          <p:cNvPr id="1170" name="Google Shape;1170;p42"/>
          <p:cNvSpPr txBox="1">
            <a:spLocks noGrp="1"/>
          </p:cNvSpPr>
          <p:nvPr>
            <p:ph type="subTitle" idx="5"/>
          </p:nvPr>
        </p:nvSpPr>
        <p:spPr>
          <a:xfrm>
            <a:off x="6176524" y="1643751"/>
            <a:ext cx="22707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Điều</a:t>
            </a:r>
            <a:r>
              <a:rPr lang="en-US" dirty="0"/>
              <a:t> </a:t>
            </a:r>
            <a:r>
              <a:rPr lang="en-US" dirty="0" err="1"/>
              <a:t>phối</a:t>
            </a:r>
            <a:r>
              <a:rPr lang="en-US" dirty="0"/>
              <a:t> processor </a:t>
            </a:r>
            <a:r>
              <a:rPr lang="en-US" dirty="0" err="1"/>
              <a:t>quan</a:t>
            </a:r>
            <a:r>
              <a:rPr lang="en-US" dirty="0"/>
              <a:t> </a:t>
            </a:r>
            <a:r>
              <a:rPr lang="en-US" dirty="0" err="1"/>
              <a:t>trọng</a:t>
            </a:r>
            <a:r>
              <a:rPr lang="en-US" dirty="0"/>
              <a:t> </a:t>
            </a:r>
            <a:r>
              <a:rPr lang="en-US" dirty="0" err="1"/>
              <a:t>với</a:t>
            </a:r>
            <a:r>
              <a:rPr lang="en-US" dirty="0"/>
              <a:t> </a:t>
            </a:r>
            <a:r>
              <a:rPr lang="en-US" dirty="0" err="1"/>
              <a:t>hệ</a:t>
            </a:r>
            <a:r>
              <a:rPr lang="en-US" dirty="0"/>
              <a:t> </a:t>
            </a:r>
            <a:r>
              <a:rPr lang="en-US" dirty="0" err="1"/>
              <a:t>điều</a:t>
            </a:r>
            <a:r>
              <a:rPr lang="en-US" dirty="0"/>
              <a:t> </a:t>
            </a:r>
            <a:r>
              <a:rPr lang="en-US" dirty="0" err="1"/>
              <a:t>hành</a:t>
            </a:r>
            <a:r>
              <a:rPr lang="en-US" dirty="0"/>
              <a:t> </a:t>
            </a:r>
            <a:r>
              <a:rPr lang="en-US" dirty="0" err="1"/>
              <a:t>đa</a:t>
            </a:r>
            <a:r>
              <a:rPr lang="en-US" dirty="0"/>
              <a:t> </a:t>
            </a:r>
            <a:r>
              <a:rPr lang="en-US" dirty="0" err="1"/>
              <a:t>nhiệm</a:t>
            </a:r>
            <a:endParaRPr dirty="0"/>
          </a:p>
        </p:txBody>
      </p:sp>
      <p:sp>
        <p:nvSpPr>
          <p:cNvPr id="1172" name="Google Shape;1172;p42"/>
          <p:cNvSpPr txBox="1">
            <a:spLocks noGrp="1"/>
          </p:cNvSpPr>
          <p:nvPr>
            <p:ph type="subTitle" idx="8"/>
          </p:nvPr>
        </p:nvSpPr>
        <p:spPr>
          <a:xfrm>
            <a:off x="733325" y="3479251"/>
            <a:ext cx="22005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Hệ đa chương trình: cố gắng sử dụng CPU (đang rảnh rỗi) cho các tiến trình khác (đang chờ đợi)</a:t>
            </a:r>
          </a:p>
        </p:txBody>
      </p:sp>
      <p:sp>
        <p:nvSpPr>
          <p:cNvPr id="1174" name="Google Shape;1174;p42"/>
          <p:cNvSpPr txBox="1">
            <a:spLocks noGrp="1"/>
          </p:cNvSpPr>
          <p:nvPr>
            <p:ph type="subTitle" idx="13"/>
          </p:nvPr>
        </p:nvSpPr>
        <p:spPr>
          <a:xfrm>
            <a:off x="3533613" y="3479251"/>
            <a:ext cx="20706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Tiến trình được thực hiện (chiếm dụng VXL) có thể bị đẩy ra trong một số tình huống</a:t>
            </a:r>
          </a:p>
        </p:txBody>
      </p:sp>
      <p:sp>
        <p:nvSpPr>
          <p:cNvPr id="1176" name="Google Shape;1176;p42"/>
          <p:cNvSpPr txBox="1">
            <a:spLocks noGrp="1"/>
          </p:cNvSpPr>
          <p:nvPr>
            <p:ph type="subTitle" idx="15"/>
          </p:nvPr>
        </p:nvSpPr>
        <p:spPr>
          <a:xfrm>
            <a:off x="6176524" y="3479251"/>
            <a:ext cx="22707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Điều</a:t>
            </a:r>
            <a:r>
              <a:rPr lang="en-US" dirty="0"/>
              <a:t> </a:t>
            </a:r>
            <a:r>
              <a:rPr lang="en-US" dirty="0" err="1"/>
              <a:t>phối</a:t>
            </a:r>
            <a:r>
              <a:rPr lang="en-US" dirty="0"/>
              <a:t> processor </a:t>
            </a:r>
            <a:r>
              <a:rPr lang="en-US" dirty="0" err="1"/>
              <a:t>là</a:t>
            </a:r>
            <a:r>
              <a:rPr lang="en-US" dirty="0"/>
              <a:t> </a:t>
            </a:r>
            <a:r>
              <a:rPr lang="en-US" dirty="0" err="1"/>
              <a:t>nền</a:t>
            </a:r>
            <a:r>
              <a:rPr lang="en-US" dirty="0"/>
              <a:t> </a:t>
            </a:r>
            <a:r>
              <a:rPr lang="en-US" dirty="0" err="1"/>
              <a:t>tảng</a:t>
            </a:r>
            <a:r>
              <a:rPr lang="en-US" dirty="0"/>
              <a:t> </a:t>
            </a:r>
            <a:r>
              <a:rPr lang="en-US" dirty="0" err="1"/>
              <a:t>trong</a:t>
            </a:r>
            <a:r>
              <a:rPr lang="en-US" dirty="0"/>
              <a:t> </a:t>
            </a:r>
            <a:r>
              <a:rPr lang="en-US" dirty="0" err="1"/>
              <a:t>thiết</a:t>
            </a:r>
            <a:r>
              <a:rPr lang="en-US" dirty="0"/>
              <a:t> </a:t>
            </a:r>
            <a:r>
              <a:rPr lang="en-US" dirty="0" err="1"/>
              <a:t>kế</a:t>
            </a:r>
            <a:r>
              <a:rPr lang="en-US" dirty="0"/>
              <a:t> </a:t>
            </a:r>
            <a:r>
              <a:rPr lang="en-US" dirty="0" err="1"/>
              <a:t>hệ</a:t>
            </a:r>
            <a:r>
              <a:rPr lang="en-US" dirty="0"/>
              <a:t> </a:t>
            </a:r>
            <a:r>
              <a:rPr lang="en-US" dirty="0" err="1"/>
              <a:t>điều</a:t>
            </a:r>
            <a:r>
              <a:rPr lang="en-US" dirty="0"/>
              <a:t> </a:t>
            </a:r>
            <a:r>
              <a:rPr lang="en-US" dirty="0" err="1"/>
              <a:t>hành</a:t>
            </a:r>
            <a:endParaRPr dirty="0"/>
          </a:p>
        </p:txBody>
      </p:sp>
      <p:sp>
        <p:nvSpPr>
          <p:cNvPr id="1177" name="Google Shape;1177;p42"/>
          <p:cNvSpPr/>
          <p:nvPr/>
        </p:nvSpPr>
        <p:spPr>
          <a:xfrm>
            <a:off x="1625825" y="3005284"/>
            <a:ext cx="415500" cy="415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2"/>
          <p:cNvSpPr/>
          <p:nvPr/>
        </p:nvSpPr>
        <p:spPr>
          <a:xfrm>
            <a:off x="4361163" y="3005284"/>
            <a:ext cx="415500" cy="41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2"/>
          <p:cNvSpPr/>
          <p:nvPr/>
        </p:nvSpPr>
        <p:spPr>
          <a:xfrm>
            <a:off x="7104124" y="3005284"/>
            <a:ext cx="415500" cy="415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2"/>
          <p:cNvSpPr/>
          <p:nvPr/>
        </p:nvSpPr>
        <p:spPr>
          <a:xfrm>
            <a:off x="1625825" y="1163242"/>
            <a:ext cx="415500" cy="415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2"/>
          <p:cNvSpPr/>
          <p:nvPr/>
        </p:nvSpPr>
        <p:spPr>
          <a:xfrm>
            <a:off x="7104124" y="1163242"/>
            <a:ext cx="415500" cy="41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83" name="Google Shape;1183;p42"/>
          <p:cNvCxnSpPr>
            <a:stCxn id="1180" idx="3"/>
            <a:endCxn id="1178" idx="1"/>
          </p:cNvCxnSpPr>
          <p:nvPr/>
        </p:nvCxnSpPr>
        <p:spPr>
          <a:xfrm>
            <a:off x="2041325" y="1370992"/>
            <a:ext cx="2319900" cy="1842000"/>
          </a:xfrm>
          <a:prstGeom prst="bentConnector3">
            <a:avLst>
              <a:gd name="adj1" fmla="val 49999"/>
            </a:avLst>
          </a:prstGeom>
          <a:noFill/>
          <a:ln w="9525" cap="flat" cmpd="sng">
            <a:solidFill>
              <a:schemeClr val="lt2"/>
            </a:solidFill>
            <a:prstDash val="solid"/>
            <a:round/>
            <a:headEnd type="none" w="med" len="med"/>
            <a:tailEnd type="none" w="med" len="med"/>
          </a:ln>
        </p:spPr>
      </p:cxnSp>
      <p:cxnSp>
        <p:nvCxnSpPr>
          <p:cNvPr id="1184" name="Google Shape;1184;p42"/>
          <p:cNvCxnSpPr>
            <a:stCxn id="1178" idx="3"/>
            <a:endCxn id="1182" idx="1"/>
          </p:cNvCxnSpPr>
          <p:nvPr/>
        </p:nvCxnSpPr>
        <p:spPr>
          <a:xfrm rot="10800000" flipH="1">
            <a:off x="4776663" y="1371034"/>
            <a:ext cx="2327400" cy="1842000"/>
          </a:xfrm>
          <a:prstGeom prst="bentConnector3">
            <a:avLst>
              <a:gd name="adj1" fmla="val 50001"/>
            </a:avLst>
          </a:prstGeom>
          <a:noFill/>
          <a:ln w="9525" cap="flat" cmpd="sng">
            <a:solidFill>
              <a:schemeClr val="lt2"/>
            </a:solidFill>
            <a:prstDash val="solid"/>
            <a:round/>
            <a:headEnd type="none" w="med" len="med"/>
            <a:tailEnd type="none" w="med" len="med"/>
          </a:ln>
        </p:spPr>
      </p:cxnSp>
      <p:grpSp>
        <p:nvGrpSpPr>
          <p:cNvPr id="1185" name="Google Shape;1185;p42"/>
          <p:cNvGrpSpPr/>
          <p:nvPr/>
        </p:nvGrpSpPr>
        <p:grpSpPr>
          <a:xfrm>
            <a:off x="4436544" y="3036686"/>
            <a:ext cx="264813" cy="352693"/>
            <a:chOff x="6703732" y="3346936"/>
            <a:chExt cx="264813" cy="352693"/>
          </a:xfrm>
        </p:grpSpPr>
        <p:sp>
          <p:nvSpPr>
            <p:cNvPr id="1186" name="Google Shape;1186;p42"/>
            <p:cNvSpPr/>
            <p:nvPr/>
          </p:nvSpPr>
          <p:spPr>
            <a:xfrm>
              <a:off x="6797283" y="3468777"/>
              <a:ext cx="10581" cy="15872"/>
            </a:xfrm>
            <a:custGeom>
              <a:avLst/>
              <a:gdLst/>
              <a:ahLst/>
              <a:cxnLst/>
              <a:rect l="l" t="t" r="r" b="b"/>
              <a:pathLst>
                <a:path w="334" h="501" extrusionOk="0">
                  <a:moveTo>
                    <a:pt x="167" y="0"/>
                  </a:moveTo>
                  <a:cubicBezTo>
                    <a:pt x="84" y="0"/>
                    <a:pt x="0" y="72"/>
                    <a:pt x="0" y="167"/>
                  </a:cubicBezTo>
                  <a:lnTo>
                    <a:pt x="0" y="345"/>
                  </a:lnTo>
                  <a:cubicBezTo>
                    <a:pt x="0" y="429"/>
                    <a:pt x="84" y="500"/>
                    <a:pt x="167" y="500"/>
                  </a:cubicBezTo>
                  <a:cubicBezTo>
                    <a:pt x="262" y="500"/>
                    <a:pt x="334" y="429"/>
                    <a:pt x="334" y="345"/>
                  </a:cubicBezTo>
                  <a:lnTo>
                    <a:pt x="334" y="167"/>
                  </a:lnTo>
                  <a:cubicBezTo>
                    <a:pt x="334" y="72"/>
                    <a:pt x="262"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2"/>
            <p:cNvSpPr/>
            <p:nvPr/>
          </p:nvSpPr>
          <p:spPr>
            <a:xfrm>
              <a:off x="6863272" y="3468777"/>
              <a:ext cx="10613" cy="15872"/>
            </a:xfrm>
            <a:custGeom>
              <a:avLst/>
              <a:gdLst/>
              <a:ahLst/>
              <a:cxnLst/>
              <a:rect l="l" t="t" r="r" b="b"/>
              <a:pathLst>
                <a:path w="335" h="501" extrusionOk="0">
                  <a:moveTo>
                    <a:pt x="167" y="0"/>
                  </a:moveTo>
                  <a:cubicBezTo>
                    <a:pt x="84" y="0"/>
                    <a:pt x="1" y="72"/>
                    <a:pt x="1" y="167"/>
                  </a:cubicBezTo>
                  <a:lnTo>
                    <a:pt x="1" y="345"/>
                  </a:lnTo>
                  <a:cubicBezTo>
                    <a:pt x="1" y="429"/>
                    <a:pt x="84" y="500"/>
                    <a:pt x="167" y="500"/>
                  </a:cubicBezTo>
                  <a:cubicBezTo>
                    <a:pt x="263" y="500"/>
                    <a:pt x="334" y="429"/>
                    <a:pt x="334" y="345"/>
                  </a:cubicBezTo>
                  <a:lnTo>
                    <a:pt x="334" y="167"/>
                  </a:lnTo>
                  <a:cubicBezTo>
                    <a:pt x="334" y="72"/>
                    <a:pt x="263"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2"/>
            <p:cNvSpPr/>
            <p:nvPr/>
          </p:nvSpPr>
          <p:spPr>
            <a:xfrm>
              <a:off x="6814231" y="3507712"/>
              <a:ext cx="43433" cy="15777"/>
            </a:xfrm>
            <a:custGeom>
              <a:avLst/>
              <a:gdLst/>
              <a:ahLst/>
              <a:cxnLst/>
              <a:rect l="l" t="t" r="r" b="b"/>
              <a:pathLst>
                <a:path w="1371" h="498" extrusionOk="0">
                  <a:moveTo>
                    <a:pt x="174" y="0"/>
                  </a:moveTo>
                  <a:cubicBezTo>
                    <a:pt x="132" y="0"/>
                    <a:pt x="90" y="15"/>
                    <a:pt x="60" y="45"/>
                  </a:cubicBezTo>
                  <a:cubicBezTo>
                    <a:pt x="1" y="105"/>
                    <a:pt x="1" y="212"/>
                    <a:pt x="60" y="271"/>
                  </a:cubicBezTo>
                  <a:cubicBezTo>
                    <a:pt x="203" y="402"/>
                    <a:pt x="441" y="497"/>
                    <a:pt x="703" y="497"/>
                  </a:cubicBezTo>
                  <a:cubicBezTo>
                    <a:pt x="953" y="497"/>
                    <a:pt x="1192" y="402"/>
                    <a:pt x="1346" y="271"/>
                  </a:cubicBezTo>
                  <a:cubicBezTo>
                    <a:pt x="1370" y="212"/>
                    <a:pt x="1370" y="105"/>
                    <a:pt x="1311" y="45"/>
                  </a:cubicBezTo>
                  <a:cubicBezTo>
                    <a:pt x="1281" y="15"/>
                    <a:pt x="1242" y="0"/>
                    <a:pt x="1203" y="0"/>
                  </a:cubicBezTo>
                  <a:cubicBezTo>
                    <a:pt x="1165" y="0"/>
                    <a:pt x="1126" y="15"/>
                    <a:pt x="1096" y="45"/>
                  </a:cubicBezTo>
                  <a:cubicBezTo>
                    <a:pt x="1037" y="105"/>
                    <a:pt x="882" y="188"/>
                    <a:pt x="692" y="188"/>
                  </a:cubicBezTo>
                  <a:cubicBezTo>
                    <a:pt x="477" y="188"/>
                    <a:pt x="346" y="105"/>
                    <a:pt x="287" y="45"/>
                  </a:cubicBezTo>
                  <a:cubicBezTo>
                    <a:pt x="257" y="15"/>
                    <a:pt x="215"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2"/>
            <p:cNvSpPr/>
            <p:nvPr/>
          </p:nvSpPr>
          <p:spPr>
            <a:xfrm>
              <a:off x="6902143" y="3489876"/>
              <a:ext cx="32" cy="412"/>
            </a:xfrm>
            <a:custGeom>
              <a:avLst/>
              <a:gdLst/>
              <a:ahLst/>
              <a:cxnLst/>
              <a:rect l="l" t="t" r="r" b="b"/>
              <a:pathLst>
                <a:path w="1" h="13" extrusionOk="0">
                  <a:moveTo>
                    <a:pt x="0" y="13"/>
                  </a:moveTo>
                  <a:cubicBezTo>
                    <a:pt x="0" y="1"/>
                    <a:pt x="0" y="13"/>
                    <a:pt x="0" y="1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2"/>
            <p:cNvSpPr/>
            <p:nvPr/>
          </p:nvSpPr>
          <p:spPr>
            <a:xfrm>
              <a:off x="6703732" y="3346936"/>
              <a:ext cx="264813" cy="352693"/>
            </a:xfrm>
            <a:custGeom>
              <a:avLst/>
              <a:gdLst/>
              <a:ahLst/>
              <a:cxnLst/>
              <a:rect l="l" t="t" r="r" b="b"/>
              <a:pathLst>
                <a:path w="8359" h="11133" extrusionOk="0">
                  <a:moveTo>
                    <a:pt x="4120" y="346"/>
                  </a:moveTo>
                  <a:cubicBezTo>
                    <a:pt x="5668" y="346"/>
                    <a:pt x="6918" y="1596"/>
                    <a:pt x="6918" y="3144"/>
                  </a:cubicBezTo>
                  <a:lnTo>
                    <a:pt x="6918" y="8081"/>
                  </a:lnTo>
                  <a:lnTo>
                    <a:pt x="6918" y="8081"/>
                  </a:lnTo>
                  <a:lnTo>
                    <a:pt x="6049" y="7787"/>
                  </a:lnTo>
                  <a:cubicBezTo>
                    <a:pt x="6037" y="7763"/>
                    <a:pt x="6037" y="7739"/>
                    <a:pt x="6013" y="7716"/>
                  </a:cubicBezTo>
                  <a:lnTo>
                    <a:pt x="5608" y="7311"/>
                  </a:lnTo>
                  <a:cubicBezTo>
                    <a:pt x="5537" y="7239"/>
                    <a:pt x="5442" y="7204"/>
                    <a:pt x="5358" y="7204"/>
                  </a:cubicBezTo>
                  <a:lnTo>
                    <a:pt x="5358" y="6608"/>
                  </a:lnTo>
                  <a:cubicBezTo>
                    <a:pt x="5727" y="6406"/>
                    <a:pt x="6037" y="6084"/>
                    <a:pt x="6251" y="5715"/>
                  </a:cubicBezTo>
                  <a:lnTo>
                    <a:pt x="6251" y="7299"/>
                  </a:lnTo>
                  <a:cubicBezTo>
                    <a:pt x="6251" y="7382"/>
                    <a:pt x="6323" y="7466"/>
                    <a:pt x="6406" y="7466"/>
                  </a:cubicBezTo>
                  <a:cubicBezTo>
                    <a:pt x="6501" y="7466"/>
                    <a:pt x="6573" y="7382"/>
                    <a:pt x="6573" y="7299"/>
                  </a:cubicBezTo>
                  <a:lnTo>
                    <a:pt x="6573" y="4144"/>
                  </a:lnTo>
                  <a:cubicBezTo>
                    <a:pt x="6573" y="3882"/>
                    <a:pt x="6394" y="3667"/>
                    <a:pt x="6144" y="3620"/>
                  </a:cubicBezTo>
                  <a:cubicBezTo>
                    <a:pt x="5858" y="3572"/>
                    <a:pt x="5108" y="3370"/>
                    <a:pt x="4418" y="2370"/>
                  </a:cubicBezTo>
                  <a:cubicBezTo>
                    <a:pt x="4358" y="2274"/>
                    <a:pt x="4251" y="2215"/>
                    <a:pt x="4132" y="2215"/>
                  </a:cubicBezTo>
                  <a:cubicBezTo>
                    <a:pt x="4025" y="2215"/>
                    <a:pt x="3918" y="2274"/>
                    <a:pt x="3846" y="2370"/>
                  </a:cubicBezTo>
                  <a:cubicBezTo>
                    <a:pt x="3739" y="2536"/>
                    <a:pt x="3608" y="2679"/>
                    <a:pt x="3477" y="2810"/>
                  </a:cubicBezTo>
                  <a:cubicBezTo>
                    <a:pt x="3418" y="2870"/>
                    <a:pt x="3418" y="2977"/>
                    <a:pt x="3489" y="3036"/>
                  </a:cubicBezTo>
                  <a:cubicBezTo>
                    <a:pt x="3517" y="3065"/>
                    <a:pt x="3557" y="3080"/>
                    <a:pt x="3596" y="3080"/>
                  </a:cubicBezTo>
                  <a:cubicBezTo>
                    <a:pt x="3640" y="3080"/>
                    <a:pt x="3684" y="3062"/>
                    <a:pt x="3715" y="3025"/>
                  </a:cubicBezTo>
                  <a:cubicBezTo>
                    <a:pt x="3858" y="2870"/>
                    <a:pt x="3977" y="2715"/>
                    <a:pt x="4120" y="2536"/>
                  </a:cubicBezTo>
                  <a:lnTo>
                    <a:pt x="4144" y="2536"/>
                  </a:lnTo>
                  <a:cubicBezTo>
                    <a:pt x="4299" y="2739"/>
                    <a:pt x="4537" y="3036"/>
                    <a:pt x="4846" y="3322"/>
                  </a:cubicBezTo>
                  <a:cubicBezTo>
                    <a:pt x="5227" y="3656"/>
                    <a:pt x="5644" y="3858"/>
                    <a:pt x="6085" y="3929"/>
                  </a:cubicBezTo>
                  <a:cubicBezTo>
                    <a:pt x="6168" y="3953"/>
                    <a:pt x="6227" y="4037"/>
                    <a:pt x="6227" y="4120"/>
                  </a:cubicBezTo>
                  <a:lnTo>
                    <a:pt x="6227" y="4501"/>
                  </a:lnTo>
                  <a:cubicBezTo>
                    <a:pt x="6227" y="5656"/>
                    <a:pt x="5287" y="6596"/>
                    <a:pt x="4132" y="6596"/>
                  </a:cubicBezTo>
                  <a:cubicBezTo>
                    <a:pt x="2965" y="6596"/>
                    <a:pt x="2036" y="5656"/>
                    <a:pt x="2036" y="4513"/>
                  </a:cubicBezTo>
                  <a:lnTo>
                    <a:pt x="2036" y="4144"/>
                  </a:lnTo>
                  <a:cubicBezTo>
                    <a:pt x="2036" y="4048"/>
                    <a:pt x="2096" y="3965"/>
                    <a:pt x="2179" y="3953"/>
                  </a:cubicBezTo>
                  <a:cubicBezTo>
                    <a:pt x="2525" y="3894"/>
                    <a:pt x="2846" y="3751"/>
                    <a:pt x="3179" y="3537"/>
                  </a:cubicBezTo>
                  <a:cubicBezTo>
                    <a:pt x="3251" y="3489"/>
                    <a:pt x="3263" y="3382"/>
                    <a:pt x="3227" y="3310"/>
                  </a:cubicBezTo>
                  <a:cubicBezTo>
                    <a:pt x="3196" y="3264"/>
                    <a:pt x="3141" y="3238"/>
                    <a:pt x="3086" y="3238"/>
                  </a:cubicBezTo>
                  <a:cubicBezTo>
                    <a:pt x="3056" y="3238"/>
                    <a:pt x="3026" y="3246"/>
                    <a:pt x="3001" y="3263"/>
                  </a:cubicBezTo>
                  <a:cubicBezTo>
                    <a:pt x="2715" y="3453"/>
                    <a:pt x="2429" y="3572"/>
                    <a:pt x="2132" y="3632"/>
                  </a:cubicBezTo>
                  <a:cubicBezTo>
                    <a:pt x="1894" y="3679"/>
                    <a:pt x="1703" y="3894"/>
                    <a:pt x="1703" y="4156"/>
                  </a:cubicBezTo>
                  <a:lnTo>
                    <a:pt x="1703" y="7311"/>
                  </a:lnTo>
                  <a:cubicBezTo>
                    <a:pt x="1703" y="7406"/>
                    <a:pt x="1774" y="7477"/>
                    <a:pt x="1870" y="7477"/>
                  </a:cubicBezTo>
                  <a:cubicBezTo>
                    <a:pt x="1953" y="7477"/>
                    <a:pt x="2036" y="7406"/>
                    <a:pt x="2036" y="7311"/>
                  </a:cubicBezTo>
                  <a:lnTo>
                    <a:pt x="2036" y="5739"/>
                  </a:lnTo>
                  <a:cubicBezTo>
                    <a:pt x="2239" y="6108"/>
                    <a:pt x="2548" y="6418"/>
                    <a:pt x="2929" y="6632"/>
                  </a:cubicBezTo>
                  <a:lnTo>
                    <a:pt x="2929" y="7227"/>
                  </a:lnTo>
                  <a:cubicBezTo>
                    <a:pt x="2834" y="7227"/>
                    <a:pt x="2751" y="7251"/>
                    <a:pt x="2667" y="7323"/>
                  </a:cubicBezTo>
                  <a:lnTo>
                    <a:pt x="2275" y="7728"/>
                  </a:lnTo>
                  <a:cubicBezTo>
                    <a:pt x="2251" y="7739"/>
                    <a:pt x="2239" y="7775"/>
                    <a:pt x="2227" y="7799"/>
                  </a:cubicBezTo>
                  <a:lnTo>
                    <a:pt x="1322" y="8120"/>
                  </a:lnTo>
                  <a:lnTo>
                    <a:pt x="1322" y="3144"/>
                  </a:lnTo>
                  <a:cubicBezTo>
                    <a:pt x="1322" y="1596"/>
                    <a:pt x="2572" y="346"/>
                    <a:pt x="4120" y="346"/>
                  </a:cubicBezTo>
                  <a:close/>
                  <a:moveTo>
                    <a:pt x="5037" y="6787"/>
                  </a:moveTo>
                  <a:lnTo>
                    <a:pt x="5037" y="7418"/>
                  </a:lnTo>
                  <a:lnTo>
                    <a:pt x="4168" y="8299"/>
                  </a:lnTo>
                  <a:lnTo>
                    <a:pt x="3287" y="7418"/>
                  </a:lnTo>
                  <a:lnTo>
                    <a:pt x="3287" y="6787"/>
                  </a:lnTo>
                  <a:cubicBezTo>
                    <a:pt x="3548" y="6894"/>
                    <a:pt x="3846" y="6954"/>
                    <a:pt x="4168" y="6954"/>
                  </a:cubicBezTo>
                  <a:cubicBezTo>
                    <a:pt x="4477" y="6954"/>
                    <a:pt x="4775" y="6894"/>
                    <a:pt x="5037" y="6787"/>
                  </a:cubicBezTo>
                  <a:close/>
                  <a:moveTo>
                    <a:pt x="2953" y="7549"/>
                  </a:moveTo>
                  <a:lnTo>
                    <a:pt x="3929" y="8513"/>
                  </a:lnTo>
                  <a:lnTo>
                    <a:pt x="3191" y="9132"/>
                  </a:lnTo>
                  <a:lnTo>
                    <a:pt x="3167" y="9132"/>
                  </a:lnTo>
                  <a:lnTo>
                    <a:pt x="2620" y="7882"/>
                  </a:lnTo>
                  <a:lnTo>
                    <a:pt x="2941" y="7549"/>
                  </a:lnTo>
                  <a:close/>
                  <a:moveTo>
                    <a:pt x="5346" y="7561"/>
                  </a:moveTo>
                  <a:lnTo>
                    <a:pt x="5680" y="7894"/>
                  </a:lnTo>
                  <a:lnTo>
                    <a:pt x="5644" y="7966"/>
                  </a:lnTo>
                  <a:cubicBezTo>
                    <a:pt x="5620" y="8061"/>
                    <a:pt x="5644" y="8144"/>
                    <a:pt x="5739" y="8168"/>
                  </a:cubicBezTo>
                  <a:cubicBezTo>
                    <a:pt x="5759" y="8178"/>
                    <a:pt x="5782" y="8183"/>
                    <a:pt x="5804" y="8183"/>
                  </a:cubicBezTo>
                  <a:cubicBezTo>
                    <a:pt x="5860" y="8183"/>
                    <a:pt x="5916" y="8155"/>
                    <a:pt x="5942" y="8120"/>
                  </a:cubicBezTo>
                  <a:lnTo>
                    <a:pt x="6180" y="8192"/>
                  </a:lnTo>
                  <a:lnTo>
                    <a:pt x="6168" y="8359"/>
                  </a:lnTo>
                  <a:cubicBezTo>
                    <a:pt x="6037" y="9347"/>
                    <a:pt x="5180" y="10109"/>
                    <a:pt x="4168" y="10109"/>
                  </a:cubicBezTo>
                  <a:cubicBezTo>
                    <a:pt x="3156" y="10109"/>
                    <a:pt x="2286" y="9347"/>
                    <a:pt x="2155" y="8359"/>
                  </a:cubicBezTo>
                  <a:lnTo>
                    <a:pt x="2120" y="8168"/>
                  </a:lnTo>
                  <a:lnTo>
                    <a:pt x="2346" y="8097"/>
                  </a:lnTo>
                  <a:lnTo>
                    <a:pt x="2870" y="9263"/>
                  </a:lnTo>
                  <a:cubicBezTo>
                    <a:pt x="2917" y="9359"/>
                    <a:pt x="3001" y="9418"/>
                    <a:pt x="3108" y="9454"/>
                  </a:cubicBezTo>
                  <a:cubicBezTo>
                    <a:pt x="3132" y="9454"/>
                    <a:pt x="3156" y="9466"/>
                    <a:pt x="3179" y="9466"/>
                  </a:cubicBezTo>
                  <a:cubicBezTo>
                    <a:pt x="3251" y="9466"/>
                    <a:pt x="3334" y="9442"/>
                    <a:pt x="3394" y="9394"/>
                  </a:cubicBezTo>
                  <a:lnTo>
                    <a:pt x="4144" y="8751"/>
                  </a:lnTo>
                  <a:lnTo>
                    <a:pt x="4906" y="9394"/>
                  </a:lnTo>
                  <a:cubicBezTo>
                    <a:pt x="4965" y="9442"/>
                    <a:pt x="5037" y="9466"/>
                    <a:pt x="5120" y="9466"/>
                  </a:cubicBezTo>
                  <a:cubicBezTo>
                    <a:pt x="5144" y="9466"/>
                    <a:pt x="5156" y="9466"/>
                    <a:pt x="5192" y="9454"/>
                  </a:cubicBezTo>
                  <a:cubicBezTo>
                    <a:pt x="5299" y="9418"/>
                    <a:pt x="5382" y="9359"/>
                    <a:pt x="5430" y="9263"/>
                  </a:cubicBezTo>
                  <a:lnTo>
                    <a:pt x="5680" y="8704"/>
                  </a:lnTo>
                  <a:cubicBezTo>
                    <a:pt x="5715" y="8620"/>
                    <a:pt x="5680" y="8525"/>
                    <a:pt x="5596" y="8501"/>
                  </a:cubicBezTo>
                  <a:cubicBezTo>
                    <a:pt x="5571" y="8492"/>
                    <a:pt x="5547" y="8488"/>
                    <a:pt x="5525" y="8488"/>
                  </a:cubicBezTo>
                  <a:cubicBezTo>
                    <a:pt x="5461" y="8488"/>
                    <a:pt x="5408" y="8523"/>
                    <a:pt x="5382" y="8585"/>
                  </a:cubicBezTo>
                  <a:lnTo>
                    <a:pt x="5132" y="9144"/>
                  </a:lnTo>
                  <a:lnTo>
                    <a:pt x="5096" y="9144"/>
                  </a:lnTo>
                  <a:lnTo>
                    <a:pt x="4370" y="8525"/>
                  </a:lnTo>
                  <a:lnTo>
                    <a:pt x="5334" y="7561"/>
                  </a:lnTo>
                  <a:close/>
                  <a:moveTo>
                    <a:pt x="4168" y="0"/>
                  </a:moveTo>
                  <a:cubicBezTo>
                    <a:pt x="2441" y="0"/>
                    <a:pt x="1036" y="1405"/>
                    <a:pt x="1036" y="3132"/>
                  </a:cubicBezTo>
                  <a:lnTo>
                    <a:pt x="1036" y="8216"/>
                  </a:lnTo>
                  <a:lnTo>
                    <a:pt x="798" y="8311"/>
                  </a:lnTo>
                  <a:cubicBezTo>
                    <a:pt x="322" y="8478"/>
                    <a:pt x="0" y="8930"/>
                    <a:pt x="0" y="9454"/>
                  </a:cubicBezTo>
                  <a:lnTo>
                    <a:pt x="0" y="10978"/>
                  </a:lnTo>
                  <a:cubicBezTo>
                    <a:pt x="0" y="11061"/>
                    <a:pt x="72" y="11133"/>
                    <a:pt x="155" y="11133"/>
                  </a:cubicBezTo>
                  <a:cubicBezTo>
                    <a:pt x="250" y="11133"/>
                    <a:pt x="322" y="11061"/>
                    <a:pt x="322" y="10978"/>
                  </a:cubicBezTo>
                  <a:lnTo>
                    <a:pt x="322" y="9454"/>
                  </a:lnTo>
                  <a:cubicBezTo>
                    <a:pt x="322" y="9347"/>
                    <a:pt x="334" y="9252"/>
                    <a:pt x="381" y="9144"/>
                  </a:cubicBezTo>
                  <a:lnTo>
                    <a:pt x="1203" y="9847"/>
                  </a:lnTo>
                  <a:cubicBezTo>
                    <a:pt x="1322" y="9942"/>
                    <a:pt x="1393" y="10097"/>
                    <a:pt x="1393" y="10240"/>
                  </a:cubicBezTo>
                  <a:lnTo>
                    <a:pt x="1393" y="10978"/>
                  </a:lnTo>
                  <a:cubicBezTo>
                    <a:pt x="1393" y="11061"/>
                    <a:pt x="1465" y="11133"/>
                    <a:pt x="1560" y="11133"/>
                  </a:cubicBezTo>
                  <a:cubicBezTo>
                    <a:pt x="1643" y="11133"/>
                    <a:pt x="1715" y="11061"/>
                    <a:pt x="1715" y="10978"/>
                  </a:cubicBezTo>
                  <a:lnTo>
                    <a:pt x="1715" y="10240"/>
                  </a:lnTo>
                  <a:cubicBezTo>
                    <a:pt x="1715" y="9990"/>
                    <a:pt x="1620" y="9752"/>
                    <a:pt x="1417" y="9585"/>
                  </a:cubicBezTo>
                  <a:lnTo>
                    <a:pt x="560" y="8847"/>
                  </a:lnTo>
                  <a:cubicBezTo>
                    <a:pt x="643" y="8740"/>
                    <a:pt x="786" y="8656"/>
                    <a:pt x="917" y="8609"/>
                  </a:cubicBezTo>
                  <a:lnTo>
                    <a:pt x="1822" y="8275"/>
                  </a:lnTo>
                  <a:lnTo>
                    <a:pt x="1834" y="8382"/>
                  </a:lnTo>
                  <a:cubicBezTo>
                    <a:pt x="1917" y="8954"/>
                    <a:pt x="2191" y="9466"/>
                    <a:pt x="2632" y="9847"/>
                  </a:cubicBezTo>
                  <a:cubicBezTo>
                    <a:pt x="3060" y="10216"/>
                    <a:pt x="3608" y="10418"/>
                    <a:pt x="4180" y="10418"/>
                  </a:cubicBezTo>
                  <a:cubicBezTo>
                    <a:pt x="4739" y="10418"/>
                    <a:pt x="5287" y="10216"/>
                    <a:pt x="5727" y="9847"/>
                  </a:cubicBezTo>
                  <a:cubicBezTo>
                    <a:pt x="6156" y="9466"/>
                    <a:pt x="6430" y="8954"/>
                    <a:pt x="6513" y="8382"/>
                  </a:cubicBezTo>
                  <a:lnTo>
                    <a:pt x="6525" y="8275"/>
                  </a:lnTo>
                  <a:lnTo>
                    <a:pt x="7430" y="8609"/>
                  </a:lnTo>
                  <a:cubicBezTo>
                    <a:pt x="7573" y="8656"/>
                    <a:pt x="7704" y="8740"/>
                    <a:pt x="7787" y="8847"/>
                  </a:cubicBezTo>
                  <a:lnTo>
                    <a:pt x="6930" y="9585"/>
                  </a:lnTo>
                  <a:cubicBezTo>
                    <a:pt x="6739" y="9752"/>
                    <a:pt x="6632" y="9990"/>
                    <a:pt x="6632" y="10240"/>
                  </a:cubicBezTo>
                  <a:lnTo>
                    <a:pt x="6632" y="10978"/>
                  </a:lnTo>
                  <a:cubicBezTo>
                    <a:pt x="6632" y="11061"/>
                    <a:pt x="6704" y="11133"/>
                    <a:pt x="6799" y="11133"/>
                  </a:cubicBezTo>
                  <a:cubicBezTo>
                    <a:pt x="6882" y="11133"/>
                    <a:pt x="6954" y="11061"/>
                    <a:pt x="6954" y="10978"/>
                  </a:cubicBezTo>
                  <a:lnTo>
                    <a:pt x="6954" y="10240"/>
                  </a:lnTo>
                  <a:cubicBezTo>
                    <a:pt x="6954" y="10097"/>
                    <a:pt x="7037" y="9942"/>
                    <a:pt x="7156" y="9847"/>
                  </a:cubicBezTo>
                  <a:lnTo>
                    <a:pt x="7966" y="9144"/>
                  </a:lnTo>
                  <a:cubicBezTo>
                    <a:pt x="8001" y="9252"/>
                    <a:pt x="8025" y="9347"/>
                    <a:pt x="8025" y="9454"/>
                  </a:cubicBezTo>
                  <a:lnTo>
                    <a:pt x="8025" y="10978"/>
                  </a:lnTo>
                  <a:cubicBezTo>
                    <a:pt x="8025" y="11061"/>
                    <a:pt x="8109" y="11133"/>
                    <a:pt x="8192" y="11133"/>
                  </a:cubicBezTo>
                  <a:cubicBezTo>
                    <a:pt x="8287" y="11133"/>
                    <a:pt x="8359" y="11061"/>
                    <a:pt x="8359" y="10978"/>
                  </a:cubicBezTo>
                  <a:lnTo>
                    <a:pt x="8359" y="9454"/>
                  </a:lnTo>
                  <a:cubicBezTo>
                    <a:pt x="8335" y="8930"/>
                    <a:pt x="8001" y="8478"/>
                    <a:pt x="7525" y="8311"/>
                  </a:cubicBezTo>
                  <a:lnTo>
                    <a:pt x="7287" y="8216"/>
                  </a:lnTo>
                  <a:lnTo>
                    <a:pt x="7287" y="3132"/>
                  </a:lnTo>
                  <a:cubicBezTo>
                    <a:pt x="7287" y="1405"/>
                    <a:pt x="5894" y="0"/>
                    <a:pt x="4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1" name="Google Shape;1191;p42"/>
          <p:cNvGrpSpPr/>
          <p:nvPr/>
        </p:nvGrpSpPr>
        <p:grpSpPr>
          <a:xfrm>
            <a:off x="1697949" y="3039620"/>
            <a:ext cx="271244" cy="346801"/>
            <a:chOff x="4899999" y="2882095"/>
            <a:chExt cx="271244" cy="346801"/>
          </a:xfrm>
        </p:grpSpPr>
        <p:sp>
          <p:nvSpPr>
            <p:cNvPr id="1192" name="Google Shape;1192;p42"/>
            <p:cNvSpPr/>
            <p:nvPr/>
          </p:nvSpPr>
          <p:spPr>
            <a:xfrm>
              <a:off x="4899999" y="2882095"/>
              <a:ext cx="271244" cy="346801"/>
            </a:xfrm>
            <a:custGeom>
              <a:avLst/>
              <a:gdLst/>
              <a:ahLst/>
              <a:cxnLst/>
              <a:rect l="l" t="t" r="r" b="b"/>
              <a:pathLst>
                <a:path w="8562" h="10947" extrusionOk="0">
                  <a:moveTo>
                    <a:pt x="6609" y="1719"/>
                  </a:moveTo>
                  <a:cubicBezTo>
                    <a:pt x="6823" y="1803"/>
                    <a:pt x="6954" y="2041"/>
                    <a:pt x="6906" y="2279"/>
                  </a:cubicBezTo>
                  <a:lnTo>
                    <a:pt x="6716" y="3398"/>
                  </a:lnTo>
                  <a:lnTo>
                    <a:pt x="6502" y="3398"/>
                  </a:lnTo>
                  <a:cubicBezTo>
                    <a:pt x="6406" y="3398"/>
                    <a:pt x="6323" y="3327"/>
                    <a:pt x="6323" y="3220"/>
                  </a:cubicBezTo>
                  <a:lnTo>
                    <a:pt x="6323" y="1969"/>
                  </a:lnTo>
                  <a:cubicBezTo>
                    <a:pt x="6454" y="1910"/>
                    <a:pt x="6537" y="1815"/>
                    <a:pt x="6609" y="1719"/>
                  </a:cubicBezTo>
                  <a:close/>
                  <a:moveTo>
                    <a:pt x="2287" y="1684"/>
                  </a:moveTo>
                  <a:cubicBezTo>
                    <a:pt x="2287" y="1743"/>
                    <a:pt x="2263" y="1803"/>
                    <a:pt x="2263" y="1862"/>
                  </a:cubicBezTo>
                  <a:lnTo>
                    <a:pt x="2263" y="3231"/>
                  </a:lnTo>
                  <a:cubicBezTo>
                    <a:pt x="2263" y="3339"/>
                    <a:pt x="2191" y="3410"/>
                    <a:pt x="2084" y="3410"/>
                  </a:cubicBezTo>
                  <a:lnTo>
                    <a:pt x="1882" y="3410"/>
                  </a:lnTo>
                  <a:lnTo>
                    <a:pt x="1691" y="2291"/>
                  </a:lnTo>
                  <a:cubicBezTo>
                    <a:pt x="1656" y="2136"/>
                    <a:pt x="1703" y="1981"/>
                    <a:pt x="1810" y="1862"/>
                  </a:cubicBezTo>
                  <a:cubicBezTo>
                    <a:pt x="1906" y="1743"/>
                    <a:pt x="2037" y="1684"/>
                    <a:pt x="2203" y="1684"/>
                  </a:cubicBezTo>
                  <a:close/>
                  <a:moveTo>
                    <a:pt x="6454" y="386"/>
                  </a:moveTo>
                  <a:lnTo>
                    <a:pt x="6454" y="386"/>
                  </a:lnTo>
                  <a:cubicBezTo>
                    <a:pt x="6597" y="815"/>
                    <a:pt x="6573" y="1207"/>
                    <a:pt x="6394" y="1469"/>
                  </a:cubicBezTo>
                  <a:cubicBezTo>
                    <a:pt x="6228" y="1707"/>
                    <a:pt x="5954" y="1862"/>
                    <a:pt x="5680" y="1862"/>
                  </a:cubicBezTo>
                  <a:lnTo>
                    <a:pt x="3120" y="1862"/>
                  </a:lnTo>
                  <a:cubicBezTo>
                    <a:pt x="3025" y="1862"/>
                    <a:pt x="2953" y="1934"/>
                    <a:pt x="2953" y="2029"/>
                  </a:cubicBezTo>
                  <a:cubicBezTo>
                    <a:pt x="2953" y="2112"/>
                    <a:pt x="3025" y="2184"/>
                    <a:pt x="3120" y="2184"/>
                  </a:cubicBezTo>
                  <a:lnTo>
                    <a:pt x="5680" y="2184"/>
                  </a:lnTo>
                  <a:cubicBezTo>
                    <a:pt x="5799" y="2184"/>
                    <a:pt x="5918" y="2172"/>
                    <a:pt x="6037" y="2136"/>
                  </a:cubicBezTo>
                  <a:lnTo>
                    <a:pt x="6037" y="3220"/>
                  </a:lnTo>
                  <a:cubicBezTo>
                    <a:pt x="6037" y="3493"/>
                    <a:pt x="6252" y="3720"/>
                    <a:pt x="6537" y="3720"/>
                  </a:cubicBezTo>
                  <a:lnTo>
                    <a:pt x="6787" y="3720"/>
                  </a:lnTo>
                  <a:cubicBezTo>
                    <a:pt x="6871" y="3720"/>
                    <a:pt x="6942" y="3755"/>
                    <a:pt x="6990" y="3815"/>
                  </a:cubicBezTo>
                  <a:cubicBezTo>
                    <a:pt x="7025" y="3874"/>
                    <a:pt x="7061" y="3946"/>
                    <a:pt x="7061" y="4017"/>
                  </a:cubicBezTo>
                  <a:cubicBezTo>
                    <a:pt x="7049" y="4148"/>
                    <a:pt x="6930" y="4255"/>
                    <a:pt x="6763" y="4255"/>
                  </a:cubicBezTo>
                  <a:lnTo>
                    <a:pt x="6692" y="4255"/>
                  </a:lnTo>
                  <a:lnTo>
                    <a:pt x="6692" y="4244"/>
                  </a:lnTo>
                  <a:cubicBezTo>
                    <a:pt x="6692" y="4148"/>
                    <a:pt x="6609" y="4077"/>
                    <a:pt x="6525" y="4077"/>
                  </a:cubicBezTo>
                  <a:cubicBezTo>
                    <a:pt x="6430" y="4077"/>
                    <a:pt x="6359" y="4148"/>
                    <a:pt x="6359" y="4244"/>
                  </a:cubicBezTo>
                  <a:cubicBezTo>
                    <a:pt x="6359" y="5375"/>
                    <a:pt x="5442" y="6315"/>
                    <a:pt x="4287" y="6315"/>
                  </a:cubicBezTo>
                  <a:cubicBezTo>
                    <a:pt x="3180" y="6315"/>
                    <a:pt x="2239" y="5387"/>
                    <a:pt x="2239" y="4244"/>
                  </a:cubicBezTo>
                  <a:cubicBezTo>
                    <a:pt x="2239" y="4160"/>
                    <a:pt x="2168" y="4077"/>
                    <a:pt x="2072" y="4077"/>
                  </a:cubicBezTo>
                  <a:cubicBezTo>
                    <a:pt x="1989" y="4077"/>
                    <a:pt x="1906" y="4160"/>
                    <a:pt x="1906" y="4244"/>
                  </a:cubicBezTo>
                  <a:lnTo>
                    <a:pt x="1906" y="4255"/>
                  </a:lnTo>
                  <a:lnTo>
                    <a:pt x="1822" y="4255"/>
                  </a:lnTo>
                  <a:cubicBezTo>
                    <a:pt x="1751" y="4255"/>
                    <a:pt x="1668" y="4232"/>
                    <a:pt x="1632" y="4172"/>
                  </a:cubicBezTo>
                  <a:cubicBezTo>
                    <a:pt x="1584" y="4113"/>
                    <a:pt x="1549" y="4041"/>
                    <a:pt x="1549" y="3958"/>
                  </a:cubicBezTo>
                  <a:cubicBezTo>
                    <a:pt x="1572" y="3827"/>
                    <a:pt x="1691" y="3720"/>
                    <a:pt x="1846" y="3720"/>
                  </a:cubicBezTo>
                  <a:lnTo>
                    <a:pt x="2084" y="3720"/>
                  </a:lnTo>
                  <a:cubicBezTo>
                    <a:pt x="2370" y="3720"/>
                    <a:pt x="2596" y="3505"/>
                    <a:pt x="2596" y="3220"/>
                  </a:cubicBezTo>
                  <a:lnTo>
                    <a:pt x="2596" y="1850"/>
                  </a:lnTo>
                  <a:cubicBezTo>
                    <a:pt x="2596" y="1184"/>
                    <a:pt x="3132" y="648"/>
                    <a:pt x="3799" y="648"/>
                  </a:cubicBezTo>
                  <a:lnTo>
                    <a:pt x="5335" y="648"/>
                  </a:lnTo>
                  <a:cubicBezTo>
                    <a:pt x="5894" y="648"/>
                    <a:pt x="6252" y="493"/>
                    <a:pt x="6454" y="386"/>
                  </a:cubicBezTo>
                  <a:close/>
                  <a:moveTo>
                    <a:pt x="5347" y="6387"/>
                  </a:moveTo>
                  <a:lnTo>
                    <a:pt x="5347" y="6911"/>
                  </a:lnTo>
                  <a:lnTo>
                    <a:pt x="4299" y="7494"/>
                  </a:lnTo>
                  <a:lnTo>
                    <a:pt x="3263" y="6911"/>
                  </a:lnTo>
                  <a:lnTo>
                    <a:pt x="3263" y="6387"/>
                  </a:lnTo>
                  <a:cubicBezTo>
                    <a:pt x="3573" y="6541"/>
                    <a:pt x="3930" y="6625"/>
                    <a:pt x="4299" y="6625"/>
                  </a:cubicBezTo>
                  <a:cubicBezTo>
                    <a:pt x="4680" y="6625"/>
                    <a:pt x="5037" y="6541"/>
                    <a:pt x="5347" y="6387"/>
                  </a:cubicBezTo>
                  <a:close/>
                  <a:moveTo>
                    <a:pt x="2846" y="7041"/>
                  </a:moveTo>
                  <a:lnTo>
                    <a:pt x="4073" y="7708"/>
                  </a:lnTo>
                  <a:lnTo>
                    <a:pt x="3704" y="8149"/>
                  </a:lnTo>
                  <a:cubicBezTo>
                    <a:pt x="3680" y="8184"/>
                    <a:pt x="3632" y="8208"/>
                    <a:pt x="3596" y="8220"/>
                  </a:cubicBezTo>
                  <a:cubicBezTo>
                    <a:pt x="3549" y="8220"/>
                    <a:pt x="3489" y="8208"/>
                    <a:pt x="3454" y="8173"/>
                  </a:cubicBezTo>
                  <a:lnTo>
                    <a:pt x="2620" y="7458"/>
                  </a:lnTo>
                  <a:lnTo>
                    <a:pt x="2834" y="7041"/>
                  </a:lnTo>
                  <a:close/>
                  <a:moveTo>
                    <a:pt x="5787" y="7041"/>
                  </a:moveTo>
                  <a:lnTo>
                    <a:pt x="6001" y="7458"/>
                  </a:lnTo>
                  <a:lnTo>
                    <a:pt x="5156" y="8173"/>
                  </a:lnTo>
                  <a:cubicBezTo>
                    <a:pt x="5109" y="8208"/>
                    <a:pt x="5061" y="8220"/>
                    <a:pt x="5013" y="8220"/>
                  </a:cubicBezTo>
                  <a:cubicBezTo>
                    <a:pt x="4978" y="8220"/>
                    <a:pt x="4930" y="8184"/>
                    <a:pt x="4894" y="8149"/>
                  </a:cubicBezTo>
                  <a:lnTo>
                    <a:pt x="4561" y="7708"/>
                  </a:lnTo>
                  <a:lnTo>
                    <a:pt x="5775" y="7041"/>
                  </a:lnTo>
                  <a:close/>
                  <a:moveTo>
                    <a:pt x="6497" y="1"/>
                  </a:moveTo>
                  <a:cubicBezTo>
                    <a:pt x="6455" y="1"/>
                    <a:pt x="6419" y="16"/>
                    <a:pt x="6382" y="53"/>
                  </a:cubicBezTo>
                  <a:cubicBezTo>
                    <a:pt x="6382" y="53"/>
                    <a:pt x="6073" y="350"/>
                    <a:pt x="5299" y="350"/>
                  </a:cubicBezTo>
                  <a:lnTo>
                    <a:pt x="3763" y="350"/>
                  </a:lnTo>
                  <a:cubicBezTo>
                    <a:pt x="3096" y="350"/>
                    <a:pt x="2537" y="779"/>
                    <a:pt x="2322" y="1374"/>
                  </a:cubicBezTo>
                  <a:lnTo>
                    <a:pt x="2180" y="1374"/>
                  </a:lnTo>
                  <a:cubicBezTo>
                    <a:pt x="1918" y="1374"/>
                    <a:pt x="1703" y="1481"/>
                    <a:pt x="1537" y="1672"/>
                  </a:cubicBezTo>
                  <a:cubicBezTo>
                    <a:pt x="1370" y="1862"/>
                    <a:pt x="1310" y="2112"/>
                    <a:pt x="1346" y="2350"/>
                  </a:cubicBezTo>
                  <a:lnTo>
                    <a:pt x="1537" y="3505"/>
                  </a:lnTo>
                  <a:cubicBezTo>
                    <a:pt x="1358" y="3589"/>
                    <a:pt x="1239" y="3755"/>
                    <a:pt x="1203" y="3958"/>
                  </a:cubicBezTo>
                  <a:cubicBezTo>
                    <a:pt x="1191" y="4124"/>
                    <a:pt x="1251" y="4291"/>
                    <a:pt x="1358" y="4422"/>
                  </a:cubicBezTo>
                  <a:cubicBezTo>
                    <a:pt x="1465" y="4541"/>
                    <a:pt x="1620" y="4613"/>
                    <a:pt x="1787" y="4613"/>
                  </a:cubicBezTo>
                  <a:lnTo>
                    <a:pt x="1906" y="4613"/>
                  </a:lnTo>
                  <a:cubicBezTo>
                    <a:pt x="2001" y="5291"/>
                    <a:pt x="2382" y="5863"/>
                    <a:pt x="2906" y="6244"/>
                  </a:cubicBezTo>
                  <a:lnTo>
                    <a:pt x="2906" y="6780"/>
                  </a:lnTo>
                  <a:cubicBezTo>
                    <a:pt x="2876" y="6762"/>
                    <a:pt x="2843" y="6753"/>
                    <a:pt x="2808" y="6753"/>
                  </a:cubicBezTo>
                  <a:cubicBezTo>
                    <a:pt x="2772" y="6753"/>
                    <a:pt x="2733" y="6762"/>
                    <a:pt x="2692" y="6780"/>
                  </a:cubicBezTo>
                  <a:cubicBezTo>
                    <a:pt x="2608" y="6803"/>
                    <a:pt x="2537" y="6863"/>
                    <a:pt x="2501" y="6934"/>
                  </a:cubicBezTo>
                  <a:lnTo>
                    <a:pt x="2251" y="7434"/>
                  </a:lnTo>
                  <a:lnTo>
                    <a:pt x="846" y="7851"/>
                  </a:lnTo>
                  <a:cubicBezTo>
                    <a:pt x="346" y="7994"/>
                    <a:pt x="1" y="8458"/>
                    <a:pt x="1" y="8982"/>
                  </a:cubicBezTo>
                  <a:lnTo>
                    <a:pt x="1" y="10780"/>
                  </a:lnTo>
                  <a:cubicBezTo>
                    <a:pt x="1" y="10863"/>
                    <a:pt x="72" y="10947"/>
                    <a:pt x="167" y="10947"/>
                  </a:cubicBezTo>
                  <a:cubicBezTo>
                    <a:pt x="251" y="10947"/>
                    <a:pt x="334" y="10863"/>
                    <a:pt x="334" y="10780"/>
                  </a:cubicBezTo>
                  <a:lnTo>
                    <a:pt x="334" y="8982"/>
                  </a:lnTo>
                  <a:cubicBezTo>
                    <a:pt x="334" y="8589"/>
                    <a:pt x="584" y="8244"/>
                    <a:pt x="953" y="8149"/>
                  </a:cubicBezTo>
                  <a:lnTo>
                    <a:pt x="1549" y="7958"/>
                  </a:lnTo>
                  <a:lnTo>
                    <a:pt x="1549" y="10756"/>
                  </a:lnTo>
                  <a:cubicBezTo>
                    <a:pt x="1549" y="10851"/>
                    <a:pt x="1620" y="10923"/>
                    <a:pt x="1715" y="10923"/>
                  </a:cubicBezTo>
                  <a:cubicBezTo>
                    <a:pt x="1799" y="10923"/>
                    <a:pt x="1882" y="10851"/>
                    <a:pt x="1882" y="10756"/>
                  </a:cubicBezTo>
                  <a:lnTo>
                    <a:pt x="1882" y="7863"/>
                  </a:lnTo>
                  <a:lnTo>
                    <a:pt x="2239" y="7756"/>
                  </a:lnTo>
                  <a:lnTo>
                    <a:pt x="2239" y="10756"/>
                  </a:lnTo>
                  <a:cubicBezTo>
                    <a:pt x="2239" y="10851"/>
                    <a:pt x="2311" y="10923"/>
                    <a:pt x="2394" y="10923"/>
                  </a:cubicBezTo>
                  <a:cubicBezTo>
                    <a:pt x="2489" y="10923"/>
                    <a:pt x="2561" y="10851"/>
                    <a:pt x="2561" y="10756"/>
                  </a:cubicBezTo>
                  <a:lnTo>
                    <a:pt x="2561" y="7863"/>
                  </a:lnTo>
                  <a:lnTo>
                    <a:pt x="3227" y="8423"/>
                  </a:lnTo>
                  <a:cubicBezTo>
                    <a:pt x="3323" y="8494"/>
                    <a:pt x="3442" y="8542"/>
                    <a:pt x="3561" y="8542"/>
                  </a:cubicBezTo>
                  <a:lnTo>
                    <a:pt x="3608" y="8542"/>
                  </a:lnTo>
                  <a:cubicBezTo>
                    <a:pt x="3739" y="8530"/>
                    <a:pt x="3858" y="8470"/>
                    <a:pt x="3942" y="8351"/>
                  </a:cubicBezTo>
                  <a:lnTo>
                    <a:pt x="4287" y="7934"/>
                  </a:lnTo>
                  <a:lnTo>
                    <a:pt x="4632" y="8351"/>
                  </a:lnTo>
                  <a:cubicBezTo>
                    <a:pt x="4716" y="8458"/>
                    <a:pt x="4835" y="8530"/>
                    <a:pt x="4978" y="8542"/>
                  </a:cubicBezTo>
                  <a:lnTo>
                    <a:pt x="5013" y="8542"/>
                  </a:lnTo>
                  <a:cubicBezTo>
                    <a:pt x="5132" y="8542"/>
                    <a:pt x="5251" y="8494"/>
                    <a:pt x="5347" y="8423"/>
                  </a:cubicBezTo>
                  <a:lnTo>
                    <a:pt x="6180" y="7708"/>
                  </a:lnTo>
                  <a:lnTo>
                    <a:pt x="6680" y="7863"/>
                  </a:lnTo>
                  <a:lnTo>
                    <a:pt x="6680" y="10756"/>
                  </a:lnTo>
                  <a:cubicBezTo>
                    <a:pt x="6680" y="10851"/>
                    <a:pt x="6763" y="10923"/>
                    <a:pt x="6847" y="10923"/>
                  </a:cubicBezTo>
                  <a:cubicBezTo>
                    <a:pt x="6942" y="10923"/>
                    <a:pt x="7014" y="10851"/>
                    <a:pt x="7014" y="10756"/>
                  </a:cubicBezTo>
                  <a:lnTo>
                    <a:pt x="7014" y="7958"/>
                  </a:lnTo>
                  <a:lnTo>
                    <a:pt x="7609" y="8149"/>
                  </a:lnTo>
                  <a:cubicBezTo>
                    <a:pt x="7978" y="8244"/>
                    <a:pt x="8228" y="8589"/>
                    <a:pt x="8228" y="8982"/>
                  </a:cubicBezTo>
                  <a:lnTo>
                    <a:pt x="8228" y="10780"/>
                  </a:lnTo>
                  <a:cubicBezTo>
                    <a:pt x="8228" y="10863"/>
                    <a:pt x="8311" y="10947"/>
                    <a:pt x="8395" y="10947"/>
                  </a:cubicBezTo>
                  <a:cubicBezTo>
                    <a:pt x="8490" y="10947"/>
                    <a:pt x="8561" y="10863"/>
                    <a:pt x="8561" y="10780"/>
                  </a:cubicBezTo>
                  <a:lnTo>
                    <a:pt x="8561" y="8982"/>
                  </a:lnTo>
                  <a:cubicBezTo>
                    <a:pt x="8561" y="8423"/>
                    <a:pt x="8216" y="7970"/>
                    <a:pt x="7716" y="7815"/>
                  </a:cubicBezTo>
                  <a:lnTo>
                    <a:pt x="6311" y="7399"/>
                  </a:lnTo>
                  <a:lnTo>
                    <a:pt x="6061" y="6911"/>
                  </a:lnTo>
                  <a:cubicBezTo>
                    <a:pt x="6013" y="6839"/>
                    <a:pt x="5942" y="6756"/>
                    <a:pt x="5871" y="6744"/>
                  </a:cubicBezTo>
                  <a:cubicBezTo>
                    <a:pt x="5829" y="6738"/>
                    <a:pt x="5793" y="6735"/>
                    <a:pt x="5759" y="6735"/>
                  </a:cubicBezTo>
                  <a:cubicBezTo>
                    <a:pt x="5725" y="6735"/>
                    <a:pt x="5692" y="6738"/>
                    <a:pt x="5656" y="6744"/>
                  </a:cubicBezTo>
                  <a:lnTo>
                    <a:pt x="5656" y="6208"/>
                  </a:lnTo>
                  <a:cubicBezTo>
                    <a:pt x="6192" y="5839"/>
                    <a:pt x="6561" y="5256"/>
                    <a:pt x="6656" y="4589"/>
                  </a:cubicBezTo>
                  <a:lnTo>
                    <a:pt x="6740" y="4589"/>
                  </a:lnTo>
                  <a:cubicBezTo>
                    <a:pt x="7061" y="4589"/>
                    <a:pt x="7323" y="4351"/>
                    <a:pt x="7359" y="4065"/>
                  </a:cubicBezTo>
                  <a:cubicBezTo>
                    <a:pt x="7371" y="3898"/>
                    <a:pt x="7311" y="3743"/>
                    <a:pt x="7204" y="3601"/>
                  </a:cubicBezTo>
                  <a:cubicBezTo>
                    <a:pt x="7156" y="3541"/>
                    <a:pt x="7097" y="3505"/>
                    <a:pt x="7025" y="3470"/>
                  </a:cubicBezTo>
                  <a:lnTo>
                    <a:pt x="7216" y="2339"/>
                  </a:lnTo>
                  <a:cubicBezTo>
                    <a:pt x="7275" y="1969"/>
                    <a:pt x="7085" y="1600"/>
                    <a:pt x="6763" y="1446"/>
                  </a:cubicBezTo>
                  <a:cubicBezTo>
                    <a:pt x="6906" y="1065"/>
                    <a:pt x="6883" y="600"/>
                    <a:pt x="6656" y="88"/>
                  </a:cubicBezTo>
                  <a:cubicBezTo>
                    <a:pt x="6644" y="53"/>
                    <a:pt x="6597" y="5"/>
                    <a:pt x="6537" y="5"/>
                  </a:cubicBezTo>
                  <a:cubicBezTo>
                    <a:pt x="6523" y="2"/>
                    <a:pt x="6510" y="1"/>
                    <a:pt x="64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2"/>
            <p:cNvSpPr/>
            <p:nvPr/>
          </p:nvSpPr>
          <p:spPr>
            <a:xfrm>
              <a:off x="5090491" y="3141364"/>
              <a:ext cx="10581" cy="86391"/>
            </a:xfrm>
            <a:custGeom>
              <a:avLst/>
              <a:gdLst/>
              <a:ahLst/>
              <a:cxnLst/>
              <a:rect l="l" t="t" r="r" b="b"/>
              <a:pathLst>
                <a:path w="334" h="2727" extrusionOk="0">
                  <a:moveTo>
                    <a:pt x="167" y="0"/>
                  </a:moveTo>
                  <a:cubicBezTo>
                    <a:pt x="84" y="0"/>
                    <a:pt x="0" y="84"/>
                    <a:pt x="0" y="167"/>
                  </a:cubicBezTo>
                  <a:lnTo>
                    <a:pt x="0" y="2560"/>
                  </a:lnTo>
                  <a:cubicBezTo>
                    <a:pt x="0" y="2656"/>
                    <a:pt x="84" y="2727"/>
                    <a:pt x="167" y="2727"/>
                  </a:cubicBezTo>
                  <a:cubicBezTo>
                    <a:pt x="262" y="2727"/>
                    <a:pt x="334" y="2656"/>
                    <a:pt x="334" y="2560"/>
                  </a:cubicBezTo>
                  <a:lnTo>
                    <a:pt x="334" y="167"/>
                  </a:lnTo>
                  <a:cubicBezTo>
                    <a:pt x="334" y="84"/>
                    <a:pt x="262"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2"/>
            <p:cNvSpPr/>
            <p:nvPr/>
          </p:nvSpPr>
          <p:spPr>
            <a:xfrm>
              <a:off x="5031281" y="3152294"/>
              <a:ext cx="10201" cy="10613"/>
            </a:xfrm>
            <a:custGeom>
              <a:avLst/>
              <a:gdLst/>
              <a:ahLst/>
              <a:cxnLst/>
              <a:rect l="l" t="t" r="r" b="b"/>
              <a:pathLst>
                <a:path w="322" h="335" extrusionOk="0">
                  <a:moveTo>
                    <a:pt x="155" y="1"/>
                  </a:moveTo>
                  <a:cubicBezTo>
                    <a:pt x="72" y="1"/>
                    <a:pt x="0" y="72"/>
                    <a:pt x="0" y="167"/>
                  </a:cubicBezTo>
                  <a:cubicBezTo>
                    <a:pt x="0" y="251"/>
                    <a:pt x="72" y="334"/>
                    <a:pt x="155" y="334"/>
                  </a:cubicBezTo>
                  <a:cubicBezTo>
                    <a:pt x="250" y="334"/>
                    <a:pt x="322" y="251"/>
                    <a:pt x="322" y="167"/>
                  </a:cubicBezTo>
                  <a:cubicBezTo>
                    <a:pt x="322" y="72"/>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2"/>
            <p:cNvSpPr/>
            <p:nvPr/>
          </p:nvSpPr>
          <p:spPr>
            <a:xfrm>
              <a:off x="5031281" y="3217555"/>
              <a:ext cx="10201" cy="10201"/>
            </a:xfrm>
            <a:custGeom>
              <a:avLst/>
              <a:gdLst/>
              <a:ahLst/>
              <a:cxnLst/>
              <a:rect l="l" t="t" r="r" b="b"/>
              <a:pathLst>
                <a:path w="322" h="322" extrusionOk="0">
                  <a:moveTo>
                    <a:pt x="155" y="1"/>
                  </a:moveTo>
                  <a:cubicBezTo>
                    <a:pt x="72" y="1"/>
                    <a:pt x="0" y="72"/>
                    <a:pt x="0" y="155"/>
                  </a:cubicBezTo>
                  <a:cubicBezTo>
                    <a:pt x="0" y="251"/>
                    <a:pt x="72" y="322"/>
                    <a:pt x="155" y="322"/>
                  </a:cubicBezTo>
                  <a:cubicBezTo>
                    <a:pt x="250" y="322"/>
                    <a:pt x="322" y="251"/>
                    <a:pt x="322" y="155"/>
                  </a:cubicBezTo>
                  <a:cubicBezTo>
                    <a:pt x="322" y="72"/>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2"/>
            <p:cNvSpPr/>
            <p:nvPr/>
          </p:nvSpPr>
          <p:spPr>
            <a:xfrm>
              <a:off x="5031281" y="3184734"/>
              <a:ext cx="10201" cy="10613"/>
            </a:xfrm>
            <a:custGeom>
              <a:avLst/>
              <a:gdLst/>
              <a:ahLst/>
              <a:cxnLst/>
              <a:rect l="l" t="t" r="r" b="b"/>
              <a:pathLst>
                <a:path w="322" h="335" extrusionOk="0">
                  <a:moveTo>
                    <a:pt x="155" y="1"/>
                  </a:moveTo>
                  <a:cubicBezTo>
                    <a:pt x="72" y="1"/>
                    <a:pt x="0" y="84"/>
                    <a:pt x="0" y="167"/>
                  </a:cubicBezTo>
                  <a:cubicBezTo>
                    <a:pt x="0" y="263"/>
                    <a:pt x="72" y="334"/>
                    <a:pt x="155" y="334"/>
                  </a:cubicBezTo>
                  <a:cubicBezTo>
                    <a:pt x="250" y="334"/>
                    <a:pt x="322" y="263"/>
                    <a:pt x="322" y="167"/>
                  </a:cubicBezTo>
                  <a:cubicBezTo>
                    <a:pt x="322" y="84"/>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2"/>
            <p:cNvSpPr/>
            <p:nvPr/>
          </p:nvSpPr>
          <p:spPr>
            <a:xfrm>
              <a:off x="4998841" y="2995763"/>
              <a:ext cx="10201" cy="15492"/>
            </a:xfrm>
            <a:custGeom>
              <a:avLst/>
              <a:gdLst/>
              <a:ahLst/>
              <a:cxnLst/>
              <a:rect l="l" t="t" r="r" b="b"/>
              <a:pathLst>
                <a:path w="322" h="489" extrusionOk="0">
                  <a:moveTo>
                    <a:pt x="155" y="1"/>
                  </a:moveTo>
                  <a:cubicBezTo>
                    <a:pt x="72" y="1"/>
                    <a:pt x="0" y="72"/>
                    <a:pt x="0" y="167"/>
                  </a:cubicBezTo>
                  <a:lnTo>
                    <a:pt x="0" y="334"/>
                  </a:lnTo>
                  <a:cubicBezTo>
                    <a:pt x="0" y="417"/>
                    <a:pt x="72" y="489"/>
                    <a:pt x="155" y="489"/>
                  </a:cubicBezTo>
                  <a:cubicBezTo>
                    <a:pt x="250" y="489"/>
                    <a:pt x="322" y="417"/>
                    <a:pt x="322" y="334"/>
                  </a:cubicBezTo>
                  <a:lnTo>
                    <a:pt x="322" y="167"/>
                  </a:lnTo>
                  <a:cubicBezTo>
                    <a:pt x="322" y="72"/>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2"/>
            <p:cNvSpPr/>
            <p:nvPr/>
          </p:nvSpPr>
          <p:spPr>
            <a:xfrm>
              <a:off x="5063721" y="2995763"/>
              <a:ext cx="10201" cy="15492"/>
            </a:xfrm>
            <a:custGeom>
              <a:avLst/>
              <a:gdLst/>
              <a:ahLst/>
              <a:cxnLst/>
              <a:rect l="l" t="t" r="r" b="b"/>
              <a:pathLst>
                <a:path w="322" h="489" extrusionOk="0">
                  <a:moveTo>
                    <a:pt x="167" y="1"/>
                  </a:moveTo>
                  <a:cubicBezTo>
                    <a:pt x="71" y="1"/>
                    <a:pt x="0" y="72"/>
                    <a:pt x="0" y="167"/>
                  </a:cubicBezTo>
                  <a:lnTo>
                    <a:pt x="0" y="334"/>
                  </a:lnTo>
                  <a:cubicBezTo>
                    <a:pt x="0" y="417"/>
                    <a:pt x="71" y="489"/>
                    <a:pt x="167" y="489"/>
                  </a:cubicBezTo>
                  <a:cubicBezTo>
                    <a:pt x="250" y="489"/>
                    <a:pt x="322" y="417"/>
                    <a:pt x="322" y="334"/>
                  </a:cubicBezTo>
                  <a:lnTo>
                    <a:pt x="322" y="167"/>
                  </a:lnTo>
                  <a:cubicBezTo>
                    <a:pt x="322" y="72"/>
                    <a:pt x="250"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2"/>
            <p:cNvSpPr/>
            <p:nvPr/>
          </p:nvSpPr>
          <p:spPr>
            <a:xfrm>
              <a:off x="4993550"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55" y="84"/>
                    <a:pt x="584" y="1"/>
                    <a:pt x="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2"/>
            <p:cNvSpPr/>
            <p:nvPr/>
          </p:nvSpPr>
          <p:spPr>
            <a:xfrm>
              <a:off x="5058051"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67" y="84"/>
                    <a:pt x="596" y="1"/>
                    <a:pt x="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2"/>
            <p:cNvSpPr/>
            <p:nvPr/>
          </p:nvSpPr>
          <p:spPr>
            <a:xfrm>
              <a:off x="5007141" y="3025574"/>
              <a:ext cx="58481" cy="32092"/>
            </a:xfrm>
            <a:custGeom>
              <a:avLst/>
              <a:gdLst/>
              <a:ahLst/>
              <a:cxnLst/>
              <a:rect l="l" t="t" r="r" b="b"/>
              <a:pathLst>
                <a:path w="1846" h="1013" extrusionOk="0">
                  <a:moveTo>
                    <a:pt x="1500" y="322"/>
                  </a:moveTo>
                  <a:cubicBezTo>
                    <a:pt x="1429" y="536"/>
                    <a:pt x="1191" y="679"/>
                    <a:pt x="917" y="679"/>
                  </a:cubicBezTo>
                  <a:cubicBezTo>
                    <a:pt x="655" y="679"/>
                    <a:pt x="417" y="536"/>
                    <a:pt x="345" y="322"/>
                  </a:cubicBezTo>
                  <a:close/>
                  <a:moveTo>
                    <a:pt x="167" y="0"/>
                  </a:moveTo>
                  <a:cubicBezTo>
                    <a:pt x="72" y="0"/>
                    <a:pt x="0" y="72"/>
                    <a:pt x="0" y="167"/>
                  </a:cubicBezTo>
                  <a:cubicBezTo>
                    <a:pt x="0" y="619"/>
                    <a:pt x="417" y="1012"/>
                    <a:pt x="929" y="1012"/>
                  </a:cubicBezTo>
                  <a:cubicBezTo>
                    <a:pt x="1429" y="1012"/>
                    <a:pt x="1846" y="643"/>
                    <a:pt x="1846" y="167"/>
                  </a:cubicBezTo>
                  <a:cubicBezTo>
                    <a:pt x="1846" y="72"/>
                    <a:pt x="1786" y="0"/>
                    <a:pt x="17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2" name="Google Shape;1202;p42"/>
          <p:cNvGrpSpPr/>
          <p:nvPr/>
        </p:nvGrpSpPr>
        <p:grpSpPr>
          <a:xfrm>
            <a:off x="1707236" y="1198029"/>
            <a:ext cx="260283" cy="345914"/>
            <a:chOff x="8055961" y="2881842"/>
            <a:chExt cx="260283" cy="345914"/>
          </a:xfrm>
        </p:grpSpPr>
        <p:sp>
          <p:nvSpPr>
            <p:cNvPr id="1203" name="Google Shape;1203;p42"/>
            <p:cNvSpPr/>
            <p:nvPr/>
          </p:nvSpPr>
          <p:spPr>
            <a:xfrm>
              <a:off x="8055961" y="2881842"/>
              <a:ext cx="260283" cy="345914"/>
            </a:xfrm>
            <a:custGeom>
              <a:avLst/>
              <a:gdLst/>
              <a:ahLst/>
              <a:cxnLst/>
              <a:rect l="l" t="t" r="r" b="b"/>
              <a:pathLst>
                <a:path w="8216" h="10919" extrusionOk="0">
                  <a:moveTo>
                    <a:pt x="4918" y="2358"/>
                  </a:moveTo>
                  <a:cubicBezTo>
                    <a:pt x="5120" y="2656"/>
                    <a:pt x="5334" y="2882"/>
                    <a:pt x="5561" y="3073"/>
                  </a:cubicBezTo>
                  <a:lnTo>
                    <a:pt x="4477" y="3073"/>
                  </a:lnTo>
                  <a:cubicBezTo>
                    <a:pt x="4429" y="3073"/>
                    <a:pt x="4382" y="3085"/>
                    <a:pt x="4358" y="3132"/>
                  </a:cubicBezTo>
                  <a:cubicBezTo>
                    <a:pt x="4310" y="3168"/>
                    <a:pt x="4298" y="3216"/>
                    <a:pt x="4298" y="3251"/>
                  </a:cubicBezTo>
                  <a:lnTo>
                    <a:pt x="4322" y="3442"/>
                  </a:lnTo>
                  <a:cubicBezTo>
                    <a:pt x="4263" y="3418"/>
                    <a:pt x="4191" y="3418"/>
                    <a:pt x="4120" y="3418"/>
                  </a:cubicBezTo>
                  <a:cubicBezTo>
                    <a:pt x="4048" y="3418"/>
                    <a:pt x="3965" y="3430"/>
                    <a:pt x="3906" y="3442"/>
                  </a:cubicBezTo>
                  <a:lnTo>
                    <a:pt x="3941" y="3251"/>
                  </a:lnTo>
                  <a:lnTo>
                    <a:pt x="3941" y="3228"/>
                  </a:lnTo>
                  <a:cubicBezTo>
                    <a:pt x="4263" y="2966"/>
                    <a:pt x="4596" y="2692"/>
                    <a:pt x="4918" y="2358"/>
                  </a:cubicBezTo>
                  <a:close/>
                  <a:moveTo>
                    <a:pt x="3572" y="3478"/>
                  </a:moveTo>
                  <a:lnTo>
                    <a:pt x="3525" y="3823"/>
                  </a:lnTo>
                  <a:cubicBezTo>
                    <a:pt x="3525" y="3823"/>
                    <a:pt x="3513" y="3894"/>
                    <a:pt x="3513" y="3906"/>
                  </a:cubicBezTo>
                  <a:cubicBezTo>
                    <a:pt x="3429" y="4121"/>
                    <a:pt x="3239" y="4263"/>
                    <a:pt x="3013" y="4263"/>
                  </a:cubicBezTo>
                  <a:lnTo>
                    <a:pt x="2858" y="4263"/>
                  </a:lnTo>
                  <a:cubicBezTo>
                    <a:pt x="2739" y="4263"/>
                    <a:pt x="2632" y="4204"/>
                    <a:pt x="2572" y="4121"/>
                  </a:cubicBezTo>
                  <a:cubicBezTo>
                    <a:pt x="2596" y="4097"/>
                    <a:pt x="2620" y="4085"/>
                    <a:pt x="2644" y="4073"/>
                  </a:cubicBezTo>
                  <a:cubicBezTo>
                    <a:pt x="2739" y="4013"/>
                    <a:pt x="2834" y="3954"/>
                    <a:pt x="2941" y="3894"/>
                  </a:cubicBezTo>
                  <a:lnTo>
                    <a:pt x="2941" y="3906"/>
                  </a:lnTo>
                  <a:cubicBezTo>
                    <a:pt x="2929" y="4013"/>
                    <a:pt x="3001" y="4073"/>
                    <a:pt x="3096" y="4073"/>
                  </a:cubicBezTo>
                  <a:cubicBezTo>
                    <a:pt x="3179" y="4073"/>
                    <a:pt x="3239" y="4001"/>
                    <a:pt x="3239" y="3906"/>
                  </a:cubicBezTo>
                  <a:lnTo>
                    <a:pt x="3239" y="3704"/>
                  </a:lnTo>
                  <a:cubicBezTo>
                    <a:pt x="3346" y="3632"/>
                    <a:pt x="3453" y="3549"/>
                    <a:pt x="3572" y="3478"/>
                  </a:cubicBezTo>
                  <a:close/>
                  <a:moveTo>
                    <a:pt x="4965" y="3370"/>
                  </a:moveTo>
                  <a:lnTo>
                    <a:pt x="4965" y="3382"/>
                  </a:lnTo>
                  <a:lnTo>
                    <a:pt x="5811" y="3382"/>
                  </a:lnTo>
                  <a:lnTo>
                    <a:pt x="5727" y="3966"/>
                  </a:lnTo>
                  <a:cubicBezTo>
                    <a:pt x="5692" y="4144"/>
                    <a:pt x="5549" y="4263"/>
                    <a:pt x="5382" y="4263"/>
                  </a:cubicBezTo>
                  <a:lnTo>
                    <a:pt x="5215" y="4263"/>
                  </a:lnTo>
                  <a:cubicBezTo>
                    <a:pt x="4977" y="4263"/>
                    <a:pt x="4775" y="4097"/>
                    <a:pt x="4715" y="3882"/>
                  </a:cubicBezTo>
                  <a:cubicBezTo>
                    <a:pt x="4715" y="3847"/>
                    <a:pt x="4703" y="3823"/>
                    <a:pt x="4703" y="3787"/>
                  </a:cubicBezTo>
                  <a:cubicBezTo>
                    <a:pt x="4679" y="3668"/>
                    <a:pt x="4644" y="3370"/>
                    <a:pt x="4644" y="3370"/>
                  </a:cubicBezTo>
                  <a:close/>
                  <a:moveTo>
                    <a:pt x="4453" y="311"/>
                  </a:moveTo>
                  <a:cubicBezTo>
                    <a:pt x="4549" y="311"/>
                    <a:pt x="4632" y="322"/>
                    <a:pt x="4715" y="358"/>
                  </a:cubicBezTo>
                  <a:cubicBezTo>
                    <a:pt x="5072" y="453"/>
                    <a:pt x="5299" y="811"/>
                    <a:pt x="5275" y="1215"/>
                  </a:cubicBezTo>
                  <a:cubicBezTo>
                    <a:pt x="5275" y="1299"/>
                    <a:pt x="5334" y="1382"/>
                    <a:pt x="5430" y="1382"/>
                  </a:cubicBezTo>
                  <a:cubicBezTo>
                    <a:pt x="5513" y="1382"/>
                    <a:pt x="5584" y="1323"/>
                    <a:pt x="5584" y="1227"/>
                  </a:cubicBezTo>
                  <a:cubicBezTo>
                    <a:pt x="5608" y="1025"/>
                    <a:pt x="5572" y="823"/>
                    <a:pt x="5501" y="668"/>
                  </a:cubicBezTo>
                  <a:lnTo>
                    <a:pt x="5501" y="668"/>
                  </a:lnTo>
                  <a:cubicBezTo>
                    <a:pt x="6084" y="751"/>
                    <a:pt x="6525" y="1263"/>
                    <a:pt x="6525" y="1858"/>
                  </a:cubicBezTo>
                  <a:lnTo>
                    <a:pt x="6525" y="3299"/>
                  </a:lnTo>
                  <a:cubicBezTo>
                    <a:pt x="6215" y="3156"/>
                    <a:pt x="5596" y="2811"/>
                    <a:pt x="5144" y="2120"/>
                  </a:cubicBezTo>
                  <a:cubicBezTo>
                    <a:pt x="5191" y="2061"/>
                    <a:pt x="5251" y="2025"/>
                    <a:pt x="5299" y="1966"/>
                  </a:cubicBezTo>
                  <a:cubicBezTo>
                    <a:pt x="5358" y="1906"/>
                    <a:pt x="5358" y="1799"/>
                    <a:pt x="5275" y="1739"/>
                  </a:cubicBezTo>
                  <a:cubicBezTo>
                    <a:pt x="5246" y="1711"/>
                    <a:pt x="5210" y="1696"/>
                    <a:pt x="5173" y="1696"/>
                  </a:cubicBezTo>
                  <a:cubicBezTo>
                    <a:pt x="5132" y="1696"/>
                    <a:pt x="5092" y="1714"/>
                    <a:pt x="5060" y="1751"/>
                  </a:cubicBezTo>
                  <a:cubicBezTo>
                    <a:pt x="3727" y="3239"/>
                    <a:pt x="2060" y="4061"/>
                    <a:pt x="1429" y="4323"/>
                  </a:cubicBezTo>
                  <a:cubicBezTo>
                    <a:pt x="1465" y="4061"/>
                    <a:pt x="1512" y="3585"/>
                    <a:pt x="1512" y="2882"/>
                  </a:cubicBezTo>
                  <a:cubicBezTo>
                    <a:pt x="1512" y="2192"/>
                    <a:pt x="1798" y="1549"/>
                    <a:pt x="2322" y="1049"/>
                  </a:cubicBezTo>
                  <a:cubicBezTo>
                    <a:pt x="2822" y="572"/>
                    <a:pt x="3477" y="311"/>
                    <a:pt x="4120" y="311"/>
                  </a:cubicBezTo>
                  <a:close/>
                  <a:moveTo>
                    <a:pt x="6108" y="3466"/>
                  </a:moveTo>
                  <a:cubicBezTo>
                    <a:pt x="6144" y="3478"/>
                    <a:pt x="6156" y="3490"/>
                    <a:pt x="6192" y="3490"/>
                  </a:cubicBezTo>
                  <a:cubicBezTo>
                    <a:pt x="6227" y="3632"/>
                    <a:pt x="6346" y="3728"/>
                    <a:pt x="6501" y="3728"/>
                  </a:cubicBezTo>
                  <a:lnTo>
                    <a:pt x="6584" y="3728"/>
                  </a:lnTo>
                  <a:cubicBezTo>
                    <a:pt x="6739" y="3728"/>
                    <a:pt x="6858" y="3847"/>
                    <a:pt x="6858" y="4001"/>
                  </a:cubicBezTo>
                  <a:cubicBezTo>
                    <a:pt x="6858" y="4144"/>
                    <a:pt x="6739" y="4263"/>
                    <a:pt x="6584" y="4263"/>
                  </a:cubicBezTo>
                  <a:lnTo>
                    <a:pt x="6477" y="4263"/>
                  </a:lnTo>
                  <a:cubicBezTo>
                    <a:pt x="6477" y="4180"/>
                    <a:pt x="6418" y="4097"/>
                    <a:pt x="6334" y="4097"/>
                  </a:cubicBezTo>
                  <a:cubicBezTo>
                    <a:pt x="6239" y="4097"/>
                    <a:pt x="6168" y="4156"/>
                    <a:pt x="6156" y="4252"/>
                  </a:cubicBezTo>
                  <a:cubicBezTo>
                    <a:pt x="6108" y="4775"/>
                    <a:pt x="5882" y="5252"/>
                    <a:pt x="5501" y="5609"/>
                  </a:cubicBezTo>
                  <a:cubicBezTo>
                    <a:pt x="5108" y="5966"/>
                    <a:pt x="4620" y="6157"/>
                    <a:pt x="4096" y="6157"/>
                  </a:cubicBezTo>
                  <a:cubicBezTo>
                    <a:pt x="3596" y="6157"/>
                    <a:pt x="3108" y="5966"/>
                    <a:pt x="2715" y="5621"/>
                  </a:cubicBezTo>
                  <a:cubicBezTo>
                    <a:pt x="2358" y="5287"/>
                    <a:pt x="2143" y="4859"/>
                    <a:pt x="2060" y="4382"/>
                  </a:cubicBezTo>
                  <a:cubicBezTo>
                    <a:pt x="2120" y="4359"/>
                    <a:pt x="2203" y="4311"/>
                    <a:pt x="2274" y="4287"/>
                  </a:cubicBezTo>
                  <a:cubicBezTo>
                    <a:pt x="2393" y="4478"/>
                    <a:pt x="2596" y="4597"/>
                    <a:pt x="2834" y="4597"/>
                  </a:cubicBezTo>
                  <a:lnTo>
                    <a:pt x="3001" y="4597"/>
                  </a:lnTo>
                  <a:cubicBezTo>
                    <a:pt x="3382" y="4597"/>
                    <a:pt x="3727" y="4311"/>
                    <a:pt x="3822" y="3942"/>
                  </a:cubicBezTo>
                  <a:cubicBezTo>
                    <a:pt x="3858" y="3823"/>
                    <a:pt x="3965" y="3728"/>
                    <a:pt x="4108" y="3728"/>
                  </a:cubicBezTo>
                  <a:cubicBezTo>
                    <a:pt x="4239" y="3728"/>
                    <a:pt x="4358" y="3823"/>
                    <a:pt x="4382" y="3942"/>
                  </a:cubicBezTo>
                  <a:cubicBezTo>
                    <a:pt x="4477" y="4311"/>
                    <a:pt x="4822" y="4597"/>
                    <a:pt x="5203" y="4597"/>
                  </a:cubicBezTo>
                  <a:lnTo>
                    <a:pt x="5370" y="4597"/>
                  </a:lnTo>
                  <a:cubicBezTo>
                    <a:pt x="5692" y="4597"/>
                    <a:pt x="5989" y="4347"/>
                    <a:pt x="6037" y="4013"/>
                  </a:cubicBezTo>
                  <a:lnTo>
                    <a:pt x="6108" y="3466"/>
                  </a:lnTo>
                  <a:close/>
                  <a:moveTo>
                    <a:pt x="4977" y="6311"/>
                  </a:moveTo>
                  <a:lnTo>
                    <a:pt x="4977" y="6859"/>
                  </a:lnTo>
                  <a:cubicBezTo>
                    <a:pt x="4977" y="7216"/>
                    <a:pt x="5203" y="7526"/>
                    <a:pt x="5549" y="7645"/>
                  </a:cubicBezTo>
                  <a:lnTo>
                    <a:pt x="5799" y="7740"/>
                  </a:lnTo>
                  <a:lnTo>
                    <a:pt x="5656" y="8062"/>
                  </a:lnTo>
                  <a:cubicBezTo>
                    <a:pt x="5382" y="8669"/>
                    <a:pt x="4775" y="9062"/>
                    <a:pt x="4120" y="9062"/>
                  </a:cubicBezTo>
                  <a:cubicBezTo>
                    <a:pt x="3453" y="9062"/>
                    <a:pt x="2858" y="8669"/>
                    <a:pt x="2584" y="8062"/>
                  </a:cubicBezTo>
                  <a:lnTo>
                    <a:pt x="2441" y="7740"/>
                  </a:lnTo>
                  <a:lnTo>
                    <a:pt x="2691" y="7645"/>
                  </a:lnTo>
                  <a:cubicBezTo>
                    <a:pt x="3036" y="7526"/>
                    <a:pt x="3251" y="7216"/>
                    <a:pt x="3251" y="6859"/>
                  </a:cubicBezTo>
                  <a:lnTo>
                    <a:pt x="3251" y="6311"/>
                  </a:lnTo>
                  <a:cubicBezTo>
                    <a:pt x="3525" y="6407"/>
                    <a:pt x="3822" y="6466"/>
                    <a:pt x="4120" y="6466"/>
                  </a:cubicBezTo>
                  <a:cubicBezTo>
                    <a:pt x="4418" y="6466"/>
                    <a:pt x="4715" y="6407"/>
                    <a:pt x="4977" y="6311"/>
                  </a:cubicBezTo>
                  <a:close/>
                  <a:moveTo>
                    <a:pt x="4084" y="1"/>
                  </a:moveTo>
                  <a:cubicBezTo>
                    <a:pt x="3358" y="1"/>
                    <a:pt x="2620" y="299"/>
                    <a:pt x="2060" y="834"/>
                  </a:cubicBezTo>
                  <a:cubicBezTo>
                    <a:pt x="1489" y="1382"/>
                    <a:pt x="1155" y="2120"/>
                    <a:pt x="1155" y="2882"/>
                  </a:cubicBezTo>
                  <a:cubicBezTo>
                    <a:pt x="1155" y="4025"/>
                    <a:pt x="1024" y="4537"/>
                    <a:pt x="1024" y="4537"/>
                  </a:cubicBezTo>
                  <a:cubicBezTo>
                    <a:pt x="1012" y="4597"/>
                    <a:pt x="1024" y="4656"/>
                    <a:pt x="1072" y="4704"/>
                  </a:cubicBezTo>
                  <a:cubicBezTo>
                    <a:pt x="1096" y="4728"/>
                    <a:pt x="1143" y="4740"/>
                    <a:pt x="1167" y="4740"/>
                  </a:cubicBezTo>
                  <a:cubicBezTo>
                    <a:pt x="1191" y="4740"/>
                    <a:pt x="1203" y="4740"/>
                    <a:pt x="1227" y="4728"/>
                  </a:cubicBezTo>
                  <a:cubicBezTo>
                    <a:pt x="1250" y="4728"/>
                    <a:pt x="1441" y="4656"/>
                    <a:pt x="1739" y="4525"/>
                  </a:cubicBezTo>
                  <a:cubicBezTo>
                    <a:pt x="1822" y="5025"/>
                    <a:pt x="2096" y="5490"/>
                    <a:pt x="2477" y="5847"/>
                  </a:cubicBezTo>
                  <a:cubicBezTo>
                    <a:pt x="2620" y="5966"/>
                    <a:pt x="2751" y="6073"/>
                    <a:pt x="2894" y="6145"/>
                  </a:cubicBezTo>
                  <a:lnTo>
                    <a:pt x="2894" y="6847"/>
                  </a:lnTo>
                  <a:cubicBezTo>
                    <a:pt x="2894" y="7061"/>
                    <a:pt x="2763" y="7264"/>
                    <a:pt x="2560" y="7335"/>
                  </a:cubicBezTo>
                  <a:lnTo>
                    <a:pt x="786" y="7954"/>
                  </a:lnTo>
                  <a:cubicBezTo>
                    <a:pt x="310" y="8121"/>
                    <a:pt x="0" y="8573"/>
                    <a:pt x="0" y="9074"/>
                  </a:cubicBezTo>
                  <a:lnTo>
                    <a:pt x="0" y="10740"/>
                  </a:lnTo>
                  <a:cubicBezTo>
                    <a:pt x="0" y="10836"/>
                    <a:pt x="72" y="10907"/>
                    <a:pt x="155" y="10907"/>
                  </a:cubicBezTo>
                  <a:cubicBezTo>
                    <a:pt x="250" y="10907"/>
                    <a:pt x="322" y="10836"/>
                    <a:pt x="322" y="10740"/>
                  </a:cubicBezTo>
                  <a:lnTo>
                    <a:pt x="322" y="9074"/>
                  </a:lnTo>
                  <a:cubicBezTo>
                    <a:pt x="322" y="8931"/>
                    <a:pt x="358" y="8788"/>
                    <a:pt x="429" y="8669"/>
                  </a:cubicBezTo>
                  <a:lnTo>
                    <a:pt x="596" y="8824"/>
                  </a:lnTo>
                  <a:cubicBezTo>
                    <a:pt x="619" y="8847"/>
                    <a:pt x="667" y="8871"/>
                    <a:pt x="691" y="8871"/>
                  </a:cubicBezTo>
                  <a:cubicBezTo>
                    <a:pt x="739" y="8871"/>
                    <a:pt x="786" y="8847"/>
                    <a:pt x="810" y="8812"/>
                  </a:cubicBezTo>
                  <a:cubicBezTo>
                    <a:pt x="869" y="8728"/>
                    <a:pt x="858" y="8645"/>
                    <a:pt x="798" y="8585"/>
                  </a:cubicBezTo>
                  <a:lnTo>
                    <a:pt x="619" y="8431"/>
                  </a:lnTo>
                  <a:cubicBezTo>
                    <a:pt x="691" y="8359"/>
                    <a:pt x="798" y="8312"/>
                    <a:pt x="893" y="8276"/>
                  </a:cubicBezTo>
                  <a:lnTo>
                    <a:pt x="2096" y="7835"/>
                  </a:lnTo>
                  <a:lnTo>
                    <a:pt x="2239" y="8181"/>
                  </a:lnTo>
                  <a:cubicBezTo>
                    <a:pt x="2572" y="8907"/>
                    <a:pt x="3286" y="9371"/>
                    <a:pt x="4072" y="9371"/>
                  </a:cubicBezTo>
                  <a:cubicBezTo>
                    <a:pt x="4858" y="9371"/>
                    <a:pt x="5572" y="8907"/>
                    <a:pt x="5906" y="8181"/>
                  </a:cubicBezTo>
                  <a:lnTo>
                    <a:pt x="6049" y="7835"/>
                  </a:lnTo>
                  <a:lnTo>
                    <a:pt x="7263" y="8276"/>
                  </a:lnTo>
                  <a:cubicBezTo>
                    <a:pt x="7358" y="8300"/>
                    <a:pt x="7454" y="8359"/>
                    <a:pt x="7525" y="8431"/>
                  </a:cubicBezTo>
                  <a:lnTo>
                    <a:pt x="6751" y="9085"/>
                  </a:lnTo>
                  <a:cubicBezTo>
                    <a:pt x="6561" y="9252"/>
                    <a:pt x="6454" y="9478"/>
                    <a:pt x="6454" y="9728"/>
                  </a:cubicBezTo>
                  <a:lnTo>
                    <a:pt x="6454" y="10752"/>
                  </a:lnTo>
                  <a:cubicBezTo>
                    <a:pt x="6454" y="10848"/>
                    <a:pt x="6525" y="10919"/>
                    <a:pt x="6620" y="10919"/>
                  </a:cubicBezTo>
                  <a:cubicBezTo>
                    <a:pt x="6704" y="10919"/>
                    <a:pt x="6787" y="10848"/>
                    <a:pt x="6787" y="10752"/>
                  </a:cubicBezTo>
                  <a:lnTo>
                    <a:pt x="6787" y="9728"/>
                  </a:lnTo>
                  <a:cubicBezTo>
                    <a:pt x="6787" y="9586"/>
                    <a:pt x="6846" y="9431"/>
                    <a:pt x="6965" y="9324"/>
                  </a:cubicBezTo>
                  <a:lnTo>
                    <a:pt x="7716" y="8669"/>
                  </a:lnTo>
                  <a:cubicBezTo>
                    <a:pt x="7775" y="8788"/>
                    <a:pt x="7823" y="8943"/>
                    <a:pt x="7823" y="9074"/>
                  </a:cubicBezTo>
                  <a:lnTo>
                    <a:pt x="7823" y="10740"/>
                  </a:lnTo>
                  <a:cubicBezTo>
                    <a:pt x="7823" y="10836"/>
                    <a:pt x="7894" y="10907"/>
                    <a:pt x="7989" y="10907"/>
                  </a:cubicBezTo>
                  <a:cubicBezTo>
                    <a:pt x="8073" y="10907"/>
                    <a:pt x="8144" y="10836"/>
                    <a:pt x="8144" y="10740"/>
                  </a:cubicBezTo>
                  <a:lnTo>
                    <a:pt x="8144" y="9074"/>
                  </a:lnTo>
                  <a:cubicBezTo>
                    <a:pt x="8216" y="8585"/>
                    <a:pt x="7882" y="8133"/>
                    <a:pt x="7418" y="7978"/>
                  </a:cubicBezTo>
                  <a:lnTo>
                    <a:pt x="5656" y="7347"/>
                  </a:lnTo>
                  <a:cubicBezTo>
                    <a:pt x="5441" y="7276"/>
                    <a:pt x="5311" y="7085"/>
                    <a:pt x="5311" y="6859"/>
                  </a:cubicBezTo>
                  <a:lnTo>
                    <a:pt x="5311" y="6157"/>
                  </a:lnTo>
                  <a:cubicBezTo>
                    <a:pt x="5453" y="6073"/>
                    <a:pt x="5608" y="5966"/>
                    <a:pt x="5739" y="5835"/>
                  </a:cubicBezTo>
                  <a:cubicBezTo>
                    <a:pt x="6096" y="5490"/>
                    <a:pt x="6346" y="5049"/>
                    <a:pt x="6442" y="4597"/>
                  </a:cubicBezTo>
                  <a:lnTo>
                    <a:pt x="6584" y="4597"/>
                  </a:lnTo>
                  <a:cubicBezTo>
                    <a:pt x="6918" y="4597"/>
                    <a:pt x="7168" y="4323"/>
                    <a:pt x="7168" y="4013"/>
                  </a:cubicBezTo>
                  <a:cubicBezTo>
                    <a:pt x="7168" y="3775"/>
                    <a:pt x="7037" y="3573"/>
                    <a:pt x="6823" y="3478"/>
                  </a:cubicBezTo>
                  <a:lnTo>
                    <a:pt x="6823" y="1870"/>
                  </a:lnTo>
                  <a:cubicBezTo>
                    <a:pt x="6823" y="1025"/>
                    <a:pt x="6144" y="334"/>
                    <a:pt x="5299" y="334"/>
                  </a:cubicBezTo>
                  <a:lnTo>
                    <a:pt x="5251" y="334"/>
                  </a:lnTo>
                  <a:cubicBezTo>
                    <a:pt x="5132" y="203"/>
                    <a:pt x="4965" y="96"/>
                    <a:pt x="4787" y="61"/>
                  </a:cubicBezTo>
                  <a:cubicBezTo>
                    <a:pt x="4668" y="25"/>
                    <a:pt x="4549" y="1"/>
                    <a:pt x="4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2"/>
            <p:cNvSpPr/>
            <p:nvPr/>
          </p:nvSpPr>
          <p:spPr>
            <a:xfrm>
              <a:off x="8164591" y="3033589"/>
              <a:ext cx="43402" cy="15396"/>
            </a:xfrm>
            <a:custGeom>
              <a:avLst/>
              <a:gdLst/>
              <a:ahLst/>
              <a:cxnLst/>
              <a:rect l="l" t="t" r="r" b="b"/>
              <a:pathLst>
                <a:path w="1370" h="486" extrusionOk="0">
                  <a:moveTo>
                    <a:pt x="173" y="0"/>
                  </a:moveTo>
                  <a:cubicBezTo>
                    <a:pt x="131" y="0"/>
                    <a:pt x="90" y="15"/>
                    <a:pt x="60" y="45"/>
                  </a:cubicBezTo>
                  <a:cubicBezTo>
                    <a:pt x="0" y="104"/>
                    <a:pt x="0" y="212"/>
                    <a:pt x="60" y="271"/>
                  </a:cubicBezTo>
                  <a:cubicBezTo>
                    <a:pt x="203" y="402"/>
                    <a:pt x="441" y="485"/>
                    <a:pt x="691" y="485"/>
                  </a:cubicBezTo>
                  <a:cubicBezTo>
                    <a:pt x="941" y="485"/>
                    <a:pt x="1179" y="414"/>
                    <a:pt x="1310" y="271"/>
                  </a:cubicBezTo>
                  <a:cubicBezTo>
                    <a:pt x="1370" y="212"/>
                    <a:pt x="1370" y="104"/>
                    <a:pt x="1310" y="45"/>
                  </a:cubicBezTo>
                  <a:cubicBezTo>
                    <a:pt x="1280" y="15"/>
                    <a:pt x="1242" y="0"/>
                    <a:pt x="1203" y="0"/>
                  </a:cubicBezTo>
                  <a:cubicBezTo>
                    <a:pt x="1164" y="0"/>
                    <a:pt x="1125" y="15"/>
                    <a:pt x="1096" y="45"/>
                  </a:cubicBezTo>
                  <a:cubicBezTo>
                    <a:pt x="1036" y="104"/>
                    <a:pt x="893" y="164"/>
                    <a:pt x="691" y="164"/>
                  </a:cubicBezTo>
                  <a:cubicBezTo>
                    <a:pt x="477" y="164"/>
                    <a:pt x="346" y="93"/>
                    <a:pt x="286" y="45"/>
                  </a:cubicBezTo>
                  <a:cubicBezTo>
                    <a:pt x="256" y="15"/>
                    <a:pt x="215" y="0"/>
                    <a:pt x="1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2"/>
            <p:cNvSpPr/>
            <p:nvPr/>
          </p:nvSpPr>
          <p:spPr>
            <a:xfrm>
              <a:off x="8213632" y="2995383"/>
              <a:ext cx="10581" cy="15492"/>
            </a:xfrm>
            <a:custGeom>
              <a:avLst/>
              <a:gdLst/>
              <a:ahLst/>
              <a:cxnLst/>
              <a:rect l="l" t="t" r="r" b="b"/>
              <a:pathLst>
                <a:path w="334" h="489" extrusionOk="0">
                  <a:moveTo>
                    <a:pt x="167" y="1"/>
                  </a:moveTo>
                  <a:cubicBezTo>
                    <a:pt x="83" y="1"/>
                    <a:pt x="0" y="72"/>
                    <a:pt x="0" y="167"/>
                  </a:cubicBezTo>
                  <a:lnTo>
                    <a:pt x="0" y="322"/>
                  </a:lnTo>
                  <a:cubicBezTo>
                    <a:pt x="0" y="417"/>
                    <a:pt x="83" y="489"/>
                    <a:pt x="167" y="489"/>
                  </a:cubicBezTo>
                  <a:cubicBezTo>
                    <a:pt x="250" y="489"/>
                    <a:pt x="334" y="417"/>
                    <a:pt x="334" y="322"/>
                  </a:cubicBezTo>
                  <a:lnTo>
                    <a:pt x="334" y="167"/>
                  </a:lnTo>
                  <a:cubicBezTo>
                    <a:pt x="322" y="72"/>
                    <a:pt x="262"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2"/>
            <p:cNvSpPr/>
            <p:nvPr/>
          </p:nvSpPr>
          <p:spPr>
            <a:xfrm>
              <a:off x="8088401" y="3165758"/>
              <a:ext cx="21511" cy="61998"/>
            </a:xfrm>
            <a:custGeom>
              <a:avLst/>
              <a:gdLst/>
              <a:ahLst/>
              <a:cxnLst/>
              <a:rect l="l" t="t" r="r" b="b"/>
              <a:pathLst>
                <a:path w="679" h="1957" extrusionOk="0">
                  <a:moveTo>
                    <a:pt x="176" y="1"/>
                  </a:moveTo>
                  <a:cubicBezTo>
                    <a:pt x="132" y="1"/>
                    <a:pt x="93" y="19"/>
                    <a:pt x="60" y="52"/>
                  </a:cubicBezTo>
                  <a:cubicBezTo>
                    <a:pt x="0" y="123"/>
                    <a:pt x="12" y="219"/>
                    <a:pt x="72" y="278"/>
                  </a:cubicBezTo>
                  <a:lnTo>
                    <a:pt x="179" y="362"/>
                  </a:lnTo>
                  <a:cubicBezTo>
                    <a:pt x="298" y="469"/>
                    <a:pt x="357" y="600"/>
                    <a:pt x="357" y="766"/>
                  </a:cubicBezTo>
                  <a:lnTo>
                    <a:pt x="357" y="1790"/>
                  </a:lnTo>
                  <a:cubicBezTo>
                    <a:pt x="357" y="1886"/>
                    <a:pt x="429" y="1957"/>
                    <a:pt x="524" y="1957"/>
                  </a:cubicBezTo>
                  <a:cubicBezTo>
                    <a:pt x="607" y="1957"/>
                    <a:pt x="679" y="1886"/>
                    <a:pt x="679" y="1790"/>
                  </a:cubicBezTo>
                  <a:lnTo>
                    <a:pt x="679" y="766"/>
                  </a:lnTo>
                  <a:cubicBezTo>
                    <a:pt x="679" y="528"/>
                    <a:pt x="584" y="290"/>
                    <a:pt x="381" y="123"/>
                  </a:cubicBezTo>
                  <a:lnTo>
                    <a:pt x="286" y="40"/>
                  </a:lnTo>
                  <a:cubicBezTo>
                    <a:pt x="248" y="13"/>
                    <a:pt x="211" y="1"/>
                    <a:pt x="1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42"/>
          <p:cNvGrpSpPr/>
          <p:nvPr/>
        </p:nvGrpSpPr>
        <p:grpSpPr>
          <a:xfrm>
            <a:off x="7177875" y="1192351"/>
            <a:ext cx="279513" cy="357255"/>
            <a:chOff x="4897750" y="2415639"/>
            <a:chExt cx="279513" cy="357255"/>
          </a:xfrm>
        </p:grpSpPr>
        <p:sp>
          <p:nvSpPr>
            <p:cNvPr id="1208" name="Google Shape;1208;p42"/>
            <p:cNvSpPr/>
            <p:nvPr/>
          </p:nvSpPr>
          <p:spPr>
            <a:xfrm>
              <a:off x="4964119" y="2715522"/>
              <a:ext cx="10613" cy="55472"/>
            </a:xfrm>
            <a:custGeom>
              <a:avLst/>
              <a:gdLst/>
              <a:ahLst/>
              <a:cxnLst/>
              <a:rect l="l" t="t" r="r" b="b"/>
              <a:pathLst>
                <a:path w="335" h="1751" extrusionOk="0">
                  <a:moveTo>
                    <a:pt x="167" y="0"/>
                  </a:moveTo>
                  <a:cubicBezTo>
                    <a:pt x="84" y="0"/>
                    <a:pt x="1" y="84"/>
                    <a:pt x="1" y="167"/>
                  </a:cubicBezTo>
                  <a:lnTo>
                    <a:pt x="1" y="1584"/>
                  </a:lnTo>
                  <a:cubicBezTo>
                    <a:pt x="1" y="1679"/>
                    <a:pt x="84" y="1751"/>
                    <a:pt x="167" y="1751"/>
                  </a:cubicBezTo>
                  <a:cubicBezTo>
                    <a:pt x="263" y="1751"/>
                    <a:pt x="334" y="1679"/>
                    <a:pt x="334" y="1584"/>
                  </a:cubicBezTo>
                  <a:lnTo>
                    <a:pt x="334" y="167"/>
                  </a:lnTo>
                  <a:cubicBezTo>
                    <a:pt x="334" y="84"/>
                    <a:pt x="263"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2"/>
            <p:cNvSpPr/>
            <p:nvPr/>
          </p:nvSpPr>
          <p:spPr>
            <a:xfrm>
              <a:off x="5098031" y="2715522"/>
              <a:ext cx="10581" cy="55472"/>
            </a:xfrm>
            <a:custGeom>
              <a:avLst/>
              <a:gdLst/>
              <a:ahLst/>
              <a:cxnLst/>
              <a:rect l="l" t="t" r="r" b="b"/>
              <a:pathLst>
                <a:path w="334" h="1751" extrusionOk="0">
                  <a:moveTo>
                    <a:pt x="167" y="0"/>
                  </a:moveTo>
                  <a:cubicBezTo>
                    <a:pt x="84" y="0"/>
                    <a:pt x="1" y="84"/>
                    <a:pt x="1" y="167"/>
                  </a:cubicBezTo>
                  <a:lnTo>
                    <a:pt x="1" y="1584"/>
                  </a:lnTo>
                  <a:cubicBezTo>
                    <a:pt x="1" y="1679"/>
                    <a:pt x="84" y="1751"/>
                    <a:pt x="167" y="1751"/>
                  </a:cubicBezTo>
                  <a:cubicBezTo>
                    <a:pt x="251" y="1751"/>
                    <a:pt x="334" y="1679"/>
                    <a:pt x="334" y="1584"/>
                  </a:cubicBezTo>
                  <a:lnTo>
                    <a:pt x="334" y="167"/>
                  </a:lnTo>
                  <a:cubicBezTo>
                    <a:pt x="334" y="84"/>
                    <a:pt x="262"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2"/>
            <p:cNvSpPr/>
            <p:nvPr/>
          </p:nvSpPr>
          <p:spPr>
            <a:xfrm>
              <a:off x="4897750" y="2415639"/>
              <a:ext cx="279513" cy="357255"/>
            </a:xfrm>
            <a:custGeom>
              <a:avLst/>
              <a:gdLst/>
              <a:ahLst/>
              <a:cxnLst/>
              <a:rect l="l" t="t" r="r" b="b"/>
              <a:pathLst>
                <a:path w="8823" h="11277" extrusionOk="0">
                  <a:moveTo>
                    <a:pt x="4787" y="299"/>
                  </a:moveTo>
                  <a:cubicBezTo>
                    <a:pt x="5418" y="299"/>
                    <a:pt x="6013" y="584"/>
                    <a:pt x="6430" y="1061"/>
                  </a:cubicBezTo>
                  <a:cubicBezTo>
                    <a:pt x="6834" y="1549"/>
                    <a:pt x="6989" y="2180"/>
                    <a:pt x="6894" y="2799"/>
                  </a:cubicBezTo>
                  <a:lnTo>
                    <a:pt x="6799" y="3311"/>
                  </a:lnTo>
                  <a:lnTo>
                    <a:pt x="6715" y="3311"/>
                  </a:lnTo>
                  <a:cubicBezTo>
                    <a:pt x="6656" y="3311"/>
                    <a:pt x="6608" y="3299"/>
                    <a:pt x="6573" y="3251"/>
                  </a:cubicBezTo>
                  <a:cubicBezTo>
                    <a:pt x="6549" y="3204"/>
                    <a:pt x="6513" y="3156"/>
                    <a:pt x="6537" y="3097"/>
                  </a:cubicBezTo>
                  <a:lnTo>
                    <a:pt x="6561" y="2882"/>
                  </a:lnTo>
                  <a:cubicBezTo>
                    <a:pt x="6596" y="2585"/>
                    <a:pt x="6501" y="2287"/>
                    <a:pt x="6311" y="2061"/>
                  </a:cubicBezTo>
                  <a:cubicBezTo>
                    <a:pt x="6120" y="1834"/>
                    <a:pt x="5834" y="1715"/>
                    <a:pt x="5537" y="1715"/>
                  </a:cubicBezTo>
                  <a:lnTo>
                    <a:pt x="5465" y="1715"/>
                  </a:lnTo>
                  <a:cubicBezTo>
                    <a:pt x="5370" y="1715"/>
                    <a:pt x="5299" y="1787"/>
                    <a:pt x="5299" y="1882"/>
                  </a:cubicBezTo>
                  <a:cubicBezTo>
                    <a:pt x="5299" y="1965"/>
                    <a:pt x="5370" y="2049"/>
                    <a:pt x="5465" y="2049"/>
                  </a:cubicBezTo>
                  <a:lnTo>
                    <a:pt x="5537" y="2049"/>
                  </a:lnTo>
                  <a:cubicBezTo>
                    <a:pt x="5751" y="2049"/>
                    <a:pt x="5942" y="2132"/>
                    <a:pt x="6072" y="2287"/>
                  </a:cubicBezTo>
                  <a:cubicBezTo>
                    <a:pt x="6203" y="2430"/>
                    <a:pt x="6263" y="2644"/>
                    <a:pt x="6251" y="2835"/>
                  </a:cubicBezTo>
                  <a:lnTo>
                    <a:pt x="6215" y="3061"/>
                  </a:lnTo>
                  <a:cubicBezTo>
                    <a:pt x="6203" y="3204"/>
                    <a:pt x="6251" y="3358"/>
                    <a:pt x="6358" y="3466"/>
                  </a:cubicBezTo>
                  <a:cubicBezTo>
                    <a:pt x="6453" y="3561"/>
                    <a:pt x="6596" y="3644"/>
                    <a:pt x="6739" y="3644"/>
                  </a:cubicBezTo>
                  <a:lnTo>
                    <a:pt x="6965" y="3644"/>
                  </a:lnTo>
                  <a:cubicBezTo>
                    <a:pt x="7037" y="3644"/>
                    <a:pt x="7108" y="3668"/>
                    <a:pt x="7168" y="3728"/>
                  </a:cubicBezTo>
                  <a:cubicBezTo>
                    <a:pt x="7239" y="3787"/>
                    <a:pt x="7251" y="3859"/>
                    <a:pt x="7251" y="3942"/>
                  </a:cubicBezTo>
                  <a:cubicBezTo>
                    <a:pt x="7239" y="4073"/>
                    <a:pt x="7096" y="4192"/>
                    <a:pt x="6954" y="4192"/>
                  </a:cubicBezTo>
                  <a:lnTo>
                    <a:pt x="6870" y="4192"/>
                  </a:lnTo>
                  <a:lnTo>
                    <a:pt x="6870" y="4180"/>
                  </a:lnTo>
                  <a:cubicBezTo>
                    <a:pt x="6870" y="4085"/>
                    <a:pt x="6799" y="4013"/>
                    <a:pt x="6715" y="4013"/>
                  </a:cubicBezTo>
                  <a:cubicBezTo>
                    <a:pt x="6620" y="4013"/>
                    <a:pt x="6549" y="4085"/>
                    <a:pt x="6549" y="4180"/>
                  </a:cubicBezTo>
                  <a:cubicBezTo>
                    <a:pt x="6549" y="5347"/>
                    <a:pt x="5596" y="6287"/>
                    <a:pt x="4418" y="6287"/>
                  </a:cubicBezTo>
                  <a:cubicBezTo>
                    <a:pt x="4395" y="6288"/>
                    <a:pt x="4373" y="6288"/>
                    <a:pt x="4351" y="6288"/>
                  </a:cubicBezTo>
                  <a:cubicBezTo>
                    <a:pt x="3169" y="6288"/>
                    <a:pt x="2251" y="5349"/>
                    <a:pt x="2251" y="4192"/>
                  </a:cubicBezTo>
                  <a:cubicBezTo>
                    <a:pt x="2251" y="4097"/>
                    <a:pt x="2179" y="4025"/>
                    <a:pt x="2084" y="4025"/>
                  </a:cubicBezTo>
                  <a:cubicBezTo>
                    <a:pt x="2001" y="4025"/>
                    <a:pt x="1917" y="4097"/>
                    <a:pt x="1917" y="4192"/>
                  </a:cubicBezTo>
                  <a:lnTo>
                    <a:pt x="1917" y="4204"/>
                  </a:lnTo>
                  <a:lnTo>
                    <a:pt x="1822" y="4204"/>
                  </a:lnTo>
                  <a:cubicBezTo>
                    <a:pt x="1739" y="4204"/>
                    <a:pt x="1667" y="4168"/>
                    <a:pt x="1608" y="4109"/>
                  </a:cubicBezTo>
                  <a:cubicBezTo>
                    <a:pt x="1548" y="4061"/>
                    <a:pt x="1536" y="3978"/>
                    <a:pt x="1536" y="3906"/>
                  </a:cubicBezTo>
                  <a:cubicBezTo>
                    <a:pt x="1548" y="3775"/>
                    <a:pt x="1679" y="3656"/>
                    <a:pt x="1834" y="3656"/>
                  </a:cubicBezTo>
                  <a:lnTo>
                    <a:pt x="2024" y="3656"/>
                  </a:lnTo>
                  <a:cubicBezTo>
                    <a:pt x="2179" y="3656"/>
                    <a:pt x="2310" y="3597"/>
                    <a:pt x="2405" y="3478"/>
                  </a:cubicBezTo>
                  <a:cubicBezTo>
                    <a:pt x="2513" y="3370"/>
                    <a:pt x="2560" y="3216"/>
                    <a:pt x="2548" y="3073"/>
                  </a:cubicBezTo>
                  <a:lnTo>
                    <a:pt x="2513" y="2846"/>
                  </a:lnTo>
                  <a:cubicBezTo>
                    <a:pt x="2489" y="2644"/>
                    <a:pt x="2560" y="2442"/>
                    <a:pt x="2691" y="2299"/>
                  </a:cubicBezTo>
                  <a:cubicBezTo>
                    <a:pt x="2834" y="2144"/>
                    <a:pt x="3024" y="2061"/>
                    <a:pt x="3227" y="2061"/>
                  </a:cubicBezTo>
                  <a:lnTo>
                    <a:pt x="4703" y="2061"/>
                  </a:lnTo>
                  <a:cubicBezTo>
                    <a:pt x="4787" y="2061"/>
                    <a:pt x="4870" y="1989"/>
                    <a:pt x="4870" y="1894"/>
                  </a:cubicBezTo>
                  <a:cubicBezTo>
                    <a:pt x="4870" y="1811"/>
                    <a:pt x="4787" y="1727"/>
                    <a:pt x="4703" y="1727"/>
                  </a:cubicBezTo>
                  <a:lnTo>
                    <a:pt x="3227" y="1727"/>
                  </a:lnTo>
                  <a:cubicBezTo>
                    <a:pt x="2929" y="1727"/>
                    <a:pt x="2643" y="1870"/>
                    <a:pt x="2453" y="2073"/>
                  </a:cubicBezTo>
                  <a:cubicBezTo>
                    <a:pt x="2262" y="2299"/>
                    <a:pt x="2155" y="2596"/>
                    <a:pt x="2203" y="2894"/>
                  </a:cubicBezTo>
                  <a:lnTo>
                    <a:pt x="2227" y="3120"/>
                  </a:lnTo>
                  <a:cubicBezTo>
                    <a:pt x="2227" y="3180"/>
                    <a:pt x="2215" y="3216"/>
                    <a:pt x="2191" y="3263"/>
                  </a:cubicBezTo>
                  <a:cubicBezTo>
                    <a:pt x="2155" y="3311"/>
                    <a:pt x="2096" y="3323"/>
                    <a:pt x="2048" y="3323"/>
                  </a:cubicBezTo>
                  <a:lnTo>
                    <a:pt x="1893" y="3323"/>
                  </a:lnTo>
                  <a:lnTo>
                    <a:pt x="1798" y="2763"/>
                  </a:lnTo>
                  <a:cubicBezTo>
                    <a:pt x="1691" y="2144"/>
                    <a:pt x="1881" y="1525"/>
                    <a:pt x="2274" y="1049"/>
                  </a:cubicBezTo>
                  <a:cubicBezTo>
                    <a:pt x="2679" y="572"/>
                    <a:pt x="3275" y="299"/>
                    <a:pt x="3882" y="299"/>
                  </a:cubicBezTo>
                  <a:close/>
                  <a:moveTo>
                    <a:pt x="5453" y="6395"/>
                  </a:moveTo>
                  <a:lnTo>
                    <a:pt x="5453" y="6954"/>
                  </a:lnTo>
                  <a:lnTo>
                    <a:pt x="5453" y="7073"/>
                  </a:lnTo>
                  <a:lnTo>
                    <a:pt x="4370" y="7692"/>
                  </a:lnTo>
                  <a:lnTo>
                    <a:pt x="3298" y="7073"/>
                  </a:lnTo>
                  <a:lnTo>
                    <a:pt x="3298" y="6954"/>
                  </a:lnTo>
                  <a:lnTo>
                    <a:pt x="3298" y="6395"/>
                  </a:lnTo>
                  <a:cubicBezTo>
                    <a:pt x="3632" y="6561"/>
                    <a:pt x="3989" y="6633"/>
                    <a:pt x="4370" y="6633"/>
                  </a:cubicBezTo>
                  <a:cubicBezTo>
                    <a:pt x="4763" y="6633"/>
                    <a:pt x="5120" y="6537"/>
                    <a:pt x="5453" y="6395"/>
                  </a:cubicBezTo>
                  <a:close/>
                  <a:moveTo>
                    <a:pt x="3215" y="7383"/>
                  </a:moveTo>
                  <a:lnTo>
                    <a:pt x="4108" y="7895"/>
                  </a:lnTo>
                  <a:lnTo>
                    <a:pt x="3644" y="8371"/>
                  </a:lnTo>
                  <a:cubicBezTo>
                    <a:pt x="3608" y="8419"/>
                    <a:pt x="3560" y="8431"/>
                    <a:pt x="3513" y="8431"/>
                  </a:cubicBezTo>
                  <a:cubicBezTo>
                    <a:pt x="3453" y="8431"/>
                    <a:pt x="3405" y="8395"/>
                    <a:pt x="3382" y="8359"/>
                  </a:cubicBezTo>
                  <a:lnTo>
                    <a:pt x="2905" y="7788"/>
                  </a:lnTo>
                  <a:lnTo>
                    <a:pt x="3001" y="7680"/>
                  </a:lnTo>
                  <a:cubicBezTo>
                    <a:pt x="3096" y="7597"/>
                    <a:pt x="3155" y="7502"/>
                    <a:pt x="3215" y="7383"/>
                  </a:cubicBezTo>
                  <a:close/>
                  <a:moveTo>
                    <a:pt x="5537" y="7407"/>
                  </a:moveTo>
                  <a:cubicBezTo>
                    <a:pt x="5584" y="7514"/>
                    <a:pt x="5656" y="7609"/>
                    <a:pt x="5751" y="7704"/>
                  </a:cubicBezTo>
                  <a:lnTo>
                    <a:pt x="5846" y="7788"/>
                  </a:lnTo>
                  <a:lnTo>
                    <a:pt x="5370" y="8359"/>
                  </a:lnTo>
                  <a:cubicBezTo>
                    <a:pt x="5346" y="8395"/>
                    <a:pt x="5287" y="8419"/>
                    <a:pt x="5239" y="8431"/>
                  </a:cubicBezTo>
                  <a:cubicBezTo>
                    <a:pt x="5180" y="8431"/>
                    <a:pt x="5132" y="8419"/>
                    <a:pt x="5108" y="8371"/>
                  </a:cubicBezTo>
                  <a:lnTo>
                    <a:pt x="4644" y="7907"/>
                  </a:lnTo>
                  <a:lnTo>
                    <a:pt x="5537" y="7407"/>
                  </a:lnTo>
                  <a:close/>
                  <a:moveTo>
                    <a:pt x="4394" y="8121"/>
                  </a:moveTo>
                  <a:lnTo>
                    <a:pt x="4727" y="8466"/>
                  </a:lnTo>
                  <a:lnTo>
                    <a:pt x="4656" y="8657"/>
                  </a:lnTo>
                  <a:cubicBezTo>
                    <a:pt x="4632" y="8728"/>
                    <a:pt x="4560" y="8788"/>
                    <a:pt x="4477" y="8788"/>
                  </a:cubicBezTo>
                  <a:lnTo>
                    <a:pt x="4287" y="8788"/>
                  </a:lnTo>
                  <a:cubicBezTo>
                    <a:pt x="4215" y="8788"/>
                    <a:pt x="4144" y="8740"/>
                    <a:pt x="4108" y="8657"/>
                  </a:cubicBezTo>
                  <a:lnTo>
                    <a:pt x="4048" y="8466"/>
                  </a:lnTo>
                  <a:lnTo>
                    <a:pt x="4394" y="8121"/>
                  </a:lnTo>
                  <a:close/>
                  <a:moveTo>
                    <a:pt x="3906" y="1"/>
                  </a:moveTo>
                  <a:cubicBezTo>
                    <a:pt x="3191" y="1"/>
                    <a:pt x="2501" y="322"/>
                    <a:pt x="2036" y="870"/>
                  </a:cubicBezTo>
                  <a:cubicBezTo>
                    <a:pt x="1584" y="1418"/>
                    <a:pt x="1370" y="2132"/>
                    <a:pt x="1489" y="2846"/>
                  </a:cubicBezTo>
                  <a:lnTo>
                    <a:pt x="1584" y="3430"/>
                  </a:lnTo>
                  <a:cubicBezTo>
                    <a:pt x="1393" y="3513"/>
                    <a:pt x="1262" y="3692"/>
                    <a:pt x="1250" y="3906"/>
                  </a:cubicBezTo>
                  <a:cubicBezTo>
                    <a:pt x="1239" y="4073"/>
                    <a:pt x="1298" y="4251"/>
                    <a:pt x="1393" y="4370"/>
                  </a:cubicBezTo>
                  <a:cubicBezTo>
                    <a:pt x="1512" y="4490"/>
                    <a:pt x="1679" y="4561"/>
                    <a:pt x="1846" y="4561"/>
                  </a:cubicBezTo>
                  <a:lnTo>
                    <a:pt x="1965" y="4561"/>
                  </a:lnTo>
                  <a:cubicBezTo>
                    <a:pt x="2048" y="5240"/>
                    <a:pt x="2441" y="5859"/>
                    <a:pt x="2989" y="6228"/>
                  </a:cubicBezTo>
                  <a:lnTo>
                    <a:pt x="2989" y="6526"/>
                  </a:lnTo>
                  <a:cubicBezTo>
                    <a:pt x="2703" y="6633"/>
                    <a:pt x="1977" y="6930"/>
                    <a:pt x="1536" y="7657"/>
                  </a:cubicBezTo>
                  <a:lnTo>
                    <a:pt x="881" y="7847"/>
                  </a:lnTo>
                  <a:cubicBezTo>
                    <a:pt x="357" y="8002"/>
                    <a:pt x="0" y="8490"/>
                    <a:pt x="0" y="9026"/>
                  </a:cubicBezTo>
                  <a:lnTo>
                    <a:pt x="0" y="11074"/>
                  </a:lnTo>
                  <a:cubicBezTo>
                    <a:pt x="0" y="11169"/>
                    <a:pt x="72" y="11240"/>
                    <a:pt x="167" y="11240"/>
                  </a:cubicBezTo>
                  <a:cubicBezTo>
                    <a:pt x="250" y="11240"/>
                    <a:pt x="334" y="11169"/>
                    <a:pt x="334" y="11074"/>
                  </a:cubicBezTo>
                  <a:lnTo>
                    <a:pt x="334" y="9026"/>
                  </a:lnTo>
                  <a:cubicBezTo>
                    <a:pt x="334" y="8633"/>
                    <a:pt x="596" y="8276"/>
                    <a:pt x="965" y="8180"/>
                  </a:cubicBezTo>
                  <a:lnTo>
                    <a:pt x="1346" y="8073"/>
                  </a:lnTo>
                  <a:lnTo>
                    <a:pt x="1346" y="8073"/>
                  </a:lnTo>
                  <a:cubicBezTo>
                    <a:pt x="1322" y="8121"/>
                    <a:pt x="1310" y="8145"/>
                    <a:pt x="1298" y="8192"/>
                  </a:cubicBezTo>
                  <a:cubicBezTo>
                    <a:pt x="1250" y="8335"/>
                    <a:pt x="1262" y="8514"/>
                    <a:pt x="1358" y="8657"/>
                  </a:cubicBezTo>
                  <a:lnTo>
                    <a:pt x="1548" y="8931"/>
                  </a:lnTo>
                  <a:lnTo>
                    <a:pt x="1084" y="9395"/>
                  </a:lnTo>
                  <a:cubicBezTo>
                    <a:pt x="953" y="9526"/>
                    <a:pt x="905" y="9704"/>
                    <a:pt x="953" y="9883"/>
                  </a:cubicBezTo>
                  <a:lnTo>
                    <a:pt x="1250" y="11133"/>
                  </a:lnTo>
                  <a:cubicBezTo>
                    <a:pt x="1262" y="11217"/>
                    <a:pt x="1346" y="11252"/>
                    <a:pt x="1417" y="11252"/>
                  </a:cubicBezTo>
                  <a:lnTo>
                    <a:pt x="1465" y="11252"/>
                  </a:lnTo>
                  <a:cubicBezTo>
                    <a:pt x="1548" y="11240"/>
                    <a:pt x="1608" y="11157"/>
                    <a:pt x="1584" y="11062"/>
                  </a:cubicBezTo>
                  <a:lnTo>
                    <a:pt x="1286" y="9812"/>
                  </a:lnTo>
                  <a:cubicBezTo>
                    <a:pt x="1262" y="9752"/>
                    <a:pt x="1286" y="9681"/>
                    <a:pt x="1322" y="9633"/>
                  </a:cubicBezTo>
                  <a:lnTo>
                    <a:pt x="1893" y="9073"/>
                  </a:lnTo>
                  <a:cubicBezTo>
                    <a:pt x="1953" y="9014"/>
                    <a:pt x="1953" y="8919"/>
                    <a:pt x="1905" y="8859"/>
                  </a:cubicBezTo>
                  <a:lnTo>
                    <a:pt x="1631" y="8478"/>
                  </a:lnTo>
                  <a:cubicBezTo>
                    <a:pt x="1608" y="8431"/>
                    <a:pt x="1596" y="8371"/>
                    <a:pt x="1620" y="8311"/>
                  </a:cubicBezTo>
                  <a:cubicBezTo>
                    <a:pt x="1905" y="7442"/>
                    <a:pt x="2655" y="7049"/>
                    <a:pt x="3001" y="6907"/>
                  </a:cubicBezTo>
                  <a:lnTo>
                    <a:pt x="3001" y="7014"/>
                  </a:lnTo>
                  <a:cubicBezTo>
                    <a:pt x="3001" y="7204"/>
                    <a:pt x="2929" y="7383"/>
                    <a:pt x="2798" y="7526"/>
                  </a:cubicBezTo>
                  <a:lnTo>
                    <a:pt x="2584" y="7728"/>
                  </a:lnTo>
                  <a:cubicBezTo>
                    <a:pt x="2286" y="8026"/>
                    <a:pt x="2132" y="8419"/>
                    <a:pt x="2132" y="8847"/>
                  </a:cubicBezTo>
                  <a:lnTo>
                    <a:pt x="2132" y="8990"/>
                  </a:lnTo>
                  <a:cubicBezTo>
                    <a:pt x="2132" y="9085"/>
                    <a:pt x="2203" y="9157"/>
                    <a:pt x="2286" y="9157"/>
                  </a:cubicBezTo>
                  <a:cubicBezTo>
                    <a:pt x="2382" y="9157"/>
                    <a:pt x="2453" y="9085"/>
                    <a:pt x="2453" y="8990"/>
                  </a:cubicBezTo>
                  <a:lnTo>
                    <a:pt x="2453" y="8847"/>
                  </a:lnTo>
                  <a:cubicBezTo>
                    <a:pt x="2453" y="8573"/>
                    <a:pt x="2548" y="8311"/>
                    <a:pt x="2703" y="8097"/>
                  </a:cubicBezTo>
                  <a:lnTo>
                    <a:pt x="3155" y="8633"/>
                  </a:lnTo>
                  <a:cubicBezTo>
                    <a:pt x="3239" y="8740"/>
                    <a:pt x="3382" y="8812"/>
                    <a:pt x="3525" y="8812"/>
                  </a:cubicBezTo>
                  <a:lnTo>
                    <a:pt x="3560" y="8812"/>
                  </a:lnTo>
                  <a:cubicBezTo>
                    <a:pt x="3644" y="8812"/>
                    <a:pt x="3739" y="8788"/>
                    <a:pt x="3810" y="8752"/>
                  </a:cubicBezTo>
                  <a:lnTo>
                    <a:pt x="3822" y="8812"/>
                  </a:lnTo>
                  <a:cubicBezTo>
                    <a:pt x="3858" y="8907"/>
                    <a:pt x="3894" y="8978"/>
                    <a:pt x="3977" y="9038"/>
                  </a:cubicBezTo>
                  <a:lnTo>
                    <a:pt x="3715" y="11097"/>
                  </a:lnTo>
                  <a:cubicBezTo>
                    <a:pt x="3703" y="11181"/>
                    <a:pt x="3775" y="11276"/>
                    <a:pt x="3870" y="11276"/>
                  </a:cubicBezTo>
                  <a:lnTo>
                    <a:pt x="3882" y="11276"/>
                  </a:lnTo>
                  <a:cubicBezTo>
                    <a:pt x="3977" y="11276"/>
                    <a:pt x="4037" y="11217"/>
                    <a:pt x="4048" y="11121"/>
                  </a:cubicBezTo>
                  <a:lnTo>
                    <a:pt x="4287" y="9157"/>
                  </a:lnTo>
                  <a:lnTo>
                    <a:pt x="4537" y="9157"/>
                  </a:lnTo>
                  <a:lnTo>
                    <a:pt x="4775" y="11121"/>
                  </a:lnTo>
                  <a:cubicBezTo>
                    <a:pt x="4787" y="11217"/>
                    <a:pt x="4846" y="11276"/>
                    <a:pt x="4941" y="11276"/>
                  </a:cubicBezTo>
                  <a:lnTo>
                    <a:pt x="4953" y="11276"/>
                  </a:lnTo>
                  <a:cubicBezTo>
                    <a:pt x="5049" y="11252"/>
                    <a:pt x="5108" y="11181"/>
                    <a:pt x="5108" y="11097"/>
                  </a:cubicBezTo>
                  <a:lnTo>
                    <a:pt x="4846" y="9038"/>
                  </a:lnTo>
                  <a:cubicBezTo>
                    <a:pt x="4906" y="8978"/>
                    <a:pt x="4965" y="8907"/>
                    <a:pt x="5001" y="8812"/>
                  </a:cubicBezTo>
                  <a:lnTo>
                    <a:pt x="5013" y="8752"/>
                  </a:lnTo>
                  <a:cubicBezTo>
                    <a:pt x="5084" y="8800"/>
                    <a:pt x="5180" y="8812"/>
                    <a:pt x="5263" y="8812"/>
                  </a:cubicBezTo>
                  <a:lnTo>
                    <a:pt x="5299" y="8812"/>
                  </a:lnTo>
                  <a:cubicBezTo>
                    <a:pt x="5441" y="8812"/>
                    <a:pt x="5584" y="8740"/>
                    <a:pt x="5668" y="8633"/>
                  </a:cubicBezTo>
                  <a:lnTo>
                    <a:pt x="6120" y="8097"/>
                  </a:lnTo>
                  <a:cubicBezTo>
                    <a:pt x="6275" y="8311"/>
                    <a:pt x="6370" y="8573"/>
                    <a:pt x="6370" y="8847"/>
                  </a:cubicBezTo>
                  <a:lnTo>
                    <a:pt x="6370" y="8990"/>
                  </a:lnTo>
                  <a:cubicBezTo>
                    <a:pt x="6370" y="9085"/>
                    <a:pt x="6442" y="9157"/>
                    <a:pt x="6537" y="9157"/>
                  </a:cubicBezTo>
                  <a:cubicBezTo>
                    <a:pt x="6620" y="9157"/>
                    <a:pt x="6692" y="9085"/>
                    <a:pt x="6692" y="8990"/>
                  </a:cubicBezTo>
                  <a:lnTo>
                    <a:pt x="6692" y="8847"/>
                  </a:lnTo>
                  <a:cubicBezTo>
                    <a:pt x="6692" y="8431"/>
                    <a:pt x="6537" y="8026"/>
                    <a:pt x="6239" y="7728"/>
                  </a:cubicBezTo>
                  <a:lnTo>
                    <a:pt x="6025" y="7526"/>
                  </a:lnTo>
                  <a:cubicBezTo>
                    <a:pt x="5894" y="7383"/>
                    <a:pt x="5822" y="7204"/>
                    <a:pt x="5822" y="7014"/>
                  </a:cubicBezTo>
                  <a:lnTo>
                    <a:pt x="5822" y="6907"/>
                  </a:lnTo>
                  <a:cubicBezTo>
                    <a:pt x="6180" y="7061"/>
                    <a:pt x="6918" y="7442"/>
                    <a:pt x="7204" y="8311"/>
                  </a:cubicBezTo>
                  <a:cubicBezTo>
                    <a:pt x="7215" y="8371"/>
                    <a:pt x="7215" y="8431"/>
                    <a:pt x="7192" y="8478"/>
                  </a:cubicBezTo>
                  <a:lnTo>
                    <a:pt x="6918" y="8859"/>
                  </a:lnTo>
                  <a:cubicBezTo>
                    <a:pt x="6870" y="8919"/>
                    <a:pt x="6894" y="9014"/>
                    <a:pt x="6930" y="9073"/>
                  </a:cubicBezTo>
                  <a:lnTo>
                    <a:pt x="7501" y="9633"/>
                  </a:lnTo>
                  <a:cubicBezTo>
                    <a:pt x="7549" y="9681"/>
                    <a:pt x="7561" y="9752"/>
                    <a:pt x="7549" y="9812"/>
                  </a:cubicBezTo>
                  <a:lnTo>
                    <a:pt x="7251" y="11062"/>
                  </a:lnTo>
                  <a:cubicBezTo>
                    <a:pt x="7227" y="11157"/>
                    <a:pt x="7275" y="11240"/>
                    <a:pt x="7370" y="11252"/>
                  </a:cubicBezTo>
                  <a:lnTo>
                    <a:pt x="7406" y="11252"/>
                  </a:lnTo>
                  <a:cubicBezTo>
                    <a:pt x="7489" y="11252"/>
                    <a:pt x="7549" y="11217"/>
                    <a:pt x="7573" y="11133"/>
                  </a:cubicBezTo>
                  <a:lnTo>
                    <a:pt x="7870" y="9883"/>
                  </a:lnTo>
                  <a:cubicBezTo>
                    <a:pt x="7918" y="9704"/>
                    <a:pt x="7858" y="9526"/>
                    <a:pt x="7739" y="9395"/>
                  </a:cubicBezTo>
                  <a:lnTo>
                    <a:pt x="7275" y="8931"/>
                  </a:lnTo>
                  <a:lnTo>
                    <a:pt x="7466" y="8657"/>
                  </a:lnTo>
                  <a:cubicBezTo>
                    <a:pt x="7561" y="8514"/>
                    <a:pt x="7573" y="8359"/>
                    <a:pt x="7525" y="8192"/>
                  </a:cubicBezTo>
                  <a:cubicBezTo>
                    <a:pt x="7513" y="8145"/>
                    <a:pt x="7501" y="8121"/>
                    <a:pt x="7489" y="8073"/>
                  </a:cubicBezTo>
                  <a:lnTo>
                    <a:pt x="7489" y="8073"/>
                  </a:lnTo>
                  <a:lnTo>
                    <a:pt x="7858" y="8180"/>
                  </a:lnTo>
                  <a:cubicBezTo>
                    <a:pt x="8228" y="8276"/>
                    <a:pt x="8501" y="8633"/>
                    <a:pt x="8501" y="9026"/>
                  </a:cubicBezTo>
                  <a:lnTo>
                    <a:pt x="8501" y="11074"/>
                  </a:lnTo>
                  <a:cubicBezTo>
                    <a:pt x="8501" y="11169"/>
                    <a:pt x="8573" y="11240"/>
                    <a:pt x="8656" y="11240"/>
                  </a:cubicBezTo>
                  <a:cubicBezTo>
                    <a:pt x="8751" y="11240"/>
                    <a:pt x="8823" y="11169"/>
                    <a:pt x="8823" y="11074"/>
                  </a:cubicBezTo>
                  <a:lnTo>
                    <a:pt x="8823" y="9026"/>
                  </a:lnTo>
                  <a:cubicBezTo>
                    <a:pt x="8763" y="8466"/>
                    <a:pt x="8406" y="7966"/>
                    <a:pt x="7894" y="7823"/>
                  </a:cubicBezTo>
                  <a:lnTo>
                    <a:pt x="7239" y="7633"/>
                  </a:lnTo>
                  <a:cubicBezTo>
                    <a:pt x="6787" y="6895"/>
                    <a:pt x="6072" y="6597"/>
                    <a:pt x="5775" y="6502"/>
                  </a:cubicBezTo>
                  <a:lnTo>
                    <a:pt x="5775" y="6204"/>
                  </a:lnTo>
                  <a:cubicBezTo>
                    <a:pt x="6323" y="5811"/>
                    <a:pt x="6715" y="5216"/>
                    <a:pt x="6799" y="4537"/>
                  </a:cubicBezTo>
                  <a:lnTo>
                    <a:pt x="6906" y="4537"/>
                  </a:lnTo>
                  <a:cubicBezTo>
                    <a:pt x="7239" y="4537"/>
                    <a:pt x="7501" y="4299"/>
                    <a:pt x="7537" y="4001"/>
                  </a:cubicBezTo>
                  <a:cubicBezTo>
                    <a:pt x="7549" y="3835"/>
                    <a:pt x="7489" y="3656"/>
                    <a:pt x="7382" y="3537"/>
                  </a:cubicBezTo>
                  <a:cubicBezTo>
                    <a:pt x="7311" y="3466"/>
                    <a:pt x="7215" y="3406"/>
                    <a:pt x="7132" y="3370"/>
                  </a:cubicBezTo>
                  <a:lnTo>
                    <a:pt x="7215" y="2894"/>
                  </a:lnTo>
                  <a:cubicBezTo>
                    <a:pt x="7358" y="2180"/>
                    <a:pt x="7156" y="1430"/>
                    <a:pt x="6704" y="882"/>
                  </a:cubicBezTo>
                  <a:cubicBezTo>
                    <a:pt x="6239" y="334"/>
                    <a:pt x="5537" y="1"/>
                    <a:pt x="48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2"/>
            <p:cNvSpPr/>
            <p:nvPr/>
          </p:nvSpPr>
          <p:spPr>
            <a:xfrm>
              <a:off x="4997700" y="2526551"/>
              <a:ext cx="10201" cy="16252"/>
            </a:xfrm>
            <a:custGeom>
              <a:avLst/>
              <a:gdLst/>
              <a:ahLst/>
              <a:cxnLst/>
              <a:rect l="l" t="t" r="r" b="b"/>
              <a:pathLst>
                <a:path w="322" h="513" extrusionOk="0">
                  <a:moveTo>
                    <a:pt x="167" y="0"/>
                  </a:moveTo>
                  <a:cubicBezTo>
                    <a:pt x="72" y="0"/>
                    <a:pt x="0" y="84"/>
                    <a:pt x="0" y="167"/>
                  </a:cubicBezTo>
                  <a:lnTo>
                    <a:pt x="0" y="346"/>
                  </a:lnTo>
                  <a:cubicBezTo>
                    <a:pt x="0" y="441"/>
                    <a:pt x="72" y="512"/>
                    <a:pt x="167" y="512"/>
                  </a:cubicBezTo>
                  <a:cubicBezTo>
                    <a:pt x="250" y="512"/>
                    <a:pt x="322" y="441"/>
                    <a:pt x="322" y="346"/>
                  </a:cubicBezTo>
                  <a:lnTo>
                    <a:pt x="322" y="167"/>
                  </a:lnTo>
                  <a:cubicBezTo>
                    <a:pt x="322" y="60"/>
                    <a:pt x="250"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2"/>
            <p:cNvSpPr/>
            <p:nvPr/>
          </p:nvSpPr>
          <p:spPr>
            <a:xfrm>
              <a:off x="5064830" y="2526551"/>
              <a:ext cx="10233" cy="16252"/>
            </a:xfrm>
            <a:custGeom>
              <a:avLst/>
              <a:gdLst/>
              <a:ahLst/>
              <a:cxnLst/>
              <a:rect l="l" t="t" r="r" b="b"/>
              <a:pathLst>
                <a:path w="323" h="513" extrusionOk="0">
                  <a:moveTo>
                    <a:pt x="156" y="0"/>
                  </a:moveTo>
                  <a:cubicBezTo>
                    <a:pt x="72" y="0"/>
                    <a:pt x="1" y="84"/>
                    <a:pt x="1" y="167"/>
                  </a:cubicBezTo>
                  <a:lnTo>
                    <a:pt x="1" y="346"/>
                  </a:lnTo>
                  <a:cubicBezTo>
                    <a:pt x="1" y="441"/>
                    <a:pt x="72" y="512"/>
                    <a:pt x="156" y="512"/>
                  </a:cubicBezTo>
                  <a:cubicBezTo>
                    <a:pt x="251" y="512"/>
                    <a:pt x="322" y="441"/>
                    <a:pt x="322" y="346"/>
                  </a:cubicBezTo>
                  <a:lnTo>
                    <a:pt x="322" y="167"/>
                  </a:lnTo>
                  <a:cubicBezTo>
                    <a:pt x="322" y="60"/>
                    <a:pt x="251" y="0"/>
                    <a:pt x="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2"/>
            <p:cNvSpPr/>
            <p:nvPr/>
          </p:nvSpPr>
          <p:spPr>
            <a:xfrm>
              <a:off x="5013160" y="2565865"/>
              <a:ext cx="46063" cy="16157"/>
            </a:xfrm>
            <a:custGeom>
              <a:avLst/>
              <a:gdLst/>
              <a:ahLst/>
              <a:cxnLst/>
              <a:rect l="l" t="t" r="r" b="b"/>
              <a:pathLst>
                <a:path w="1454" h="510" extrusionOk="0">
                  <a:moveTo>
                    <a:pt x="188" y="1"/>
                  </a:moveTo>
                  <a:cubicBezTo>
                    <a:pt x="146" y="1"/>
                    <a:pt x="102" y="15"/>
                    <a:pt x="60" y="45"/>
                  </a:cubicBezTo>
                  <a:cubicBezTo>
                    <a:pt x="1" y="105"/>
                    <a:pt x="1" y="212"/>
                    <a:pt x="60" y="283"/>
                  </a:cubicBezTo>
                  <a:cubicBezTo>
                    <a:pt x="215" y="414"/>
                    <a:pt x="453" y="510"/>
                    <a:pt x="703" y="510"/>
                  </a:cubicBezTo>
                  <a:cubicBezTo>
                    <a:pt x="977" y="510"/>
                    <a:pt x="1215" y="414"/>
                    <a:pt x="1346" y="283"/>
                  </a:cubicBezTo>
                  <a:cubicBezTo>
                    <a:pt x="1453" y="212"/>
                    <a:pt x="1453" y="105"/>
                    <a:pt x="1370" y="45"/>
                  </a:cubicBezTo>
                  <a:cubicBezTo>
                    <a:pt x="1340" y="15"/>
                    <a:pt x="1301" y="1"/>
                    <a:pt x="1260" y="1"/>
                  </a:cubicBezTo>
                  <a:cubicBezTo>
                    <a:pt x="1218" y="1"/>
                    <a:pt x="1173" y="15"/>
                    <a:pt x="1132" y="45"/>
                  </a:cubicBezTo>
                  <a:cubicBezTo>
                    <a:pt x="1072" y="105"/>
                    <a:pt x="929" y="176"/>
                    <a:pt x="715" y="176"/>
                  </a:cubicBezTo>
                  <a:cubicBezTo>
                    <a:pt x="513" y="176"/>
                    <a:pt x="358" y="105"/>
                    <a:pt x="298" y="45"/>
                  </a:cubicBezTo>
                  <a:cubicBezTo>
                    <a:pt x="268" y="15"/>
                    <a:pt x="230" y="1"/>
                    <a:pt x="1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2"/>
            <p:cNvSpPr/>
            <p:nvPr/>
          </p:nvSpPr>
          <p:spPr>
            <a:xfrm>
              <a:off x="4992030" y="2509570"/>
              <a:ext cx="21923" cy="10581"/>
            </a:xfrm>
            <a:custGeom>
              <a:avLst/>
              <a:gdLst/>
              <a:ahLst/>
              <a:cxnLst/>
              <a:rect l="l" t="t" r="r" b="b"/>
              <a:pathLst>
                <a:path w="692" h="334" extrusionOk="0">
                  <a:moveTo>
                    <a:pt x="168" y="1"/>
                  </a:moveTo>
                  <a:cubicBezTo>
                    <a:pt x="72" y="1"/>
                    <a:pt x="1" y="84"/>
                    <a:pt x="1" y="167"/>
                  </a:cubicBezTo>
                  <a:cubicBezTo>
                    <a:pt x="1" y="262"/>
                    <a:pt x="72" y="334"/>
                    <a:pt x="168" y="334"/>
                  </a:cubicBezTo>
                  <a:lnTo>
                    <a:pt x="525" y="334"/>
                  </a:lnTo>
                  <a:cubicBezTo>
                    <a:pt x="608" y="334"/>
                    <a:pt x="691" y="262"/>
                    <a:pt x="691" y="167"/>
                  </a:cubicBezTo>
                  <a:cubicBezTo>
                    <a:pt x="691" y="84"/>
                    <a:pt x="608" y="1"/>
                    <a:pt x="5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2"/>
            <p:cNvSpPr/>
            <p:nvPr/>
          </p:nvSpPr>
          <p:spPr>
            <a:xfrm>
              <a:off x="5059191" y="2509570"/>
              <a:ext cx="21511" cy="10581"/>
            </a:xfrm>
            <a:custGeom>
              <a:avLst/>
              <a:gdLst/>
              <a:ahLst/>
              <a:cxnLst/>
              <a:rect l="l" t="t" r="r" b="b"/>
              <a:pathLst>
                <a:path w="679" h="334" extrusionOk="0">
                  <a:moveTo>
                    <a:pt x="155" y="1"/>
                  </a:moveTo>
                  <a:cubicBezTo>
                    <a:pt x="72" y="1"/>
                    <a:pt x="0" y="84"/>
                    <a:pt x="0" y="167"/>
                  </a:cubicBezTo>
                  <a:cubicBezTo>
                    <a:pt x="0" y="262"/>
                    <a:pt x="72" y="334"/>
                    <a:pt x="155" y="334"/>
                  </a:cubicBezTo>
                  <a:lnTo>
                    <a:pt x="512" y="334"/>
                  </a:lnTo>
                  <a:cubicBezTo>
                    <a:pt x="607" y="334"/>
                    <a:pt x="679" y="262"/>
                    <a:pt x="679" y="167"/>
                  </a:cubicBezTo>
                  <a:cubicBezTo>
                    <a:pt x="679" y="84"/>
                    <a:pt x="607" y="1"/>
                    <a:pt x="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6" name="Google Shape;1216;p42"/>
          <p:cNvGrpSpPr/>
          <p:nvPr/>
        </p:nvGrpSpPr>
        <p:grpSpPr>
          <a:xfrm>
            <a:off x="7185420" y="3036299"/>
            <a:ext cx="264433" cy="353454"/>
            <a:chOff x="8054820" y="2416399"/>
            <a:chExt cx="264433" cy="353454"/>
          </a:xfrm>
        </p:grpSpPr>
        <p:sp>
          <p:nvSpPr>
            <p:cNvPr id="1217" name="Google Shape;1217;p42"/>
            <p:cNvSpPr/>
            <p:nvPr/>
          </p:nvSpPr>
          <p:spPr>
            <a:xfrm>
              <a:off x="8148371" y="2538621"/>
              <a:ext cx="10201" cy="15872"/>
            </a:xfrm>
            <a:custGeom>
              <a:avLst/>
              <a:gdLst/>
              <a:ahLst/>
              <a:cxnLst/>
              <a:rect l="l" t="t" r="r" b="b"/>
              <a:pathLst>
                <a:path w="322" h="501" extrusionOk="0">
                  <a:moveTo>
                    <a:pt x="155" y="0"/>
                  </a:moveTo>
                  <a:cubicBezTo>
                    <a:pt x="72" y="0"/>
                    <a:pt x="0" y="72"/>
                    <a:pt x="0" y="155"/>
                  </a:cubicBezTo>
                  <a:lnTo>
                    <a:pt x="0" y="334"/>
                  </a:lnTo>
                  <a:cubicBezTo>
                    <a:pt x="0" y="429"/>
                    <a:pt x="72" y="500"/>
                    <a:pt x="155" y="500"/>
                  </a:cubicBezTo>
                  <a:cubicBezTo>
                    <a:pt x="250" y="500"/>
                    <a:pt x="322" y="429"/>
                    <a:pt x="322" y="334"/>
                  </a:cubicBezTo>
                  <a:lnTo>
                    <a:pt x="322" y="155"/>
                  </a:lnTo>
                  <a:cubicBezTo>
                    <a:pt x="310" y="72"/>
                    <a:pt x="250" y="0"/>
                    <a:pt x="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2"/>
            <p:cNvSpPr/>
            <p:nvPr/>
          </p:nvSpPr>
          <p:spPr>
            <a:xfrm>
              <a:off x="8214361" y="2538621"/>
              <a:ext cx="10233" cy="15872"/>
            </a:xfrm>
            <a:custGeom>
              <a:avLst/>
              <a:gdLst/>
              <a:ahLst/>
              <a:cxnLst/>
              <a:rect l="l" t="t" r="r" b="b"/>
              <a:pathLst>
                <a:path w="323" h="501" extrusionOk="0">
                  <a:moveTo>
                    <a:pt x="156" y="0"/>
                  </a:moveTo>
                  <a:cubicBezTo>
                    <a:pt x="72" y="0"/>
                    <a:pt x="1" y="72"/>
                    <a:pt x="1" y="155"/>
                  </a:cubicBezTo>
                  <a:lnTo>
                    <a:pt x="1" y="334"/>
                  </a:lnTo>
                  <a:cubicBezTo>
                    <a:pt x="1" y="429"/>
                    <a:pt x="72" y="500"/>
                    <a:pt x="156" y="500"/>
                  </a:cubicBezTo>
                  <a:cubicBezTo>
                    <a:pt x="251" y="500"/>
                    <a:pt x="322" y="429"/>
                    <a:pt x="322" y="334"/>
                  </a:cubicBezTo>
                  <a:lnTo>
                    <a:pt x="322" y="155"/>
                  </a:lnTo>
                  <a:cubicBezTo>
                    <a:pt x="322" y="72"/>
                    <a:pt x="251" y="0"/>
                    <a:pt x="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2"/>
            <p:cNvSpPr/>
            <p:nvPr/>
          </p:nvSpPr>
          <p:spPr>
            <a:xfrm>
              <a:off x="8054820" y="2416399"/>
              <a:ext cx="264433" cy="353454"/>
            </a:xfrm>
            <a:custGeom>
              <a:avLst/>
              <a:gdLst/>
              <a:ahLst/>
              <a:cxnLst/>
              <a:rect l="l" t="t" r="r" b="b"/>
              <a:pathLst>
                <a:path w="8347" h="11157" extrusionOk="0">
                  <a:moveTo>
                    <a:pt x="1703" y="5025"/>
                  </a:moveTo>
                  <a:cubicBezTo>
                    <a:pt x="1787" y="5204"/>
                    <a:pt x="1882" y="5418"/>
                    <a:pt x="1882" y="5573"/>
                  </a:cubicBezTo>
                  <a:cubicBezTo>
                    <a:pt x="1882" y="5680"/>
                    <a:pt x="1787" y="5763"/>
                    <a:pt x="1703" y="5763"/>
                  </a:cubicBezTo>
                  <a:cubicBezTo>
                    <a:pt x="1608" y="5763"/>
                    <a:pt x="1525" y="5668"/>
                    <a:pt x="1525" y="5573"/>
                  </a:cubicBezTo>
                  <a:cubicBezTo>
                    <a:pt x="1525" y="5430"/>
                    <a:pt x="1608" y="5204"/>
                    <a:pt x="1703" y="5025"/>
                  </a:cubicBezTo>
                  <a:close/>
                  <a:moveTo>
                    <a:pt x="6585" y="5025"/>
                  </a:moveTo>
                  <a:cubicBezTo>
                    <a:pt x="6668" y="5204"/>
                    <a:pt x="6763" y="5418"/>
                    <a:pt x="6763" y="5573"/>
                  </a:cubicBezTo>
                  <a:cubicBezTo>
                    <a:pt x="6763" y="5680"/>
                    <a:pt x="6668" y="5763"/>
                    <a:pt x="6585" y="5763"/>
                  </a:cubicBezTo>
                  <a:cubicBezTo>
                    <a:pt x="6490" y="5763"/>
                    <a:pt x="6406" y="5668"/>
                    <a:pt x="6406" y="5573"/>
                  </a:cubicBezTo>
                  <a:cubicBezTo>
                    <a:pt x="6406" y="5430"/>
                    <a:pt x="6490" y="5204"/>
                    <a:pt x="6585" y="5025"/>
                  </a:cubicBezTo>
                  <a:close/>
                  <a:moveTo>
                    <a:pt x="4144" y="322"/>
                  </a:moveTo>
                  <a:cubicBezTo>
                    <a:pt x="6073" y="322"/>
                    <a:pt x="7633" y="1894"/>
                    <a:pt x="7633" y="3823"/>
                  </a:cubicBezTo>
                  <a:cubicBezTo>
                    <a:pt x="7633" y="5847"/>
                    <a:pt x="6478" y="7752"/>
                    <a:pt x="6299" y="8049"/>
                  </a:cubicBezTo>
                  <a:lnTo>
                    <a:pt x="5716" y="7847"/>
                  </a:lnTo>
                  <a:cubicBezTo>
                    <a:pt x="5513" y="7764"/>
                    <a:pt x="5358" y="7561"/>
                    <a:pt x="5358" y="7335"/>
                  </a:cubicBezTo>
                  <a:lnTo>
                    <a:pt x="5358" y="6621"/>
                  </a:lnTo>
                  <a:cubicBezTo>
                    <a:pt x="5692" y="6430"/>
                    <a:pt x="5966" y="6180"/>
                    <a:pt x="6180" y="5859"/>
                  </a:cubicBezTo>
                  <a:cubicBezTo>
                    <a:pt x="6263" y="6001"/>
                    <a:pt x="6418" y="6073"/>
                    <a:pt x="6597" y="6073"/>
                  </a:cubicBezTo>
                  <a:cubicBezTo>
                    <a:pt x="6882" y="6073"/>
                    <a:pt x="7097" y="5847"/>
                    <a:pt x="7097" y="5561"/>
                  </a:cubicBezTo>
                  <a:cubicBezTo>
                    <a:pt x="7097" y="5323"/>
                    <a:pt x="6966" y="5025"/>
                    <a:pt x="6859" y="4823"/>
                  </a:cubicBezTo>
                  <a:cubicBezTo>
                    <a:pt x="7097" y="4751"/>
                    <a:pt x="7275" y="4525"/>
                    <a:pt x="7275" y="4251"/>
                  </a:cubicBezTo>
                  <a:cubicBezTo>
                    <a:pt x="7275" y="3930"/>
                    <a:pt x="7013" y="3656"/>
                    <a:pt x="6680" y="3656"/>
                  </a:cubicBezTo>
                  <a:lnTo>
                    <a:pt x="6597" y="3656"/>
                  </a:lnTo>
                  <a:cubicBezTo>
                    <a:pt x="6597" y="3656"/>
                    <a:pt x="6585" y="3656"/>
                    <a:pt x="6585" y="3644"/>
                  </a:cubicBezTo>
                  <a:lnTo>
                    <a:pt x="6585" y="3120"/>
                  </a:lnTo>
                  <a:cubicBezTo>
                    <a:pt x="6585" y="2453"/>
                    <a:pt x="6049" y="1918"/>
                    <a:pt x="5370" y="1918"/>
                  </a:cubicBezTo>
                  <a:lnTo>
                    <a:pt x="5192" y="1918"/>
                  </a:lnTo>
                  <a:cubicBezTo>
                    <a:pt x="5108" y="1918"/>
                    <a:pt x="5037" y="1989"/>
                    <a:pt x="5037" y="2084"/>
                  </a:cubicBezTo>
                  <a:cubicBezTo>
                    <a:pt x="5037" y="2168"/>
                    <a:pt x="5108" y="2251"/>
                    <a:pt x="5192" y="2251"/>
                  </a:cubicBezTo>
                  <a:lnTo>
                    <a:pt x="5370" y="2251"/>
                  </a:lnTo>
                  <a:cubicBezTo>
                    <a:pt x="5870" y="2251"/>
                    <a:pt x="6251" y="2644"/>
                    <a:pt x="6251" y="3120"/>
                  </a:cubicBezTo>
                  <a:lnTo>
                    <a:pt x="6251" y="3644"/>
                  </a:lnTo>
                  <a:cubicBezTo>
                    <a:pt x="6251" y="3823"/>
                    <a:pt x="6406" y="3989"/>
                    <a:pt x="6597" y="3989"/>
                  </a:cubicBezTo>
                  <a:lnTo>
                    <a:pt x="6680" y="3989"/>
                  </a:lnTo>
                  <a:cubicBezTo>
                    <a:pt x="6835" y="3989"/>
                    <a:pt x="6954" y="4108"/>
                    <a:pt x="6954" y="4251"/>
                  </a:cubicBezTo>
                  <a:cubicBezTo>
                    <a:pt x="6954" y="4406"/>
                    <a:pt x="6835" y="4525"/>
                    <a:pt x="6680" y="4525"/>
                  </a:cubicBezTo>
                  <a:lnTo>
                    <a:pt x="6585" y="4525"/>
                  </a:lnTo>
                  <a:lnTo>
                    <a:pt x="6585" y="4501"/>
                  </a:lnTo>
                  <a:cubicBezTo>
                    <a:pt x="6585" y="4418"/>
                    <a:pt x="6501" y="4346"/>
                    <a:pt x="6418" y="4346"/>
                  </a:cubicBezTo>
                  <a:cubicBezTo>
                    <a:pt x="6323" y="4346"/>
                    <a:pt x="6251" y="4418"/>
                    <a:pt x="6251" y="4501"/>
                  </a:cubicBezTo>
                  <a:cubicBezTo>
                    <a:pt x="6251" y="5668"/>
                    <a:pt x="5311" y="6609"/>
                    <a:pt x="4156" y="6609"/>
                  </a:cubicBezTo>
                  <a:cubicBezTo>
                    <a:pt x="2989" y="6609"/>
                    <a:pt x="2060" y="5668"/>
                    <a:pt x="2060" y="4501"/>
                  </a:cubicBezTo>
                  <a:cubicBezTo>
                    <a:pt x="2060" y="4418"/>
                    <a:pt x="1977" y="4346"/>
                    <a:pt x="1894" y="4346"/>
                  </a:cubicBezTo>
                  <a:cubicBezTo>
                    <a:pt x="1798" y="4346"/>
                    <a:pt x="1727" y="4418"/>
                    <a:pt x="1727" y="4501"/>
                  </a:cubicBezTo>
                  <a:lnTo>
                    <a:pt x="1727" y="4525"/>
                  </a:lnTo>
                  <a:lnTo>
                    <a:pt x="1620" y="4525"/>
                  </a:lnTo>
                  <a:cubicBezTo>
                    <a:pt x="1477" y="4525"/>
                    <a:pt x="1358" y="4406"/>
                    <a:pt x="1358" y="4251"/>
                  </a:cubicBezTo>
                  <a:cubicBezTo>
                    <a:pt x="1358" y="4108"/>
                    <a:pt x="1477" y="3989"/>
                    <a:pt x="1620" y="3989"/>
                  </a:cubicBezTo>
                  <a:lnTo>
                    <a:pt x="1715" y="3989"/>
                  </a:lnTo>
                  <a:cubicBezTo>
                    <a:pt x="1894" y="3989"/>
                    <a:pt x="2060" y="3835"/>
                    <a:pt x="2060" y="3644"/>
                  </a:cubicBezTo>
                  <a:lnTo>
                    <a:pt x="2060" y="3120"/>
                  </a:lnTo>
                  <a:cubicBezTo>
                    <a:pt x="2060" y="2632"/>
                    <a:pt x="2453" y="2251"/>
                    <a:pt x="2930" y="2251"/>
                  </a:cubicBezTo>
                  <a:lnTo>
                    <a:pt x="4501" y="2251"/>
                  </a:lnTo>
                  <a:cubicBezTo>
                    <a:pt x="4585" y="2251"/>
                    <a:pt x="4656" y="2168"/>
                    <a:pt x="4656" y="2084"/>
                  </a:cubicBezTo>
                  <a:cubicBezTo>
                    <a:pt x="4656" y="1989"/>
                    <a:pt x="4585" y="1918"/>
                    <a:pt x="4501" y="1918"/>
                  </a:cubicBezTo>
                  <a:lnTo>
                    <a:pt x="2930" y="1918"/>
                  </a:lnTo>
                  <a:cubicBezTo>
                    <a:pt x="2632" y="1918"/>
                    <a:pt x="2394" y="1679"/>
                    <a:pt x="2394" y="1382"/>
                  </a:cubicBezTo>
                  <a:cubicBezTo>
                    <a:pt x="2394" y="798"/>
                    <a:pt x="3025" y="322"/>
                    <a:pt x="3799" y="322"/>
                  </a:cubicBezTo>
                  <a:close/>
                  <a:moveTo>
                    <a:pt x="2084" y="1310"/>
                  </a:moveTo>
                  <a:lnTo>
                    <a:pt x="2084" y="1406"/>
                  </a:lnTo>
                  <a:cubicBezTo>
                    <a:pt x="2084" y="1679"/>
                    <a:pt x="2203" y="1918"/>
                    <a:pt x="2394" y="2084"/>
                  </a:cubicBezTo>
                  <a:cubicBezTo>
                    <a:pt x="2013" y="2275"/>
                    <a:pt x="1727" y="2692"/>
                    <a:pt x="1727" y="3156"/>
                  </a:cubicBezTo>
                  <a:lnTo>
                    <a:pt x="1727" y="3680"/>
                  </a:lnTo>
                  <a:cubicBezTo>
                    <a:pt x="1727" y="3680"/>
                    <a:pt x="1727" y="3692"/>
                    <a:pt x="1715" y="3692"/>
                  </a:cubicBezTo>
                  <a:lnTo>
                    <a:pt x="1620" y="3692"/>
                  </a:lnTo>
                  <a:cubicBezTo>
                    <a:pt x="1298" y="3692"/>
                    <a:pt x="1025" y="3954"/>
                    <a:pt x="1025" y="4287"/>
                  </a:cubicBezTo>
                  <a:cubicBezTo>
                    <a:pt x="1025" y="4549"/>
                    <a:pt x="1203" y="4775"/>
                    <a:pt x="1441" y="4847"/>
                  </a:cubicBezTo>
                  <a:cubicBezTo>
                    <a:pt x="1346" y="5037"/>
                    <a:pt x="1203" y="5335"/>
                    <a:pt x="1203" y="5597"/>
                  </a:cubicBezTo>
                  <a:cubicBezTo>
                    <a:pt x="1203" y="5870"/>
                    <a:pt x="1429" y="6097"/>
                    <a:pt x="1715" y="6097"/>
                  </a:cubicBezTo>
                  <a:cubicBezTo>
                    <a:pt x="1894" y="6097"/>
                    <a:pt x="2037" y="6013"/>
                    <a:pt x="2132" y="5894"/>
                  </a:cubicBezTo>
                  <a:cubicBezTo>
                    <a:pt x="2334" y="6204"/>
                    <a:pt x="2620" y="6466"/>
                    <a:pt x="2953" y="6656"/>
                  </a:cubicBezTo>
                  <a:lnTo>
                    <a:pt x="2953" y="7347"/>
                  </a:lnTo>
                  <a:cubicBezTo>
                    <a:pt x="2953" y="7573"/>
                    <a:pt x="2799" y="7787"/>
                    <a:pt x="2584" y="7859"/>
                  </a:cubicBezTo>
                  <a:lnTo>
                    <a:pt x="1965" y="8085"/>
                  </a:lnTo>
                  <a:cubicBezTo>
                    <a:pt x="1715" y="7621"/>
                    <a:pt x="834" y="5847"/>
                    <a:pt x="834" y="3882"/>
                  </a:cubicBezTo>
                  <a:cubicBezTo>
                    <a:pt x="834" y="3275"/>
                    <a:pt x="989" y="2727"/>
                    <a:pt x="1263" y="2227"/>
                  </a:cubicBezTo>
                  <a:cubicBezTo>
                    <a:pt x="1477" y="1870"/>
                    <a:pt x="1739" y="1560"/>
                    <a:pt x="2084" y="1310"/>
                  </a:cubicBezTo>
                  <a:close/>
                  <a:moveTo>
                    <a:pt x="3811" y="1"/>
                  </a:moveTo>
                  <a:cubicBezTo>
                    <a:pt x="3346" y="1"/>
                    <a:pt x="2918" y="132"/>
                    <a:pt x="2608" y="382"/>
                  </a:cubicBezTo>
                  <a:cubicBezTo>
                    <a:pt x="2453" y="489"/>
                    <a:pt x="2358" y="620"/>
                    <a:pt x="2263" y="763"/>
                  </a:cubicBezTo>
                  <a:cubicBezTo>
                    <a:pt x="1715" y="1084"/>
                    <a:pt x="1286" y="1537"/>
                    <a:pt x="1001" y="2037"/>
                  </a:cubicBezTo>
                  <a:cubicBezTo>
                    <a:pt x="691" y="2572"/>
                    <a:pt x="524" y="3192"/>
                    <a:pt x="524" y="3858"/>
                  </a:cubicBezTo>
                  <a:cubicBezTo>
                    <a:pt x="524" y="5108"/>
                    <a:pt x="870" y="6251"/>
                    <a:pt x="1144" y="6990"/>
                  </a:cubicBezTo>
                  <a:cubicBezTo>
                    <a:pt x="1358" y="7525"/>
                    <a:pt x="1548" y="7942"/>
                    <a:pt x="1667" y="8156"/>
                  </a:cubicBezTo>
                  <a:lnTo>
                    <a:pt x="810" y="8454"/>
                  </a:lnTo>
                  <a:cubicBezTo>
                    <a:pt x="334" y="8621"/>
                    <a:pt x="1" y="9073"/>
                    <a:pt x="1" y="9597"/>
                  </a:cubicBezTo>
                  <a:lnTo>
                    <a:pt x="1" y="10954"/>
                  </a:lnTo>
                  <a:cubicBezTo>
                    <a:pt x="1" y="11038"/>
                    <a:pt x="72" y="11121"/>
                    <a:pt x="167" y="11121"/>
                  </a:cubicBezTo>
                  <a:cubicBezTo>
                    <a:pt x="251" y="11121"/>
                    <a:pt x="322" y="11038"/>
                    <a:pt x="322" y="10954"/>
                  </a:cubicBezTo>
                  <a:lnTo>
                    <a:pt x="322" y="9633"/>
                  </a:lnTo>
                  <a:cubicBezTo>
                    <a:pt x="322" y="9252"/>
                    <a:pt x="560" y="8918"/>
                    <a:pt x="917" y="8799"/>
                  </a:cubicBezTo>
                  <a:lnTo>
                    <a:pt x="1191" y="8704"/>
                  </a:lnTo>
                  <a:cubicBezTo>
                    <a:pt x="1810" y="9561"/>
                    <a:pt x="2941" y="10097"/>
                    <a:pt x="4180" y="10097"/>
                  </a:cubicBezTo>
                  <a:cubicBezTo>
                    <a:pt x="4727" y="10097"/>
                    <a:pt x="5287" y="10002"/>
                    <a:pt x="5775" y="9788"/>
                  </a:cubicBezTo>
                  <a:cubicBezTo>
                    <a:pt x="5858" y="9764"/>
                    <a:pt x="5894" y="9657"/>
                    <a:pt x="5858" y="9585"/>
                  </a:cubicBezTo>
                  <a:cubicBezTo>
                    <a:pt x="5840" y="9512"/>
                    <a:pt x="5773" y="9481"/>
                    <a:pt x="5711" y="9481"/>
                  </a:cubicBezTo>
                  <a:cubicBezTo>
                    <a:pt x="5692" y="9481"/>
                    <a:pt x="5673" y="9484"/>
                    <a:pt x="5656" y="9490"/>
                  </a:cubicBezTo>
                  <a:cubicBezTo>
                    <a:pt x="5204" y="9680"/>
                    <a:pt x="4704" y="9788"/>
                    <a:pt x="4180" y="9788"/>
                  </a:cubicBezTo>
                  <a:cubicBezTo>
                    <a:pt x="3096" y="9788"/>
                    <a:pt x="2084" y="9347"/>
                    <a:pt x="1513" y="8609"/>
                  </a:cubicBezTo>
                  <a:lnTo>
                    <a:pt x="2727" y="8180"/>
                  </a:lnTo>
                  <a:cubicBezTo>
                    <a:pt x="3061" y="8061"/>
                    <a:pt x="3299" y="7740"/>
                    <a:pt x="3299" y="7383"/>
                  </a:cubicBezTo>
                  <a:lnTo>
                    <a:pt x="3299" y="6823"/>
                  </a:lnTo>
                  <a:cubicBezTo>
                    <a:pt x="3572" y="6930"/>
                    <a:pt x="3870" y="6990"/>
                    <a:pt x="4180" y="6990"/>
                  </a:cubicBezTo>
                  <a:cubicBezTo>
                    <a:pt x="4489" y="6990"/>
                    <a:pt x="4787" y="6930"/>
                    <a:pt x="5061" y="6823"/>
                  </a:cubicBezTo>
                  <a:lnTo>
                    <a:pt x="5061" y="7383"/>
                  </a:lnTo>
                  <a:cubicBezTo>
                    <a:pt x="5061" y="7740"/>
                    <a:pt x="5287" y="8061"/>
                    <a:pt x="5644" y="8180"/>
                  </a:cubicBezTo>
                  <a:lnTo>
                    <a:pt x="6847" y="8609"/>
                  </a:lnTo>
                  <a:cubicBezTo>
                    <a:pt x="6680" y="8823"/>
                    <a:pt x="6478" y="9014"/>
                    <a:pt x="6239" y="9180"/>
                  </a:cubicBezTo>
                  <a:cubicBezTo>
                    <a:pt x="6156" y="9228"/>
                    <a:pt x="6144" y="9323"/>
                    <a:pt x="6192" y="9407"/>
                  </a:cubicBezTo>
                  <a:cubicBezTo>
                    <a:pt x="6216" y="9442"/>
                    <a:pt x="6275" y="9478"/>
                    <a:pt x="6323" y="9478"/>
                  </a:cubicBezTo>
                  <a:cubicBezTo>
                    <a:pt x="6359" y="9478"/>
                    <a:pt x="6382" y="9466"/>
                    <a:pt x="6418" y="9442"/>
                  </a:cubicBezTo>
                  <a:cubicBezTo>
                    <a:pt x="6716" y="9240"/>
                    <a:pt x="6966" y="9002"/>
                    <a:pt x="7156" y="8716"/>
                  </a:cubicBezTo>
                  <a:lnTo>
                    <a:pt x="7430" y="8811"/>
                  </a:lnTo>
                  <a:cubicBezTo>
                    <a:pt x="7787" y="8930"/>
                    <a:pt x="8025" y="9264"/>
                    <a:pt x="8025" y="9645"/>
                  </a:cubicBezTo>
                  <a:lnTo>
                    <a:pt x="8025" y="10990"/>
                  </a:lnTo>
                  <a:cubicBezTo>
                    <a:pt x="8025" y="11085"/>
                    <a:pt x="8097" y="11157"/>
                    <a:pt x="8180" y="11157"/>
                  </a:cubicBezTo>
                  <a:cubicBezTo>
                    <a:pt x="8275" y="11157"/>
                    <a:pt x="8347" y="11085"/>
                    <a:pt x="8347" y="10990"/>
                  </a:cubicBezTo>
                  <a:lnTo>
                    <a:pt x="8347" y="9633"/>
                  </a:lnTo>
                  <a:cubicBezTo>
                    <a:pt x="8323" y="9109"/>
                    <a:pt x="7990" y="8657"/>
                    <a:pt x="7513" y="8478"/>
                  </a:cubicBezTo>
                  <a:lnTo>
                    <a:pt x="6620" y="8168"/>
                  </a:lnTo>
                  <a:cubicBezTo>
                    <a:pt x="6740" y="7978"/>
                    <a:pt x="7013" y="7525"/>
                    <a:pt x="7263" y="6918"/>
                  </a:cubicBezTo>
                  <a:cubicBezTo>
                    <a:pt x="7847" y="5561"/>
                    <a:pt x="7978" y="4489"/>
                    <a:pt x="7978" y="3823"/>
                  </a:cubicBezTo>
                  <a:cubicBezTo>
                    <a:pt x="7978" y="1703"/>
                    <a:pt x="6263" y="1"/>
                    <a:pt x="4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2"/>
            <p:cNvSpPr/>
            <p:nvPr/>
          </p:nvSpPr>
          <p:spPr>
            <a:xfrm>
              <a:off x="8164972" y="2582371"/>
              <a:ext cx="43782" cy="15492"/>
            </a:xfrm>
            <a:custGeom>
              <a:avLst/>
              <a:gdLst/>
              <a:ahLst/>
              <a:cxnLst/>
              <a:rect l="l" t="t" r="r" b="b"/>
              <a:pathLst>
                <a:path w="1382" h="489" extrusionOk="0">
                  <a:moveTo>
                    <a:pt x="179" y="0"/>
                  </a:moveTo>
                  <a:cubicBezTo>
                    <a:pt x="140" y="0"/>
                    <a:pt x="101" y="12"/>
                    <a:pt x="72" y="36"/>
                  </a:cubicBezTo>
                  <a:cubicBezTo>
                    <a:pt x="0" y="96"/>
                    <a:pt x="0" y="203"/>
                    <a:pt x="72" y="262"/>
                  </a:cubicBezTo>
                  <a:cubicBezTo>
                    <a:pt x="203" y="393"/>
                    <a:pt x="441" y="489"/>
                    <a:pt x="703" y="489"/>
                  </a:cubicBezTo>
                  <a:cubicBezTo>
                    <a:pt x="965" y="489"/>
                    <a:pt x="1191" y="393"/>
                    <a:pt x="1346" y="262"/>
                  </a:cubicBezTo>
                  <a:cubicBezTo>
                    <a:pt x="1381" y="203"/>
                    <a:pt x="1381" y="120"/>
                    <a:pt x="1322" y="36"/>
                  </a:cubicBezTo>
                  <a:cubicBezTo>
                    <a:pt x="1292" y="12"/>
                    <a:pt x="1250" y="0"/>
                    <a:pt x="1209" y="0"/>
                  </a:cubicBezTo>
                  <a:cubicBezTo>
                    <a:pt x="1167" y="0"/>
                    <a:pt x="1125" y="12"/>
                    <a:pt x="1096" y="36"/>
                  </a:cubicBezTo>
                  <a:cubicBezTo>
                    <a:pt x="1036" y="96"/>
                    <a:pt x="881" y="179"/>
                    <a:pt x="691" y="179"/>
                  </a:cubicBezTo>
                  <a:cubicBezTo>
                    <a:pt x="488" y="179"/>
                    <a:pt x="346" y="96"/>
                    <a:pt x="286" y="36"/>
                  </a:cubicBezTo>
                  <a:cubicBezTo>
                    <a:pt x="256" y="12"/>
                    <a:pt x="218" y="0"/>
                    <a:pt x="1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2"/>
            <p:cNvSpPr/>
            <p:nvPr/>
          </p:nvSpPr>
          <p:spPr>
            <a:xfrm>
              <a:off x="8141592" y="2519137"/>
              <a:ext cx="18501" cy="13844"/>
            </a:xfrm>
            <a:custGeom>
              <a:avLst/>
              <a:gdLst/>
              <a:ahLst/>
              <a:cxnLst/>
              <a:rect l="l" t="t" r="r" b="b"/>
              <a:pathLst>
                <a:path w="584" h="437" extrusionOk="0">
                  <a:moveTo>
                    <a:pt x="404" y="1"/>
                  </a:moveTo>
                  <a:cubicBezTo>
                    <a:pt x="381" y="1"/>
                    <a:pt x="357" y="7"/>
                    <a:pt x="333" y="20"/>
                  </a:cubicBezTo>
                  <a:lnTo>
                    <a:pt x="119" y="115"/>
                  </a:lnTo>
                  <a:cubicBezTo>
                    <a:pt x="48" y="163"/>
                    <a:pt x="0" y="258"/>
                    <a:pt x="48" y="341"/>
                  </a:cubicBezTo>
                  <a:cubicBezTo>
                    <a:pt x="71" y="401"/>
                    <a:pt x="131" y="437"/>
                    <a:pt x="191" y="437"/>
                  </a:cubicBezTo>
                  <a:cubicBezTo>
                    <a:pt x="226" y="437"/>
                    <a:pt x="238" y="437"/>
                    <a:pt x="274" y="413"/>
                  </a:cubicBezTo>
                  <a:lnTo>
                    <a:pt x="476" y="318"/>
                  </a:lnTo>
                  <a:cubicBezTo>
                    <a:pt x="548" y="270"/>
                    <a:pt x="583" y="163"/>
                    <a:pt x="548" y="91"/>
                  </a:cubicBezTo>
                  <a:cubicBezTo>
                    <a:pt x="522" y="40"/>
                    <a:pt x="465" y="1"/>
                    <a:pt x="4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2"/>
            <p:cNvSpPr/>
            <p:nvPr/>
          </p:nvSpPr>
          <p:spPr>
            <a:xfrm>
              <a:off x="8211731" y="2518409"/>
              <a:ext cx="18881" cy="13812"/>
            </a:xfrm>
            <a:custGeom>
              <a:avLst/>
              <a:gdLst/>
              <a:ahLst/>
              <a:cxnLst/>
              <a:rect l="l" t="t" r="r" b="b"/>
              <a:pathLst>
                <a:path w="596" h="436" extrusionOk="0">
                  <a:moveTo>
                    <a:pt x="208" y="0"/>
                  </a:moveTo>
                  <a:cubicBezTo>
                    <a:pt x="148" y="0"/>
                    <a:pt x="83" y="39"/>
                    <a:pt x="48" y="91"/>
                  </a:cubicBezTo>
                  <a:cubicBezTo>
                    <a:pt x="1" y="174"/>
                    <a:pt x="48" y="269"/>
                    <a:pt x="120" y="317"/>
                  </a:cubicBezTo>
                  <a:lnTo>
                    <a:pt x="334" y="424"/>
                  </a:lnTo>
                  <a:cubicBezTo>
                    <a:pt x="358" y="436"/>
                    <a:pt x="382" y="436"/>
                    <a:pt x="405" y="436"/>
                  </a:cubicBezTo>
                  <a:cubicBezTo>
                    <a:pt x="465" y="436"/>
                    <a:pt x="524" y="412"/>
                    <a:pt x="560" y="353"/>
                  </a:cubicBezTo>
                  <a:cubicBezTo>
                    <a:pt x="596" y="257"/>
                    <a:pt x="572" y="174"/>
                    <a:pt x="477" y="126"/>
                  </a:cubicBezTo>
                  <a:lnTo>
                    <a:pt x="274" y="19"/>
                  </a:lnTo>
                  <a:cubicBezTo>
                    <a:pt x="255" y="6"/>
                    <a:pt x="232" y="0"/>
                    <a:pt x="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1168;p42">
            <a:extLst>
              <a:ext uri="{FF2B5EF4-FFF2-40B4-BE49-F238E27FC236}">
                <a16:creationId xmlns:a16="http://schemas.microsoft.com/office/drawing/2014/main" id="{9780B1D5-B5EE-0D6B-8867-106346C75AFC}"/>
              </a:ext>
            </a:extLst>
          </p:cNvPr>
          <p:cNvSpPr txBox="1">
            <a:spLocks noGrp="1"/>
          </p:cNvSpPr>
          <p:nvPr>
            <p:ph type="subTitle" idx="3"/>
          </p:nvPr>
        </p:nvSpPr>
        <p:spPr>
          <a:xfrm>
            <a:off x="3468663" y="1643759"/>
            <a:ext cx="22005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Hệ thống có một </a:t>
            </a:r>
            <a:r>
              <a:rPr lang="vi-VN" dirty="0" err="1"/>
              <a:t>processor</a:t>
            </a:r>
            <a:r>
              <a:rPr lang="vi-VN" dirty="0"/>
              <a:t> =&gt; Chỉ có một tiến trình được thực hiện tại một thời điểm</a:t>
            </a:r>
          </a:p>
        </p:txBody>
      </p:sp>
      <p:grpSp>
        <p:nvGrpSpPr>
          <p:cNvPr id="19" name="Google Shape;1223;p42">
            <a:extLst>
              <a:ext uri="{FF2B5EF4-FFF2-40B4-BE49-F238E27FC236}">
                <a16:creationId xmlns:a16="http://schemas.microsoft.com/office/drawing/2014/main" id="{157D47A8-DE31-D23F-9D98-F8C18E209323}"/>
              </a:ext>
            </a:extLst>
          </p:cNvPr>
          <p:cNvGrpSpPr/>
          <p:nvPr/>
        </p:nvGrpSpPr>
        <p:grpSpPr>
          <a:xfrm>
            <a:off x="4433503" y="1193126"/>
            <a:ext cx="267854" cy="355735"/>
            <a:chOff x="4903389" y="1500214"/>
            <a:chExt cx="267854" cy="355735"/>
          </a:xfrm>
        </p:grpSpPr>
        <p:sp>
          <p:nvSpPr>
            <p:cNvPr id="20" name="Google Shape;1224;p42">
              <a:extLst>
                <a:ext uri="{FF2B5EF4-FFF2-40B4-BE49-F238E27FC236}">
                  <a16:creationId xmlns:a16="http://schemas.microsoft.com/office/drawing/2014/main" id="{22359172-188D-EAA4-D77D-692FC158CA55}"/>
                </a:ext>
              </a:extLst>
            </p:cNvPr>
            <p:cNvSpPr/>
            <p:nvPr/>
          </p:nvSpPr>
          <p:spPr>
            <a:xfrm>
              <a:off x="4997700" y="1611854"/>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25;p42">
              <a:extLst>
                <a:ext uri="{FF2B5EF4-FFF2-40B4-BE49-F238E27FC236}">
                  <a16:creationId xmlns:a16="http://schemas.microsoft.com/office/drawing/2014/main" id="{63295114-D709-7C8B-A207-1C8FA56AD891}"/>
                </a:ext>
              </a:extLst>
            </p:cNvPr>
            <p:cNvSpPr/>
            <p:nvPr/>
          </p:nvSpPr>
          <p:spPr>
            <a:xfrm>
              <a:off x="5064830" y="1611854"/>
              <a:ext cx="10233" cy="16252"/>
            </a:xfrm>
            <a:custGeom>
              <a:avLst/>
              <a:gdLst/>
              <a:ahLst/>
              <a:cxnLst/>
              <a:rect l="l" t="t" r="r" b="b"/>
              <a:pathLst>
                <a:path w="323" h="513" extrusionOk="0">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26;p42">
              <a:extLst>
                <a:ext uri="{FF2B5EF4-FFF2-40B4-BE49-F238E27FC236}">
                  <a16:creationId xmlns:a16="http://schemas.microsoft.com/office/drawing/2014/main" id="{DC5FDAD4-37D7-A4C1-BC97-CBBAE7BBAA43}"/>
                </a:ext>
              </a:extLst>
            </p:cNvPr>
            <p:cNvSpPr/>
            <p:nvPr/>
          </p:nvSpPr>
          <p:spPr>
            <a:xfrm>
              <a:off x="5013160" y="1650820"/>
              <a:ext cx="45302" cy="15777"/>
            </a:xfrm>
            <a:custGeom>
              <a:avLst/>
              <a:gdLst/>
              <a:ahLst/>
              <a:cxnLst/>
              <a:rect l="l" t="t" r="r" b="b"/>
              <a:pathLst>
                <a:path w="1430" h="498" extrusionOk="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27;p42">
              <a:extLst>
                <a:ext uri="{FF2B5EF4-FFF2-40B4-BE49-F238E27FC236}">
                  <a16:creationId xmlns:a16="http://schemas.microsoft.com/office/drawing/2014/main" id="{7C9D4CBD-E943-A5E7-87F4-8CD0CD5CE288}"/>
                </a:ext>
              </a:extLst>
            </p:cNvPr>
            <p:cNvSpPr/>
            <p:nvPr/>
          </p:nvSpPr>
          <p:spPr>
            <a:xfrm>
              <a:off x="4903389" y="1500214"/>
              <a:ext cx="267854" cy="355735"/>
            </a:xfrm>
            <a:custGeom>
              <a:avLst/>
              <a:gdLst/>
              <a:ahLst/>
              <a:cxnLst/>
              <a:rect l="l" t="t" r="r" b="b"/>
              <a:pathLst>
                <a:path w="8455" h="11229" extrusionOk="0">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228;p42">
              <a:extLst>
                <a:ext uri="{FF2B5EF4-FFF2-40B4-BE49-F238E27FC236}">
                  <a16:creationId xmlns:a16="http://schemas.microsoft.com/office/drawing/2014/main" id="{668FCF57-0337-D0B2-CBEF-F49044719145}"/>
                </a:ext>
              </a:extLst>
            </p:cNvPr>
            <p:cNvSpPr/>
            <p:nvPr/>
          </p:nvSpPr>
          <p:spPr>
            <a:xfrm>
              <a:off x="5031281" y="1828007"/>
              <a:ext cx="10201" cy="15872"/>
            </a:xfrm>
            <a:custGeom>
              <a:avLst/>
              <a:gdLst/>
              <a:ahLst/>
              <a:cxnLst/>
              <a:rect l="l" t="t" r="r" b="b"/>
              <a:pathLst>
                <a:path w="322" h="501" extrusionOk="0">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181;p42">
            <a:extLst>
              <a:ext uri="{FF2B5EF4-FFF2-40B4-BE49-F238E27FC236}">
                <a16:creationId xmlns:a16="http://schemas.microsoft.com/office/drawing/2014/main" id="{A914095E-C3B4-9FE2-B3E4-AA9E25F451C2}"/>
              </a:ext>
            </a:extLst>
          </p:cNvPr>
          <p:cNvSpPr/>
          <p:nvPr/>
        </p:nvSpPr>
        <p:spPr>
          <a:xfrm>
            <a:off x="4353645" y="1167339"/>
            <a:ext cx="415500" cy="415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1223;p42">
            <a:extLst>
              <a:ext uri="{FF2B5EF4-FFF2-40B4-BE49-F238E27FC236}">
                <a16:creationId xmlns:a16="http://schemas.microsoft.com/office/drawing/2014/main" id="{153250AC-1DCC-3D8B-DE4B-832DB3ECF94F}"/>
              </a:ext>
            </a:extLst>
          </p:cNvPr>
          <p:cNvGrpSpPr/>
          <p:nvPr/>
        </p:nvGrpSpPr>
        <p:grpSpPr>
          <a:xfrm>
            <a:off x="4425985" y="1197223"/>
            <a:ext cx="267854" cy="355735"/>
            <a:chOff x="4903389" y="1500214"/>
            <a:chExt cx="267854" cy="355735"/>
          </a:xfrm>
        </p:grpSpPr>
        <p:sp>
          <p:nvSpPr>
            <p:cNvPr id="27" name="Google Shape;1224;p42">
              <a:extLst>
                <a:ext uri="{FF2B5EF4-FFF2-40B4-BE49-F238E27FC236}">
                  <a16:creationId xmlns:a16="http://schemas.microsoft.com/office/drawing/2014/main" id="{7E2820CB-6B5F-4252-DAD3-045B8DEC48A8}"/>
                </a:ext>
              </a:extLst>
            </p:cNvPr>
            <p:cNvSpPr/>
            <p:nvPr/>
          </p:nvSpPr>
          <p:spPr>
            <a:xfrm>
              <a:off x="4997700" y="1611854"/>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25;p42">
              <a:extLst>
                <a:ext uri="{FF2B5EF4-FFF2-40B4-BE49-F238E27FC236}">
                  <a16:creationId xmlns:a16="http://schemas.microsoft.com/office/drawing/2014/main" id="{06BD1124-F392-9736-677D-F1B42D793805}"/>
                </a:ext>
              </a:extLst>
            </p:cNvPr>
            <p:cNvSpPr/>
            <p:nvPr/>
          </p:nvSpPr>
          <p:spPr>
            <a:xfrm>
              <a:off x="5064830" y="1611854"/>
              <a:ext cx="10233" cy="16252"/>
            </a:xfrm>
            <a:custGeom>
              <a:avLst/>
              <a:gdLst/>
              <a:ahLst/>
              <a:cxnLst/>
              <a:rect l="l" t="t" r="r" b="b"/>
              <a:pathLst>
                <a:path w="323" h="513" extrusionOk="0">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226;p42">
              <a:extLst>
                <a:ext uri="{FF2B5EF4-FFF2-40B4-BE49-F238E27FC236}">
                  <a16:creationId xmlns:a16="http://schemas.microsoft.com/office/drawing/2014/main" id="{E971729F-B494-FC9F-D2FE-ADD3D0216655}"/>
                </a:ext>
              </a:extLst>
            </p:cNvPr>
            <p:cNvSpPr/>
            <p:nvPr/>
          </p:nvSpPr>
          <p:spPr>
            <a:xfrm>
              <a:off x="5013160" y="1650820"/>
              <a:ext cx="45302" cy="15777"/>
            </a:xfrm>
            <a:custGeom>
              <a:avLst/>
              <a:gdLst/>
              <a:ahLst/>
              <a:cxnLst/>
              <a:rect l="l" t="t" r="r" b="b"/>
              <a:pathLst>
                <a:path w="1430" h="498" extrusionOk="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227;p42">
              <a:extLst>
                <a:ext uri="{FF2B5EF4-FFF2-40B4-BE49-F238E27FC236}">
                  <a16:creationId xmlns:a16="http://schemas.microsoft.com/office/drawing/2014/main" id="{3CD64DE8-7080-4739-7EFB-EE1C852CB3C5}"/>
                </a:ext>
              </a:extLst>
            </p:cNvPr>
            <p:cNvSpPr/>
            <p:nvPr/>
          </p:nvSpPr>
          <p:spPr>
            <a:xfrm>
              <a:off x="4903389" y="1500214"/>
              <a:ext cx="267854" cy="355735"/>
            </a:xfrm>
            <a:custGeom>
              <a:avLst/>
              <a:gdLst/>
              <a:ahLst/>
              <a:cxnLst/>
              <a:rect l="l" t="t" r="r" b="b"/>
              <a:pathLst>
                <a:path w="8455" h="11229" extrusionOk="0">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228;p42">
              <a:extLst>
                <a:ext uri="{FF2B5EF4-FFF2-40B4-BE49-F238E27FC236}">
                  <a16:creationId xmlns:a16="http://schemas.microsoft.com/office/drawing/2014/main" id="{F28EC1B1-5B28-B5CF-B138-B4B67D777075}"/>
                </a:ext>
              </a:extLst>
            </p:cNvPr>
            <p:cNvSpPr/>
            <p:nvPr/>
          </p:nvSpPr>
          <p:spPr>
            <a:xfrm>
              <a:off x="5031281" y="1828007"/>
              <a:ext cx="10201" cy="15872"/>
            </a:xfrm>
            <a:custGeom>
              <a:avLst/>
              <a:gdLst/>
              <a:ahLst/>
              <a:cxnLst/>
              <a:rect l="l" t="t" r="r" b="b"/>
              <a:pathLst>
                <a:path w="322" h="501" extrusionOk="0">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1164;p42">
            <a:extLst>
              <a:ext uri="{FF2B5EF4-FFF2-40B4-BE49-F238E27FC236}">
                <a16:creationId xmlns:a16="http://schemas.microsoft.com/office/drawing/2014/main" id="{4A253099-7AC4-57B2-12F0-BA604028B88C}"/>
              </a:ext>
            </a:extLst>
          </p:cNvPr>
          <p:cNvSpPr txBox="1">
            <a:spLocks/>
          </p:cNvSpPr>
          <p:nvPr/>
        </p:nvSpPr>
        <p:spPr>
          <a:xfrm>
            <a:off x="618825" y="411267"/>
            <a:ext cx="4727700"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600"/>
              <a:buFont typeface="Share Tech"/>
              <a:buNone/>
              <a:defRPr sz="3000" b="0" i="0" u="none" strike="noStrike" cap="none">
                <a:solidFill>
                  <a:schemeClr val="lt1"/>
                </a:solidFill>
                <a:latin typeface="Share Tech"/>
                <a:ea typeface="Share Tech"/>
                <a:cs typeface="Share Tech"/>
                <a:sym typeface="Share Tech"/>
              </a:defRPr>
            </a:lvl1pPr>
            <a:lvl2pPr marR="0" lvl="1"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2pPr>
            <a:lvl3pPr marR="0" lvl="2"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3pPr>
            <a:lvl4pPr marR="0" lvl="3"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4pPr>
            <a:lvl5pPr marR="0" lvl="4"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5pPr>
            <a:lvl6pPr marR="0" lvl="5"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6pPr>
            <a:lvl7pPr marR="0" lvl="6"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7pPr>
            <a:lvl8pPr marR="0" lvl="7"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8pPr>
            <a:lvl9pPr marR="0" lvl="8"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9pPr>
          </a:lstStyle>
          <a:p>
            <a:r>
              <a:rPr lang="en-US" b="1" dirty="0">
                <a:latin typeface="Maven Pro" panose="020B0604020202020204" charset="0"/>
              </a:rPr>
              <a:t>KHÁI NIỆM</a:t>
            </a: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22" name="Google Shape;1122;p39"/>
          <p:cNvSpPr txBox="1">
            <a:spLocks noGrp="1"/>
          </p:cNvSpPr>
          <p:nvPr>
            <p:ph type="ctrTitle" idx="4"/>
          </p:nvPr>
        </p:nvSpPr>
        <p:spPr>
          <a:xfrm>
            <a:off x="611075" y="482222"/>
            <a:ext cx="589788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l-PL" b="1" dirty="0">
                <a:latin typeface="Maven Pro" panose="020B0604020202020204" charset="0"/>
              </a:rPr>
              <a:t>Chu kỳ thực hiện CPU – I/O</a:t>
            </a:r>
            <a:endParaRPr sz="3000" b="1" dirty="0">
              <a:latin typeface="Maven Pro" panose="020B0604020202020204" charset="0"/>
            </a:endParaRPr>
          </a:p>
        </p:txBody>
      </p:sp>
      <p:sp>
        <p:nvSpPr>
          <p:cNvPr id="1124" name="Google Shape;1124;p39"/>
          <p:cNvSpPr txBox="1">
            <a:spLocks noGrp="1"/>
          </p:cNvSpPr>
          <p:nvPr>
            <p:ph type="subTitle" idx="1"/>
          </p:nvPr>
        </p:nvSpPr>
        <p:spPr>
          <a:xfrm>
            <a:off x="1563987" y="3324031"/>
            <a:ext cx="3045852" cy="9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r>
              <a:rPr lang="en-US" dirty="0" err="1"/>
              <a:t>Tiến</a:t>
            </a:r>
            <a:r>
              <a:rPr lang="en-US" dirty="0"/>
              <a:t> </a:t>
            </a:r>
            <a:r>
              <a:rPr lang="en-US" dirty="0" err="1"/>
              <a:t>trình</a:t>
            </a:r>
            <a:r>
              <a:rPr lang="en-US" dirty="0"/>
              <a:t> </a:t>
            </a:r>
            <a:r>
              <a:rPr lang="en-US" dirty="0" err="1"/>
              <a:t>là</a:t>
            </a:r>
            <a:r>
              <a:rPr lang="en-US" dirty="0"/>
              <a:t> </a:t>
            </a:r>
            <a:r>
              <a:rPr lang="en-US" dirty="0" err="1"/>
              <a:t>chuỗi</a:t>
            </a:r>
            <a:r>
              <a:rPr lang="en-US" dirty="0"/>
              <a:t> </a:t>
            </a:r>
            <a:r>
              <a:rPr lang="en-US" dirty="0" err="1"/>
              <a:t>luân</a:t>
            </a:r>
            <a:r>
              <a:rPr lang="en-US" dirty="0"/>
              <a:t> </a:t>
            </a:r>
            <a:r>
              <a:rPr lang="en-US" dirty="0" err="1"/>
              <a:t>phiên</a:t>
            </a:r>
            <a:r>
              <a:rPr lang="en-US" dirty="0"/>
              <a:t> </a:t>
            </a:r>
            <a:r>
              <a:rPr lang="en-US" dirty="0" err="1"/>
              <a:t>giữa</a:t>
            </a:r>
            <a:r>
              <a:rPr lang="en-US" dirty="0"/>
              <a:t> chu </a:t>
            </a:r>
            <a:r>
              <a:rPr lang="en-US" dirty="0" err="1"/>
              <a:t>kỳ</a:t>
            </a:r>
            <a:r>
              <a:rPr lang="en-US" dirty="0"/>
              <a:t> </a:t>
            </a:r>
            <a:r>
              <a:rPr lang="en-US" dirty="0" err="1"/>
              <a:t>tính</a:t>
            </a:r>
            <a:r>
              <a:rPr lang="en-US" dirty="0"/>
              <a:t> </a:t>
            </a:r>
            <a:r>
              <a:rPr lang="en-US" dirty="0" err="1"/>
              <a:t>toán</a:t>
            </a:r>
            <a:r>
              <a:rPr lang="en-US" dirty="0"/>
              <a:t> </a:t>
            </a:r>
            <a:r>
              <a:rPr lang="en-US" dirty="0" err="1"/>
              <a:t>và</a:t>
            </a:r>
            <a:r>
              <a:rPr lang="en-US" dirty="0"/>
              <a:t> </a:t>
            </a:r>
            <a:r>
              <a:rPr lang="en-US" dirty="0" err="1"/>
              <a:t>chờ</a:t>
            </a:r>
            <a:r>
              <a:rPr lang="en-US" dirty="0"/>
              <a:t> </a:t>
            </a:r>
            <a:r>
              <a:rPr lang="en-US" dirty="0" err="1"/>
              <a:t>đợi</a:t>
            </a:r>
            <a:r>
              <a:rPr lang="en-US" dirty="0"/>
              <a:t> </a:t>
            </a:r>
            <a:r>
              <a:rPr lang="en-US" dirty="0" err="1"/>
              <a:t>vào</a:t>
            </a:r>
            <a:r>
              <a:rPr lang="en-US" dirty="0"/>
              <a:t>/</a:t>
            </a:r>
            <a:r>
              <a:rPr lang="en-US" dirty="0" err="1"/>
              <a:t>ra</a:t>
            </a:r>
            <a:r>
              <a:rPr lang="en-US" dirty="0"/>
              <a:t> </a:t>
            </a:r>
            <a:r>
              <a:rPr lang="en-US" dirty="0" err="1"/>
              <a:t>và</a:t>
            </a:r>
            <a:r>
              <a:rPr lang="en-US" dirty="0"/>
              <a:t> </a:t>
            </a:r>
            <a:r>
              <a:rPr lang="en-US" dirty="0" err="1"/>
              <a:t>sự</a:t>
            </a:r>
            <a:r>
              <a:rPr lang="en-US" dirty="0"/>
              <a:t> </a:t>
            </a:r>
            <a:r>
              <a:rPr lang="en-US" dirty="0" err="1"/>
              <a:t>kiện</a:t>
            </a:r>
            <a:r>
              <a:rPr lang="en-US" dirty="0"/>
              <a:t> </a:t>
            </a:r>
            <a:r>
              <a:rPr lang="en-US" dirty="0" err="1"/>
              <a:t>hiện</a:t>
            </a:r>
            <a:r>
              <a:rPr lang="en-US" dirty="0"/>
              <a:t>) </a:t>
            </a:r>
            <a:endParaRPr dirty="0"/>
          </a:p>
        </p:txBody>
      </p:sp>
      <p:sp>
        <p:nvSpPr>
          <p:cNvPr id="1126" name="Google Shape;1126;p39"/>
          <p:cNvSpPr txBox="1">
            <a:spLocks noGrp="1"/>
          </p:cNvSpPr>
          <p:nvPr>
            <p:ph type="subTitle" idx="3"/>
          </p:nvPr>
        </p:nvSpPr>
        <p:spPr>
          <a:xfrm>
            <a:off x="4391600" y="1769846"/>
            <a:ext cx="3039300" cy="1179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 </a:t>
            </a:r>
            <a:r>
              <a:rPr lang="en-US" dirty="0" err="1"/>
              <a:t>Phân</a:t>
            </a:r>
            <a:r>
              <a:rPr lang="en-US" dirty="0"/>
              <a:t> </a:t>
            </a:r>
            <a:r>
              <a:rPr lang="en-US" dirty="0" err="1"/>
              <a:t>biệt</a:t>
            </a:r>
            <a:r>
              <a:rPr lang="en-US" dirty="0"/>
              <a:t> </a:t>
            </a:r>
            <a:r>
              <a:rPr lang="en-US" dirty="0" err="1"/>
              <a:t>các</a:t>
            </a:r>
            <a:r>
              <a:rPr lang="en-US" dirty="0"/>
              <a:t> </a:t>
            </a:r>
            <a:r>
              <a:rPr lang="en-US" dirty="0" err="1"/>
              <a:t>kiểu</a:t>
            </a:r>
            <a:r>
              <a:rPr lang="en-US" dirty="0"/>
              <a:t> </a:t>
            </a:r>
            <a:r>
              <a:rPr lang="en-US" dirty="0" err="1"/>
              <a:t>tiến</a:t>
            </a:r>
            <a:r>
              <a:rPr lang="en-US" dirty="0"/>
              <a:t> </a:t>
            </a:r>
            <a:r>
              <a:rPr lang="en-US" dirty="0" err="1"/>
              <a:t>trình</a:t>
            </a:r>
            <a:endParaRPr lang="en-US" dirty="0"/>
          </a:p>
        </p:txBody>
      </p:sp>
      <p:sp>
        <p:nvSpPr>
          <p:cNvPr id="1127" name="Google Shape;1127;p39"/>
          <p:cNvSpPr/>
          <p:nvPr/>
        </p:nvSpPr>
        <p:spPr>
          <a:xfrm>
            <a:off x="1783325" y="1199225"/>
            <a:ext cx="252000" cy="252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9"/>
          <p:cNvSpPr/>
          <p:nvPr/>
        </p:nvSpPr>
        <p:spPr>
          <a:xfrm>
            <a:off x="7092250" y="3891700"/>
            <a:ext cx="423300" cy="423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Hình ảnh 2">
            <a:extLst>
              <a:ext uri="{FF2B5EF4-FFF2-40B4-BE49-F238E27FC236}">
                <a16:creationId xmlns:a16="http://schemas.microsoft.com/office/drawing/2014/main" id="{2B6FE5AC-AD68-08E8-2577-806BA5A751F8}"/>
              </a:ext>
            </a:extLst>
          </p:cNvPr>
          <p:cNvPicPr>
            <a:picLocks noChangeAspect="1"/>
          </p:cNvPicPr>
          <p:nvPr/>
        </p:nvPicPr>
        <p:blipFill>
          <a:blip r:embed="rId3"/>
          <a:stretch>
            <a:fillRect/>
          </a:stretch>
        </p:blipFill>
        <p:spPr>
          <a:xfrm>
            <a:off x="1643667" y="1591178"/>
            <a:ext cx="2857500" cy="1600200"/>
          </a:xfrm>
          <a:prstGeom prst="rect">
            <a:avLst/>
          </a:prstGeom>
        </p:spPr>
      </p:pic>
      <p:pic>
        <p:nvPicPr>
          <p:cNvPr id="5" name="Hình ảnh 4">
            <a:extLst>
              <a:ext uri="{FF2B5EF4-FFF2-40B4-BE49-F238E27FC236}">
                <a16:creationId xmlns:a16="http://schemas.microsoft.com/office/drawing/2014/main" id="{7713C4A0-98FB-1D8C-FE25-668517ED86EA}"/>
              </a:ext>
            </a:extLst>
          </p:cNvPr>
          <p:cNvPicPr>
            <a:picLocks noChangeAspect="1"/>
          </p:cNvPicPr>
          <p:nvPr/>
        </p:nvPicPr>
        <p:blipFill>
          <a:blip r:embed="rId4"/>
          <a:stretch>
            <a:fillRect/>
          </a:stretch>
        </p:blipFill>
        <p:spPr>
          <a:xfrm>
            <a:off x="4629533" y="2644929"/>
            <a:ext cx="2866323" cy="1727449"/>
          </a:xfrm>
          <a:prstGeom prst="rect">
            <a:avLst/>
          </a:prstGeom>
        </p:spPr>
      </p:pic>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4" name="Google Shape;1134;p40"/>
          <p:cNvSpPr txBox="1">
            <a:spLocks noGrp="1"/>
          </p:cNvSpPr>
          <p:nvPr>
            <p:ph type="subTitle" idx="1"/>
          </p:nvPr>
        </p:nvSpPr>
        <p:spPr>
          <a:xfrm>
            <a:off x="1821505" y="2340362"/>
            <a:ext cx="5346461" cy="170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 </a:t>
            </a:r>
            <a:r>
              <a:rPr lang="vi-VN" sz="1600" dirty="0"/>
              <a:t>Lựa chọn một trong số các tiến trình đang sẵn sàng trong bộ nhớ và cung cấp CPU cho nó </a:t>
            </a:r>
            <a:endParaRPr lang="en-US" sz="1600" dirty="0"/>
          </a:p>
          <a:p>
            <a:pPr marL="0" lvl="0" indent="0" algn="l" rtl="0">
              <a:spcBef>
                <a:spcPts val="0"/>
              </a:spcBef>
              <a:spcAft>
                <a:spcPts val="0"/>
              </a:spcAft>
              <a:buNone/>
            </a:pPr>
            <a:r>
              <a:rPr lang="en-US" sz="1600" dirty="0"/>
              <a:t>     </a:t>
            </a:r>
            <a:r>
              <a:rPr lang="vi-VN" sz="1600" dirty="0"/>
              <a:t>+ Các tiến trình phải sắp hàng trong hàng đợi </a:t>
            </a:r>
            <a:endParaRPr lang="en-US" sz="1600" dirty="0"/>
          </a:p>
          <a:p>
            <a:pPr marL="0" lvl="0" indent="0" algn="l" rtl="0">
              <a:spcBef>
                <a:spcPts val="0"/>
              </a:spcBef>
              <a:spcAft>
                <a:spcPts val="0"/>
              </a:spcAft>
              <a:buNone/>
            </a:pPr>
            <a:r>
              <a:rPr lang="vi-VN" sz="1600" dirty="0"/>
              <a:t>- Quyết định điều phối CPU xảy ra khi tiến trình </a:t>
            </a:r>
            <a:endParaRPr lang="en-US" sz="1600" dirty="0"/>
          </a:p>
          <a:p>
            <a:pPr marL="0" lvl="0" indent="0" algn="l" rtl="0">
              <a:spcBef>
                <a:spcPts val="0"/>
              </a:spcBef>
              <a:spcAft>
                <a:spcPts val="0"/>
              </a:spcAft>
              <a:buNone/>
            </a:pPr>
            <a:r>
              <a:rPr lang="en-US" sz="1600" dirty="0"/>
              <a:t>    </a:t>
            </a:r>
            <a:r>
              <a:rPr lang="vi-VN" sz="1600" dirty="0"/>
              <a:t>(1) Chuyển từ trạng thái thực hiện sang trạng thái chờ đợi (y/c vào/ra) </a:t>
            </a:r>
            <a:endParaRPr lang="en-US" sz="1600" dirty="0"/>
          </a:p>
          <a:p>
            <a:pPr marL="0" lvl="0" indent="0" algn="l" rtl="0">
              <a:spcBef>
                <a:spcPts val="0"/>
              </a:spcBef>
              <a:spcAft>
                <a:spcPts val="0"/>
              </a:spcAft>
              <a:buNone/>
            </a:pPr>
            <a:r>
              <a:rPr lang="en-US" sz="1600" dirty="0"/>
              <a:t>    </a:t>
            </a:r>
            <a:r>
              <a:rPr lang="vi-VN" sz="1600" dirty="0"/>
              <a:t>(2) Chuyển từ trạng thái thực hiện sang trạng thái sẵn sàng (hết thời gian sử dụng CPU =&gt; ngắt thời gian) </a:t>
            </a:r>
            <a:endParaRPr lang="en-US" sz="1600" dirty="0"/>
          </a:p>
          <a:p>
            <a:pPr marL="0" lvl="0" indent="0" algn="l" rtl="0">
              <a:spcBef>
                <a:spcPts val="0"/>
              </a:spcBef>
              <a:spcAft>
                <a:spcPts val="0"/>
              </a:spcAft>
              <a:buNone/>
            </a:pPr>
            <a:r>
              <a:rPr lang="en-US" sz="1600" dirty="0"/>
              <a:t>    </a:t>
            </a:r>
            <a:r>
              <a:rPr lang="vi-VN" sz="1600" dirty="0"/>
              <a:t>(3) Chuyển từ trạng thái chờ đợi sang trạng thái sẵn sàng (hoàn thành vào/ra) </a:t>
            </a:r>
            <a:endParaRPr lang="en-US" sz="1600" dirty="0"/>
          </a:p>
        </p:txBody>
      </p:sp>
      <p:sp>
        <p:nvSpPr>
          <p:cNvPr id="5" name="Google Shape;1122;p39">
            <a:extLst>
              <a:ext uri="{FF2B5EF4-FFF2-40B4-BE49-F238E27FC236}">
                <a16:creationId xmlns:a16="http://schemas.microsoft.com/office/drawing/2014/main" id="{C85CC906-0FBF-7E66-DB3A-42B5D3AC0CD5}"/>
              </a:ext>
            </a:extLst>
          </p:cNvPr>
          <p:cNvSpPr txBox="1">
            <a:spLocks/>
          </p:cNvSpPr>
          <p:nvPr/>
        </p:nvSpPr>
        <p:spPr>
          <a:xfrm>
            <a:off x="719564" y="737140"/>
            <a:ext cx="4727700" cy="577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600" b="1" dirty="0" err="1">
                <a:solidFill>
                  <a:schemeClr val="bg1"/>
                </a:solidFill>
                <a:latin typeface="Maven Pro" panose="020B0604020202020204" charset="0"/>
              </a:rPr>
              <a:t>Bộ</a:t>
            </a:r>
            <a:r>
              <a:rPr lang="en-US" sz="3600" b="1" dirty="0">
                <a:solidFill>
                  <a:schemeClr val="bg1"/>
                </a:solidFill>
                <a:latin typeface="Maven Pro" panose="020B0604020202020204" charset="0"/>
              </a:rPr>
              <a:t> </a:t>
            </a:r>
            <a:r>
              <a:rPr lang="en-US" sz="3600" b="1" dirty="0" err="1">
                <a:solidFill>
                  <a:schemeClr val="bg1"/>
                </a:solidFill>
                <a:latin typeface="Maven Pro" panose="020B0604020202020204" charset="0"/>
              </a:rPr>
              <a:t>điều</a:t>
            </a:r>
            <a:r>
              <a:rPr lang="en-US" sz="3600" b="1" dirty="0">
                <a:solidFill>
                  <a:schemeClr val="bg1"/>
                </a:solidFill>
                <a:latin typeface="Maven Pro" panose="020B0604020202020204" charset="0"/>
              </a:rPr>
              <a:t> </a:t>
            </a:r>
            <a:r>
              <a:rPr lang="en-US" sz="3600" b="1" dirty="0" err="1">
                <a:solidFill>
                  <a:schemeClr val="bg1"/>
                </a:solidFill>
                <a:latin typeface="Maven Pro" panose="020B0604020202020204" charset="0"/>
              </a:rPr>
              <a:t>phối</a:t>
            </a:r>
            <a:r>
              <a:rPr lang="en-US" sz="3600" b="1" dirty="0">
                <a:solidFill>
                  <a:schemeClr val="bg1"/>
                </a:solidFill>
                <a:latin typeface="Maven Pro" panose="020B0604020202020204" charset="0"/>
              </a:rPr>
              <a:t> CPU</a:t>
            </a:r>
            <a:endParaRPr lang="en-US" sz="2800" b="1" dirty="0">
              <a:solidFill>
                <a:schemeClr val="bg1"/>
              </a:solidFill>
              <a:latin typeface="Maven Pro" panose="020B0604020202020204" charset="0"/>
            </a:endParaRPr>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4" name="Google Shape;1134;p40"/>
          <p:cNvSpPr txBox="1">
            <a:spLocks noGrp="1"/>
          </p:cNvSpPr>
          <p:nvPr>
            <p:ph type="subTitle" idx="1"/>
          </p:nvPr>
        </p:nvSpPr>
        <p:spPr>
          <a:xfrm>
            <a:off x="1806006" y="2788726"/>
            <a:ext cx="5888903" cy="170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b="1" dirty="0"/>
              <a:t>- Điều phối không trưng dụng </a:t>
            </a:r>
            <a:endParaRPr lang="en-US" sz="1500" b="1" dirty="0"/>
          </a:p>
          <a:p>
            <a:pPr marL="0" lvl="0" indent="0" algn="l" rtl="0">
              <a:spcBef>
                <a:spcPts val="0"/>
              </a:spcBef>
              <a:spcAft>
                <a:spcPts val="0"/>
              </a:spcAft>
              <a:buNone/>
            </a:pPr>
            <a:r>
              <a:rPr lang="en-US" sz="1500" dirty="0"/>
              <a:t>   </a:t>
            </a:r>
            <a:r>
              <a:rPr lang="vi-VN" sz="1500" dirty="0"/>
              <a:t>+ Tiến trình chiếm CPU cho tới khi giải phóng bởi </a:t>
            </a:r>
            <a:endParaRPr lang="en-US" sz="1500" dirty="0"/>
          </a:p>
          <a:p>
            <a:pPr marL="0" lvl="0" indent="0" algn="l" rtl="0">
              <a:spcBef>
                <a:spcPts val="0"/>
              </a:spcBef>
              <a:spcAft>
                <a:spcPts val="0"/>
              </a:spcAft>
              <a:buNone/>
            </a:pPr>
            <a:r>
              <a:rPr lang="en-US" sz="1500" dirty="0"/>
              <a:t>         </a:t>
            </a:r>
            <a:r>
              <a:rPr lang="vi-VN" sz="1500" dirty="0"/>
              <a:t>• Kết thúc nhiệm vụ </a:t>
            </a:r>
            <a:endParaRPr lang="en-US" sz="1500" dirty="0"/>
          </a:p>
          <a:p>
            <a:pPr marL="0" lvl="0" indent="0" algn="l" rtl="0">
              <a:spcBef>
                <a:spcPts val="0"/>
              </a:spcBef>
              <a:spcAft>
                <a:spcPts val="0"/>
              </a:spcAft>
              <a:buNone/>
            </a:pPr>
            <a:r>
              <a:rPr lang="en-US" sz="1500" dirty="0"/>
              <a:t>         </a:t>
            </a:r>
            <a:r>
              <a:rPr lang="vi-VN" sz="1500" dirty="0"/>
              <a:t>• Chuyển sang trạng thái chờ đợi </a:t>
            </a:r>
            <a:endParaRPr lang="en-US" sz="1500" dirty="0"/>
          </a:p>
          <a:p>
            <a:pPr marL="0" lvl="0" indent="0" algn="l" rtl="0">
              <a:spcBef>
                <a:spcPts val="0"/>
              </a:spcBef>
              <a:spcAft>
                <a:spcPts val="0"/>
              </a:spcAft>
              <a:buNone/>
            </a:pPr>
            <a:r>
              <a:rPr lang="en-US" sz="1500" dirty="0"/>
              <a:t>   </a:t>
            </a:r>
            <a:r>
              <a:rPr lang="vi-VN" sz="1500" dirty="0"/>
              <a:t>+ Không đòi hỏi phần cứng đặc biệt (đồng hồ) </a:t>
            </a:r>
            <a:endParaRPr lang="en-US" sz="1500" dirty="0"/>
          </a:p>
          <a:p>
            <a:pPr marL="0" lvl="0" indent="0" algn="l" rtl="0">
              <a:spcBef>
                <a:spcPts val="0"/>
              </a:spcBef>
              <a:spcAft>
                <a:spcPts val="0"/>
              </a:spcAft>
              <a:buNone/>
            </a:pPr>
            <a:r>
              <a:rPr lang="vi-VN" sz="1500" b="1" dirty="0"/>
              <a:t>- Điều phối trưng dụng </a:t>
            </a:r>
            <a:endParaRPr lang="en-US" sz="1500" dirty="0"/>
          </a:p>
          <a:p>
            <a:pPr marL="0" lvl="0" indent="0" algn="l" rtl="0">
              <a:spcBef>
                <a:spcPts val="0"/>
              </a:spcBef>
              <a:spcAft>
                <a:spcPts val="0"/>
              </a:spcAft>
              <a:buNone/>
            </a:pPr>
            <a:r>
              <a:rPr lang="en-US" sz="1500" dirty="0"/>
              <a:t>   </a:t>
            </a:r>
            <a:r>
              <a:rPr lang="vi-VN" sz="1500" dirty="0"/>
              <a:t>+ Tiến trình chỉ được phép thực hiện trong khoảng thời gian </a:t>
            </a:r>
            <a:endParaRPr lang="en-US" sz="1500" dirty="0"/>
          </a:p>
          <a:p>
            <a:pPr marL="0" lvl="0" indent="0" algn="l" rtl="0">
              <a:spcBef>
                <a:spcPts val="0"/>
              </a:spcBef>
              <a:spcAft>
                <a:spcPts val="0"/>
              </a:spcAft>
              <a:buNone/>
            </a:pPr>
            <a:r>
              <a:rPr lang="en-US" sz="1500" dirty="0"/>
              <a:t>   </a:t>
            </a:r>
            <a:r>
              <a:rPr lang="vi-VN" sz="1500" dirty="0"/>
              <a:t>+ Kết thúc khoảng thời gian được định nghĩa trước, ngắt thời gian xuất hiện, bộ điều vận (</a:t>
            </a:r>
            <a:r>
              <a:rPr lang="vi-VN" sz="1500" dirty="0" err="1"/>
              <a:t>dispatcher</a:t>
            </a:r>
            <a:r>
              <a:rPr lang="vi-VN" sz="1500" dirty="0"/>
              <a:t>) được kích hoạt để quyết định hồi phục lại tiến trình hay lựa chọn tiến trình khác </a:t>
            </a:r>
            <a:endParaRPr lang="en-US" sz="1500" dirty="0"/>
          </a:p>
          <a:p>
            <a:pPr marL="0" lvl="0" indent="0" algn="l" rtl="0">
              <a:spcBef>
                <a:spcPts val="0"/>
              </a:spcBef>
              <a:spcAft>
                <a:spcPts val="0"/>
              </a:spcAft>
              <a:buNone/>
            </a:pPr>
            <a:r>
              <a:rPr lang="en-US" sz="1500" dirty="0"/>
              <a:t>   </a:t>
            </a:r>
            <a:r>
              <a:rPr lang="vi-VN" sz="1500" dirty="0"/>
              <a:t>+ Bảo vệ CPU khỏi các tiến trình “đói - CPU” Vấn đề dữ liệu dùng chung </a:t>
            </a:r>
            <a:endParaRPr lang="en-US" sz="1500" dirty="0"/>
          </a:p>
          <a:p>
            <a:pPr marL="0" lvl="0" indent="0" algn="l" rtl="0">
              <a:spcBef>
                <a:spcPts val="0"/>
              </a:spcBef>
              <a:spcAft>
                <a:spcPts val="0"/>
              </a:spcAft>
              <a:buNone/>
            </a:pPr>
            <a:r>
              <a:rPr lang="en-US" sz="1500" dirty="0"/>
              <a:t>        </a:t>
            </a:r>
            <a:r>
              <a:rPr lang="vi-VN" sz="1500" dirty="0"/>
              <a:t>• Tiến trình 1 đang cập nhật DL thì bị mất CPU </a:t>
            </a:r>
            <a:endParaRPr lang="en-US" sz="1500" dirty="0"/>
          </a:p>
          <a:p>
            <a:pPr marL="0" lvl="0" indent="0" algn="l" rtl="0">
              <a:spcBef>
                <a:spcPts val="0"/>
              </a:spcBef>
              <a:spcAft>
                <a:spcPts val="0"/>
              </a:spcAft>
              <a:buNone/>
            </a:pPr>
            <a:r>
              <a:rPr lang="en-US" sz="1500" dirty="0"/>
              <a:t>        </a:t>
            </a:r>
            <a:r>
              <a:rPr lang="vi-VN" sz="1500" dirty="0"/>
              <a:t>• Tiến trình 2 được giao CPU và đọc DL đang cập nhật </a:t>
            </a:r>
            <a:endParaRPr lang="en-US" sz="1500" dirty="0"/>
          </a:p>
        </p:txBody>
      </p:sp>
      <p:sp>
        <p:nvSpPr>
          <p:cNvPr id="5" name="Google Shape;1122;p39">
            <a:extLst>
              <a:ext uri="{FF2B5EF4-FFF2-40B4-BE49-F238E27FC236}">
                <a16:creationId xmlns:a16="http://schemas.microsoft.com/office/drawing/2014/main" id="{C85CC906-0FBF-7E66-DB3A-42B5D3AC0CD5}"/>
              </a:ext>
            </a:extLst>
          </p:cNvPr>
          <p:cNvSpPr txBox="1">
            <a:spLocks/>
          </p:cNvSpPr>
          <p:nvPr/>
        </p:nvSpPr>
        <p:spPr>
          <a:xfrm>
            <a:off x="669973" y="363974"/>
            <a:ext cx="7649522" cy="577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sz="2800" b="1" dirty="0">
                <a:solidFill>
                  <a:schemeClr val="bg1"/>
                </a:solidFill>
                <a:latin typeface="Maven Pro" panose="020B0604020202020204" charset="0"/>
              </a:rPr>
              <a:t>Điều phối trưng dụng và không trưng dụng</a:t>
            </a:r>
            <a:endParaRPr lang="en-US" sz="1600" b="1" dirty="0">
              <a:solidFill>
                <a:schemeClr val="bg1"/>
              </a:solidFill>
              <a:latin typeface="Maven Pro" panose="020B0604020202020204" charset="0"/>
            </a:endParaRPr>
          </a:p>
        </p:txBody>
      </p:sp>
    </p:spTree>
    <p:extLst>
      <p:ext uri="{BB962C8B-B14F-4D97-AF65-F5344CB8AC3E}">
        <p14:creationId xmlns:p14="http://schemas.microsoft.com/office/powerpoint/2010/main" val="219208493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cxnSp>
        <p:nvCxnSpPr>
          <p:cNvPr id="1233" name="Google Shape;1233;p43"/>
          <p:cNvCxnSpPr>
            <a:cxnSpLocks/>
            <a:endCxn id="1234" idx="1"/>
          </p:cNvCxnSpPr>
          <p:nvPr/>
        </p:nvCxnSpPr>
        <p:spPr>
          <a:xfrm rot="16200000" flipV="1">
            <a:off x="1241921" y="2487150"/>
            <a:ext cx="2287800" cy="1226700"/>
          </a:xfrm>
          <a:prstGeom prst="bentConnector4">
            <a:avLst>
              <a:gd name="adj1" fmla="val 36556"/>
              <a:gd name="adj2" fmla="val 118635"/>
            </a:avLst>
          </a:prstGeom>
          <a:noFill/>
          <a:ln w="9525" cap="flat" cmpd="sng">
            <a:solidFill>
              <a:schemeClr val="lt2"/>
            </a:solidFill>
            <a:prstDash val="solid"/>
            <a:round/>
            <a:headEnd type="none" w="med" len="med"/>
            <a:tailEnd type="none" w="med" len="med"/>
          </a:ln>
        </p:spPr>
      </p:cxnSp>
      <p:sp>
        <p:nvSpPr>
          <p:cNvPr id="1234" name="Google Shape;1234;p43"/>
          <p:cNvSpPr txBox="1">
            <a:spLocks noGrp="1"/>
          </p:cNvSpPr>
          <p:nvPr>
            <p:ph type="title"/>
          </p:nvPr>
        </p:nvSpPr>
        <p:spPr>
          <a:xfrm>
            <a:off x="1772471" y="1341450"/>
            <a:ext cx="5759706" cy="123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b="1" dirty="0">
                <a:solidFill>
                  <a:schemeClr val="accent6">
                    <a:lumMod val="60000"/>
                    <a:lumOff val="40000"/>
                  </a:schemeClr>
                </a:solidFill>
                <a:latin typeface="Maven Pro" panose="020B0604020202020204" charset="0"/>
              </a:rPr>
              <a:t>TIÊU CHUẨN ĐIỀU PHỐI </a:t>
            </a:r>
            <a:endParaRPr sz="4000" b="1" dirty="0">
              <a:solidFill>
                <a:schemeClr val="accent6">
                  <a:lumMod val="60000"/>
                  <a:lumOff val="40000"/>
                </a:schemeClr>
              </a:solidFill>
              <a:latin typeface="Maven Pro" panose="020B0604020202020204" charset="0"/>
            </a:endParaRPr>
          </a:p>
        </p:txBody>
      </p:sp>
    </p:spTree>
    <p:extLst>
      <p:ext uri="{BB962C8B-B14F-4D97-AF65-F5344CB8AC3E}">
        <p14:creationId xmlns:p14="http://schemas.microsoft.com/office/powerpoint/2010/main" val="26398137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p40"/>
          <p:cNvSpPr txBox="1">
            <a:spLocks noGrp="1"/>
          </p:cNvSpPr>
          <p:nvPr>
            <p:ph type="ctrTitle"/>
          </p:nvPr>
        </p:nvSpPr>
        <p:spPr>
          <a:xfrm>
            <a:off x="1622789" y="682779"/>
            <a:ext cx="5681446" cy="106852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b="1" dirty="0">
                <a:latin typeface="Maven Pro" panose="020B0604020202020204" charset="0"/>
              </a:rPr>
              <a:t>TIÊU CHUẨN ĐIỀU PHỐI</a:t>
            </a:r>
            <a:endParaRPr sz="3600" b="1" dirty="0">
              <a:latin typeface="Maven Pro" panose="020B0604020202020204" charset="0"/>
            </a:endParaRPr>
          </a:p>
        </p:txBody>
      </p:sp>
      <p:sp>
        <p:nvSpPr>
          <p:cNvPr id="1134" name="Google Shape;1134;p40"/>
          <p:cNvSpPr txBox="1">
            <a:spLocks noGrp="1"/>
          </p:cNvSpPr>
          <p:nvPr>
            <p:ph type="subTitle" idx="1"/>
          </p:nvPr>
        </p:nvSpPr>
        <p:spPr>
          <a:xfrm>
            <a:off x="2580923" y="1880325"/>
            <a:ext cx="5493694" cy="170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a) </a:t>
            </a:r>
            <a:r>
              <a:rPr lang="en-US" sz="1600" dirty="0" err="1"/>
              <a:t>Tiêu</a:t>
            </a:r>
            <a:r>
              <a:rPr lang="en-US" sz="1600" dirty="0"/>
              <a:t> </a:t>
            </a:r>
            <a:r>
              <a:rPr lang="en-US" sz="1600" dirty="0" err="1"/>
              <a:t>chuẩn</a:t>
            </a:r>
            <a:r>
              <a:rPr lang="en-US" sz="1600" dirty="0"/>
              <a:t> </a:t>
            </a:r>
            <a:r>
              <a:rPr lang="en-US" sz="1600" dirty="0" err="1"/>
              <a:t>điều</a:t>
            </a:r>
            <a:r>
              <a:rPr lang="en-US" sz="1600" dirty="0"/>
              <a:t> </a:t>
            </a:r>
            <a:r>
              <a:rPr lang="en-US" sz="1600" dirty="0" err="1"/>
              <a:t>phối</a:t>
            </a:r>
            <a:r>
              <a:rPr lang="en-US" sz="1600" dirty="0"/>
              <a:t> I</a:t>
            </a:r>
          </a:p>
          <a:p>
            <a:pPr marL="0" lvl="0" indent="0" algn="l" rtl="0">
              <a:spcBef>
                <a:spcPts val="0"/>
              </a:spcBef>
              <a:spcAft>
                <a:spcPts val="0"/>
              </a:spcAft>
              <a:buNone/>
            </a:pPr>
            <a:r>
              <a:rPr lang="en-US" sz="1600" dirty="0"/>
              <a:t>    - </a:t>
            </a:r>
            <a:r>
              <a:rPr lang="en-US" sz="1600" dirty="0" err="1"/>
              <a:t>Sử</a:t>
            </a:r>
            <a:r>
              <a:rPr lang="en-US" sz="1600" dirty="0"/>
              <a:t> </a:t>
            </a:r>
            <a:r>
              <a:rPr lang="en-US" sz="1600" dirty="0" err="1"/>
              <a:t>dụng</a:t>
            </a:r>
            <a:r>
              <a:rPr lang="en-US" sz="1600" dirty="0"/>
              <a:t> CPU (</a:t>
            </a:r>
            <a:r>
              <a:rPr lang="en-US" sz="1600" dirty="0" err="1"/>
              <a:t>Lớn</a:t>
            </a:r>
            <a:r>
              <a:rPr lang="en-US" sz="1600" dirty="0"/>
              <a:t> </a:t>
            </a:r>
            <a:r>
              <a:rPr lang="en-US" sz="1600" dirty="0" err="1"/>
              <a:t>nhất</a:t>
            </a:r>
            <a:r>
              <a:rPr lang="en-US" sz="1600" dirty="0"/>
              <a:t>) </a:t>
            </a:r>
          </a:p>
          <a:p>
            <a:pPr marL="0" lvl="0" indent="0" algn="l" rtl="0">
              <a:spcBef>
                <a:spcPts val="0"/>
              </a:spcBef>
              <a:spcAft>
                <a:spcPts val="0"/>
              </a:spcAft>
              <a:buNone/>
            </a:pPr>
            <a:r>
              <a:rPr lang="en-US" sz="1600" dirty="0"/>
              <a:t>    - Thông </a:t>
            </a:r>
            <a:r>
              <a:rPr lang="en-US" sz="1600" dirty="0" err="1"/>
              <a:t>lượng</a:t>
            </a:r>
            <a:r>
              <a:rPr lang="en-US" sz="1600" dirty="0"/>
              <a:t> (throughput) (</a:t>
            </a:r>
            <a:r>
              <a:rPr lang="en-US" sz="1600" dirty="0" err="1"/>
              <a:t>Lớn</a:t>
            </a:r>
            <a:r>
              <a:rPr lang="en-US" sz="1600" dirty="0"/>
              <a:t> </a:t>
            </a:r>
            <a:r>
              <a:rPr lang="en-US" sz="1600" dirty="0" err="1"/>
              <a:t>nhất</a:t>
            </a:r>
            <a:r>
              <a:rPr lang="en-US" sz="1600" dirty="0"/>
              <a:t>) </a:t>
            </a:r>
          </a:p>
          <a:p>
            <a:pPr marL="0" lvl="0" indent="0" algn="l" rtl="0">
              <a:spcBef>
                <a:spcPts val="0"/>
              </a:spcBef>
              <a:spcAft>
                <a:spcPts val="0"/>
              </a:spcAft>
              <a:buNone/>
            </a:pPr>
            <a:r>
              <a:rPr lang="en-US" sz="1600" dirty="0"/>
              <a:t>    - </a:t>
            </a:r>
            <a:r>
              <a:rPr lang="en-US" sz="1600" dirty="0" err="1"/>
              <a:t>Thời</a:t>
            </a:r>
            <a:r>
              <a:rPr lang="en-US" sz="1600" dirty="0"/>
              <a:t> </a:t>
            </a:r>
            <a:r>
              <a:rPr lang="en-US" sz="1600" dirty="0" err="1"/>
              <a:t>gian</a:t>
            </a:r>
            <a:r>
              <a:rPr lang="en-US" sz="1600" dirty="0"/>
              <a:t> </a:t>
            </a:r>
            <a:r>
              <a:rPr lang="en-US" sz="1600" dirty="0" err="1"/>
              <a:t>hoàn</a:t>
            </a:r>
            <a:r>
              <a:rPr lang="en-US" sz="1600" dirty="0"/>
              <a:t> </a:t>
            </a:r>
            <a:r>
              <a:rPr lang="en-US" sz="1600" dirty="0" err="1"/>
              <a:t>thành</a:t>
            </a:r>
            <a:r>
              <a:rPr lang="en-US" sz="1600" dirty="0"/>
              <a:t> (</a:t>
            </a:r>
            <a:r>
              <a:rPr lang="en-US" sz="1600" dirty="0" err="1"/>
              <a:t>Nhỏ</a:t>
            </a:r>
            <a:r>
              <a:rPr lang="en-US" sz="1600" dirty="0"/>
              <a:t> </a:t>
            </a:r>
            <a:r>
              <a:rPr lang="en-US" sz="1600" dirty="0" err="1"/>
              <a:t>nhất</a:t>
            </a:r>
            <a:r>
              <a:rPr lang="en-US" sz="1600" dirty="0"/>
              <a:t>)</a:t>
            </a:r>
          </a:p>
          <a:p>
            <a:pPr marL="0" lvl="0" indent="0" algn="l" rtl="0">
              <a:spcBef>
                <a:spcPts val="0"/>
              </a:spcBef>
              <a:spcAft>
                <a:spcPts val="0"/>
              </a:spcAft>
              <a:buNone/>
            </a:pPr>
            <a:r>
              <a:rPr lang="en-US" sz="1600" dirty="0"/>
              <a:t>b) </a:t>
            </a:r>
            <a:r>
              <a:rPr lang="en-US" sz="1600" dirty="0" err="1"/>
              <a:t>Tiêu</a:t>
            </a:r>
            <a:r>
              <a:rPr lang="en-US" sz="1600" dirty="0"/>
              <a:t> </a:t>
            </a:r>
            <a:r>
              <a:rPr lang="en-US" sz="1600" dirty="0" err="1"/>
              <a:t>chuẩn</a:t>
            </a:r>
            <a:r>
              <a:rPr lang="en-US" sz="1600" dirty="0"/>
              <a:t> </a:t>
            </a:r>
            <a:r>
              <a:rPr lang="en-US" sz="1600" dirty="0" err="1"/>
              <a:t>điều</a:t>
            </a:r>
            <a:r>
              <a:rPr lang="en-US" sz="1600" dirty="0"/>
              <a:t> </a:t>
            </a:r>
            <a:r>
              <a:rPr lang="en-US" sz="1600" dirty="0" err="1"/>
              <a:t>phối</a:t>
            </a:r>
            <a:r>
              <a:rPr lang="en-US" sz="1600" dirty="0"/>
              <a:t> II</a:t>
            </a:r>
          </a:p>
          <a:p>
            <a:pPr marL="0" lvl="0" indent="0" algn="l" rtl="0">
              <a:spcBef>
                <a:spcPts val="0"/>
              </a:spcBef>
              <a:spcAft>
                <a:spcPts val="0"/>
              </a:spcAft>
              <a:buNone/>
            </a:pPr>
            <a:r>
              <a:rPr lang="en-US" sz="1600" dirty="0"/>
              <a:t>    - </a:t>
            </a:r>
            <a:r>
              <a:rPr lang="en-US" sz="1600" dirty="0" err="1"/>
              <a:t>Thời</a:t>
            </a:r>
            <a:r>
              <a:rPr lang="en-US" sz="1600" dirty="0"/>
              <a:t> </a:t>
            </a:r>
            <a:r>
              <a:rPr lang="en-US" sz="1600" dirty="0" err="1"/>
              <a:t>gian</a:t>
            </a:r>
            <a:r>
              <a:rPr lang="en-US" sz="1600" dirty="0"/>
              <a:t> </a:t>
            </a:r>
            <a:r>
              <a:rPr lang="en-US" sz="1600" dirty="0" err="1"/>
              <a:t>chờ</a:t>
            </a:r>
            <a:r>
              <a:rPr lang="en-US" sz="1600" dirty="0"/>
              <a:t> </a:t>
            </a:r>
            <a:r>
              <a:rPr lang="en-US" sz="1600" dirty="0" err="1"/>
              <a:t>đợi</a:t>
            </a:r>
            <a:r>
              <a:rPr lang="en-US" sz="1600" dirty="0"/>
              <a:t> (</a:t>
            </a:r>
            <a:r>
              <a:rPr lang="en-US" sz="1600" dirty="0" err="1"/>
              <a:t>Nhỏ</a:t>
            </a:r>
            <a:r>
              <a:rPr lang="en-US" sz="1600" dirty="0"/>
              <a:t> </a:t>
            </a:r>
            <a:r>
              <a:rPr lang="en-US" sz="1600" dirty="0" err="1"/>
              <a:t>nhất</a:t>
            </a:r>
            <a:r>
              <a:rPr lang="en-US" sz="1600" dirty="0"/>
              <a:t>)</a:t>
            </a:r>
          </a:p>
          <a:p>
            <a:pPr marL="0" lvl="0" indent="0" algn="l" rtl="0">
              <a:spcBef>
                <a:spcPts val="0"/>
              </a:spcBef>
              <a:spcAft>
                <a:spcPts val="0"/>
              </a:spcAft>
              <a:buNone/>
            </a:pPr>
            <a:r>
              <a:rPr lang="en-US" sz="1600" dirty="0"/>
              <a:t>    - </a:t>
            </a:r>
            <a:r>
              <a:rPr lang="en-US" sz="1600" dirty="0" err="1"/>
              <a:t>Thời</a:t>
            </a:r>
            <a:r>
              <a:rPr lang="en-US" sz="1600" dirty="0"/>
              <a:t> </a:t>
            </a:r>
            <a:r>
              <a:rPr lang="en-US" sz="1600" dirty="0" err="1"/>
              <a:t>gian</a:t>
            </a:r>
            <a:r>
              <a:rPr lang="en-US" sz="1600" dirty="0"/>
              <a:t> </a:t>
            </a:r>
            <a:r>
              <a:rPr lang="en-US" sz="1600" dirty="0" err="1"/>
              <a:t>đáp</a:t>
            </a:r>
            <a:r>
              <a:rPr lang="en-US" sz="1600" dirty="0"/>
              <a:t> </a:t>
            </a:r>
            <a:r>
              <a:rPr lang="en-US" sz="1600" dirty="0" err="1"/>
              <a:t>ứng</a:t>
            </a:r>
            <a:r>
              <a:rPr lang="en-US" sz="1600" dirty="0"/>
              <a:t> (</a:t>
            </a:r>
            <a:r>
              <a:rPr lang="en-US" sz="1600" dirty="0" err="1"/>
              <a:t>Nhỏ</a:t>
            </a:r>
            <a:r>
              <a:rPr lang="en-US" sz="1600" dirty="0"/>
              <a:t> </a:t>
            </a:r>
            <a:r>
              <a:rPr lang="en-US" sz="1600" dirty="0" err="1"/>
              <a:t>nhất</a:t>
            </a:r>
            <a:r>
              <a:rPr lang="en-US" sz="1600" dirty="0"/>
              <a:t>) </a:t>
            </a:r>
            <a:endParaRPr sz="1600" dirty="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7" name="Google Shape;1167;p42"/>
          <p:cNvSpPr txBox="1">
            <a:spLocks noGrp="1"/>
          </p:cNvSpPr>
          <p:nvPr>
            <p:ph type="subTitle" idx="1"/>
          </p:nvPr>
        </p:nvSpPr>
        <p:spPr>
          <a:xfrm>
            <a:off x="733325" y="1643751"/>
            <a:ext cx="22005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600" dirty="0"/>
              <a:t>Phương pháp </a:t>
            </a:r>
            <a:r>
              <a:rPr lang="vi-VN" sz="1600" dirty="0" err="1"/>
              <a:t>Round</a:t>
            </a:r>
            <a:r>
              <a:rPr lang="vi-VN" sz="1600" dirty="0"/>
              <a:t> </a:t>
            </a:r>
            <a:r>
              <a:rPr lang="vi-VN" sz="1600" dirty="0" err="1"/>
              <a:t>Robin</a:t>
            </a:r>
            <a:endParaRPr lang="vi-VN" sz="1600" dirty="0"/>
          </a:p>
        </p:txBody>
      </p:sp>
      <p:sp>
        <p:nvSpPr>
          <p:cNvPr id="1170" name="Google Shape;1170;p42"/>
          <p:cNvSpPr txBox="1">
            <a:spLocks noGrp="1"/>
          </p:cNvSpPr>
          <p:nvPr>
            <p:ph type="subTitle" idx="5"/>
          </p:nvPr>
        </p:nvSpPr>
        <p:spPr>
          <a:xfrm>
            <a:off x="6176524" y="1643751"/>
            <a:ext cx="22707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600" dirty="0"/>
              <a:t>Phương pháp SRT (Độc quyền/ Không độc quyền)</a:t>
            </a:r>
            <a:endParaRPr sz="1600" dirty="0"/>
          </a:p>
        </p:txBody>
      </p:sp>
      <p:sp>
        <p:nvSpPr>
          <p:cNvPr id="1172" name="Google Shape;1172;p42"/>
          <p:cNvSpPr txBox="1">
            <a:spLocks noGrp="1"/>
          </p:cNvSpPr>
          <p:nvPr>
            <p:ph type="subTitle" idx="8"/>
          </p:nvPr>
        </p:nvSpPr>
        <p:spPr>
          <a:xfrm>
            <a:off x="733325" y="3479251"/>
            <a:ext cx="22005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600" dirty="0"/>
              <a:t>Phương pháp quyền Ưu tiên (Độc quyền/ Không độc quyền)</a:t>
            </a:r>
          </a:p>
        </p:txBody>
      </p:sp>
      <p:sp>
        <p:nvSpPr>
          <p:cNvPr id="1174" name="Google Shape;1174;p42"/>
          <p:cNvSpPr txBox="1">
            <a:spLocks noGrp="1"/>
          </p:cNvSpPr>
          <p:nvPr>
            <p:ph type="subTitle" idx="13"/>
          </p:nvPr>
        </p:nvSpPr>
        <p:spPr>
          <a:xfrm>
            <a:off x="3533613" y="3479251"/>
            <a:ext cx="20706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600" dirty="0"/>
              <a:t>Phương pháp SJF (Độc quyền/ Không độc quyền)</a:t>
            </a:r>
          </a:p>
        </p:txBody>
      </p:sp>
      <p:sp>
        <p:nvSpPr>
          <p:cNvPr id="1176" name="Google Shape;1176;p42"/>
          <p:cNvSpPr txBox="1">
            <a:spLocks noGrp="1"/>
          </p:cNvSpPr>
          <p:nvPr>
            <p:ph type="subTitle" idx="15"/>
          </p:nvPr>
        </p:nvSpPr>
        <p:spPr>
          <a:xfrm>
            <a:off x="6176524" y="3479251"/>
            <a:ext cx="22707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600" dirty="0"/>
              <a:t>Phương pháp </a:t>
            </a:r>
            <a:r>
              <a:rPr lang="vi-VN" sz="1600" dirty="0" err="1"/>
              <a:t>Multilevel</a:t>
            </a:r>
            <a:r>
              <a:rPr lang="vi-VN" sz="1600" dirty="0"/>
              <a:t> </a:t>
            </a:r>
            <a:r>
              <a:rPr lang="vi-VN" sz="1600" dirty="0" err="1"/>
              <a:t>Feedback</a:t>
            </a:r>
            <a:r>
              <a:rPr lang="vi-VN" sz="1600" dirty="0"/>
              <a:t> </a:t>
            </a:r>
            <a:endParaRPr sz="1600" dirty="0"/>
          </a:p>
        </p:txBody>
      </p:sp>
      <p:sp>
        <p:nvSpPr>
          <p:cNvPr id="1177" name="Google Shape;1177;p42"/>
          <p:cNvSpPr/>
          <p:nvPr/>
        </p:nvSpPr>
        <p:spPr>
          <a:xfrm>
            <a:off x="1625825" y="3005284"/>
            <a:ext cx="415500" cy="415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2"/>
          <p:cNvSpPr/>
          <p:nvPr/>
        </p:nvSpPr>
        <p:spPr>
          <a:xfrm>
            <a:off x="4361163" y="3005284"/>
            <a:ext cx="415500" cy="41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2"/>
          <p:cNvSpPr/>
          <p:nvPr/>
        </p:nvSpPr>
        <p:spPr>
          <a:xfrm>
            <a:off x="7104124" y="3005284"/>
            <a:ext cx="415500" cy="415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2"/>
          <p:cNvSpPr/>
          <p:nvPr/>
        </p:nvSpPr>
        <p:spPr>
          <a:xfrm>
            <a:off x="1625825" y="1163242"/>
            <a:ext cx="415500" cy="415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2"/>
          <p:cNvSpPr/>
          <p:nvPr/>
        </p:nvSpPr>
        <p:spPr>
          <a:xfrm>
            <a:off x="7104124" y="1163242"/>
            <a:ext cx="415500" cy="41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83" name="Google Shape;1183;p42"/>
          <p:cNvCxnSpPr>
            <a:stCxn id="1180" idx="3"/>
            <a:endCxn id="1178" idx="1"/>
          </p:cNvCxnSpPr>
          <p:nvPr/>
        </p:nvCxnSpPr>
        <p:spPr>
          <a:xfrm>
            <a:off x="2041325" y="1370992"/>
            <a:ext cx="2319900" cy="1842000"/>
          </a:xfrm>
          <a:prstGeom prst="bentConnector3">
            <a:avLst>
              <a:gd name="adj1" fmla="val 49999"/>
            </a:avLst>
          </a:prstGeom>
          <a:noFill/>
          <a:ln w="9525" cap="flat" cmpd="sng">
            <a:solidFill>
              <a:schemeClr val="lt2"/>
            </a:solidFill>
            <a:prstDash val="solid"/>
            <a:round/>
            <a:headEnd type="none" w="med" len="med"/>
            <a:tailEnd type="none" w="med" len="med"/>
          </a:ln>
        </p:spPr>
      </p:cxnSp>
      <p:cxnSp>
        <p:nvCxnSpPr>
          <p:cNvPr id="1184" name="Google Shape;1184;p42"/>
          <p:cNvCxnSpPr>
            <a:stCxn id="1178" idx="3"/>
            <a:endCxn id="1182" idx="1"/>
          </p:cNvCxnSpPr>
          <p:nvPr/>
        </p:nvCxnSpPr>
        <p:spPr>
          <a:xfrm rot="10800000" flipH="1">
            <a:off x="4776663" y="1371034"/>
            <a:ext cx="2327400" cy="1842000"/>
          </a:xfrm>
          <a:prstGeom prst="bentConnector3">
            <a:avLst>
              <a:gd name="adj1" fmla="val 50001"/>
            </a:avLst>
          </a:prstGeom>
          <a:noFill/>
          <a:ln w="9525" cap="flat" cmpd="sng">
            <a:solidFill>
              <a:schemeClr val="lt2"/>
            </a:solidFill>
            <a:prstDash val="solid"/>
            <a:round/>
            <a:headEnd type="none" w="med" len="med"/>
            <a:tailEnd type="none" w="med" len="med"/>
          </a:ln>
        </p:spPr>
      </p:cxnSp>
      <p:grpSp>
        <p:nvGrpSpPr>
          <p:cNvPr id="1185" name="Google Shape;1185;p42"/>
          <p:cNvGrpSpPr/>
          <p:nvPr/>
        </p:nvGrpSpPr>
        <p:grpSpPr>
          <a:xfrm>
            <a:off x="4436544" y="3036686"/>
            <a:ext cx="264813" cy="352693"/>
            <a:chOff x="6703732" y="3346936"/>
            <a:chExt cx="264813" cy="352693"/>
          </a:xfrm>
        </p:grpSpPr>
        <p:sp>
          <p:nvSpPr>
            <p:cNvPr id="1186" name="Google Shape;1186;p42"/>
            <p:cNvSpPr/>
            <p:nvPr/>
          </p:nvSpPr>
          <p:spPr>
            <a:xfrm>
              <a:off x="6797283" y="3468777"/>
              <a:ext cx="10581" cy="15872"/>
            </a:xfrm>
            <a:custGeom>
              <a:avLst/>
              <a:gdLst/>
              <a:ahLst/>
              <a:cxnLst/>
              <a:rect l="l" t="t" r="r" b="b"/>
              <a:pathLst>
                <a:path w="334" h="501" extrusionOk="0">
                  <a:moveTo>
                    <a:pt x="167" y="0"/>
                  </a:moveTo>
                  <a:cubicBezTo>
                    <a:pt x="84" y="0"/>
                    <a:pt x="0" y="72"/>
                    <a:pt x="0" y="167"/>
                  </a:cubicBezTo>
                  <a:lnTo>
                    <a:pt x="0" y="345"/>
                  </a:lnTo>
                  <a:cubicBezTo>
                    <a:pt x="0" y="429"/>
                    <a:pt x="84" y="500"/>
                    <a:pt x="167" y="500"/>
                  </a:cubicBezTo>
                  <a:cubicBezTo>
                    <a:pt x="262" y="500"/>
                    <a:pt x="334" y="429"/>
                    <a:pt x="334" y="345"/>
                  </a:cubicBezTo>
                  <a:lnTo>
                    <a:pt x="334" y="167"/>
                  </a:lnTo>
                  <a:cubicBezTo>
                    <a:pt x="334" y="72"/>
                    <a:pt x="262"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2"/>
            <p:cNvSpPr/>
            <p:nvPr/>
          </p:nvSpPr>
          <p:spPr>
            <a:xfrm>
              <a:off x="6863272" y="3468777"/>
              <a:ext cx="10613" cy="15872"/>
            </a:xfrm>
            <a:custGeom>
              <a:avLst/>
              <a:gdLst/>
              <a:ahLst/>
              <a:cxnLst/>
              <a:rect l="l" t="t" r="r" b="b"/>
              <a:pathLst>
                <a:path w="335" h="501" extrusionOk="0">
                  <a:moveTo>
                    <a:pt x="167" y="0"/>
                  </a:moveTo>
                  <a:cubicBezTo>
                    <a:pt x="84" y="0"/>
                    <a:pt x="1" y="72"/>
                    <a:pt x="1" y="167"/>
                  </a:cubicBezTo>
                  <a:lnTo>
                    <a:pt x="1" y="345"/>
                  </a:lnTo>
                  <a:cubicBezTo>
                    <a:pt x="1" y="429"/>
                    <a:pt x="84" y="500"/>
                    <a:pt x="167" y="500"/>
                  </a:cubicBezTo>
                  <a:cubicBezTo>
                    <a:pt x="263" y="500"/>
                    <a:pt x="334" y="429"/>
                    <a:pt x="334" y="345"/>
                  </a:cubicBezTo>
                  <a:lnTo>
                    <a:pt x="334" y="167"/>
                  </a:lnTo>
                  <a:cubicBezTo>
                    <a:pt x="334" y="72"/>
                    <a:pt x="263"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2"/>
            <p:cNvSpPr/>
            <p:nvPr/>
          </p:nvSpPr>
          <p:spPr>
            <a:xfrm>
              <a:off x="6814231" y="3507712"/>
              <a:ext cx="43433" cy="15777"/>
            </a:xfrm>
            <a:custGeom>
              <a:avLst/>
              <a:gdLst/>
              <a:ahLst/>
              <a:cxnLst/>
              <a:rect l="l" t="t" r="r" b="b"/>
              <a:pathLst>
                <a:path w="1371" h="498" extrusionOk="0">
                  <a:moveTo>
                    <a:pt x="174" y="0"/>
                  </a:moveTo>
                  <a:cubicBezTo>
                    <a:pt x="132" y="0"/>
                    <a:pt x="90" y="15"/>
                    <a:pt x="60" y="45"/>
                  </a:cubicBezTo>
                  <a:cubicBezTo>
                    <a:pt x="1" y="105"/>
                    <a:pt x="1" y="212"/>
                    <a:pt x="60" y="271"/>
                  </a:cubicBezTo>
                  <a:cubicBezTo>
                    <a:pt x="203" y="402"/>
                    <a:pt x="441" y="497"/>
                    <a:pt x="703" y="497"/>
                  </a:cubicBezTo>
                  <a:cubicBezTo>
                    <a:pt x="953" y="497"/>
                    <a:pt x="1192" y="402"/>
                    <a:pt x="1346" y="271"/>
                  </a:cubicBezTo>
                  <a:cubicBezTo>
                    <a:pt x="1370" y="212"/>
                    <a:pt x="1370" y="105"/>
                    <a:pt x="1311" y="45"/>
                  </a:cubicBezTo>
                  <a:cubicBezTo>
                    <a:pt x="1281" y="15"/>
                    <a:pt x="1242" y="0"/>
                    <a:pt x="1203" y="0"/>
                  </a:cubicBezTo>
                  <a:cubicBezTo>
                    <a:pt x="1165" y="0"/>
                    <a:pt x="1126" y="15"/>
                    <a:pt x="1096" y="45"/>
                  </a:cubicBezTo>
                  <a:cubicBezTo>
                    <a:pt x="1037" y="105"/>
                    <a:pt x="882" y="188"/>
                    <a:pt x="692" y="188"/>
                  </a:cubicBezTo>
                  <a:cubicBezTo>
                    <a:pt x="477" y="188"/>
                    <a:pt x="346" y="105"/>
                    <a:pt x="287" y="45"/>
                  </a:cubicBezTo>
                  <a:cubicBezTo>
                    <a:pt x="257" y="15"/>
                    <a:pt x="215"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2"/>
            <p:cNvSpPr/>
            <p:nvPr/>
          </p:nvSpPr>
          <p:spPr>
            <a:xfrm>
              <a:off x="6902143" y="3489876"/>
              <a:ext cx="32" cy="412"/>
            </a:xfrm>
            <a:custGeom>
              <a:avLst/>
              <a:gdLst/>
              <a:ahLst/>
              <a:cxnLst/>
              <a:rect l="l" t="t" r="r" b="b"/>
              <a:pathLst>
                <a:path w="1" h="13" extrusionOk="0">
                  <a:moveTo>
                    <a:pt x="0" y="13"/>
                  </a:moveTo>
                  <a:cubicBezTo>
                    <a:pt x="0" y="1"/>
                    <a:pt x="0" y="13"/>
                    <a:pt x="0" y="1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2"/>
            <p:cNvSpPr/>
            <p:nvPr/>
          </p:nvSpPr>
          <p:spPr>
            <a:xfrm>
              <a:off x="6703732" y="3346936"/>
              <a:ext cx="264813" cy="352693"/>
            </a:xfrm>
            <a:custGeom>
              <a:avLst/>
              <a:gdLst/>
              <a:ahLst/>
              <a:cxnLst/>
              <a:rect l="l" t="t" r="r" b="b"/>
              <a:pathLst>
                <a:path w="8359" h="11133" extrusionOk="0">
                  <a:moveTo>
                    <a:pt x="4120" y="346"/>
                  </a:moveTo>
                  <a:cubicBezTo>
                    <a:pt x="5668" y="346"/>
                    <a:pt x="6918" y="1596"/>
                    <a:pt x="6918" y="3144"/>
                  </a:cubicBezTo>
                  <a:lnTo>
                    <a:pt x="6918" y="8081"/>
                  </a:lnTo>
                  <a:lnTo>
                    <a:pt x="6918" y="8081"/>
                  </a:lnTo>
                  <a:lnTo>
                    <a:pt x="6049" y="7787"/>
                  </a:lnTo>
                  <a:cubicBezTo>
                    <a:pt x="6037" y="7763"/>
                    <a:pt x="6037" y="7739"/>
                    <a:pt x="6013" y="7716"/>
                  </a:cubicBezTo>
                  <a:lnTo>
                    <a:pt x="5608" y="7311"/>
                  </a:lnTo>
                  <a:cubicBezTo>
                    <a:pt x="5537" y="7239"/>
                    <a:pt x="5442" y="7204"/>
                    <a:pt x="5358" y="7204"/>
                  </a:cubicBezTo>
                  <a:lnTo>
                    <a:pt x="5358" y="6608"/>
                  </a:lnTo>
                  <a:cubicBezTo>
                    <a:pt x="5727" y="6406"/>
                    <a:pt x="6037" y="6084"/>
                    <a:pt x="6251" y="5715"/>
                  </a:cubicBezTo>
                  <a:lnTo>
                    <a:pt x="6251" y="7299"/>
                  </a:lnTo>
                  <a:cubicBezTo>
                    <a:pt x="6251" y="7382"/>
                    <a:pt x="6323" y="7466"/>
                    <a:pt x="6406" y="7466"/>
                  </a:cubicBezTo>
                  <a:cubicBezTo>
                    <a:pt x="6501" y="7466"/>
                    <a:pt x="6573" y="7382"/>
                    <a:pt x="6573" y="7299"/>
                  </a:cubicBezTo>
                  <a:lnTo>
                    <a:pt x="6573" y="4144"/>
                  </a:lnTo>
                  <a:cubicBezTo>
                    <a:pt x="6573" y="3882"/>
                    <a:pt x="6394" y="3667"/>
                    <a:pt x="6144" y="3620"/>
                  </a:cubicBezTo>
                  <a:cubicBezTo>
                    <a:pt x="5858" y="3572"/>
                    <a:pt x="5108" y="3370"/>
                    <a:pt x="4418" y="2370"/>
                  </a:cubicBezTo>
                  <a:cubicBezTo>
                    <a:pt x="4358" y="2274"/>
                    <a:pt x="4251" y="2215"/>
                    <a:pt x="4132" y="2215"/>
                  </a:cubicBezTo>
                  <a:cubicBezTo>
                    <a:pt x="4025" y="2215"/>
                    <a:pt x="3918" y="2274"/>
                    <a:pt x="3846" y="2370"/>
                  </a:cubicBezTo>
                  <a:cubicBezTo>
                    <a:pt x="3739" y="2536"/>
                    <a:pt x="3608" y="2679"/>
                    <a:pt x="3477" y="2810"/>
                  </a:cubicBezTo>
                  <a:cubicBezTo>
                    <a:pt x="3418" y="2870"/>
                    <a:pt x="3418" y="2977"/>
                    <a:pt x="3489" y="3036"/>
                  </a:cubicBezTo>
                  <a:cubicBezTo>
                    <a:pt x="3517" y="3065"/>
                    <a:pt x="3557" y="3080"/>
                    <a:pt x="3596" y="3080"/>
                  </a:cubicBezTo>
                  <a:cubicBezTo>
                    <a:pt x="3640" y="3080"/>
                    <a:pt x="3684" y="3062"/>
                    <a:pt x="3715" y="3025"/>
                  </a:cubicBezTo>
                  <a:cubicBezTo>
                    <a:pt x="3858" y="2870"/>
                    <a:pt x="3977" y="2715"/>
                    <a:pt x="4120" y="2536"/>
                  </a:cubicBezTo>
                  <a:lnTo>
                    <a:pt x="4144" y="2536"/>
                  </a:lnTo>
                  <a:cubicBezTo>
                    <a:pt x="4299" y="2739"/>
                    <a:pt x="4537" y="3036"/>
                    <a:pt x="4846" y="3322"/>
                  </a:cubicBezTo>
                  <a:cubicBezTo>
                    <a:pt x="5227" y="3656"/>
                    <a:pt x="5644" y="3858"/>
                    <a:pt x="6085" y="3929"/>
                  </a:cubicBezTo>
                  <a:cubicBezTo>
                    <a:pt x="6168" y="3953"/>
                    <a:pt x="6227" y="4037"/>
                    <a:pt x="6227" y="4120"/>
                  </a:cubicBezTo>
                  <a:lnTo>
                    <a:pt x="6227" y="4501"/>
                  </a:lnTo>
                  <a:cubicBezTo>
                    <a:pt x="6227" y="5656"/>
                    <a:pt x="5287" y="6596"/>
                    <a:pt x="4132" y="6596"/>
                  </a:cubicBezTo>
                  <a:cubicBezTo>
                    <a:pt x="2965" y="6596"/>
                    <a:pt x="2036" y="5656"/>
                    <a:pt x="2036" y="4513"/>
                  </a:cubicBezTo>
                  <a:lnTo>
                    <a:pt x="2036" y="4144"/>
                  </a:lnTo>
                  <a:cubicBezTo>
                    <a:pt x="2036" y="4048"/>
                    <a:pt x="2096" y="3965"/>
                    <a:pt x="2179" y="3953"/>
                  </a:cubicBezTo>
                  <a:cubicBezTo>
                    <a:pt x="2525" y="3894"/>
                    <a:pt x="2846" y="3751"/>
                    <a:pt x="3179" y="3537"/>
                  </a:cubicBezTo>
                  <a:cubicBezTo>
                    <a:pt x="3251" y="3489"/>
                    <a:pt x="3263" y="3382"/>
                    <a:pt x="3227" y="3310"/>
                  </a:cubicBezTo>
                  <a:cubicBezTo>
                    <a:pt x="3196" y="3264"/>
                    <a:pt x="3141" y="3238"/>
                    <a:pt x="3086" y="3238"/>
                  </a:cubicBezTo>
                  <a:cubicBezTo>
                    <a:pt x="3056" y="3238"/>
                    <a:pt x="3026" y="3246"/>
                    <a:pt x="3001" y="3263"/>
                  </a:cubicBezTo>
                  <a:cubicBezTo>
                    <a:pt x="2715" y="3453"/>
                    <a:pt x="2429" y="3572"/>
                    <a:pt x="2132" y="3632"/>
                  </a:cubicBezTo>
                  <a:cubicBezTo>
                    <a:pt x="1894" y="3679"/>
                    <a:pt x="1703" y="3894"/>
                    <a:pt x="1703" y="4156"/>
                  </a:cubicBezTo>
                  <a:lnTo>
                    <a:pt x="1703" y="7311"/>
                  </a:lnTo>
                  <a:cubicBezTo>
                    <a:pt x="1703" y="7406"/>
                    <a:pt x="1774" y="7477"/>
                    <a:pt x="1870" y="7477"/>
                  </a:cubicBezTo>
                  <a:cubicBezTo>
                    <a:pt x="1953" y="7477"/>
                    <a:pt x="2036" y="7406"/>
                    <a:pt x="2036" y="7311"/>
                  </a:cubicBezTo>
                  <a:lnTo>
                    <a:pt x="2036" y="5739"/>
                  </a:lnTo>
                  <a:cubicBezTo>
                    <a:pt x="2239" y="6108"/>
                    <a:pt x="2548" y="6418"/>
                    <a:pt x="2929" y="6632"/>
                  </a:cubicBezTo>
                  <a:lnTo>
                    <a:pt x="2929" y="7227"/>
                  </a:lnTo>
                  <a:cubicBezTo>
                    <a:pt x="2834" y="7227"/>
                    <a:pt x="2751" y="7251"/>
                    <a:pt x="2667" y="7323"/>
                  </a:cubicBezTo>
                  <a:lnTo>
                    <a:pt x="2275" y="7728"/>
                  </a:lnTo>
                  <a:cubicBezTo>
                    <a:pt x="2251" y="7739"/>
                    <a:pt x="2239" y="7775"/>
                    <a:pt x="2227" y="7799"/>
                  </a:cubicBezTo>
                  <a:lnTo>
                    <a:pt x="1322" y="8120"/>
                  </a:lnTo>
                  <a:lnTo>
                    <a:pt x="1322" y="3144"/>
                  </a:lnTo>
                  <a:cubicBezTo>
                    <a:pt x="1322" y="1596"/>
                    <a:pt x="2572" y="346"/>
                    <a:pt x="4120" y="346"/>
                  </a:cubicBezTo>
                  <a:close/>
                  <a:moveTo>
                    <a:pt x="5037" y="6787"/>
                  </a:moveTo>
                  <a:lnTo>
                    <a:pt x="5037" y="7418"/>
                  </a:lnTo>
                  <a:lnTo>
                    <a:pt x="4168" y="8299"/>
                  </a:lnTo>
                  <a:lnTo>
                    <a:pt x="3287" y="7418"/>
                  </a:lnTo>
                  <a:lnTo>
                    <a:pt x="3287" y="6787"/>
                  </a:lnTo>
                  <a:cubicBezTo>
                    <a:pt x="3548" y="6894"/>
                    <a:pt x="3846" y="6954"/>
                    <a:pt x="4168" y="6954"/>
                  </a:cubicBezTo>
                  <a:cubicBezTo>
                    <a:pt x="4477" y="6954"/>
                    <a:pt x="4775" y="6894"/>
                    <a:pt x="5037" y="6787"/>
                  </a:cubicBezTo>
                  <a:close/>
                  <a:moveTo>
                    <a:pt x="2953" y="7549"/>
                  </a:moveTo>
                  <a:lnTo>
                    <a:pt x="3929" y="8513"/>
                  </a:lnTo>
                  <a:lnTo>
                    <a:pt x="3191" y="9132"/>
                  </a:lnTo>
                  <a:lnTo>
                    <a:pt x="3167" y="9132"/>
                  </a:lnTo>
                  <a:lnTo>
                    <a:pt x="2620" y="7882"/>
                  </a:lnTo>
                  <a:lnTo>
                    <a:pt x="2941" y="7549"/>
                  </a:lnTo>
                  <a:close/>
                  <a:moveTo>
                    <a:pt x="5346" y="7561"/>
                  </a:moveTo>
                  <a:lnTo>
                    <a:pt x="5680" y="7894"/>
                  </a:lnTo>
                  <a:lnTo>
                    <a:pt x="5644" y="7966"/>
                  </a:lnTo>
                  <a:cubicBezTo>
                    <a:pt x="5620" y="8061"/>
                    <a:pt x="5644" y="8144"/>
                    <a:pt x="5739" y="8168"/>
                  </a:cubicBezTo>
                  <a:cubicBezTo>
                    <a:pt x="5759" y="8178"/>
                    <a:pt x="5782" y="8183"/>
                    <a:pt x="5804" y="8183"/>
                  </a:cubicBezTo>
                  <a:cubicBezTo>
                    <a:pt x="5860" y="8183"/>
                    <a:pt x="5916" y="8155"/>
                    <a:pt x="5942" y="8120"/>
                  </a:cubicBezTo>
                  <a:lnTo>
                    <a:pt x="6180" y="8192"/>
                  </a:lnTo>
                  <a:lnTo>
                    <a:pt x="6168" y="8359"/>
                  </a:lnTo>
                  <a:cubicBezTo>
                    <a:pt x="6037" y="9347"/>
                    <a:pt x="5180" y="10109"/>
                    <a:pt x="4168" y="10109"/>
                  </a:cubicBezTo>
                  <a:cubicBezTo>
                    <a:pt x="3156" y="10109"/>
                    <a:pt x="2286" y="9347"/>
                    <a:pt x="2155" y="8359"/>
                  </a:cubicBezTo>
                  <a:lnTo>
                    <a:pt x="2120" y="8168"/>
                  </a:lnTo>
                  <a:lnTo>
                    <a:pt x="2346" y="8097"/>
                  </a:lnTo>
                  <a:lnTo>
                    <a:pt x="2870" y="9263"/>
                  </a:lnTo>
                  <a:cubicBezTo>
                    <a:pt x="2917" y="9359"/>
                    <a:pt x="3001" y="9418"/>
                    <a:pt x="3108" y="9454"/>
                  </a:cubicBezTo>
                  <a:cubicBezTo>
                    <a:pt x="3132" y="9454"/>
                    <a:pt x="3156" y="9466"/>
                    <a:pt x="3179" y="9466"/>
                  </a:cubicBezTo>
                  <a:cubicBezTo>
                    <a:pt x="3251" y="9466"/>
                    <a:pt x="3334" y="9442"/>
                    <a:pt x="3394" y="9394"/>
                  </a:cubicBezTo>
                  <a:lnTo>
                    <a:pt x="4144" y="8751"/>
                  </a:lnTo>
                  <a:lnTo>
                    <a:pt x="4906" y="9394"/>
                  </a:lnTo>
                  <a:cubicBezTo>
                    <a:pt x="4965" y="9442"/>
                    <a:pt x="5037" y="9466"/>
                    <a:pt x="5120" y="9466"/>
                  </a:cubicBezTo>
                  <a:cubicBezTo>
                    <a:pt x="5144" y="9466"/>
                    <a:pt x="5156" y="9466"/>
                    <a:pt x="5192" y="9454"/>
                  </a:cubicBezTo>
                  <a:cubicBezTo>
                    <a:pt x="5299" y="9418"/>
                    <a:pt x="5382" y="9359"/>
                    <a:pt x="5430" y="9263"/>
                  </a:cubicBezTo>
                  <a:lnTo>
                    <a:pt x="5680" y="8704"/>
                  </a:lnTo>
                  <a:cubicBezTo>
                    <a:pt x="5715" y="8620"/>
                    <a:pt x="5680" y="8525"/>
                    <a:pt x="5596" y="8501"/>
                  </a:cubicBezTo>
                  <a:cubicBezTo>
                    <a:pt x="5571" y="8492"/>
                    <a:pt x="5547" y="8488"/>
                    <a:pt x="5525" y="8488"/>
                  </a:cubicBezTo>
                  <a:cubicBezTo>
                    <a:pt x="5461" y="8488"/>
                    <a:pt x="5408" y="8523"/>
                    <a:pt x="5382" y="8585"/>
                  </a:cubicBezTo>
                  <a:lnTo>
                    <a:pt x="5132" y="9144"/>
                  </a:lnTo>
                  <a:lnTo>
                    <a:pt x="5096" y="9144"/>
                  </a:lnTo>
                  <a:lnTo>
                    <a:pt x="4370" y="8525"/>
                  </a:lnTo>
                  <a:lnTo>
                    <a:pt x="5334" y="7561"/>
                  </a:lnTo>
                  <a:close/>
                  <a:moveTo>
                    <a:pt x="4168" y="0"/>
                  </a:moveTo>
                  <a:cubicBezTo>
                    <a:pt x="2441" y="0"/>
                    <a:pt x="1036" y="1405"/>
                    <a:pt x="1036" y="3132"/>
                  </a:cubicBezTo>
                  <a:lnTo>
                    <a:pt x="1036" y="8216"/>
                  </a:lnTo>
                  <a:lnTo>
                    <a:pt x="798" y="8311"/>
                  </a:lnTo>
                  <a:cubicBezTo>
                    <a:pt x="322" y="8478"/>
                    <a:pt x="0" y="8930"/>
                    <a:pt x="0" y="9454"/>
                  </a:cubicBezTo>
                  <a:lnTo>
                    <a:pt x="0" y="10978"/>
                  </a:lnTo>
                  <a:cubicBezTo>
                    <a:pt x="0" y="11061"/>
                    <a:pt x="72" y="11133"/>
                    <a:pt x="155" y="11133"/>
                  </a:cubicBezTo>
                  <a:cubicBezTo>
                    <a:pt x="250" y="11133"/>
                    <a:pt x="322" y="11061"/>
                    <a:pt x="322" y="10978"/>
                  </a:cubicBezTo>
                  <a:lnTo>
                    <a:pt x="322" y="9454"/>
                  </a:lnTo>
                  <a:cubicBezTo>
                    <a:pt x="322" y="9347"/>
                    <a:pt x="334" y="9252"/>
                    <a:pt x="381" y="9144"/>
                  </a:cubicBezTo>
                  <a:lnTo>
                    <a:pt x="1203" y="9847"/>
                  </a:lnTo>
                  <a:cubicBezTo>
                    <a:pt x="1322" y="9942"/>
                    <a:pt x="1393" y="10097"/>
                    <a:pt x="1393" y="10240"/>
                  </a:cubicBezTo>
                  <a:lnTo>
                    <a:pt x="1393" y="10978"/>
                  </a:lnTo>
                  <a:cubicBezTo>
                    <a:pt x="1393" y="11061"/>
                    <a:pt x="1465" y="11133"/>
                    <a:pt x="1560" y="11133"/>
                  </a:cubicBezTo>
                  <a:cubicBezTo>
                    <a:pt x="1643" y="11133"/>
                    <a:pt x="1715" y="11061"/>
                    <a:pt x="1715" y="10978"/>
                  </a:cubicBezTo>
                  <a:lnTo>
                    <a:pt x="1715" y="10240"/>
                  </a:lnTo>
                  <a:cubicBezTo>
                    <a:pt x="1715" y="9990"/>
                    <a:pt x="1620" y="9752"/>
                    <a:pt x="1417" y="9585"/>
                  </a:cubicBezTo>
                  <a:lnTo>
                    <a:pt x="560" y="8847"/>
                  </a:lnTo>
                  <a:cubicBezTo>
                    <a:pt x="643" y="8740"/>
                    <a:pt x="786" y="8656"/>
                    <a:pt x="917" y="8609"/>
                  </a:cubicBezTo>
                  <a:lnTo>
                    <a:pt x="1822" y="8275"/>
                  </a:lnTo>
                  <a:lnTo>
                    <a:pt x="1834" y="8382"/>
                  </a:lnTo>
                  <a:cubicBezTo>
                    <a:pt x="1917" y="8954"/>
                    <a:pt x="2191" y="9466"/>
                    <a:pt x="2632" y="9847"/>
                  </a:cubicBezTo>
                  <a:cubicBezTo>
                    <a:pt x="3060" y="10216"/>
                    <a:pt x="3608" y="10418"/>
                    <a:pt x="4180" y="10418"/>
                  </a:cubicBezTo>
                  <a:cubicBezTo>
                    <a:pt x="4739" y="10418"/>
                    <a:pt x="5287" y="10216"/>
                    <a:pt x="5727" y="9847"/>
                  </a:cubicBezTo>
                  <a:cubicBezTo>
                    <a:pt x="6156" y="9466"/>
                    <a:pt x="6430" y="8954"/>
                    <a:pt x="6513" y="8382"/>
                  </a:cubicBezTo>
                  <a:lnTo>
                    <a:pt x="6525" y="8275"/>
                  </a:lnTo>
                  <a:lnTo>
                    <a:pt x="7430" y="8609"/>
                  </a:lnTo>
                  <a:cubicBezTo>
                    <a:pt x="7573" y="8656"/>
                    <a:pt x="7704" y="8740"/>
                    <a:pt x="7787" y="8847"/>
                  </a:cubicBezTo>
                  <a:lnTo>
                    <a:pt x="6930" y="9585"/>
                  </a:lnTo>
                  <a:cubicBezTo>
                    <a:pt x="6739" y="9752"/>
                    <a:pt x="6632" y="9990"/>
                    <a:pt x="6632" y="10240"/>
                  </a:cubicBezTo>
                  <a:lnTo>
                    <a:pt x="6632" y="10978"/>
                  </a:lnTo>
                  <a:cubicBezTo>
                    <a:pt x="6632" y="11061"/>
                    <a:pt x="6704" y="11133"/>
                    <a:pt x="6799" y="11133"/>
                  </a:cubicBezTo>
                  <a:cubicBezTo>
                    <a:pt x="6882" y="11133"/>
                    <a:pt x="6954" y="11061"/>
                    <a:pt x="6954" y="10978"/>
                  </a:cubicBezTo>
                  <a:lnTo>
                    <a:pt x="6954" y="10240"/>
                  </a:lnTo>
                  <a:cubicBezTo>
                    <a:pt x="6954" y="10097"/>
                    <a:pt x="7037" y="9942"/>
                    <a:pt x="7156" y="9847"/>
                  </a:cubicBezTo>
                  <a:lnTo>
                    <a:pt x="7966" y="9144"/>
                  </a:lnTo>
                  <a:cubicBezTo>
                    <a:pt x="8001" y="9252"/>
                    <a:pt x="8025" y="9347"/>
                    <a:pt x="8025" y="9454"/>
                  </a:cubicBezTo>
                  <a:lnTo>
                    <a:pt x="8025" y="10978"/>
                  </a:lnTo>
                  <a:cubicBezTo>
                    <a:pt x="8025" y="11061"/>
                    <a:pt x="8109" y="11133"/>
                    <a:pt x="8192" y="11133"/>
                  </a:cubicBezTo>
                  <a:cubicBezTo>
                    <a:pt x="8287" y="11133"/>
                    <a:pt x="8359" y="11061"/>
                    <a:pt x="8359" y="10978"/>
                  </a:cubicBezTo>
                  <a:lnTo>
                    <a:pt x="8359" y="9454"/>
                  </a:lnTo>
                  <a:cubicBezTo>
                    <a:pt x="8335" y="8930"/>
                    <a:pt x="8001" y="8478"/>
                    <a:pt x="7525" y="8311"/>
                  </a:cubicBezTo>
                  <a:lnTo>
                    <a:pt x="7287" y="8216"/>
                  </a:lnTo>
                  <a:lnTo>
                    <a:pt x="7287" y="3132"/>
                  </a:lnTo>
                  <a:cubicBezTo>
                    <a:pt x="7287" y="1405"/>
                    <a:pt x="5894" y="0"/>
                    <a:pt x="4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1" name="Google Shape;1191;p42"/>
          <p:cNvGrpSpPr/>
          <p:nvPr/>
        </p:nvGrpSpPr>
        <p:grpSpPr>
          <a:xfrm>
            <a:off x="1697949" y="3039620"/>
            <a:ext cx="271244" cy="346801"/>
            <a:chOff x="4899999" y="2882095"/>
            <a:chExt cx="271244" cy="346801"/>
          </a:xfrm>
        </p:grpSpPr>
        <p:sp>
          <p:nvSpPr>
            <p:cNvPr id="1192" name="Google Shape;1192;p42"/>
            <p:cNvSpPr/>
            <p:nvPr/>
          </p:nvSpPr>
          <p:spPr>
            <a:xfrm>
              <a:off x="4899999" y="2882095"/>
              <a:ext cx="271244" cy="346801"/>
            </a:xfrm>
            <a:custGeom>
              <a:avLst/>
              <a:gdLst/>
              <a:ahLst/>
              <a:cxnLst/>
              <a:rect l="l" t="t" r="r" b="b"/>
              <a:pathLst>
                <a:path w="8562" h="10947" extrusionOk="0">
                  <a:moveTo>
                    <a:pt x="6609" y="1719"/>
                  </a:moveTo>
                  <a:cubicBezTo>
                    <a:pt x="6823" y="1803"/>
                    <a:pt x="6954" y="2041"/>
                    <a:pt x="6906" y="2279"/>
                  </a:cubicBezTo>
                  <a:lnTo>
                    <a:pt x="6716" y="3398"/>
                  </a:lnTo>
                  <a:lnTo>
                    <a:pt x="6502" y="3398"/>
                  </a:lnTo>
                  <a:cubicBezTo>
                    <a:pt x="6406" y="3398"/>
                    <a:pt x="6323" y="3327"/>
                    <a:pt x="6323" y="3220"/>
                  </a:cubicBezTo>
                  <a:lnTo>
                    <a:pt x="6323" y="1969"/>
                  </a:lnTo>
                  <a:cubicBezTo>
                    <a:pt x="6454" y="1910"/>
                    <a:pt x="6537" y="1815"/>
                    <a:pt x="6609" y="1719"/>
                  </a:cubicBezTo>
                  <a:close/>
                  <a:moveTo>
                    <a:pt x="2287" y="1684"/>
                  </a:moveTo>
                  <a:cubicBezTo>
                    <a:pt x="2287" y="1743"/>
                    <a:pt x="2263" y="1803"/>
                    <a:pt x="2263" y="1862"/>
                  </a:cubicBezTo>
                  <a:lnTo>
                    <a:pt x="2263" y="3231"/>
                  </a:lnTo>
                  <a:cubicBezTo>
                    <a:pt x="2263" y="3339"/>
                    <a:pt x="2191" y="3410"/>
                    <a:pt x="2084" y="3410"/>
                  </a:cubicBezTo>
                  <a:lnTo>
                    <a:pt x="1882" y="3410"/>
                  </a:lnTo>
                  <a:lnTo>
                    <a:pt x="1691" y="2291"/>
                  </a:lnTo>
                  <a:cubicBezTo>
                    <a:pt x="1656" y="2136"/>
                    <a:pt x="1703" y="1981"/>
                    <a:pt x="1810" y="1862"/>
                  </a:cubicBezTo>
                  <a:cubicBezTo>
                    <a:pt x="1906" y="1743"/>
                    <a:pt x="2037" y="1684"/>
                    <a:pt x="2203" y="1684"/>
                  </a:cubicBezTo>
                  <a:close/>
                  <a:moveTo>
                    <a:pt x="6454" y="386"/>
                  </a:moveTo>
                  <a:lnTo>
                    <a:pt x="6454" y="386"/>
                  </a:lnTo>
                  <a:cubicBezTo>
                    <a:pt x="6597" y="815"/>
                    <a:pt x="6573" y="1207"/>
                    <a:pt x="6394" y="1469"/>
                  </a:cubicBezTo>
                  <a:cubicBezTo>
                    <a:pt x="6228" y="1707"/>
                    <a:pt x="5954" y="1862"/>
                    <a:pt x="5680" y="1862"/>
                  </a:cubicBezTo>
                  <a:lnTo>
                    <a:pt x="3120" y="1862"/>
                  </a:lnTo>
                  <a:cubicBezTo>
                    <a:pt x="3025" y="1862"/>
                    <a:pt x="2953" y="1934"/>
                    <a:pt x="2953" y="2029"/>
                  </a:cubicBezTo>
                  <a:cubicBezTo>
                    <a:pt x="2953" y="2112"/>
                    <a:pt x="3025" y="2184"/>
                    <a:pt x="3120" y="2184"/>
                  </a:cubicBezTo>
                  <a:lnTo>
                    <a:pt x="5680" y="2184"/>
                  </a:lnTo>
                  <a:cubicBezTo>
                    <a:pt x="5799" y="2184"/>
                    <a:pt x="5918" y="2172"/>
                    <a:pt x="6037" y="2136"/>
                  </a:cubicBezTo>
                  <a:lnTo>
                    <a:pt x="6037" y="3220"/>
                  </a:lnTo>
                  <a:cubicBezTo>
                    <a:pt x="6037" y="3493"/>
                    <a:pt x="6252" y="3720"/>
                    <a:pt x="6537" y="3720"/>
                  </a:cubicBezTo>
                  <a:lnTo>
                    <a:pt x="6787" y="3720"/>
                  </a:lnTo>
                  <a:cubicBezTo>
                    <a:pt x="6871" y="3720"/>
                    <a:pt x="6942" y="3755"/>
                    <a:pt x="6990" y="3815"/>
                  </a:cubicBezTo>
                  <a:cubicBezTo>
                    <a:pt x="7025" y="3874"/>
                    <a:pt x="7061" y="3946"/>
                    <a:pt x="7061" y="4017"/>
                  </a:cubicBezTo>
                  <a:cubicBezTo>
                    <a:pt x="7049" y="4148"/>
                    <a:pt x="6930" y="4255"/>
                    <a:pt x="6763" y="4255"/>
                  </a:cubicBezTo>
                  <a:lnTo>
                    <a:pt x="6692" y="4255"/>
                  </a:lnTo>
                  <a:lnTo>
                    <a:pt x="6692" y="4244"/>
                  </a:lnTo>
                  <a:cubicBezTo>
                    <a:pt x="6692" y="4148"/>
                    <a:pt x="6609" y="4077"/>
                    <a:pt x="6525" y="4077"/>
                  </a:cubicBezTo>
                  <a:cubicBezTo>
                    <a:pt x="6430" y="4077"/>
                    <a:pt x="6359" y="4148"/>
                    <a:pt x="6359" y="4244"/>
                  </a:cubicBezTo>
                  <a:cubicBezTo>
                    <a:pt x="6359" y="5375"/>
                    <a:pt x="5442" y="6315"/>
                    <a:pt x="4287" y="6315"/>
                  </a:cubicBezTo>
                  <a:cubicBezTo>
                    <a:pt x="3180" y="6315"/>
                    <a:pt x="2239" y="5387"/>
                    <a:pt x="2239" y="4244"/>
                  </a:cubicBezTo>
                  <a:cubicBezTo>
                    <a:pt x="2239" y="4160"/>
                    <a:pt x="2168" y="4077"/>
                    <a:pt x="2072" y="4077"/>
                  </a:cubicBezTo>
                  <a:cubicBezTo>
                    <a:pt x="1989" y="4077"/>
                    <a:pt x="1906" y="4160"/>
                    <a:pt x="1906" y="4244"/>
                  </a:cubicBezTo>
                  <a:lnTo>
                    <a:pt x="1906" y="4255"/>
                  </a:lnTo>
                  <a:lnTo>
                    <a:pt x="1822" y="4255"/>
                  </a:lnTo>
                  <a:cubicBezTo>
                    <a:pt x="1751" y="4255"/>
                    <a:pt x="1668" y="4232"/>
                    <a:pt x="1632" y="4172"/>
                  </a:cubicBezTo>
                  <a:cubicBezTo>
                    <a:pt x="1584" y="4113"/>
                    <a:pt x="1549" y="4041"/>
                    <a:pt x="1549" y="3958"/>
                  </a:cubicBezTo>
                  <a:cubicBezTo>
                    <a:pt x="1572" y="3827"/>
                    <a:pt x="1691" y="3720"/>
                    <a:pt x="1846" y="3720"/>
                  </a:cubicBezTo>
                  <a:lnTo>
                    <a:pt x="2084" y="3720"/>
                  </a:lnTo>
                  <a:cubicBezTo>
                    <a:pt x="2370" y="3720"/>
                    <a:pt x="2596" y="3505"/>
                    <a:pt x="2596" y="3220"/>
                  </a:cubicBezTo>
                  <a:lnTo>
                    <a:pt x="2596" y="1850"/>
                  </a:lnTo>
                  <a:cubicBezTo>
                    <a:pt x="2596" y="1184"/>
                    <a:pt x="3132" y="648"/>
                    <a:pt x="3799" y="648"/>
                  </a:cubicBezTo>
                  <a:lnTo>
                    <a:pt x="5335" y="648"/>
                  </a:lnTo>
                  <a:cubicBezTo>
                    <a:pt x="5894" y="648"/>
                    <a:pt x="6252" y="493"/>
                    <a:pt x="6454" y="386"/>
                  </a:cubicBezTo>
                  <a:close/>
                  <a:moveTo>
                    <a:pt x="5347" y="6387"/>
                  </a:moveTo>
                  <a:lnTo>
                    <a:pt x="5347" y="6911"/>
                  </a:lnTo>
                  <a:lnTo>
                    <a:pt x="4299" y="7494"/>
                  </a:lnTo>
                  <a:lnTo>
                    <a:pt x="3263" y="6911"/>
                  </a:lnTo>
                  <a:lnTo>
                    <a:pt x="3263" y="6387"/>
                  </a:lnTo>
                  <a:cubicBezTo>
                    <a:pt x="3573" y="6541"/>
                    <a:pt x="3930" y="6625"/>
                    <a:pt x="4299" y="6625"/>
                  </a:cubicBezTo>
                  <a:cubicBezTo>
                    <a:pt x="4680" y="6625"/>
                    <a:pt x="5037" y="6541"/>
                    <a:pt x="5347" y="6387"/>
                  </a:cubicBezTo>
                  <a:close/>
                  <a:moveTo>
                    <a:pt x="2846" y="7041"/>
                  </a:moveTo>
                  <a:lnTo>
                    <a:pt x="4073" y="7708"/>
                  </a:lnTo>
                  <a:lnTo>
                    <a:pt x="3704" y="8149"/>
                  </a:lnTo>
                  <a:cubicBezTo>
                    <a:pt x="3680" y="8184"/>
                    <a:pt x="3632" y="8208"/>
                    <a:pt x="3596" y="8220"/>
                  </a:cubicBezTo>
                  <a:cubicBezTo>
                    <a:pt x="3549" y="8220"/>
                    <a:pt x="3489" y="8208"/>
                    <a:pt x="3454" y="8173"/>
                  </a:cubicBezTo>
                  <a:lnTo>
                    <a:pt x="2620" y="7458"/>
                  </a:lnTo>
                  <a:lnTo>
                    <a:pt x="2834" y="7041"/>
                  </a:lnTo>
                  <a:close/>
                  <a:moveTo>
                    <a:pt x="5787" y="7041"/>
                  </a:moveTo>
                  <a:lnTo>
                    <a:pt x="6001" y="7458"/>
                  </a:lnTo>
                  <a:lnTo>
                    <a:pt x="5156" y="8173"/>
                  </a:lnTo>
                  <a:cubicBezTo>
                    <a:pt x="5109" y="8208"/>
                    <a:pt x="5061" y="8220"/>
                    <a:pt x="5013" y="8220"/>
                  </a:cubicBezTo>
                  <a:cubicBezTo>
                    <a:pt x="4978" y="8220"/>
                    <a:pt x="4930" y="8184"/>
                    <a:pt x="4894" y="8149"/>
                  </a:cubicBezTo>
                  <a:lnTo>
                    <a:pt x="4561" y="7708"/>
                  </a:lnTo>
                  <a:lnTo>
                    <a:pt x="5775" y="7041"/>
                  </a:lnTo>
                  <a:close/>
                  <a:moveTo>
                    <a:pt x="6497" y="1"/>
                  </a:moveTo>
                  <a:cubicBezTo>
                    <a:pt x="6455" y="1"/>
                    <a:pt x="6419" y="16"/>
                    <a:pt x="6382" y="53"/>
                  </a:cubicBezTo>
                  <a:cubicBezTo>
                    <a:pt x="6382" y="53"/>
                    <a:pt x="6073" y="350"/>
                    <a:pt x="5299" y="350"/>
                  </a:cubicBezTo>
                  <a:lnTo>
                    <a:pt x="3763" y="350"/>
                  </a:lnTo>
                  <a:cubicBezTo>
                    <a:pt x="3096" y="350"/>
                    <a:pt x="2537" y="779"/>
                    <a:pt x="2322" y="1374"/>
                  </a:cubicBezTo>
                  <a:lnTo>
                    <a:pt x="2180" y="1374"/>
                  </a:lnTo>
                  <a:cubicBezTo>
                    <a:pt x="1918" y="1374"/>
                    <a:pt x="1703" y="1481"/>
                    <a:pt x="1537" y="1672"/>
                  </a:cubicBezTo>
                  <a:cubicBezTo>
                    <a:pt x="1370" y="1862"/>
                    <a:pt x="1310" y="2112"/>
                    <a:pt x="1346" y="2350"/>
                  </a:cubicBezTo>
                  <a:lnTo>
                    <a:pt x="1537" y="3505"/>
                  </a:lnTo>
                  <a:cubicBezTo>
                    <a:pt x="1358" y="3589"/>
                    <a:pt x="1239" y="3755"/>
                    <a:pt x="1203" y="3958"/>
                  </a:cubicBezTo>
                  <a:cubicBezTo>
                    <a:pt x="1191" y="4124"/>
                    <a:pt x="1251" y="4291"/>
                    <a:pt x="1358" y="4422"/>
                  </a:cubicBezTo>
                  <a:cubicBezTo>
                    <a:pt x="1465" y="4541"/>
                    <a:pt x="1620" y="4613"/>
                    <a:pt x="1787" y="4613"/>
                  </a:cubicBezTo>
                  <a:lnTo>
                    <a:pt x="1906" y="4613"/>
                  </a:lnTo>
                  <a:cubicBezTo>
                    <a:pt x="2001" y="5291"/>
                    <a:pt x="2382" y="5863"/>
                    <a:pt x="2906" y="6244"/>
                  </a:cubicBezTo>
                  <a:lnTo>
                    <a:pt x="2906" y="6780"/>
                  </a:lnTo>
                  <a:cubicBezTo>
                    <a:pt x="2876" y="6762"/>
                    <a:pt x="2843" y="6753"/>
                    <a:pt x="2808" y="6753"/>
                  </a:cubicBezTo>
                  <a:cubicBezTo>
                    <a:pt x="2772" y="6753"/>
                    <a:pt x="2733" y="6762"/>
                    <a:pt x="2692" y="6780"/>
                  </a:cubicBezTo>
                  <a:cubicBezTo>
                    <a:pt x="2608" y="6803"/>
                    <a:pt x="2537" y="6863"/>
                    <a:pt x="2501" y="6934"/>
                  </a:cubicBezTo>
                  <a:lnTo>
                    <a:pt x="2251" y="7434"/>
                  </a:lnTo>
                  <a:lnTo>
                    <a:pt x="846" y="7851"/>
                  </a:lnTo>
                  <a:cubicBezTo>
                    <a:pt x="346" y="7994"/>
                    <a:pt x="1" y="8458"/>
                    <a:pt x="1" y="8982"/>
                  </a:cubicBezTo>
                  <a:lnTo>
                    <a:pt x="1" y="10780"/>
                  </a:lnTo>
                  <a:cubicBezTo>
                    <a:pt x="1" y="10863"/>
                    <a:pt x="72" y="10947"/>
                    <a:pt x="167" y="10947"/>
                  </a:cubicBezTo>
                  <a:cubicBezTo>
                    <a:pt x="251" y="10947"/>
                    <a:pt x="334" y="10863"/>
                    <a:pt x="334" y="10780"/>
                  </a:cubicBezTo>
                  <a:lnTo>
                    <a:pt x="334" y="8982"/>
                  </a:lnTo>
                  <a:cubicBezTo>
                    <a:pt x="334" y="8589"/>
                    <a:pt x="584" y="8244"/>
                    <a:pt x="953" y="8149"/>
                  </a:cubicBezTo>
                  <a:lnTo>
                    <a:pt x="1549" y="7958"/>
                  </a:lnTo>
                  <a:lnTo>
                    <a:pt x="1549" y="10756"/>
                  </a:lnTo>
                  <a:cubicBezTo>
                    <a:pt x="1549" y="10851"/>
                    <a:pt x="1620" y="10923"/>
                    <a:pt x="1715" y="10923"/>
                  </a:cubicBezTo>
                  <a:cubicBezTo>
                    <a:pt x="1799" y="10923"/>
                    <a:pt x="1882" y="10851"/>
                    <a:pt x="1882" y="10756"/>
                  </a:cubicBezTo>
                  <a:lnTo>
                    <a:pt x="1882" y="7863"/>
                  </a:lnTo>
                  <a:lnTo>
                    <a:pt x="2239" y="7756"/>
                  </a:lnTo>
                  <a:lnTo>
                    <a:pt x="2239" y="10756"/>
                  </a:lnTo>
                  <a:cubicBezTo>
                    <a:pt x="2239" y="10851"/>
                    <a:pt x="2311" y="10923"/>
                    <a:pt x="2394" y="10923"/>
                  </a:cubicBezTo>
                  <a:cubicBezTo>
                    <a:pt x="2489" y="10923"/>
                    <a:pt x="2561" y="10851"/>
                    <a:pt x="2561" y="10756"/>
                  </a:cubicBezTo>
                  <a:lnTo>
                    <a:pt x="2561" y="7863"/>
                  </a:lnTo>
                  <a:lnTo>
                    <a:pt x="3227" y="8423"/>
                  </a:lnTo>
                  <a:cubicBezTo>
                    <a:pt x="3323" y="8494"/>
                    <a:pt x="3442" y="8542"/>
                    <a:pt x="3561" y="8542"/>
                  </a:cubicBezTo>
                  <a:lnTo>
                    <a:pt x="3608" y="8542"/>
                  </a:lnTo>
                  <a:cubicBezTo>
                    <a:pt x="3739" y="8530"/>
                    <a:pt x="3858" y="8470"/>
                    <a:pt x="3942" y="8351"/>
                  </a:cubicBezTo>
                  <a:lnTo>
                    <a:pt x="4287" y="7934"/>
                  </a:lnTo>
                  <a:lnTo>
                    <a:pt x="4632" y="8351"/>
                  </a:lnTo>
                  <a:cubicBezTo>
                    <a:pt x="4716" y="8458"/>
                    <a:pt x="4835" y="8530"/>
                    <a:pt x="4978" y="8542"/>
                  </a:cubicBezTo>
                  <a:lnTo>
                    <a:pt x="5013" y="8542"/>
                  </a:lnTo>
                  <a:cubicBezTo>
                    <a:pt x="5132" y="8542"/>
                    <a:pt x="5251" y="8494"/>
                    <a:pt x="5347" y="8423"/>
                  </a:cubicBezTo>
                  <a:lnTo>
                    <a:pt x="6180" y="7708"/>
                  </a:lnTo>
                  <a:lnTo>
                    <a:pt x="6680" y="7863"/>
                  </a:lnTo>
                  <a:lnTo>
                    <a:pt x="6680" y="10756"/>
                  </a:lnTo>
                  <a:cubicBezTo>
                    <a:pt x="6680" y="10851"/>
                    <a:pt x="6763" y="10923"/>
                    <a:pt x="6847" y="10923"/>
                  </a:cubicBezTo>
                  <a:cubicBezTo>
                    <a:pt x="6942" y="10923"/>
                    <a:pt x="7014" y="10851"/>
                    <a:pt x="7014" y="10756"/>
                  </a:cubicBezTo>
                  <a:lnTo>
                    <a:pt x="7014" y="7958"/>
                  </a:lnTo>
                  <a:lnTo>
                    <a:pt x="7609" y="8149"/>
                  </a:lnTo>
                  <a:cubicBezTo>
                    <a:pt x="7978" y="8244"/>
                    <a:pt x="8228" y="8589"/>
                    <a:pt x="8228" y="8982"/>
                  </a:cubicBezTo>
                  <a:lnTo>
                    <a:pt x="8228" y="10780"/>
                  </a:lnTo>
                  <a:cubicBezTo>
                    <a:pt x="8228" y="10863"/>
                    <a:pt x="8311" y="10947"/>
                    <a:pt x="8395" y="10947"/>
                  </a:cubicBezTo>
                  <a:cubicBezTo>
                    <a:pt x="8490" y="10947"/>
                    <a:pt x="8561" y="10863"/>
                    <a:pt x="8561" y="10780"/>
                  </a:cubicBezTo>
                  <a:lnTo>
                    <a:pt x="8561" y="8982"/>
                  </a:lnTo>
                  <a:cubicBezTo>
                    <a:pt x="8561" y="8423"/>
                    <a:pt x="8216" y="7970"/>
                    <a:pt x="7716" y="7815"/>
                  </a:cubicBezTo>
                  <a:lnTo>
                    <a:pt x="6311" y="7399"/>
                  </a:lnTo>
                  <a:lnTo>
                    <a:pt x="6061" y="6911"/>
                  </a:lnTo>
                  <a:cubicBezTo>
                    <a:pt x="6013" y="6839"/>
                    <a:pt x="5942" y="6756"/>
                    <a:pt x="5871" y="6744"/>
                  </a:cubicBezTo>
                  <a:cubicBezTo>
                    <a:pt x="5829" y="6738"/>
                    <a:pt x="5793" y="6735"/>
                    <a:pt x="5759" y="6735"/>
                  </a:cubicBezTo>
                  <a:cubicBezTo>
                    <a:pt x="5725" y="6735"/>
                    <a:pt x="5692" y="6738"/>
                    <a:pt x="5656" y="6744"/>
                  </a:cubicBezTo>
                  <a:lnTo>
                    <a:pt x="5656" y="6208"/>
                  </a:lnTo>
                  <a:cubicBezTo>
                    <a:pt x="6192" y="5839"/>
                    <a:pt x="6561" y="5256"/>
                    <a:pt x="6656" y="4589"/>
                  </a:cubicBezTo>
                  <a:lnTo>
                    <a:pt x="6740" y="4589"/>
                  </a:lnTo>
                  <a:cubicBezTo>
                    <a:pt x="7061" y="4589"/>
                    <a:pt x="7323" y="4351"/>
                    <a:pt x="7359" y="4065"/>
                  </a:cubicBezTo>
                  <a:cubicBezTo>
                    <a:pt x="7371" y="3898"/>
                    <a:pt x="7311" y="3743"/>
                    <a:pt x="7204" y="3601"/>
                  </a:cubicBezTo>
                  <a:cubicBezTo>
                    <a:pt x="7156" y="3541"/>
                    <a:pt x="7097" y="3505"/>
                    <a:pt x="7025" y="3470"/>
                  </a:cubicBezTo>
                  <a:lnTo>
                    <a:pt x="7216" y="2339"/>
                  </a:lnTo>
                  <a:cubicBezTo>
                    <a:pt x="7275" y="1969"/>
                    <a:pt x="7085" y="1600"/>
                    <a:pt x="6763" y="1446"/>
                  </a:cubicBezTo>
                  <a:cubicBezTo>
                    <a:pt x="6906" y="1065"/>
                    <a:pt x="6883" y="600"/>
                    <a:pt x="6656" y="88"/>
                  </a:cubicBezTo>
                  <a:cubicBezTo>
                    <a:pt x="6644" y="53"/>
                    <a:pt x="6597" y="5"/>
                    <a:pt x="6537" y="5"/>
                  </a:cubicBezTo>
                  <a:cubicBezTo>
                    <a:pt x="6523" y="2"/>
                    <a:pt x="6510" y="1"/>
                    <a:pt x="64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2"/>
            <p:cNvSpPr/>
            <p:nvPr/>
          </p:nvSpPr>
          <p:spPr>
            <a:xfrm>
              <a:off x="5090491" y="3141364"/>
              <a:ext cx="10581" cy="86391"/>
            </a:xfrm>
            <a:custGeom>
              <a:avLst/>
              <a:gdLst/>
              <a:ahLst/>
              <a:cxnLst/>
              <a:rect l="l" t="t" r="r" b="b"/>
              <a:pathLst>
                <a:path w="334" h="2727" extrusionOk="0">
                  <a:moveTo>
                    <a:pt x="167" y="0"/>
                  </a:moveTo>
                  <a:cubicBezTo>
                    <a:pt x="84" y="0"/>
                    <a:pt x="0" y="84"/>
                    <a:pt x="0" y="167"/>
                  </a:cubicBezTo>
                  <a:lnTo>
                    <a:pt x="0" y="2560"/>
                  </a:lnTo>
                  <a:cubicBezTo>
                    <a:pt x="0" y="2656"/>
                    <a:pt x="84" y="2727"/>
                    <a:pt x="167" y="2727"/>
                  </a:cubicBezTo>
                  <a:cubicBezTo>
                    <a:pt x="262" y="2727"/>
                    <a:pt x="334" y="2656"/>
                    <a:pt x="334" y="2560"/>
                  </a:cubicBezTo>
                  <a:lnTo>
                    <a:pt x="334" y="167"/>
                  </a:lnTo>
                  <a:cubicBezTo>
                    <a:pt x="334" y="84"/>
                    <a:pt x="262"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2"/>
            <p:cNvSpPr/>
            <p:nvPr/>
          </p:nvSpPr>
          <p:spPr>
            <a:xfrm>
              <a:off x="5031281" y="3152294"/>
              <a:ext cx="10201" cy="10613"/>
            </a:xfrm>
            <a:custGeom>
              <a:avLst/>
              <a:gdLst/>
              <a:ahLst/>
              <a:cxnLst/>
              <a:rect l="l" t="t" r="r" b="b"/>
              <a:pathLst>
                <a:path w="322" h="335" extrusionOk="0">
                  <a:moveTo>
                    <a:pt x="155" y="1"/>
                  </a:moveTo>
                  <a:cubicBezTo>
                    <a:pt x="72" y="1"/>
                    <a:pt x="0" y="72"/>
                    <a:pt x="0" y="167"/>
                  </a:cubicBezTo>
                  <a:cubicBezTo>
                    <a:pt x="0" y="251"/>
                    <a:pt x="72" y="334"/>
                    <a:pt x="155" y="334"/>
                  </a:cubicBezTo>
                  <a:cubicBezTo>
                    <a:pt x="250" y="334"/>
                    <a:pt x="322" y="251"/>
                    <a:pt x="322" y="167"/>
                  </a:cubicBezTo>
                  <a:cubicBezTo>
                    <a:pt x="322" y="72"/>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2"/>
            <p:cNvSpPr/>
            <p:nvPr/>
          </p:nvSpPr>
          <p:spPr>
            <a:xfrm>
              <a:off x="5031281" y="3217555"/>
              <a:ext cx="10201" cy="10201"/>
            </a:xfrm>
            <a:custGeom>
              <a:avLst/>
              <a:gdLst/>
              <a:ahLst/>
              <a:cxnLst/>
              <a:rect l="l" t="t" r="r" b="b"/>
              <a:pathLst>
                <a:path w="322" h="322" extrusionOk="0">
                  <a:moveTo>
                    <a:pt x="155" y="1"/>
                  </a:moveTo>
                  <a:cubicBezTo>
                    <a:pt x="72" y="1"/>
                    <a:pt x="0" y="72"/>
                    <a:pt x="0" y="155"/>
                  </a:cubicBezTo>
                  <a:cubicBezTo>
                    <a:pt x="0" y="251"/>
                    <a:pt x="72" y="322"/>
                    <a:pt x="155" y="322"/>
                  </a:cubicBezTo>
                  <a:cubicBezTo>
                    <a:pt x="250" y="322"/>
                    <a:pt x="322" y="251"/>
                    <a:pt x="322" y="155"/>
                  </a:cubicBezTo>
                  <a:cubicBezTo>
                    <a:pt x="322" y="72"/>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2"/>
            <p:cNvSpPr/>
            <p:nvPr/>
          </p:nvSpPr>
          <p:spPr>
            <a:xfrm>
              <a:off x="5031281" y="3184734"/>
              <a:ext cx="10201" cy="10613"/>
            </a:xfrm>
            <a:custGeom>
              <a:avLst/>
              <a:gdLst/>
              <a:ahLst/>
              <a:cxnLst/>
              <a:rect l="l" t="t" r="r" b="b"/>
              <a:pathLst>
                <a:path w="322" h="335" extrusionOk="0">
                  <a:moveTo>
                    <a:pt x="155" y="1"/>
                  </a:moveTo>
                  <a:cubicBezTo>
                    <a:pt x="72" y="1"/>
                    <a:pt x="0" y="84"/>
                    <a:pt x="0" y="167"/>
                  </a:cubicBezTo>
                  <a:cubicBezTo>
                    <a:pt x="0" y="263"/>
                    <a:pt x="72" y="334"/>
                    <a:pt x="155" y="334"/>
                  </a:cubicBezTo>
                  <a:cubicBezTo>
                    <a:pt x="250" y="334"/>
                    <a:pt x="322" y="263"/>
                    <a:pt x="322" y="167"/>
                  </a:cubicBezTo>
                  <a:cubicBezTo>
                    <a:pt x="322" y="84"/>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2"/>
            <p:cNvSpPr/>
            <p:nvPr/>
          </p:nvSpPr>
          <p:spPr>
            <a:xfrm>
              <a:off x="4998841" y="2995763"/>
              <a:ext cx="10201" cy="15492"/>
            </a:xfrm>
            <a:custGeom>
              <a:avLst/>
              <a:gdLst/>
              <a:ahLst/>
              <a:cxnLst/>
              <a:rect l="l" t="t" r="r" b="b"/>
              <a:pathLst>
                <a:path w="322" h="489" extrusionOk="0">
                  <a:moveTo>
                    <a:pt x="155" y="1"/>
                  </a:moveTo>
                  <a:cubicBezTo>
                    <a:pt x="72" y="1"/>
                    <a:pt x="0" y="72"/>
                    <a:pt x="0" y="167"/>
                  </a:cubicBezTo>
                  <a:lnTo>
                    <a:pt x="0" y="334"/>
                  </a:lnTo>
                  <a:cubicBezTo>
                    <a:pt x="0" y="417"/>
                    <a:pt x="72" y="489"/>
                    <a:pt x="155" y="489"/>
                  </a:cubicBezTo>
                  <a:cubicBezTo>
                    <a:pt x="250" y="489"/>
                    <a:pt x="322" y="417"/>
                    <a:pt x="322" y="334"/>
                  </a:cubicBezTo>
                  <a:lnTo>
                    <a:pt x="322" y="167"/>
                  </a:lnTo>
                  <a:cubicBezTo>
                    <a:pt x="322" y="72"/>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2"/>
            <p:cNvSpPr/>
            <p:nvPr/>
          </p:nvSpPr>
          <p:spPr>
            <a:xfrm>
              <a:off x="5063721" y="2995763"/>
              <a:ext cx="10201" cy="15492"/>
            </a:xfrm>
            <a:custGeom>
              <a:avLst/>
              <a:gdLst/>
              <a:ahLst/>
              <a:cxnLst/>
              <a:rect l="l" t="t" r="r" b="b"/>
              <a:pathLst>
                <a:path w="322" h="489" extrusionOk="0">
                  <a:moveTo>
                    <a:pt x="167" y="1"/>
                  </a:moveTo>
                  <a:cubicBezTo>
                    <a:pt x="71" y="1"/>
                    <a:pt x="0" y="72"/>
                    <a:pt x="0" y="167"/>
                  </a:cubicBezTo>
                  <a:lnTo>
                    <a:pt x="0" y="334"/>
                  </a:lnTo>
                  <a:cubicBezTo>
                    <a:pt x="0" y="417"/>
                    <a:pt x="71" y="489"/>
                    <a:pt x="167" y="489"/>
                  </a:cubicBezTo>
                  <a:cubicBezTo>
                    <a:pt x="250" y="489"/>
                    <a:pt x="322" y="417"/>
                    <a:pt x="322" y="334"/>
                  </a:cubicBezTo>
                  <a:lnTo>
                    <a:pt x="322" y="167"/>
                  </a:lnTo>
                  <a:cubicBezTo>
                    <a:pt x="322" y="72"/>
                    <a:pt x="250"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2"/>
            <p:cNvSpPr/>
            <p:nvPr/>
          </p:nvSpPr>
          <p:spPr>
            <a:xfrm>
              <a:off x="4993550"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55" y="84"/>
                    <a:pt x="584" y="1"/>
                    <a:pt x="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2"/>
            <p:cNvSpPr/>
            <p:nvPr/>
          </p:nvSpPr>
          <p:spPr>
            <a:xfrm>
              <a:off x="5058051"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67" y="84"/>
                    <a:pt x="596" y="1"/>
                    <a:pt x="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2"/>
            <p:cNvSpPr/>
            <p:nvPr/>
          </p:nvSpPr>
          <p:spPr>
            <a:xfrm>
              <a:off x="5007141" y="3025574"/>
              <a:ext cx="58481" cy="32092"/>
            </a:xfrm>
            <a:custGeom>
              <a:avLst/>
              <a:gdLst/>
              <a:ahLst/>
              <a:cxnLst/>
              <a:rect l="l" t="t" r="r" b="b"/>
              <a:pathLst>
                <a:path w="1846" h="1013" extrusionOk="0">
                  <a:moveTo>
                    <a:pt x="1500" y="322"/>
                  </a:moveTo>
                  <a:cubicBezTo>
                    <a:pt x="1429" y="536"/>
                    <a:pt x="1191" y="679"/>
                    <a:pt x="917" y="679"/>
                  </a:cubicBezTo>
                  <a:cubicBezTo>
                    <a:pt x="655" y="679"/>
                    <a:pt x="417" y="536"/>
                    <a:pt x="345" y="322"/>
                  </a:cubicBezTo>
                  <a:close/>
                  <a:moveTo>
                    <a:pt x="167" y="0"/>
                  </a:moveTo>
                  <a:cubicBezTo>
                    <a:pt x="72" y="0"/>
                    <a:pt x="0" y="72"/>
                    <a:pt x="0" y="167"/>
                  </a:cubicBezTo>
                  <a:cubicBezTo>
                    <a:pt x="0" y="619"/>
                    <a:pt x="417" y="1012"/>
                    <a:pt x="929" y="1012"/>
                  </a:cubicBezTo>
                  <a:cubicBezTo>
                    <a:pt x="1429" y="1012"/>
                    <a:pt x="1846" y="643"/>
                    <a:pt x="1846" y="167"/>
                  </a:cubicBezTo>
                  <a:cubicBezTo>
                    <a:pt x="1846" y="72"/>
                    <a:pt x="1786" y="0"/>
                    <a:pt x="17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2" name="Google Shape;1202;p42"/>
          <p:cNvGrpSpPr/>
          <p:nvPr/>
        </p:nvGrpSpPr>
        <p:grpSpPr>
          <a:xfrm>
            <a:off x="1707236" y="1198029"/>
            <a:ext cx="260283" cy="345914"/>
            <a:chOff x="8055961" y="2881842"/>
            <a:chExt cx="260283" cy="345914"/>
          </a:xfrm>
        </p:grpSpPr>
        <p:sp>
          <p:nvSpPr>
            <p:cNvPr id="1203" name="Google Shape;1203;p42"/>
            <p:cNvSpPr/>
            <p:nvPr/>
          </p:nvSpPr>
          <p:spPr>
            <a:xfrm>
              <a:off x="8055961" y="2881842"/>
              <a:ext cx="260283" cy="345914"/>
            </a:xfrm>
            <a:custGeom>
              <a:avLst/>
              <a:gdLst/>
              <a:ahLst/>
              <a:cxnLst/>
              <a:rect l="l" t="t" r="r" b="b"/>
              <a:pathLst>
                <a:path w="8216" h="10919" extrusionOk="0">
                  <a:moveTo>
                    <a:pt x="4918" y="2358"/>
                  </a:moveTo>
                  <a:cubicBezTo>
                    <a:pt x="5120" y="2656"/>
                    <a:pt x="5334" y="2882"/>
                    <a:pt x="5561" y="3073"/>
                  </a:cubicBezTo>
                  <a:lnTo>
                    <a:pt x="4477" y="3073"/>
                  </a:lnTo>
                  <a:cubicBezTo>
                    <a:pt x="4429" y="3073"/>
                    <a:pt x="4382" y="3085"/>
                    <a:pt x="4358" y="3132"/>
                  </a:cubicBezTo>
                  <a:cubicBezTo>
                    <a:pt x="4310" y="3168"/>
                    <a:pt x="4298" y="3216"/>
                    <a:pt x="4298" y="3251"/>
                  </a:cubicBezTo>
                  <a:lnTo>
                    <a:pt x="4322" y="3442"/>
                  </a:lnTo>
                  <a:cubicBezTo>
                    <a:pt x="4263" y="3418"/>
                    <a:pt x="4191" y="3418"/>
                    <a:pt x="4120" y="3418"/>
                  </a:cubicBezTo>
                  <a:cubicBezTo>
                    <a:pt x="4048" y="3418"/>
                    <a:pt x="3965" y="3430"/>
                    <a:pt x="3906" y="3442"/>
                  </a:cubicBezTo>
                  <a:lnTo>
                    <a:pt x="3941" y="3251"/>
                  </a:lnTo>
                  <a:lnTo>
                    <a:pt x="3941" y="3228"/>
                  </a:lnTo>
                  <a:cubicBezTo>
                    <a:pt x="4263" y="2966"/>
                    <a:pt x="4596" y="2692"/>
                    <a:pt x="4918" y="2358"/>
                  </a:cubicBezTo>
                  <a:close/>
                  <a:moveTo>
                    <a:pt x="3572" y="3478"/>
                  </a:moveTo>
                  <a:lnTo>
                    <a:pt x="3525" y="3823"/>
                  </a:lnTo>
                  <a:cubicBezTo>
                    <a:pt x="3525" y="3823"/>
                    <a:pt x="3513" y="3894"/>
                    <a:pt x="3513" y="3906"/>
                  </a:cubicBezTo>
                  <a:cubicBezTo>
                    <a:pt x="3429" y="4121"/>
                    <a:pt x="3239" y="4263"/>
                    <a:pt x="3013" y="4263"/>
                  </a:cubicBezTo>
                  <a:lnTo>
                    <a:pt x="2858" y="4263"/>
                  </a:lnTo>
                  <a:cubicBezTo>
                    <a:pt x="2739" y="4263"/>
                    <a:pt x="2632" y="4204"/>
                    <a:pt x="2572" y="4121"/>
                  </a:cubicBezTo>
                  <a:cubicBezTo>
                    <a:pt x="2596" y="4097"/>
                    <a:pt x="2620" y="4085"/>
                    <a:pt x="2644" y="4073"/>
                  </a:cubicBezTo>
                  <a:cubicBezTo>
                    <a:pt x="2739" y="4013"/>
                    <a:pt x="2834" y="3954"/>
                    <a:pt x="2941" y="3894"/>
                  </a:cubicBezTo>
                  <a:lnTo>
                    <a:pt x="2941" y="3906"/>
                  </a:lnTo>
                  <a:cubicBezTo>
                    <a:pt x="2929" y="4013"/>
                    <a:pt x="3001" y="4073"/>
                    <a:pt x="3096" y="4073"/>
                  </a:cubicBezTo>
                  <a:cubicBezTo>
                    <a:pt x="3179" y="4073"/>
                    <a:pt x="3239" y="4001"/>
                    <a:pt x="3239" y="3906"/>
                  </a:cubicBezTo>
                  <a:lnTo>
                    <a:pt x="3239" y="3704"/>
                  </a:lnTo>
                  <a:cubicBezTo>
                    <a:pt x="3346" y="3632"/>
                    <a:pt x="3453" y="3549"/>
                    <a:pt x="3572" y="3478"/>
                  </a:cubicBezTo>
                  <a:close/>
                  <a:moveTo>
                    <a:pt x="4965" y="3370"/>
                  </a:moveTo>
                  <a:lnTo>
                    <a:pt x="4965" y="3382"/>
                  </a:lnTo>
                  <a:lnTo>
                    <a:pt x="5811" y="3382"/>
                  </a:lnTo>
                  <a:lnTo>
                    <a:pt x="5727" y="3966"/>
                  </a:lnTo>
                  <a:cubicBezTo>
                    <a:pt x="5692" y="4144"/>
                    <a:pt x="5549" y="4263"/>
                    <a:pt x="5382" y="4263"/>
                  </a:cubicBezTo>
                  <a:lnTo>
                    <a:pt x="5215" y="4263"/>
                  </a:lnTo>
                  <a:cubicBezTo>
                    <a:pt x="4977" y="4263"/>
                    <a:pt x="4775" y="4097"/>
                    <a:pt x="4715" y="3882"/>
                  </a:cubicBezTo>
                  <a:cubicBezTo>
                    <a:pt x="4715" y="3847"/>
                    <a:pt x="4703" y="3823"/>
                    <a:pt x="4703" y="3787"/>
                  </a:cubicBezTo>
                  <a:cubicBezTo>
                    <a:pt x="4679" y="3668"/>
                    <a:pt x="4644" y="3370"/>
                    <a:pt x="4644" y="3370"/>
                  </a:cubicBezTo>
                  <a:close/>
                  <a:moveTo>
                    <a:pt x="4453" y="311"/>
                  </a:moveTo>
                  <a:cubicBezTo>
                    <a:pt x="4549" y="311"/>
                    <a:pt x="4632" y="322"/>
                    <a:pt x="4715" y="358"/>
                  </a:cubicBezTo>
                  <a:cubicBezTo>
                    <a:pt x="5072" y="453"/>
                    <a:pt x="5299" y="811"/>
                    <a:pt x="5275" y="1215"/>
                  </a:cubicBezTo>
                  <a:cubicBezTo>
                    <a:pt x="5275" y="1299"/>
                    <a:pt x="5334" y="1382"/>
                    <a:pt x="5430" y="1382"/>
                  </a:cubicBezTo>
                  <a:cubicBezTo>
                    <a:pt x="5513" y="1382"/>
                    <a:pt x="5584" y="1323"/>
                    <a:pt x="5584" y="1227"/>
                  </a:cubicBezTo>
                  <a:cubicBezTo>
                    <a:pt x="5608" y="1025"/>
                    <a:pt x="5572" y="823"/>
                    <a:pt x="5501" y="668"/>
                  </a:cubicBezTo>
                  <a:lnTo>
                    <a:pt x="5501" y="668"/>
                  </a:lnTo>
                  <a:cubicBezTo>
                    <a:pt x="6084" y="751"/>
                    <a:pt x="6525" y="1263"/>
                    <a:pt x="6525" y="1858"/>
                  </a:cubicBezTo>
                  <a:lnTo>
                    <a:pt x="6525" y="3299"/>
                  </a:lnTo>
                  <a:cubicBezTo>
                    <a:pt x="6215" y="3156"/>
                    <a:pt x="5596" y="2811"/>
                    <a:pt x="5144" y="2120"/>
                  </a:cubicBezTo>
                  <a:cubicBezTo>
                    <a:pt x="5191" y="2061"/>
                    <a:pt x="5251" y="2025"/>
                    <a:pt x="5299" y="1966"/>
                  </a:cubicBezTo>
                  <a:cubicBezTo>
                    <a:pt x="5358" y="1906"/>
                    <a:pt x="5358" y="1799"/>
                    <a:pt x="5275" y="1739"/>
                  </a:cubicBezTo>
                  <a:cubicBezTo>
                    <a:pt x="5246" y="1711"/>
                    <a:pt x="5210" y="1696"/>
                    <a:pt x="5173" y="1696"/>
                  </a:cubicBezTo>
                  <a:cubicBezTo>
                    <a:pt x="5132" y="1696"/>
                    <a:pt x="5092" y="1714"/>
                    <a:pt x="5060" y="1751"/>
                  </a:cubicBezTo>
                  <a:cubicBezTo>
                    <a:pt x="3727" y="3239"/>
                    <a:pt x="2060" y="4061"/>
                    <a:pt x="1429" y="4323"/>
                  </a:cubicBezTo>
                  <a:cubicBezTo>
                    <a:pt x="1465" y="4061"/>
                    <a:pt x="1512" y="3585"/>
                    <a:pt x="1512" y="2882"/>
                  </a:cubicBezTo>
                  <a:cubicBezTo>
                    <a:pt x="1512" y="2192"/>
                    <a:pt x="1798" y="1549"/>
                    <a:pt x="2322" y="1049"/>
                  </a:cubicBezTo>
                  <a:cubicBezTo>
                    <a:pt x="2822" y="572"/>
                    <a:pt x="3477" y="311"/>
                    <a:pt x="4120" y="311"/>
                  </a:cubicBezTo>
                  <a:close/>
                  <a:moveTo>
                    <a:pt x="6108" y="3466"/>
                  </a:moveTo>
                  <a:cubicBezTo>
                    <a:pt x="6144" y="3478"/>
                    <a:pt x="6156" y="3490"/>
                    <a:pt x="6192" y="3490"/>
                  </a:cubicBezTo>
                  <a:cubicBezTo>
                    <a:pt x="6227" y="3632"/>
                    <a:pt x="6346" y="3728"/>
                    <a:pt x="6501" y="3728"/>
                  </a:cubicBezTo>
                  <a:lnTo>
                    <a:pt x="6584" y="3728"/>
                  </a:lnTo>
                  <a:cubicBezTo>
                    <a:pt x="6739" y="3728"/>
                    <a:pt x="6858" y="3847"/>
                    <a:pt x="6858" y="4001"/>
                  </a:cubicBezTo>
                  <a:cubicBezTo>
                    <a:pt x="6858" y="4144"/>
                    <a:pt x="6739" y="4263"/>
                    <a:pt x="6584" y="4263"/>
                  </a:cubicBezTo>
                  <a:lnTo>
                    <a:pt x="6477" y="4263"/>
                  </a:lnTo>
                  <a:cubicBezTo>
                    <a:pt x="6477" y="4180"/>
                    <a:pt x="6418" y="4097"/>
                    <a:pt x="6334" y="4097"/>
                  </a:cubicBezTo>
                  <a:cubicBezTo>
                    <a:pt x="6239" y="4097"/>
                    <a:pt x="6168" y="4156"/>
                    <a:pt x="6156" y="4252"/>
                  </a:cubicBezTo>
                  <a:cubicBezTo>
                    <a:pt x="6108" y="4775"/>
                    <a:pt x="5882" y="5252"/>
                    <a:pt x="5501" y="5609"/>
                  </a:cubicBezTo>
                  <a:cubicBezTo>
                    <a:pt x="5108" y="5966"/>
                    <a:pt x="4620" y="6157"/>
                    <a:pt x="4096" y="6157"/>
                  </a:cubicBezTo>
                  <a:cubicBezTo>
                    <a:pt x="3596" y="6157"/>
                    <a:pt x="3108" y="5966"/>
                    <a:pt x="2715" y="5621"/>
                  </a:cubicBezTo>
                  <a:cubicBezTo>
                    <a:pt x="2358" y="5287"/>
                    <a:pt x="2143" y="4859"/>
                    <a:pt x="2060" y="4382"/>
                  </a:cubicBezTo>
                  <a:cubicBezTo>
                    <a:pt x="2120" y="4359"/>
                    <a:pt x="2203" y="4311"/>
                    <a:pt x="2274" y="4287"/>
                  </a:cubicBezTo>
                  <a:cubicBezTo>
                    <a:pt x="2393" y="4478"/>
                    <a:pt x="2596" y="4597"/>
                    <a:pt x="2834" y="4597"/>
                  </a:cubicBezTo>
                  <a:lnTo>
                    <a:pt x="3001" y="4597"/>
                  </a:lnTo>
                  <a:cubicBezTo>
                    <a:pt x="3382" y="4597"/>
                    <a:pt x="3727" y="4311"/>
                    <a:pt x="3822" y="3942"/>
                  </a:cubicBezTo>
                  <a:cubicBezTo>
                    <a:pt x="3858" y="3823"/>
                    <a:pt x="3965" y="3728"/>
                    <a:pt x="4108" y="3728"/>
                  </a:cubicBezTo>
                  <a:cubicBezTo>
                    <a:pt x="4239" y="3728"/>
                    <a:pt x="4358" y="3823"/>
                    <a:pt x="4382" y="3942"/>
                  </a:cubicBezTo>
                  <a:cubicBezTo>
                    <a:pt x="4477" y="4311"/>
                    <a:pt x="4822" y="4597"/>
                    <a:pt x="5203" y="4597"/>
                  </a:cubicBezTo>
                  <a:lnTo>
                    <a:pt x="5370" y="4597"/>
                  </a:lnTo>
                  <a:cubicBezTo>
                    <a:pt x="5692" y="4597"/>
                    <a:pt x="5989" y="4347"/>
                    <a:pt x="6037" y="4013"/>
                  </a:cubicBezTo>
                  <a:lnTo>
                    <a:pt x="6108" y="3466"/>
                  </a:lnTo>
                  <a:close/>
                  <a:moveTo>
                    <a:pt x="4977" y="6311"/>
                  </a:moveTo>
                  <a:lnTo>
                    <a:pt x="4977" y="6859"/>
                  </a:lnTo>
                  <a:cubicBezTo>
                    <a:pt x="4977" y="7216"/>
                    <a:pt x="5203" y="7526"/>
                    <a:pt x="5549" y="7645"/>
                  </a:cubicBezTo>
                  <a:lnTo>
                    <a:pt x="5799" y="7740"/>
                  </a:lnTo>
                  <a:lnTo>
                    <a:pt x="5656" y="8062"/>
                  </a:lnTo>
                  <a:cubicBezTo>
                    <a:pt x="5382" y="8669"/>
                    <a:pt x="4775" y="9062"/>
                    <a:pt x="4120" y="9062"/>
                  </a:cubicBezTo>
                  <a:cubicBezTo>
                    <a:pt x="3453" y="9062"/>
                    <a:pt x="2858" y="8669"/>
                    <a:pt x="2584" y="8062"/>
                  </a:cubicBezTo>
                  <a:lnTo>
                    <a:pt x="2441" y="7740"/>
                  </a:lnTo>
                  <a:lnTo>
                    <a:pt x="2691" y="7645"/>
                  </a:lnTo>
                  <a:cubicBezTo>
                    <a:pt x="3036" y="7526"/>
                    <a:pt x="3251" y="7216"/>
                    <a:pt x="3251" y="6859"/>
                  </a:cubicBezTo>
                  <a:lnTo>
                    <a:pt x="3251" y="6311"/>
                  </a:lnTo>
                  <a:cubicBezTo>
                    <a:pt x="3525" y="6407"/>
                    <a:pt x="3822" y="6466"/>
                    <a:pt x="4120" y="6466"/>
                  </a:cubicBezTo>
                  <a:cubicBezTo>
                    <a:pt x="4418" y="6466"/>
                    <a:pt x="4715" y="6407"/>
                    <a:pt x="4977" y="6311"/>
                  </a:cubicBezTo>
                  <a:close/>
                  <a:moveTo>
                    <a:pt x="4084" y="1"/>
                  </a:moveTo>
                  <a:cubicBezTo>
                    <a:pt x="3358" y="1"/>
                    <a:pt x="2620" y="299"/>
                    <a:pt x="2060" y="834"/>
                  </a:cubicBezTo>
                  <a:cubicBezTo>
                    <a:pt x="1489" y="1382"/>
                    <a:pt x="1155" y="2120"/>
                    <a:pt x="1155" y="2882"/>
                  </a:cubicBezTo>
                  <a:cubicBezTo>
                    <a:pt x="1155" y="4025"/>
                    <a:pt x="1024" y="4537"/>
                    <a:pt x="1024" y="4537"/>
                  </a:cubicBezTo>
                  <a:cubicBezTo>
                    <a:pt x="1012" y="4597"/>
                    <a:pt x="1024" y="4656"/>
                    <a:pt x="1072" y="4704"/>
                  </a:cubicBezTo>
                  <a:cubicBezTo>
                    <a:pt x="1096" y="4728"/>
                    <a:pt x="1143" y="4740"/>
                    <a:pt x="1167" y="4740"/>
                  </a:cubicBezTo>
                  <a:cubicBezTo>
                    <a:pt x="1191" y="4740"/>
                    <a:pt x="1203" y="4740"/>
                    <a:pt x="1227" y="4728"/>
                  </a:cubicBezTo>
                  <a:cubicBezTo>
                    <a:pt x="1250" y="4728"/>
                    <a:pt x="1441" y="4656"/>
                    <a:pt x="1739" y="4525"/>
                  </a:cubicBezTo>
                  <a:cubicBezTo>
                    <a:pt x="1822" y="5025"/>
                    <a:pt x="2096" y="5490"/>
                    <a:pt x="2477" y="5847"/>
                  </a:cubicBezTo>
                  <a:cubicBezTo>
                    <a:pt x="2620" y="5966"/>
                    <a:pt x="2751" y="6073"/>
                    <a:pt x="2894" y="6145"/>
                  </a:cubicBezTo>
                  <a:lnTo>
                    <a:pt x="2894" y="6847"/>
                  </a:lnTo>
                  <a:cubicBezTo>
                    <a:pt x="2894" y="7061"/>
                    <a:pt x="2763" y="7264"/>
                    <a:pt x="2560" y="7335"/>
                  </a:cubicBezTo>
                  <a:lnTo>
                    <a:pt x="786" y="7954"/>
                  </a:lnTo>
                  <a:cubicBezTo>
                    <a:pt x="310" y="8121"/>
                    <a:pt x="0" y="8573"/>
                    <a:pt x="0" y="9074"/>
                  </a:cubicBezTo>
                  <a:lnTo>
                    <a:pt x="0" y="10740"/>
                  </a:lnTo>
                  <a:cubicBezTo>
                    <a:pt x="0" y="10836"/>
                    <a:pt x="72" y="10907"/>
                    <a:pt x="155" y="10907"/>
                  </a:cubicBezTo>
                  <a:cubicBezTo>
                    <a:pt x="250" y="10907"/>
                    <a:pt x="322" y="10836"/>
                    <a:pt x="322" y="10740"/>
                  </a:cubicBezTo>
                  <a:lnTo>
                    <a:pt x="322" y="9074"/>
                  </a:lnTo>
                  <a:cubicBezTo>
                    <a:pt x="322" y="8931"/>
                    <a:pt x="358" y="8788"/>
                    <a:pt x="429" y="8669"/>
                  </a:cubicBezTo>
                  <a:lnTo>
                    <a:pt x="596" y="8824"/>
                  </a:lnTo>
                  <a:cubicBezTo>
                    <a:pt x="619" y="8847"/>
                    <a:pt x="667" y="8871"/>
                    <a:pt x="691" y="8871"/>
                  </a:cubicBezTo>
                  <a:cubicBezTo>
                    <a:pt x="739" y="8871"/>
                    <a:pt x="786" y="8847"/>
                    <a:pt x="810" y="8812"/>
                  </a:cubicBezTo>
                  <a:cubicBezTo>
                    <a:pt x="869" y="8728"/>
                    <a:pt x="858" y="8645"/>
                    <a:pt x="798" y="8585"/>
                  </a:cubicBezTo>
                  <a:lnTo>
                    <a:pt x="619" y="8431"/>
                  </a:lnTo>
                  <a:cubicBezTo>
                    <a:pt x="691" y="8359"/>
                    <a:pt x="798" y="8312"/>
                    <a:pt x="893" y="8276"/>
                  </a:cubicBezTo>
                  <a:lnTo>
                    <a:pt x="2096" y="7835"/>
                  </a:lnTo>
                  <a:lnTo>
                    <a:pt x="2239" y="8181"/>
                  </a:lnTo>
                  <a:cubicBezTo>
                    <a:pt x="2572" y="8907"/>
                    <a:pt x="3286" y="9371"/>
                    <a:pt x="4072" y="9371"/>
                  </a:cubicBezTo>
                  <a:cubicBezTo>
                    <a:pt x="4858" y="9371"/>
                    <a:pt x="5572" y="8907"/>
                    <a:pt x="5906" y="8181"/>
                  </a:cubicBezTo>
                  <a:lnTo>
                    <a:pt x="6049" y="7835"/>
                  </a:lnTo>
                  <a:lnTo>
                    <a:pt x="7263" y="8276"/>
                  </a:lnTo>
                  <a:cubicBezTo>
                    <a:pt x="7358" y="8300"/>
                    <a:pt x="7454" y="8359"/>
                    <a:pt x="7525" y="8431"/>
                  </a:cubicBezTo>
                  <a:lnTo>
                    <a:pt x="6751" y="9085"/>
                  </a:lnTo>
                  <a:cubicBezTo>
                    <a:pt x="6561" y="9252"/>
                    <a:pt x="6454" y="9478"/>
                    <a:pt x="6454" y="9728"/>
                  </a:cubicBezTo>
                  <a:lnTo>
                    <a:pt x="6454" y="10752"/>
                  </a:lnTo>
                  <a:cubicBezTo>
                    <a:pt x="6454" y="10848"/>
                    <a:pt x="6525" y="10919"/>
                    <a:pt x="6620" y="10919"/>
                  </a:cubicBezTo>
                  <a:cubicBezTo>
                    <a:pt x="6704" y="10919"/>
                    <a:pt x="6787" y="10848"/>
                    <a:pt x="6787" y="10752"/>
                  </a:cubicBezTo>
                  <a:lnTo>
                    <a:pt x="6787" y="9728"/>
                  </a:lnTo>
                  <a:cubicBezTo>
                    <a:pt x="6787" y="9586"/>
                    <a:pt x="6846" y="9431"/>
                    <a:pt x="6965" y="9324"/>
                  </a:cubicBezTo>
                  <a:lnTo>
                    <a:pt x="7716" y="8669"/>
                  </a:lnTo>
                  <a:cubicBezTo>
                    <a:pt x="7775" y="8788"/>
                    <a:pt x="7823" y="8943"/>
                    <a:pt x="7823" y="9074"/>
                  </a:cubicBezTo>
                  <a:lnTo>
                    <a:pt x="7823" y="10740"/>
                  </a:lnTo>
                  <a:cubicBezTo>
                    <a:pt x="7823" y="10836"/>
                    <a:pt x="7894" y="10907"/>
                    <a:pt x="7989" y="10907"/>
                  </a:cubicBezTo>
                  <a:cubicBezTo>
                    <a:pt x="8073" y="10907"/>
                    <a:pt x="8144" y="10836"/>
                    <a:pt x="8144" y="10740"/>
                  </a:cubicBezTo>
                  <a:lnTo>
                    <a:pt x="8144" y="9074"/>
                  </a:lnTo>
                  <a:cubicBezTo>
                    <a:pt x="8216" y="8585"/>
                    <a:pt x="7882" y="8133"/>
                    <a:pt x="7418" y="7978"/>
                  </a:cubicBezTo>
                  <a:lnTo>
                    <a:pt x="5656" y="7347"/>
                  </a:lnTo>
                  <a:cubicBezTo>
                    <a:pt x="5441" y="7276"/>
                    <a:pt x="5311" y="7085"/>
                    <a:pt x="5311" y="6859"/>
                  </a:cubicBezTo>
                  <a:lnTo>
                    <a:pt x="5311" y="6157"/>
                  </a:lnTo>
                  <a:cubicBezTo>
                    <a:pt x="5453" y="6073"/>
                    <a:pt x="5608" y="5966"/>
                    <a:pt x="5739" y="5835"/>
                  </a:cubicBezTo>
                  <a:cubicBezTo>
                    <a:pt x="6096" y="5490"/>
                    <a:pt x="6346" y="5049"/>
                    <a:pt x="6442" y="4597"/>
                  </a:cubicBezTo>
                  <a:lnTo>
                    <a:pt x="6584" y="4597"/>
                  </a:lnTo>
                  <a:cubicBezTo>
                    <a:pt x="6918" y="4597"/>
                    <a:pt x="7168" y="4323"/>
                    <a:pt x="7168" y="4013"/>
                  </a:cubicBezTo>
                  <a:cubicBezTo>
                    <a:pt x="7168" y="3775"/>
                    <a:pt x="7037" y="3573"/>
                    <a:pt x="6823" y="3478"/>
                  </a:cubicBezTo>
                  <a:lnTo>
                    <a:pt x="6823" y="1870"/>
                  </a:lnTo>
                  <a:cubicBezTo>
                    <a:pt x="6823" y="1025"/>
                    <a:pt x="6144" y="334"/>
                    <a:pt x="5299" y="334"/>
                  </a:cubicBezTo>
                  <a:lnTo>
                    <a:pt x="5251" y="334"/>
                  </a:lnTo>
                  <a:cubicBezTo>
                    <a:pt x="5132" y="203"/>
                    <a:pt x="4965" y="96"/>
                    <a:pt x="4787" y="61"/>
                  </a:cubicBezTo>
                  <a:cubicBezTo>
                    <a:pt x="4668" y="25"/>
                    <a:pt x="4549" y="1"/>
                    <a:pt x="4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2"/>
            <p:cNvSpPr/>
            <p:nvPr/>
          </p:nvSpPr>
          <p:spPr>
            <a:xfrm>
              <a:off x="8164591" y="3033589"/>
              <a:ext cx="43402" cy="15396"/>
            </a:xfrm>
            <a:custGeom>
              <a:avLst/>
              <a:gdLst/>
              <a:ahLst/>
              <a:cxnLst/>
              <a:rect l="l" t="t" r="r" b="b"/>
              <a:pathLst>
                <a:path w="1370" h="486" extrusionOk="0">
                  <a:moveTo>
                    <a:pt x="173" y="0"/>
                  </a:moveTo>
                  <a:cubicBezTo>
                    <a:pt x="131" y="0"/>
                    <a:pt x="90" y="15"/>
                    <a:pt x="60" y="45"/>
                  </a:cubicBezTo>
                  <a:cubicBezTo>
                    <a:pt x="0" y="104"/>
                    <a:pt x="0" y="212"/>
                    <a:pt x="60" y="271"/>
                  </a:cubicBezTo>
                  <a:cubicBezTo>
                    <a:pt x="203" y="402"/>
                    <a:pt x="441" y="485"/>
                    <a:pt x="691" y="485"/>
                  </a:cubicBezTo>
                  <a:cubicBezTo>
                    <a:pt x="941" y="485"/>
                    <a:pt x="1179" y="414"/>
                    <a:pt x="1310" y="271"/>
                  </a:cubicBezTo>
                  <a:cubicBezTo>
                    <a:pt x="1370" y="212"/>
                    <a:pt x="1370" y="104"/>
                    <a:pt x="1310" y="45"/>
                  </a:cubicBezTo>
                  <a:cubicBezTo>
                    <a:pt x="1280" y="15"/>
                    <a:pt x="1242" y="0"/>
                    <a:pt x="1203" y="0"/>
                  </a:cubicBezTo>
                  <a:cubicBezTo>
                    <a:pt x="1164" y="0"/>
                    <a:pt x="1125" y="15"/>
                    <a:pt x="1096" y="45"/>
                  </a:cubicBezTo>
                  <a:cubicBezTo>
                    <a:pt x="1036" y="104"/>
                    <a:pt x="893" y="164"/>
                    <a:pt x="691" y="164"/>
                  </a:cubicBezTo>
                  <a:cubicBezTo>
                    <a:pt x="477" y="164"/>
                    <a:pt x="346" y="93"/>
                    <a:pt x="286" y="45"/>
                  </a:cubicBezTo>
                  <a:cubicBezTo>
                    <a:pt x="256" y="15"/>
                    <a:pt x="215" y="0"/>
                    <a:pt x="1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2"/>
            <p:cNvSpPr/>
            <p:nvPr/>
          </p:nvSpPr>
          <p:spPr>
            <a:xfrm>
              <a:off x="8213632" y="2995383"/>
              <a:ext cx="10581" cy="15492"/>
            </a:xfrm>
            <a:custGeom>
              <a:avLst/>
              <a:gdLst/>
              <a:ahLst/>
              <a:cxnLst/>
              <a:rect l="l" t="t" r="r" b="b"/>
              <a:pathLst>
                <a:path w="334" h="489" extrusionOk="0">
                  <a:moveTo>
                    <a:pt x="167" y="1"/>
                  </a:moveTo>
                  <a:cubicBezTo>
                    <a:pt x="83" y="1"/>
                    <a:pt x="0" y="72"/>
                    <a:pt x="0" y="167"/>
                  </a:cubicBezTo>
                  <a:lnTo>
                    <a:pt x="0" y="322"/>
                  </a:lnTo>
                  <a:cubicBezTo>
                    <a:pt x="0" y="417"/>
                    <a:pt x="83" y="489"/>
                    <a:pt x="167" y="489"/>
                  </a:cubicBezTo>
                  <a:cubicBezTo>
                    <a:pt x="250" y="489"/>
                    <a:pt x="334" y="417"/>
                    <a:pt x="334" y="322"/>
                  </a:cubicBezTo>
                  <a:lnTo>
                    <a:pt x="334" y="167"/>
                  </a:lnTo>
                  <a:cubicBezTo>
                    <a:pt x="322" y="72"/>
                    <a:pt x="262"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2"/>
            <p:cNvSpPr/>
            <p:nvPr/>
          </p:nvSpPr>
          <p:spPr>
            <a:xfrm>
              <a:off x="8088401" y="3165758"/>
              <a:ext cx="21511" cy="61998"/>
            </a:xfrm>
            <a:custGeom>
              <a:avLst/>
              <a:gdLst/>
              <a:ahLst/>
              <a:cxnLst/>
              <a:rect l="l" t="t" r="r" b="b"/>
              <a:pathLst>
                <a:path w="679" h="1957" extrusionOk="0">
                  <a:moveTo>
                    <a:pt x="176" y="1"/>
                  </a:moveTo>
                  <a:cubicBezTo>
                    <a:pt x="132" y="1"/>
                    <a:pt x="93" y="19"/>
                    <a:pt x="60" y="52"/>
                  </a:cubicBezTo>
                  <a:cubicBezTo>
                    <a:pt x="0" y="123"/>
                    <a:pt x="12" y="219"/>
                    <a:pt x="72" y="278"/>
                  </a:cubicBezTo>
                  <a:lnTo>
                    <a:pt x="179" y="362"/>
                  </a:lnTo>
                  <a:cubicBezTo>
                    <a:pt x="298" y="469"/>
                    <a:pt x="357" y="600"/>
                    <a:pt x="357" y="766"/>
                  </a:cubicBezTo>
                  <a:lnTo>
                    <a:pt x="357" y="1790"/>
                  </a:lnTo>
                  <a:cubicBezTo>
                    <a:pt x="357" y="1886"/>
                    <a:pt x="429" y="1957"/>
                    <a:pt x="524" y="1957"/>
                  </a:cubicBezTo>
                  <a:cubicBezTo>
                    <a:pt x="607" y="1957"/>
                    <a:pt x="679" y="1886"/>
                    <a:pt x="679" y="1790"/>
                  </a:cubicBezTo>
                  <a:lnTo>
                    <a:pt x="679" y="766"/>
                  </a:lnTo>
                  <a:cubicBezTo>
                    <a:pt x="679" y="528"/>
                    <a:pt x="584" y="290"/>
                    <a:pt x="381" y="123"/>
                  </a:cubicBezTo>
                  <a:lnTo>
                    <a:pt x="286" y="40"/>
                  </a:lnTo>
                  <a:cubicBezTo>
                    <a:pt x="248" y="13"/>
                    <a:pt x="211" y="1"/>
                    <a:pt x="1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42"/>
          <p:cNvGrpSpPr/>
          <p:nvPr/>
        </p:nvGrpSpPr>
        <p:grpSpPr>
          <a:xfrm>
            <a:off x="7177875" y="1192351"/>
            <a:ext cx="279513" cy="357255"/>
            <a:chOff x="4897750" y="2415639"/>
            <a:chExt cx="279513" cy="357255"/>
          </a:xfrm>
        </p:grpSpPr>
        <p:sp>
          <p:nvSpPr>
            <p:cNvPr id="1208" name="Google Shape;1208;p42"/>
            <p:cNvSpPr/>
            <p:nvPr/>
          </p:nvSpPr>
          <p:spPr>
            <a:xfrm>
              <a:off x="4964119" y="2715522"/>
              <a:ext cx="10613" cy="55472"/>
            </a:xfrm>
            <a:custGeom>
              <a:avLst/>
              <a:gdLst/>
              <a:ahLst/>
              <a:cxnLst/>
              <a:rect l="l" t="t" r="r" b="b"/>
              <a:pathLst>
                <a:path w="335" h="1751" extrusionOk="0">
                  <a:moveTo>
                    <a:pt x="167" y="0"/>
                  </a:moveTo>
                  <a:cubicBezTo>
                    <a:pt x="84" y="0"/>
                    <a:pt x="1" y="84"/>
                    <a:pt x="1" y="167"/>
                  </a:cubicBezTo>
                  <a:lnTo>
                    <a:pt x="1" y="1584"/>
                  </a:lnTo>
                  <a:cubicBezTo>
                    <a:pt x="1" y="1679"/>
                    <a:pt x="84" y="1751"/>
                    <a:pt x="167" y="1751"/>
                  </a:cubicBezTo>
                  <a:cubicBezTo>
                    <a:pt x="263" y="1751"/>
                    <a:pt x="334" y="1679"/>
                    <a:pt x="334" y="1584"/>
                  </a:cubicBezTo>
                  <a:lnTo>
                    <a:pt x="334" y="167"/>
                  </a:lnTo>
                  <a:cubicBezTo>
                    <a:pt x="334" y="84"/>
                    <a:pt x="263"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2"/>
            <p:cNvSpPr/>
            <p:nvPr/>
          </p:nvSpPr>
          <p:spPr>
            <a:xfrm>
              <a:off x="5098031" y="2715522"/>
              <a:ext cx="10581" cy="55472"/>
            </a:xfrm>
            <a:custGeom>
              <a:avLst/>
              <a:gdLst/>
              <a:ahLst/>
              <a:cxnLst/>
              <a:rect l="l" t="t" r="r" b="b"/>
              <a:pathLst>
                <a:path w="334" h="1751" extrusionOk="0">
                  <a:moveTo>
                    <a:pt x="167" y="0"/>
                  </a:moveTo>
                  <a:cubicBezTo>
                    <a:pt x="84" y="0"/>
                    <a:pt x="1" y="84"/>
                    <a:pt x="1" y="167"/>
                  </a:cubicBezTo>
                  <a:lnTo>
                    <a:pt x="1" y="1584"/>
                  </a:lnTo>
                  <a:cubicBezTo>
                    <a:pt x="1" y="1679"/>
                    <a:pt x="84" y="1751"/>
                    <a:pt x="167" y="1751"/>
                  </a:cubicBezTo>
                  <a:cubicBezTo>
                    <a:pt x="251" y="1751"/>
                    <a:pt x="334" y="1679"/>
                    <a:pt x="334" y="1584"/>
                  </a:cubicBezTo>
                  <a:lnTo>
                    <a:pt x="334" y="167"/>
                  </a:lnTo>
                  <a:cubicBezTo>
                    <a:pt x="334" y="84"/>
                    <a:pt x="262"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2"/>
            <p:cNvSpPr/>
            <p:nvPr/>
          </p:nvSpPr>
          <p:spPr>
            <a:xfrm>
              <a:off x="4897750" y="2415639"/>
              <a:ext cx="279513" cy="357255"/>
            </a:xfrm>
            <a:custGeom>
              <a:avLst/>
              <a:gdLst/>
              <a:ahLst/>
              <a:cxnLst/>
              <a:rect l="l" t="t" r="r" b="b"/>
              <a:pathLst>
                <a:path w="8823" h="11277" extrusionOk="0">
                  <a:moveTo>
                    <a:pt x="4787" y="299"/>
                  </a:moveTo>
                  <a:cubicBezTo>
                    <a:pt x="5418" y="299"/>
                    <a:pt x="6013" y="584"/>
                    <a:pt x="6430" y="1061"/>
                  </a:cubicBezTo>
                  <a:cubicBezTo>
                    <a:pt x="6834" y="1549"/>
                    <a:pt x="6989" y="2180"/>
                    <a:pt x="6894" y="2799"/>
                  </a:cubicBezTo>
                  <a:lnTo>
                    <a:pt x="6799" y="3311"/>
                  </a:lnTo>
                  <a:lnTo>
                    <a:pt x="6715" y="3311"/>
                  </a:lnTo>
                  <a:cubicBezTo>
                    <a:pt x="6656" y="3311"/>
                    <a:pt x="6608" y="3299"/>
                    <a:pt x="6573" y="3251"/>
                  </a:cubicBezTo>
                  <a:cubicBezTo>
                    <a:pt x="6549" y="3204"/>
                    <a:pt x="6513" y="3156"/>
                    <a:pt x="6537" y="3097"/>
                  </a:cubicBezTo>
                  <a:lnTo>
                    <a:pt x="6561" y="2882"/>
                  </a:lnTo>
                  <a:cubicBezTo>
                    <a:pt x="6596" y="2585"/>
                    <a:pt x="6501" y="2287"/>
                    <a:pt x="6311" y="2061"/>
                  </a:cubicBezTo>
                  <a:cubicBezTo>
                    <a:pt x="6120" y="1834"/>
                    <a:pt x="5834" y="1715"/>
                    <a:pt x="5537" y="1715"/>
                  </a:cubicBezTo>
                  <a:lnTo>
                    <a:pt x="5465" y="1715"/>
                  </a:lnTo>
                  <a:cubicBezTo>
                    <a:pt x="5370" y="1715"/>
                    <a:pt x="5299" y="1787"/>
                    <a:pt x="5299" y="1882"/>
                  </a:cubicBezTo>
                  <a:cubicBezTo>
                    <a:pt x="5299" y="1965"/>
                    <a:pt x="5370" y="2049"/>
                    <a:pt x="5465" y="2049"/>
                  </a:cubicBezTo>
                  <a:lnTo>
                    <a:pt x="5537" y="2049"/>
                  </a:lnTo>
                  <a:cubicBezTo>
                    <a:pt x="5751" y="2049"/>
                    <a:pt x="5942" y="2132"/>
                    <a:pt x="6072" y="2287"/>
                  </a:cubicBezTo>
                  <a:cubicBezTo>
                    <a:pt x="6203" y="2430"/>
                    <a:pt x="6263" y="2644"/>
                    <a:pt x="6251" y="2835"/>
                  </a:cubicBezTo>
                  <a:lnTo>
                    <a:pt x="6215" y="3061"/>
                  </a:lnTo>
                  <a:cubicBezTo>
                    <a:pt x="6203" y="3204"/>
                    <a:pt x="6251" y="3358"/>
                    <a:pt x="6358" y="3466"/>
                  </a:cubicBezTo>
                  <a:cubicBezTo>
                    <a:pt x="6453" y="3561"/>
                    <a:pt x="6596" y="3644"/>
                    <a:pt x="6739" y="3644"/>
                  </a:cubicBezTo>
                  <a:lnTo>
                    <a:pt x="6965" y="3644"/>
                  </a:lnTo>
                  <a:cubicBezTo>
                    <a:pt x="7037" y="3644"/>
                    <a:pt x="7108" y="3668"/>
                    <a:pt x="7168" y="3728"/>
                  </a:cubicBezTo>
                  <a:cubicBezTo>
                    <a:pt x="7239" y="3787"/>
                    <a:pt x="7251" y="3859"/>
                    <a:pt x="7251" y="3942"/>
                  </a:cubicBezTo>
                  <a:cubicBezTo>
                    <a:pt x="7239" y="4073"/>
                    <a:pt x="7096" y="4192"/>
                    <a:pt x="6954" y="4192"/>
                  </a:cubicBezTo>
                  <a:lnTo>
                    <a:pt x="6870" y="4192"/>
                  </a:lnTo>
                  <a:lnTo>
                    <a:pt x="6870" y="4180"/>
                  </a:lnTo>
                  <a:cubicBezTo>
                    <a:pt x="6870" y="4085"/>
                    <a:pt x="6799" y="4013"/>
                    <a:pt x="6715" y="4013"/>
                  </a:cubicBezTo>
                  <a:cubicBezTo>
                    <a:pt x="6620" y="4013"/>
                    <a:pt x="6549" y="4085"/>
                    <a:pt x="6549" y="4180"/>
                  </a:cubicBezTo>
                  <a:cubicBezTo>
                    <a:pt x="6549" y="5347"/>
                    <a:pt x="5596" y="6287"/>
                    <a:pt x="4418" y="6287"/>
                  </a:cubicBezTo>
                  <a:cubicBezTo>
                    <a:pt x="4395" y="6288"/>
                    <a:pt x="4373" y="6288"/>
                    <a:pt x="4351" y="6288"/>
                  </a:cubicBezTo>
                  <a:cubicBezTo>
                    <a:pt x="3169" y="6288"/>
                    <a:pt x="2251" y="5349"/>
                    <a:pt x="2251" y="4192"/>
                  </a:cubicBezTo>
                  <a:cubicBezTo>
                    <a:pt x="2251" y="4097"/>
                    <a:pt x="2179" y="4025"/>
                    <a:pt x="2084" y="4025"/>
                  </a:cubicBezTo>
                  <a:cubicBezTo>
                    <a:pt x="2001" y="4025"/>
                    <a:pt x="1917" y="4097"/>
                    <a:pt x="1917" y="4192"/>
                  </a:cubicBezTo>
                  <a:lnTo>
                    <a:pt x="1917" y="4204"/>
                  </a:lnTo>
                  <a:lnTo>
                    <a:pt x="1822" y="4204"/>
                  </a:lnTo>
                  <a:cubicBezTo>
                    <a:pt x="1739" y="4204"/>
                    <a:pt x="1667" y="4168"/>
                    <a:pt x="1608" y="4109"/>
                  </a:cubicBezTo>
                  <a:cubicBezTo>
                    <a:pt x="1548" y="4061"/>
                    <a:pt x="1536" y="3978"/>
                    <a:pt x="1536" y="3906"/>
                  </a:cubicBezTo>
                  <a:cubicBezTo>
                    <a:pt x="1548" y="3775"/>
                    <a:pt x="1679" y="3656"/>
                    <a:pt x="1834" y="3656"/>
                  </a:cubicBezTo>
                  <a:lnTo>
                    <a:pt x="2024" y="3656"/>
                  </a:lnTo>
                  <a:cubicBezTo>
                    <a:pt x="2179" y="3656"/>
                    <a:pt x="2310" y="3597"/>
                    <a:pt x="2405" y="3478"/>
                  </a:cubicBezTo>
                  <a:cubicBezTo>
                    <a:pt x="2513" y="3370"/>
                    <a:pt x="2560" y="3216"/>
                    <a:pt x="2548" y="3073"/>
                  </a:cubicBezTo>
                  <a:lnTo>
                    <a:pt x="2513" y="2846"/>
                  </a:lnTo>
                  <a:cubicBezTo>
                    <a:pt x="2489" y="2644"/>
                    <a:pt x="2560" y="2442"/>
                    <a:pt x="2691" y="2299"/>
                  </a:cubicBezTo>
                  <a:cubicBezTo>
                    <a:pt x="2834" y="2144"/>
                    <a:pt x="3024" y="2061"/>
                    <a:pt x="3227" y="2061"/>
                  </a:cubicBezTo>
                  <a:lnTo>
                    <a:pt x="4703" y="2061"/>
                  </a:lnTo>
                  <a:cubicBezTo>
                    <a:pt x="4787" y="2061"/>
                    <a:pt x="4870" y="1989"/>
                    <a:pt x="4870" y="1894"/>
                  </a:cubicBezTo>
                  <a:cubicBezTo>
                    <a:pt x="4870" y="1811"/>
                    <a:pt x="4787" y="1727"/>
                    <a:pt x="4703" y="1727"/>
                  </a:cubicBezTo>
                  <a:lnTo>
                    <a:pt x="3227" y="1727"/>
                  </a:lnTo>
                  <a:cubicBezTo>
                    <a:pt x="2929" y="1727"/>
                    <a:pt x="2643" y="1870"/>
                    <a:pt x="2453" y="2073"/>
                  </a:cubicBezTo>
                  <a:cubicBezTo>
                    <a:pt x="2262" y="2299"/>
                    <a:pt x="2155" y="2596"/>
                    <a:pt x="2203" y="2894"/>
                  </a:cubicBezTo>
                  <a:lnTo>
                    <a:pt x="2227" y="3120"/>
                  </a:lnTo>
                  <a:cubicBezTo>
                    <a:pt x="2227" y="3180"/>
                    <a:pt x="2215" y="3216"/>
                    <a:pt x="2191" y="3263"/>
                  </a:cubicBezTo>
                  <a:cubicBezTo>
                    <a:pt x="2155" y="3311"/>
                    <a:pt x="2096" y="3323"/>
                    <a:pt x="2048" y="3323"/>
                  </a:cubicBezTo>
                  <a:lnTo>
                    <a:pt x="1893" y="3323"/>
                  </a:lnTo>
                  <a:lnTo>
                    <a:pt x="1798" y="2763"/>
                  </a:lnTo>
                  <a:cubicBezTo>
                    <a:pt x="1691" y="2144"/>
                    <a:pt x="1881" y="1525"/>
                    <a:pt x="2274" y="1049"/>
                  </a:cubicBezTo>
                  <a:cubicBezTo>
                    <a:pt x="2679" y="572"/>
                    <a:pt x="3275" y="299"/>
                    <a:pt x="3882" y="299"/>
                  </a:cubicBezTo>
                  <a:close/>
                  <a:moveTo>
                    <a:pt x="5453" y="6395"/>
                  </a:moveTo>
                  <a:lnTo>
                    <a:pt x="5453" y="6954"/>
                  </a:lnTo>
                  <a:lnTo>
                    <a:pt x="5453" y="7073"/>
                  </a:lnTo>
                  <a:lnTo>
                    <a:pt x="4370" y="7692"/>
                  </a:lnTo>
                  <a:lnTo>
                    <a:pt x="3298" y="7073"/>
                  </a:lnTo>
                  <a:lnTo>
                    <a:pt x="3298" y="6954"/>
                  </a:lnTo>
                  <a:lnTo>
                    <a:pt x="3298" y="6395"/>
                  </a:lnTo>
                  <a:cubicBezTo>
                    <a:pt x="3632" y="6561"/>
                    <a:pt x="3989" y="6633"/>
                    <a:pt x="4370" y="6633"/>
                  </a:cubicBezTo>
                  <a:cubicBezTo>
                    <a:pt x="4763" y="6633"/>
                    <a:pt x="5120" y="6537"/>
                    <a:pt x="5453" y="6395"/>
                  </a:cubicBezTo>
                  <a:close/>
                  <a:moveTo>
                    <a:pt x="3215" y="7383"/>
                  </a:moveTo>
                  <a:lnTo>
                    <a:pt x="4108" y="7895"/>
                  </a:lnTo>
                  <a:lnTo>
                    <a:pt x="3644" y="8371"/>
                  </a:lnTo>
                  <a:cubicBezTo>
                    <a:pt x="3608" y="8419"/>
                    <a:pt x="3560" y="8431"/>
                    <a:pt x="3513" y="8431"/>
                  </a:cubicBezTo>
                  <a:cubicBezTo>
                    <a:pt x="3453" y="8431"/>
                    <a:pt x="3405" y="8395"/>
                    <a:pt x="3382" y="8359"/>
                  </a:cubicBezTo>
                  <a:lnTo>
                    <a:pt x="2905" y="7788"/>
                  </a:lnTo>
                  <a:lnTo>
                    <a:pt x="3001" y="7680"/>
                  </a:lnTo>
                  <a:cubicBezTo>
                    <a:pt x="3096" y="7597"/>
                    <a:pt x="3155" y="7502"/>
                    <a:pt x="3215" y="7383"/>
                  </a:cubicBezTo>
                  <a:close/>
                  <a:moveTo>
                    <a:pt x="5537" y="7407"/>
                  </a:moveTo>
                  <a:cubicBezTo>
                    <a:pt x="5584" y="7514"/>
                    <a:pt x="5656" y="7609"/>
                    <a:pt x="5751" y="7704"/>
                  </a:cubicBezTo>
                  <a:lnTo>
                    <a:pt x="5846" y="7788"/>
                  </a:lnTo>
                  <a:lnTo>
                    <a:pt x="5370" y="8359"/>
                  </a:lnTo>
                  <a:cubicBezTo>
                    <a:pt x="5346" y="8395"/>
                    <a:pt x="5287" y="8419"/>
                    <a:pt x="5239" y="8431"/>
                  </a:cubicBezTo>
                  <a:cubicBezTo>
                    <a:pt x="5180" y="8431"/>
                    <a:pt x="5132" y="8419"/>
                    <a:pt x="5108" y="8371"/>
                  </a:cubicBezTo>
                  <a:lnTo>
                    <a:pt x="4644" y="7907"/>
                  </a:lnTo>
                  <a:lnTo>
                    <a:pt x="5537" y="7407"/>
                  </a:lnTo>
                  <a:close/>
                  <a:moveTo>
                    <a:pt x="4394" y="8121"/>
                  </a:moveTo>
                  <a:lnTo>
                    <a:pt x="4727" y="8466"/>
                  </a:lnTo>
                  <a:lnTo>
                    <a:pt x="4656" y="8657"/>
                  </a:lnTo>
                  <a:cubicBezTo>
                    <a:pt x="4632" y="8728"/>
                    <a:pt x="4560" y="8788"/>
                    <a:pt x="4477" y="8788"/>
                  </a:cubicBezTo>
                  <a:lnTo>
                    <a:pt x="4287" y="8788"/>
                  </a:lnTo>
                  <a:cubicBezTo>
                    <a:pt x="4215" y="8788"/>
                    <a:pt x="4144" y="8740"/>
                    <a:pt x="4108" y="8657"/>
                  </a:cubicBezTo>
                  <a:lnTo>
                    <a:pt x="4048" y="8466"/>
                  </a:lnTo>
                  <a:lnTo>
                    <a:pt x="4394" y="8121"/>
                  </a:lnTo>
                  <a:close/>
                  <a:moveTo>
                    <a:pt x="3906" y="1"/>
                  </a:moveTo>
                  <a:cubicBezTo>
                    <a:pt x="3191" y="1"/>
                    <a:pt x="2501" y="322"/>
                    <a:pt x="2036" y="870"/>
                  </a:cubicBezTo>
                  <a:cubicBezTo>
                    <a:pt x="1584" y="1418"/>
                    <a:pt x="1370" y="2132"/>
                    <a:pt x="1489" y="2846"/>
                  </a:cubicBezTo>
                  <a:lnTo>
                    <a:pt x="1584" y="3430"/>
                  </a:lnTo>
                  <a:cubicBezTo>
                    <a:pt x="1393" y="3513"/>
                    <a:pt x="1262" y="3692"/>
                    <a:pt x="1250" y="3906"/>
                  </a:cubicBezTo>
                  <a:cubicBezTo>
                    <a:pt x="1239" y="4073"/>
                    <a:pt x="1298" y="4251"/>
                    <a:pt x="1393" y="4370"/>
                  </a:cubicBezTo>
                  <a:cubicBezTo>
                    <a:pt x="1512" y="4490"/>
                    <a:pt x="1679" y="4561"/>
                    <a:pt x="1846" y="4561"/>
                  </a:cubicBezTo>
                  <a:lnTo>
                    <a:pt x="1965" y="4561"/>
                  </a:lnTo>
                  <a:cubicBezTo>
                    <a:pt x="2048" y="5240"/>
                    <a:pt x="2441" y="5859"/>
                    <a:pt x="2989" y="6228"/>
                  </a:cubicBezTo>
                  <a:lnTo>
                    <a:pt x="2989" y="6526"/>
                  </a:lnTo>
                  <a:cubicBezTo>
                    <a:pt x="2703" y="6633"/>
                    <a:pt x="1977" y="6930"/>
                    <a:pt x="1536" y="7657"/>
                  </a:cubicBezTo>
                  <a:lnTo>
                    <a:pt x="881" y="7847"/>
                  </a:lnTo>
                  <a:cubicBezTo>
                    <a:pt x="357" y="8002"/>
                    <a:pt x="0" y="8490"/>
                    <a:pt x="0" y="9026"/>
                  </a:cubicBezTo>
                  <a:lnTo>
                    <a:pt x="0" y="11074"/>
                  </a:lnTo>
                  <a:cubicBezTo>
                    <a:pt x="0" y="11169"/>
                    <a:pt x="72" y="11240"/>
                    <a:pt x="167" y="11240"/>
                  </a:cubicBezTo>
                  <a:cubicBezTo>
                    <a:pt x="250" y="11240"/>
                    <a:pt x="334" y="11169"/>
                    <a:pt x="334" y="11074"/>
                  </a:cubicBezTo>
                  <a:lnTo>
                    <a:pt x="334" y="9026"/>
                  </a:lnTo>
                  <a:cubicBezTo>
                    <a:pt x="334" y="8633"/>
                    <a:pt x="596" y="8276"/>
                    <a:pt x="965" y="8180"/>
                  </a:cubicBezTo>
                  <a:lnTo>
                    <a:pt x="1346" y="8073"/>
                  </a:lnTo>
                  <a:lnTo>
                    <a:pt x="1346" y="8073"/>
                  </a:lnTo>
                  <a:cubicBezTo>
                    <a:pt x="1322" y="8121"/>
                    <a:pt x="1310" y="8145"/>
                    <a:pt x="1298" y="8192"/>
                  </a:cubicBezTo>
                  <a:cubicBezTo>
                    <a:pt x="1250" y="8335"/>
                    <a:pt x="1262" y="8514"/>
                    <a:pt x="1358" y="8657"/>
                  </a:cubicBezTo>
                  <a:lnTo>
                    <a:pt x="1548" y="8931"/>
                  </a:lnTo>
                  <a:lnTo>
                    <a:pt x="1084" y="9395"/>
                  </a:lnTo>
                  <a:cubicBezTo>
                    <a:pt x="953" y="9526"/>
                    <a:pt x="905" y="9704"/>
                    <a:pt x="953" y="9883"/>
                  </a:cubicBezTo>
                  <a:lnTo>
                    <a:pt x="1250" y="11133"/>
                  </a:lnTo>
                  <a:cubicBezTo>
                    <a:pt x="1262" y="11217"/>
                    <a:pt x="1346" y="11252"/>
                    <a:pt x="1417" y="11252"/>
                  </a:cubicBezTo>
                  <a:lnTo>
                    <a:pt x="1465" y="11252"/>
                  </a:lnTo>
                  <a:cubicBezTo>
                    <a:pt x="1548" y="11240"/>
                    <a:pt x="1608" y="11157"/>
                    <a:pt x="1584" y="11062"/>
                  </a:cubicBezTo>
                  <a:lnTo>
                    <a:pt x="1286" y="9812"/>
                  </a:lnTo>
                  <a:cubicBezTo>
                    <a:pt x="1262" y="9752"/>
                    <a:pt x="1286" y="9681"/>
                    <a:pt x="1322" y="9633"/>
                  </a:cubicBezTo>
                  <a:lnTo>
                    <a:pt x="1893" y="9073"/>
                  </a:lnTo>
                  <a:cubicBezTo>
                    <a:pt x="1953" y="9014"/>
                    <a:pt x="1953" y="8919"/>
                    <a:pt x="1905" y="8859"/>
                  </a:cubicBezTo>
                  <a:lnTo>
                    <a:pt x="1631" y="8478"/>
                  </a:lnTo>
                  <a:cubicBezTo>
                    <a:pt x="1608" y="8431"/>
                    <a:pt x="1596" y="8371"/>
                    <a:pt x="1620" y="8311"/>
                  </a:cubicBezTo>
                  <a:cubicBezTo>
                    <a:pt x="1905" y="7442"/>
                    <a:pt x="2655" y="7049"/>
                    <a:pt x="3001" y="6907"/>
                  </a:cubicBezTo>
                  <a:lnTo>
                    <a:pt x="3001" y="7014"/>
                  </a:lnTo>
                  <a:cubicBezTo>
                    <a:pt x="3001" y="7204"/>
                    <a:pt x="2929" y="7383"/>
                    <a:pt x="2798" y="7526"/>
                  </a:cubicBezTo>
                  <a:lnTo>
                    <a:pt x="2584" y="7728"/>
                  </a:lnTo>
                  <a:cubicBezTo>
                    <a:pt x="2286" y="8026"/>
                    <a:pt x="2132" y="8419"/>
                    <a:pt x="2132" y="8847"/>
                  </a:cubicBezTo>
                  <a:lnTo>
                    <a:pt x="2132" y="8990"/>
                  </a:lnTo>
                  <a:cubicBezTo>
                    <a:pt x="2132" y="9085"/>
                    <a:pt x="2203" y="9157"/>
                    <a:pt x="2286" y="9157"/>
                  </a:cubicBezTo>
                  <a:cubicBezTo>
                    <a:pt x="2382" y="9157"/>
                    <a:pt x="2453" y="9085"/>
                    <a:pt x="2453" y="8990"/>
                  </a:cubicBezTo>
                  <a:lnTo>
                    <a:pt x="2453" y="8847"/>
                  </a:lnTo>
                  <a:cubicBezTo>
                    <a:pt x="2453" y="8573"/>
                    <a:pt x="2548" y="8311"/>
                    <a:pt x="2703" y="8097"/>
                  </a:cubicBezTo>
                  <a:lnTo>
                    <a:pt x="3155" y="8633"/>
                  </a:lnTo>
                  <a:cubicBezTo>
                    <a:pt x="3239" y="8740"/>
                    <a:pt x="3382" y="8812"/>
                    <a:pt x="3525" y="8812"/>
                  </a:cubicBezTo>
                  <a:lnTo>
                    <a:pt x="3560" y="8812"/>
                  </a:lnTo>
                  <a:cubicBezTo>
                    <a:pt x="3644" y="8812"/>
                    <a:pt x="3739" y="8788"/>
                    <a:pt x="3810" y="8752"/>
                  </a:cubicBezTo>
                  <a:lnTo>
                    <a:pt x="3822" y="8812"/>
                  </a:lnTo>
                  <a:cubicBezTo>
                    <a:pt x="3858" y="8907"/>
                    <a:pt x="3894" y="8978"/>
                    <a:pt x="3977" y="9038"/>
                  </a:cubicBezTo>
                  <a:lnTo>
                    <a:pt x="3715" y="11097"/>
                  </a:lnTo>
                  <a:cubicBezTo>
                    <a:pt x="3703" y="11181"/>
                    <a:pt x="3775" y="11276"/>
                    <a:pt x="3870" y="11276"/>
                  </a:cubicBezTo>
                  <a:lnTo>
                    <a:pt x="3882" y="11276"/>
                  </a:lnTo>
                  <a:cubicBezTo>
                    <a:pt x="3977" y="11276"/>
                    <a:pt x="4037" y="11217"/>
                    <a:pt x="4048" y="11121"/>
                  </a:cubicBezTo>
                  <a:lnTo>
                    <a:pt x="4287" y="9157"/>
                  </a:lnTo>
                  <a:lnTo>
                    <a:pt x="4537" y="9157"/>
                  </a:lnTo>
                  <a:lnTo>
                    <a:pt x="4775" y="11121"/>
                  </a:lnTo>
                  <a:cubicBezTo>
                    <a:pt x="4787" y="11217"/>
                    <a:pt x="4846" y="11276"/>
                    <a:pt x="4941" y="11276"/>
                  </a:cubicBezTo>
                  <a:lnTo>
                    <a:pt x="4953" y="11276"/>
                  </a:lnTo>
                  <a:cubicBezTo>
                    <a:pt x="5049" y="11252"/>
                    <a:pt x="5108" y="11181"/>
                    <a:pt x="5108" y="11097"/>
                  </a:cubicBezTo>
                  <a:lnTo>
                    <a:pt x="4846" y="9038"/>
                  </a:lnTo>
                  <a:cubicBezTo>
                    <a:pt x="4906" y="8978"/>
                    <a:pt x="4965" y="8907"/>
                    <a:pt x="5001" y="8812"/>
                  </a:cubicBezTo>
                  <a:lnTo>
                    <a:pt x="5013" y="8752"/>
                  </a:lnTo>
                  <a:cubicBezTo>
                    <a:pt x="5084" y="8800"/>
                    <a:pt x="5180" y="8812"/>
                    <a:pt x="5263" y="8812"/>
                  </a:cubicBezTo>
                  <a:lnTo>
                    <a:pt x="5299" y="8812"/>
                  </a:lnTo>
                  <a:cubicBezTo>
                    <a:pt x="5441" y="8812"/>
                    <a:pt x="5584" y="8740"/>
                    <a:pt x="5668" y="8633"/>
                  </a:cubicBezTo>
                  <a:lnTo>
                    <a:pt x="6120" y="8097"/>
                  </a:lnTo>
                  <a:cubicBezTo>
                    <a:pt x="6275" y="8311"/>
                    <a:pt x="6370" y="8573"/>
                    <a:pt x="6370" y="8847"/>
                  </a:cubicBezTo>
                  <a:lnTo>
                    <a:pt x="6370" y="8990"/>
                  </a:lnTo>
                  <a:cubicBezTo>
                    <a:pt x="6370" y="9085"/>
                    <a:pt x="6442" y="9157"/>
                    <a:pt x="6537" y="9157"/>
                  </a:cubicBezTo>
                  <a:cubicBezTo>
                    <a:pt x="6620" y="9157"/>
                    <a:pt x="6692" y="9085"/>
                    <a:pt x="6692" y="8990"/>
                  </a:cubicBezTo>
                  <a:lnTo>
                    <a:pt x="6692" y="8847"/>
                  </a:lnTo>
                  <a:cubicBezTo>
                    <a:pt x="6692" y="8431"/>
                    <a:pt x="6537" y="8026"/>
                    <a:pt x="6239" y="7728"/>
                  </a:cubicBezTo>
                  <a:lnTo>
                    <a:pt x="6025" y="7526"/>
                  </a:lnTo>
                  <a:cubicBezTo>
                    <a:pt x="5894" y="7383"/>
                    <a:pt x="5822" y="7204"/>
                    <a:pt x="5822" y="7014"/>
                  </a:cubicBezTo>
                  <a:lnTo>
                    <a:pt x="5822" y="6907"/>
                  </a:lnTo>
                  <a:cubicBezTo>
                    <a:pt x="6180" y="7061"/>
                    <a:pt x="6918" y="7442"/>
                    <a:pt x="7204" y="8311"/>
                  </a:cubicBezTo>
                  <a:cubicBezTo>
                    <a:pt x="7215" y="8371"/>
                    <a:pt x="7215" y="8431"/>
                    <a:pt x="7192" y="8478"/>
                  </a:cubicBezTo>
                  <a:lnTo>
                    <a:pt x="6918" y="8859"/>
                  </a:lnTo>
                  <a:cubicBezTo>
                    <a:pt x="6870" y="8919"/>
                    <a:pt x="6894" y="9014"/>
                    <a:pt x="6930" y="9073"/>
                  </a:cubicBezTo>
                  <a:lnTo>
                    <a:pt x="7501" y="9633"/>
                  </a:lnTo>
                  <a:cubicBezTo>
                    <a:pt x="7549" y="9681"/>
                    <a:pt x="7561" y="9752"/>
                    <a:pt x="7549" y="9812"/>
                  </a:cubicBezTo>
                  <a:lnTo>
                    <a:pt x="7251" y="11062"/>
                  </a:lnTo>
                  <a:cubicBezTo>
                    <a:pt x="7227" y="11157"/>
                    <a:pt x="7275" y="11240"/>
                    <a:pt x="7370" y="11252"/>
                  </a:cubicBezTo>
                  <a:lnTo>
                    <a:pt x="7406" y="11252"/>
                  </a:lnTo>
                  <a:cubicBezTo>
                    <a:pt x="7489" y="11252"/>
                    <a:pt x="7549" y="11217"/>
                    <a:pt x="7573" y="11133"/>
                  </a:cubicBezTo>
                  <a:lnTo>
                    <a:pt x="7870" y="9883"/>
                  </a:lnTo>
                  <a:cubicBezTo>
                    <a:pt x="7918" y="9704"/>
                    <a:pt x="7858" y="9526"/>
                    <a:pt x="7739" y="9395"/>
                  </a:cubicBezTo>
                  <a:lnTo>
                    <a:pt x="7275" y="8931"/>
                  </a:lnTo>
                  <a:lnTo>
                    <a:pt x="7466" y="8657"/>
                  </a:lnTo>
                  <a:cubicBezTo>
                    <a:pt x="7561" y="8514"/>
                    <a:pt x="7573" y="8359"/>
                    <a:pt x="7525" y="8192"/>
                  </a:cubicBezTo>
                  <a:cubicBezTo>
                    <a:pt x="7513" y="8145"/>
                    <a:pt x="7501" y="8121"/>
                    <a:pt x="7489" y="8073"/>
                  </a:cubicBezTo>
                  <a:lnTo>
                    <a:pt x="7489" y="8073"/>
                  </a:lnTo>
                  <a:lnTo>
                    <a:pt x="7858" y="8180"/>
                  </a:lnTo>
                  <a:cubicBezTo>
                    <a:pt x="8228" y="8276"/>
                    <a:pt x="8501" y="8633"/>
                    <a:pt x="8501" y="9026"/>
                  </a:cubicBezTo>
                  <a:lnTo>
                    <a:pt x="8501" y="11074"/>
                  </a:lnTo>
                  <a:cubicBezTo>
                    <a:pt x="8501" y="11169"/>
                    <a:pt x="8573" y="11240"/>
                    <a:pt x="8656" y="11240"/>
                  </a:cubicBezTo>
                  <a:cubicBezTo>
                    <a:pt x="8751" y="11240"/>
                    <a:pt x="8823" y="11169"/>
                    <a:pt x="8823" y="11074"/>
                  </a:cubicBezTo>
                  <a:lnTo>
                    <a:pt x="8823" y="9026"/>
                  </a:lnTo>
                  <a:cubicBezTo>
                    <a:pt x="8763" y="8466"/>
                    <a:pt x="8406" y="7966"/>
                    <a:pt x="7894" y="7823"/>
                  </a:cubicBezTo>
                  <a:lnTo>
                    <a:pt x="7239" y="7633"/>
                  </a:lnTo>
                  <a:cubicBezTo>
                    <a:pt x="6787" y="6895"/>
                    <a:pt x="6072" y="6597"/>
                    <a:pt x="5775" y="6502"/>
                  </a:cubicBezTo>
                  <a:lnTo>
                    <a:pt x="5775" y="6204"/>
                  </a:lnTo>
                  <a:cubicBezTo>
                    <a:pt x="6323" y="5811"/>
                    <a:pt x="6715" y="5216"/>
                    <a:pt x="6799" y="4537"/>
                  </a:cubicBezTo>
                  <a:lnTo>
                    <a:pt x="6906" y="4537"/>
                  </a:lnTo>
                  <a:cubicBezTo>
                    <a:pt x="7239" y="4537"/>
                    <a:pt x="7501" y="4299"/>
                    <a:pt x="7537" y="4001"/>
                  </a:cubicBezTo>
                  <a:cubicBezTo>
                    <a:pt x="7549" y="3835"/>
                    <a:pt x="7489" y="3656"/>
                    <a:pt x="7382" y="3537"/>
                  </a:cubicBezTo>
                  <a:cubicBezTo>
                    <a:pt x="7311" y="3466"/>
                    <a:pt x="7215" y="3406"/>
                    <a:pt x="7132" y="3370"/>
                  </a:cubicBezTo>
                  <a:lnTo>
                    <a:pt x="7215" y="2894"/>
                  </a:lnTo>
                  <a:cubicBezTo>
                    <a:pt x="7358" y="2180"/>
                    <a:pt x="7156" y="1430"/>
                    <a:pt x="6704" y="882"/>
                  </a:cubicBezTo>
                  <a:cubicBezTo>
                    <a:pt x="6239" y="334"/>
                    <a:pt x="5537" y="1"/>
                    <a:pt x="48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2"/>
            <p:cNvSpPr/>
            <p:nvPr/>
          </p:nvSpPr>
          <p:spPr>
            <a:xfrm>
              <a:off x="4997700" y="2526551"/>
              <a:ext cx="10201" cy="16252"/>
            </a:xfrm>
            <a:custGeom>
              <a:avLst/>
              <a:gdLst/>
              <a:ahLst/>
              <a:cxnLst/>
              <a:rect l="l" t="t" r="r" b="b"/>
              <a:pathLst>
                <a:path w="322" h="513" extrusionOk="0">
                  <a:moveTo>
                    <a:pt x="167" y="0"/>
                  </a:moveTo>
                  <a:cubicBezTo>
                    <a:pt x="72" y="0"/>
                    <a:pt x="0" y="84"/>
                    <a:pt x="0" y="167"/>
                  </a:cubicBezTo>
                  <a:lnTo>
                    <a:pt x="0" y="346"/>
                  </a:lnTo>
                  <a:cubicBezTo>
                    <a:pt x="0" y="441"/>
                    <a:pt x="72" y="512"/>
                    <a:pt x="167" y="512"/>
                  </a:cubicBezTo>
                  <a:cubicBezTo>
                    <a:pt x="250" y="512"/>
                    <a:pt x="322" y="441"/>
                    <a:pt x="322" y="346"/>
                  </a:cubicBezTo>
                  <a:lnTo>
                    <a:pt x="322" y="167"/>
                  </a:lnTo>
                  <a:cubicBezTo>
                    <a:pt x="322" y="60"/>
                    <a:pt x="250"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2"/>
            <p:cNvSpPr/>
            <p:nvPr/>
          </p:nvSpPr>
          <p:spPr>
            <a:xfrm>
              <a:off x="5064830" y="2526551"/>
              <a:ext cx="10233" cy="16252"/>
            </a:xfrm>
            <a:custGeom>
              <a:avLst/>
              <a:gdLst/>
              <a:ahLst/>
              <a:cxnLst/>
              <a:rect l="l" t="t" r="r" b="b"/>
              <a:pathLst>
                <a:path w="323" h="513" extrusionOk="0">
                  <a:moveTo>
                    <a:pt x="156" y="0"/>
                  </a:moveTo>
                  <a:cubicBezTo>
                    <a:pt x="72" y="0"/>
                    <a:pt x="1" y="84"/>
                    <a:pt x="1" y="167"/>
                  </a:cubicBezTo>
                  <a:lnTo>
                    <a:pt x="1" y="346"/>
                  </a:lnTo>
                  <a:cubicBezTo>
                    <a:pt x="1" y="441"/>
                    <a:pt x="72" y="512"/>
                    <a:pt x="156" y="512"/>
                  </a:cubicBezTo>
                  <a:cubicBezTo>
                    <a:pt x="251" y="512"/>
                    <a:pt x="322" y="441"/>
                    <a:pt x="322" y="346"/>
                  </a:cubicBezTo>
                  <a:lnTo>
                    <a:pt x="322" y="167"/>
                  </a:lnTo>
                  <a:cubicBezTo>
                    <a:pt x="322" y="60"/>
                    <a:pt x="251" y="0"/>
                    <a:pt x="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2"/>
            <p:cNvSpPr/>
            <p:nvPr/>
          </p:nvSpPr>
          <p:spPr>
            <a:xfrm>
              <a:off x="5013160" y="2565865"/>
              <a:ext cx="46063" cy="16157"/>
            </a:xfrm>
            <a:custGeom>
              <a:avLst/>
              <a:gdLst/>
              <a:ahLst/>
              <a:cxnLst/>
              <a:rect l="l" t="t" r="r" b="b"/>
              <a:pathLst>
                <a:path w="1454" h="510" extrusionOk="0">
                  <a:moveTo>
                    <a:pt x="188" y="1"/>
                  </a:moveTo>
                  <a:cubicBezTo>
                    <a:pt x="146" y="1"/>
                    <a:pt x="102" y="15"/>
                    <a:pt x="60" y="45"/>
                  </a:cubicBezTo>
                  <a:cubicBezTo>
                    <a:pt x="1" y="105"/>
                    <a:pt x="1" y="212"/>
                    <a:pt x="60" y="283"/>
                  </a:cubicBezTo>
                  <a:cubicBezTo>
                    <a:pt x="215" y="414"/>
                    <a:pt x="453" y="510"/>
                    <a:pt x="703" y="510"/>
                  </a:cubicBezTo>
                  <a:cubicBezTo>
                    <a:pt x="977" y="510"/>
                    <a:pt x="1215" y="414"/>
                    <a:pt x="1346" y="283"/>
                  </a:cubicBezTo>
                  <a:cubicBezTo>
                    <a:pt x="1453" y="212"/>
                    <a:pt x="1453" y="105"/>
                    <a:pt x="1370" y="45"/>
                  </a:cubicBezTo>
                  <a:cubicBezTo>
                    <a:pt x="1340" y="15"/>
                    <a:pt x="1301" y="1"/>
                    <a:pt x="1260" y="1"/>
                  </a:cubicBezTo>
                  <a:cubicBezTo>
                    <a:pt x="1218" y="1"/>
                    <a:pt x="1173" y="15"/>
                    <a:pt x="1132" y="45"/>
                  </a:cubicBezTo>
                  <a:cubicBezTo>
                    <a:pt x="1072" y="105"/>
                    <a:pt x="929" y="176"/>
                    <a:pt x="715" y="176"/>
                  </a:cubicBezTo>
                  <a:cubicBezTo>
                    <a:pt x="513" y="176"/>
                    <a:pt x="358" y="105"/>
                    <a:pt x="298" y="45"/>
                  </a:cubicBezTo>
                  <a:cubicBezTo>
                    <a:pt x="268" y="15"/>
                    <a:pt x="230" y="1"/>
                    <a:pt x="1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2"/>
            <p:cNvSpPr/>
            <p:nvPr/>
          </p:nvSpPr>
          <p:spPr>
            <a:xfrm>
              <a:off x="4992030" y="2509570"/>
              <a:ext cx="21923" cy="10581"/>
            </a:xfrm>
            <a:custGeom>
              <a:avLst/>
              <a:gdLst/>
              <a:ahLst/>
              <a:cxnLst/>
              <a:rect l="l" t="t" r="r" b="b"/>
              <a:pathLst>
                <a:path w="692" h="334" extrusionOk="0">
                  <a:moveTo>
                    <a:pt x="168" y="1"/>
                  </a:moveTo>
                  <a:cubicBezTo>
                    <a:pt x="72" y="1"/>
                    <a:pt x="1" y="84"/>
                    <a:pt x="1" y="167"/>
                  </a:cubicBezTo>
                  <a:cubicBezTo>
                    <a:pt x="1" y="262"/>
                    <a:pt x="72" y="334"/>
                    <a:pt x="168" y="334"/>
                  </a:cubicBezTo>
                  <a:lnTo>
                    <a:pt x="525" y="334"/>
                  </a:lnTo>
                  <a:cubicBezTo>
                    <a:pt x="608" y="334"/>
                    <a:pt x="691" y="262"/>
                    <a:pt x="691" y="167"/>
                  </a:cubicBezTo>
                  <a:cubicBezTo>
                    <a:pt x="691" y="84"/>
                    <a:pt x="608" y="1"/>
                    <a:pt x="5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2"/>
            <p:cNvSpPr/>
            <p:nvPr/>
          </p:nvSpPr>
          <p:spPr>
            <a:xfrm>
              <a:off x="5059191" y="2509570"/>
              <a:ext cx="21511" cy="10581"/>
            </a:xfrm>
            <a:custGeom>
              <a:avLst/>
              <a:gdLst/>
              <a:ahLst/>
              <a:cxnLst/>
              <a:rect l="l" t="t" r="r" b="b"/>
              <a:pathLst>
                <a:path w="679" h="334" extrusionOk="0">
                  <a:moveTo>
                    <a:pt x="155" y="1"/>
                  </a:moveTo>
                  <a:cubicBezTo>
                    <a:pt x="72" y="1"/>
                    <a:pt x="0" y="84"/>
                    <a:pt x="0" y="167"/>
                  </a:cubicBezTo>
                  <a:cubicBezTo>
                    <a:pt x="0" y="262"/>
                    <a:pt x="72" y="334"/>
                    <a:pt x="155" y="334"/>
                  </a:cubicBezTo>
                  <a:lnTo>
                    <a:pt x="512" y="334"/>
                  </a:lnTo>
                  <a:cubicBezTo>
                    <a:pt x="607" y="334"/>
                    <a:pt x="679" y="262"/>
                    <a:pt x="679" y="167"/>
                  </a:cubicBezTo>
                  <a:cubicBezTo>
                    <a:pt x="679" y="84"/>
                    <a:pt x="607" y="1"/>
                    <a:pt x="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6" name="Google Shape;1216;p42"/>
          <p:cNvGrpSpPr/>
          <p:nvPr/>
        </p:nvGrpSpPr>
        <p:grpSpPr>
          <a:xfrm>
            <a:off x="7185420" y="3036299"/>
            <a:ext cx="264433" cy="353454"/>
            <a:chOff x="8054820" y="2416399"/>
            <a:chExt cx="264433" cy="353454"/>
          </a:xfrm>
        </p:grpSpPr>
        <p:sp>
          <p:nvSpPr>
            <p:cNvPr id="1217" name="Google Shape;1217;p42"/>
            <p:cNvSpPr/>
            <p:nvPr/>
          </p:nvSpPr>
          <p:spPr>
            <a:xfrm>
              <a:off x="8148371" y="2538621"/>
              <a:ext cx="10201" cy="15872"/>
            </a:xfrm>
            <a:custGeom>
              <a:avLst/>
              <a:gdLst/>
              <a:ahLst/>
              <a:cxnLst/>
              <a:rect l="l" t="t" r="r" b="b"/>
              <a:pathLst>
                <a:path w="322" h="501" extrusionOk="0">
                  <a:moveTo>
                    <a:pt x="155" y="0"/>
                  </a:moveTo>
                  <a:cubicBezTo>
                    <a:pt x="72" y="0"/>
                    <a:pt x="0" y="72"/>
                    <a:pt x="0" y="155"/>
                  </a:cubicBezTo>
                  <a:lnTo>
                    <a:pt x="0" y="334"/>
                  </a:lnTo>
                  <a:cubicBezTo>
                    <a:pt x="0" y="429"/>
                    <a:pt x="72" y="500"/>
                    <a:pt x="155" y="500"/>
                  </a:cubicBezTo>
                  <a:cubicBezTo>
                    <a:pt x="250" y="500"/>
                    <a:pt x="322" y="429"/>
                    <a:pt x="322" y="334"/>
                  </a:cubicBezTo>
                  <a:lnTo>
                    <a:pt x="322" y="155"/>
                  </a:lnTo>
                  <a:cubicBezTo>
                    <a:pt x="310" y="72"/>
                    <a:pt x="250" y="0"/>
                    <a:pt x="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2"/>
            <p:cNvSpPr/>
            <p:nvPr/>
          </p:nvSpPr>
          <p:spPr>
            <a:xfrm>
              <a:off x="8214361" y="2538621"/>
              <a:ext cx="10233" cy="15872"/>
            </a:xfrm>
            <a:custGeom>
              <a:avLst/>
              <a:gdLst/>
              <a:ahLst/>
              <a:cxnLst/>
              <a:rect l="l" t="t" r="r" b="b"/>
              <a:pathLst>
                <a:path w="323" h="501" extrusionOk="0">
                  <a:moveTo>
                    <a:pt x="156" y="0"/>
                  </a:moveTo>
                  <a:cubicBezTo>
                    <a:pt x="72" y="0"/>
                    <a:pt x="1" y="72"/>
                    <a:pt x="1" y="155"/>
                  </a:cubicBezTo>
                  <a:lnTo>
                    <a:pt x="1" y="334"/>
                  </a:lnTo>
                  <a:cubicBezTo>
                    <a:pt x="1" y="429"/>
                    <a:pt x="72" y="500"/>
                    <a:pt x="156" y="500"/>
                  </a:cubicBezTo>
                  <a:cubicBezTo>
                    <a:pt x="251" y="500"/>
                    <a:pt x="322" y="429"/>
                    <a:pt x="322" y="334"/>
                  </a:cubicBezTo>
                  <a:lnTo>
                    <a:pt x="322" y="155"/>
                  </a:lnTo>
                  <a:cubicBezTo>
                    <a:pt x="322" y="72"/>
                    <a:pt x="251" y="0"/>
                    <a:pt x="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2"/>
            <p:cNvSpPr/>
            <p:nvPr/>
          </p:nvSpPr>
          <p:spPr>
            <a:xfrm>
              <a:off x="8054820" y="2416399"/>
              <a:ext cx="264433" cy="353454"/>
            </a:xfrm>
            <a:custGeom>
              <a:avLst/>
              <a:gdLst/>
              <a:ahLst/>
              <a:cxnLst/>
              <a:rect l="l" t="t" r="r" b="b"/>
              <a:pathLst>
                <a:path w="8347" h="11157" extrusionOk="0">
                  <a:moveTo>
                    <a:pt x="1703" y="5025"/>
                  </a:moveTo>
                  <a:cubicBezTo>
                    <a:pt x="1787" y="5204"/>
                    <a:pt x="1882" y="5418"/>
                    <a:pt x="1882" y="5573"/>
                  </a:cubicBezTo>
                  <a:cubicBezTo>
                    <a:pt x="1882" y="5680"/>
                    <a:pt x="1787" y="5763"/>
                    <a:pt x="1703" y="5763"/>
                  </a:cubicBezTo>
                  <a:cubicBezTo>
                    <a:pt x="1608" y="5763"/>
                    <a:pt x="1525" y="5668"/>
                    <a:pt x="1525" y="5573"/>
                  </a:cubicBezTo>
                  <a:cubicBezTo>
                    <a:pt x="1525" y="5430"/>
                    <a:pt x="1608" y="5204"/>
                    <a:pt x="1703" y="5025"/>
                  </a:cubicBezTo>
                  <a:close/>
                  <a:moveTo>
                    <a:pt x="6585" y="5025"/>
                  </a:moveTo>
                  <a:cubicBezTo>
                    <a:pt x="6668" y="5204"/>
                    <a:pt x="6763" y="5418"/>
                    <a:pt x="6763" y="5573"/>
                  </a:cubicBezTo>
                  <a:cubicBezTo>
                    <a:pt x="6763" y="5680"/>
                    <a:pt x="6668" y="5763"/>
                    <a:pt x="6585" y="5763"/>
                  </a:cubicBezTo>
                  <a:cubicBezTo>
                    <a:pt x="6490" y="5763"/>
                    <a:pt x="6406" y="5668"/>
                    <a:pt x="6406" y="5573"/>
                  </a:cubicBezTo>
                  <a:cubicBezTo>
                    <a:pt x="6406" y="5430"/>
                    <a:pt x="6490" y="5204"/>
                    <a:pt x="6585" y="5025"/>
                  </a:cubicBezTo>
                  <a:close/>
                  <a:moveTo>
                    <a:pt x="4144" y="322"/>
                  </a:moveTo>
                  <a:cubicBezTo>
                    <a:pt x="6073" y="322"/>
                    <a:pt x="7633" y="1894"/>
                    <a:pt x="7633" y="3823"/>
                  </a:cubicBezTo>
                  <a:cubicBezTo>
                    <a:pt x="7633" y="5847"/>
                    <a:pt x="6478" y="7752"/>
                    <a:pt x="6299" y="8049"/>
                  </a:cubicBezTo>
                  <a:lnTo>
                    <a:pt x="5716" y="7847"/>
                  </a:lnTo>
                  <a:cubicBezTo>
                    <a:pt x="5513" y="7764"/>
                    <a:pt x="5358" y="7561"/>
                    <a:pt x="5358" y="7335"/>
                  </a:cubicBezTo>
                  <a:lnTo>
                    <a:pt x="5358" y="6621"/>
                  </a:lnTo>
                  <a:cubicBezTo>
                    <a:pt x="5692" y="6430"/>
                    <a:pt x="5966" y="6180"/>
                    <a:pt x="6180" y="5859"/>
                  </a:cubicBezTo>
                  <a:cubicBezTo>
                    <a:pt x="6263" y="6001"/>
                    <a:pt x="6418" y="6073"/>
                    <a:pt x="6597" y="6073"/>
                  </a:cubicBezTo>
                  <a:cubicBezTo>
                    <a:pt x="6882" y="6073"/>
                    <a:pt x="7097" y="5847"/>
                    <a:pt x="7097" y="5561"/>
                  </a:cubicBezTo>
                  <a:cubicBezTo>
                    <a:pt x="7097" y="5323"/>
                    <a:pt x="6966" y="5025"/>
                    <a:pt x="6859" y="4823"/>
                  </a:cubicBezTo>
                  <a:cubicBezTo>
                    <a:pt x="7097" y="4751"/>
                    <a:pt x="7275" y="4525"/>
                    <a:pt x="7275" y="4251"/>
                  </a:cubicBezTo>
                  <a:cubicBezTo>
                    <a:pt x="7275" y="3930"/>
                    <a:pt x="7013" y="3656"/>
                    <a:pt x="6680" y="3656"/>
                  </a:cubicBezTo>
                  <a:lnTo>
                    <a:pt x="6597" y="3656"/>
                  </a:lnTo>
                  <a:cubicBezTo>
                    <a:pt x="6597" y="3656"/>
                    <a:pt x="6585" y="3656"/>
                    <a:pt x="6585" y="3644"/>
                  </a:cubicBezTo>
                  <a:lnTo>
                    <a:pt x="6585" y="3120"/>
                  </a:lnTo>
                  <a:cubicBezTo>
                    <a:pt x="6585" y="2453"/>
                    <a:pt x="6049" y="1918"/>
                    <a:pt x="5370" y="1918"/>
                  </a:cubicBezTo>
                  <a:lnTo>
                    <a:pt x="5192" y="1918"/>
                  </a:lnTo>
                  <a:cubicBezTo>
                    <a:pt x="5108" y="1918"/>
                    <a:pt x="5037" y="1989"/>
                    <a:pt x="5037" y="2084"/>
                  </a:cubicBezTo>
                  <a:cubicBezTo>
                    <a:pt x="5037" y="2168"/>
                    <a:pt x="5108" y="2251"/>
                    <a:pt x="5192" y="2251"/>
                  </a:cubicBezTo>
                  <a:lnTo>
                    <a:pt x="5370" y="2251"/>
                  </a:lnTo>
                  <a:cubicBezTo>
                    <a:pt x="5870" y="2251"/>
                    <a:pt x="6251" y="2644"/>
                    <a:pt x="6251" y="3120"/>
                  </a:cubicBezTo>
                  <a:lnTo>
                    <a:pt x="6251" y="3644"/>
                  </a:lnTo>
                  <a:cubicBezTo>
                    <a:pt x="6251" y="3823"/>
                    <a:pt x="6406" y="3989"/>
                    <a:pt x="6597" y="3989"/>
                  </a:cubicBezTo>
                  <a:lnTo>
                    <a:pt x="6680" y="3989"/>
                  </a:lnTo>
                  <a:cubicBezTo>
                    <a:pt x="6835" y="3989"/>
                    <a:pt x="6954" y="4108"/>
                    <a:pt x="6954" y="4251"/>
                  </a:cubicBezTo>
                  <a:cubicBezTo>
                    <a:pt x="6954" y="4406"/>
                    <a:pt x="6835" y="4525"/>
                    <a:pt x="6680" y="4525"/>
                  </a:cubicBezTo>
                  <a:lnTo>
                    <a:pt x="6585" y="4525"/>
                  </a:lnTo>
                  <a:lnTo>
                    <a:pt x="6585" y="4501"/>
                  </a:lnTo>
                  <a:cubicBezTo>
                    <a:pt x="6585" y="4418"/>
                    <a:pt x="6501" y="4346"/>
                    <a:pt x="6418" y="4346"/>
                  </a:cubicBezTo>
                  <a:cubicBezTo>
                    <a:pt x="6323" y="4346"/>
                    <a:pt x="6251" y="4418"/>
                    <a:pt x="6251" y="4501"/>
                  </a:cubicBezTo>
                  <a:cubicBezTo>
                    <a:pt x="6251" y="5668"/>
                    <a:pt x="5311" y="6609"/>
                    <a:pt x="4156" y="6609"/>
                  </a:cubicBezTo>
                  <a:cubicBezTo>
                    <a:pt x="2989" y="6609"/>
                    <a:pt x="2060" y="5668"/>
                    <a:pt x="2060" y="4501"/>
                  </a:cubicBezTo>
                  <a:cubicBezTo>
                    <a:pt x="2060" y="4418"/>
                    <a:pt x="1977" y="4346"/>
                    <a:pt x="1894" y="4346"/>
                  </a:cubicBezTo>
                  <a:cubicBezTo>
                    <a:pt x="1798" y="4346"/>
                    <a:pt x="1727" y="4418"/>
                    <a:pt x="1727" y="4501"/>
                  </a:cubicBezTo>
                  <a:lnTo>
                    <a:pt x="1727" y="4525"/>
                  </a:lnTo>
                  <a:lnTo>
                    <a:pt x="1620" y="4525"/>
                  </a:lnTo>
                  <a:cubicBezTo>
                    <a:pt x="1477" y="4525"/>
                    <a:pt x="1358" y="4406"/>
                    <a:pt x="1358" y="4251"/>
                  </a:cubicBezTo>
                  <a:cubicBezTo>
                    <a:pt x="1358" y="4108"/>
                    <a:pt x="1477" y="3989"/>
                    <a:pt x="1620" y="3989"/>
                  </a:cubicBezTo>
                  <a:lnTo>
                    <a:pt x="1715" y="3989"/>
                  </a:lnTo>
                  <a:cubicBezTo>
                    <a:pt x="1894" y="3989"/>
                    <a:pt x="2060" y="3835"/>
                    <a:pt x="2060" y="3644"/>
                  </a:cubicBezTo>
                  <a:lnTo>
                    <a:pt x="2060" y="3120"/>
                  </a:lnTo>
                  <a:cubicBezTo>
                    <a:pt x="2060" y="2632"/>
                    <a:pt x="2453" y="2251"/>
                    <a:pt x="2930" y="2251"/>
                  </a:cubicBezTo>
                  <a:lnTo>
                    <a:pt x="4501" y="2251"/>
                  </a:lnTo>
                  <a:cubicBezTo>
                    <a:pt x="4585" y="2251"/>
                    <a:pt x="4656" y="2168"/>
                    <a:pt x="4656" y="2084"/>
                  </a:cubicBezTo>
                  <a:cubicBezTo>
                    <a:pt x="4656" y="1989"/>
                    <a:pt x="4585" y="1918"/>
                    <a:pt x="4501" y="1918"/>
                  </a:cubicBezTo>
                  <a:lnTo>
                    <a:pt x="2930" y="1918"/>
                  </a:lnTo>
                  <a:cubicBezTo>
                    <a:pt x="2632" y="1918"/>
                    <a:pt x="2394" y="1679"/>
                    <a:pt x="2394" y="1382"/>
                  </a:cubicBezTo>
                  <a:cubicBezTo>
                    <a:pt x="2394" y="798"/>
                    <a:pt x="3025" y="322"/>
                    <a:pt x="3799" y="322"/>
                  </a:cubicBezTo>
                  <a:close/>
                  <a:moveTo>
                    <a:pt x="2084" y="1310"/>
                  </a:moveTo>
                  <a:lnTo>
                    <a:pt x="2084" y="1406"/>
                  </a:lnTo>
                  <a:cubicBezTo>
                    <a:pt x="2084" y="1679"/>
                    <a:pt x="2203" y="1918"/>
                    <a:pt x="2394" y="2084"/>
                  </a:cubicBezTo>
                  <a:cubicBezTo>
                    <a:pt x="2013" y="2275"/>
                    <a:pt x="1727" y="2692"/>
                    <a:pt x="1727" y="3156"/>
                  </a:cubicBezTo>
                  <a:lnTo>
                    <a:pt x="1727" y="3680"/>
                  </a:lnTo>
                  <a:cubicBezTo>
                    <a:pt x="1727" y="3680"/>
                    <a:pt x="1727" y="3692"/>
                    <a:pt x="1715" y="3692"/>
                  </a:cubicBezTo>
                  <a:lnTo>
                    <a:pt x="1620" y="3692"/>
                  </a:lnTo>
                  <a:cubicBezTo>
                    <a:pt x="1298" y="3692"/>
                    <a:pt x="1025" y="3954"/>
                    <a:pt x="1025" y="4287"/>
                  </a:cubicBezTo>
                  <a:cubicBezTo>
                    <a:pt x="1025" y="4549"/>
                    <a:pt x="1203" y="4775"/>
                    <a:pt x="1441" y="4847"/>
                  </a:cubicBezTo>
                  <a:cubicBezTo>
                    <a:pt x="1346" y="5037"/>
                    <a:pt x="1203" y="5335"/>
                    <a:pt x="1203" y="5597"/>
                  </a:cubicBezTo>
                  <a:cubicBezTo>
                    <a:pt x="1203" y="5870"/>
                    <a:pt x="1429" y="6097"/>
                    <a:pt x="1715" y="6097"/>
                  </a:cubicBezTo>
                  <a:cubicBezTo>
                    <a:pt x="1894" y="6097"/>
                    <a:pt x="2037" y="6013"/>
                    <a:pt x="2132" y="5894"/>
                  </a:cubicBezTo>
                  <a:cubicBezTo>
                    <a:pt x="2334" y="6204"/>
                    <a:pt x="2620" y="6466"/>
                    <a:pt x="2953" y="6656"/>
                  </a:cubicBezTo>
                  <a:lnTo>
                    <a:pt x="2953" y="7347"/>
                  </a:lnTo>
                  <a:cubicBezTo>
                    <a:pt x="2953" y="7573"/>
                    <a:pt x="2799" y="7787"/>
                    <a:pt x="2584" y="7859"/>
                  </a:cubicBezTo>
                  <a:lnTo>
                    <a:pt x="1965" y="8085"/>
                  </a:lnTo>
                  <a:cubicBezTo>
                    <a:pt x="1715" y="7621"/>
                    <a:pt x="834" y="5847"/>
                    <a:pt x="834" y="3882"/>
                  </a:cubicBezTo>
                  <a:cubicBezTo>
                    <a:pt x="834" y="3275"/>
                    <a:pt x="989" y="2727"/>
                    <a:pt x="1263" y="2227"/>
                  </a:cubicBezTo>
                  <a:cubicBezTo>
                    <a:pt x="1477" y="1870"/>
                    <a:pt x="1739" y="1560"/>
                    <a:pt x="2084" y="1310"/>
                  </a:cubicBezTo>
                  <a:close/>
                  <a:moveTo>
                    <a:pt x="3811" y="1"/>
                  </a:moveTo>
                  <a:cubicBezTo>
                    <a:pt x="3346" y="1"/>
                    <a:pt x="2918" y="132"/>
                    <a:pt x="2608" y="382"/>
                  </a:cubicBezTo>
                  <a:cubicBezTo>
                    <a:pt x="2453" y="489"/>
                    <a:pt x="2358" y="620"/>
                    <a:pt x="2263" y="763"/>
                  </a:cubicBezTo>
                  <a:cubicBezTo>
                    <a:pt x="1715" y="1084"/>
                    <a:pt x="1286" y="1537"/>
                    <a:pt x="1001" y="2037"/>
                  </a:cubicBezTo>
                  <a:cubicBezTo>
                    <a:pt x="691" y="2572"/>
                    <a:pt x="524" y="3192"/>
                    <a:pt x="524" y="3858"/>
                  </a:cubicBezTo>
                  <a:cubicBezTo>
                    <a:pt x="524" y="5108"/>
                    <a:pt x="870" y="6251"/>
                    <a:pt x="1144" y="6990"/>
                  </a:cubicBezTo>
                  <a:cubicBezTo>
                    <a:pt x="1358" y="7525"/>
                    <a:pt x="1548" y="7942"/>
                    <a:pt x="1667" y="8156"/>
                  </a:cubicBezTo>
                  <a:lnTo>
                    <a:pt x="810" y="8454"/>
                  </a:lnTo>
                  <a:cubicBezTo>
                    <a:pt x="334" y="8621"/>
                    <a:pt x="1" y="9073"/>
                    <a:pt x="1" y="9597"/>
                  </a:cubicBezTo>
                  <a:lnTo>
                    <a:pt x="1" y="10954"/>
                  </a:lnTo>
                  <a:cubicBezTo>
                    <a:pt x="1" y="11038"/>
                    <a:pt x="72" y="11121"/>
                    <a:pt x="167" y="11121"/>
                  </a:cubicBezTo>
                  <a:cubicBezTo>
                    <a:pt x="251" y="11121"/>
                    <a:pt x="322" y="11038"/>
                    <a:pt x="322" y="10954"/>
                  </a:cubicBezTo>
                  <a:lnTo>
                    <a:pt x="322" y="9633"/>
                  </a:lnTo>
                  <a:cubicBezTo>
                    <a:pt x="322" y="9252"/>
                    <a:pt x="560" y="8918"/>
                    <a:pt x="917" y="8799"/>
                  </a:cubicBezTo>
                  <a:lnTo>
                    <a:pt x="1191" y="8704"/>
                  </a:lnTo>
                  <a:cubicBezTo>
                    <a:pt x="1810" y="9561"/>
                    <a:pt x="2941" y="10097"/>
                    <a:pt x="4180" y="10097"/>
                  </a:cubicBezTo>
                  <a:cubicBezTo>
                    <a:pt x="4727" y="10097"/>
                    <a:pt x="5287" y="10002"/>
                    <a:pt x="5775" y="9788"/>
                  </a:cubicBezTo>
                  <a:cubicBezTo>
                    <a:pt x="5858" y="9764"/>
                    <a:pt x="5894" y="9657"/>
                    <a:pt x="5858" y="9585"/>
                  </a:cubicBezTo>
                  <a:cubicBezTo>
                    <a:pt x="5840" y="9512"/>
                    <a:pt x="5773" y="9481"/>
                    <a:pt x="5711" y="9481"/>
                  </a:cubicBezTo>
                  <a:cubicBezTo>
                    <a:pt x="5692" y="9481"/>
                    <a:pt x="5673" y="9484"/>
                    <a:pt x="5656" y="9490"/>
                  </a:cubicBezTo>
                  <a:cubicBezTo>
                    <a:pt x="5204" y="9680"/>
                    <a:pt x="4704" y="9788"/>
                    <a:pt x="4180" y="9788"/>
                  </a:cubicBezTo>
                  <a:cubicBezTo>
                    <a:pt x="3096" y="9788"/>
                    <a:pt x="2084" y="9347"/>
                    <a:pt x="1513" y="8609"/>
                  </a:cubicBezTo>
                  <a:lnTo>
                    <a:pt x="2727" y="8180"/>
                  </a:lnTo>
                  <a:cubicBezTo>
                    <a:pt x="3061" y="8061"/>
                    <a:pt x="3299" y="7740"/>
                    <a:pt x="3299" y="7383"/>
                  </a:cubicBezTo>
                  <a:lnTo>
                    <a:pt x="3299" y="6823"/>
                  </a:lnTo>
                  <a:cubicBezTo>
                    <a:pt x="3572" y="6930"/>
                    <a:pt x="3870" y="6990"/>
                    <a:pt x="4180" y="6990"/>
                  </a:cubicBezTo>
                  <a:cubicBezTo>
                    <a:pt x="4489" y="6990"/>
                    <a:pt x="4787" y="6930"/>
                    <a:pt x="5061" y="6823"/>
                  </a:cubicBezTo>
                  <a:lnTo>
                    <a:pt x="5061" y="7383"/>
                  </a:lnTo>
                  <a:cubicBezTo>
                    <a:pt x="5061" y="7740"/>
                    <a:pt x="5287" y="8061"/>
                    <a:pt x="5644" y="8180"/>
                  </a:cubicBezTo>
                  <a:lnTo>
                    <a:pt x="6847" y="8609"/>
                  </a:lnTo>
                  <a:cubicBezTo>
                    <a:pt x="6680" y="8823"/>
                    <a:pt x="6478" y="9014"/>
                    <a:pt x="6239" y="9180"/>
                  </a:cubicBezTo>
                  <a:cubicBezTo>
                    <a:pt x="6156" y="9228"/>
                    <a:pt x="6144" y="9323"/>
                    <a:pt x="6192" y="9407"/>
                  </a:cubicBezTo>
                  <a:cubicBezTo>
                    <a:pt x="6216" y="9442"/>
                    <a:pt x="6275" y="9478"/>
                    <a:pt x="6323" y="9478"/>
                  </a:cubicBezTo>
                  <a:cubicBezTo>
                    <a:pt x="6359" y="9478"/>
                    <a:pt x="6382" y="9466"/>
                    <a:pt x="6418" y="9442"/>
                  </a:cubicBezTo>
                  <a:cubicBezTo>
                    <a:pt x="6716" y="9240"/>
                    <a:pt x="6966" y="9002"/>
                    <a:pt x="7156" y="8716"/>
                  </a:cubicBezTo>
                  <a:lnTo>
                    <a:pt x="7430" y="8811"/>
                  </a:lnTo>
                  <a:cubicBezTo>
                    <a:pt x="7787" y="8930"/>
                    <a:pt x="8025" y="9264"/>
                    <a:pt x="8025" y="9645"/>
                  </a:cubicBezTo>
                  <a:lnTo>
                    <a:pt x="8025" y="10990"/>
                  </a:lnTo>
                  <a:cubicBezTo>
                    <a:pt x="8025" y="11085"/>
                    <a:pt x="8097" y="11157"/>
                    <a:pt x="8180" y="11157"/>
                  </a:cubicBezTo>
                  <a:cubicBezTo>
                    <a:pt x="8275" y="11157"/>
                    <a:pt x="8347" y="11085"/>
                    <a:pt x="8347" y="10990"/>
                  </a:cubicBezTo>
                  <a:lnTo>
                    <a:pt x="8347" y="9633"/>
                  </a:lnTo>
                  <a:cubicBezTo>
                    <a:pt x="8323" y="9109"/>
                    <a:pt x="7990" y="8657"/>
                    <a:pt x="7513" y="8478"/>
                  </a:cubicBezTo>
                  <a:lnTo>
                    <a:pt x="6620" y="8168"/>
                  </a:lnTo>
                  <a:cubicBezTo>
                    <a:pt x="6740" y="7978"/>
                    <a:pt x="7013" y="7525"/>
                    <a:pt x="7263" y="6918"/>
                  </a:cubicBezTo>
                  <a:cubicBezTo>
                    <a:pt x="7847" y="5561"/>
                    <a:pt x="7978" y="4489"/>
                    <a:pt x="7978" y="3823"/>
                  </a:cubicBezTo>
                  <a:cubicBezTo>
                    <a:pt x="7978" y="1703"/>
                    <a:pt x="6263" y="1"/>
                    <a:pt x="4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2"/>
            <p:cNvSpPr/>
            <p:nvPr/>
          </p:nvSpPr>
          <p:spPr>
            <a:xfrm>
              <a:off x="8164972" y="2582371"/>
              <a:ext cx="43782" cy="15492"/>
            </a:xfrm>
            <a:custGeom>
              <a:avLst/>
              <a:gdLst/>
              <a:ahLst/>
              <a:cxnLst/>
              <a:rect l="l" t="t" r="r" b="b"/>
              <a:pathLst>
                <a:path w="1382" h="489" extrusionOk="0">
                  <a:moveTo>
                    <a:pt x="179" y="0"/>
                  </a:moveTo>
                  <a:cubicBezTo>
                    <a:pt x="140" y="0"/>
                    <a:pt x="101" y="12"/>
                    <a:pt x="72" y="36"/>
                  </a:cubicBezTo>
                  <a:cubicBezTo>
                    <a:pt x="0" y="96"/>
                    <a:pt x="0" y="203"/>
                    <a:pt x="72" y="262"/>
                  </a:cubicBezTo>
                  <a:cubicBezTo>
                    <a:pt x="203" y="393"/>
                    <a:pt x="441" y="489"/>
                    <a:pt x="703" y="489"/>
                  </a:cubicBezTo>
                  <a:cubicBezTo>
                    <a:pt x="965" y="489"/>
                    <a:pt x="1191" y="393"/>
                    <a:pt x="1346" y="262"/>
                  </a:cubicBezTo>
                  <a:cubicBezTo>
                    <a:pt x="1381" y="203"/>
                    <a:pt x="1381" y="120"/>
                    <a:pt x="1322" y="36"/>
                  </a:cubicBezTo>
                  <a:cubicBezTo>
                    <a:pt x="1292" y="12"/>
                    <a:pt x="1250" y="0"/>
                    <a:pt x="1209" y="0"/>
                  </a:cubicBezTo>
                  <a:cubicBezTo>
                    <a:pt x="1167" y="0"/>
                    <a:pt x="1125" y="12"/>
                    <a:pt x="1096" y="36"/>
                  </a:cubicBezTo>
                  <a:cubicBezTo>
                    <a:pt x="1036" y="96"/>
                    <a:pt x="881" y="179"/>
                    <a:pt x="691" y="179"/>
                  </a:cubicBezTo>
                  <a:cubicBezTo>
                    <a:pt x="488" y="179"/>
                    <a:pt x="346" y="96"/>
                    <a:pt x="286" y="36"/>
                  </a:cubicBezTo>
                  <a:cubicBezTo>
                    <a:pt x="256" y="12"/>
                    <a:pt x="218" y="0"/>
                    <a:pt x="1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2"/>
            <p:cNvSpPr/>
            <p:nvPr/>
          </p:nvSpPr>
          <p:spPr>
            <a:xfrm>
              <a:off x="8141592" y="2519137"/>
              <a:ext cx="18501" cy="13844"/>
            </a:xfrm>
            <a:custGeom>
              <a:avLst/>
              <a:gdLst/>
              <a:ahLst/>
              <a:cxnLst/>
              <a:rect l="l" t="t" r="r" b="b"/>
              <a:pathLst>
                <a:path w="584" h="437" extrusionOk="0">
                  <a:moveTo>
                    <a:pt x="404" y="1"/>
                  </a:moveTo>
                  <a:cubicBezTo>
                    <a:pt x="381" y="1"/>
                    <a:pt x="357" y="7"/>
                    <a:pt x="333" y="20"/>
                  </a:cubicBezTo>
                  <a:lnTo>
                    <a:pt x="119" y="115"/>
                  </a:lnTo>
                  <a:cubicBezTo>
                    <a:pt x="48" y="163"/>
                    <a:pt x="0" y="258"/>
                    <a:pt x="48" y="341"/>
                  </a:cubicBezTo>
                  <a:cubicBezTo>
                    <a:pt x="71" y="401"/>
                    <a:pt x="131" y="437"/>
                    <a:pt x="191" y="437"/>
                  </a:cubicBezTo>
                  <a:cubicBezTo>
                    <a:pt x="226" y="437"/>
                    <a:pt x="238" y="437"/>
                    <a:pt x="274" y="413"/>
                  </a:cubicBezTo>
                  <a:lnTo>
                    <a:pt x="476" y="318"/>
                  </a:lnTo>
                  <a:cubicBezTo>
                    <a:pt x="548" y="270"/>
                    <a:pt x="583" y="163"/>
                    <a:pt x="548" y="91"/>
                  </a:cubicBezTo>
                  <a:cubicBezTo>
                    <a:pt x="522" y="40"/>
                    <a:pt x="465" y="1"/>
                    <a:pt x="4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2"/>
            <p:cNvSpPr/>
            <p:nvPr/>
          </p:nvSpPr>
          <p:spPr>
            <a:xfrm>
              <a:off x="8211731" y="2518409"/>
              <a:ext cx="18881" cy="13812"/>
            </a:xfrm>
            <a:custGeom>
              <a:avLst/>
              <a:gdLst/>
              <a:ahLst/>
              <a:cxnLst/>
              <a:rect l="l" t="t" r="r" b="b"/>
              <a:pathLst>
                <a:path w="596" h="436" extrusionOk="0">
                  <a:moveTo>
                    <a:pt x="208" y="0"/>
                  </a:moveTo>
                  <a:cubicBezTo>
                    <a:pt x="148" y="0"/>
                    <a:pt x="83" y="39"/>
                    <a:pt x="48" y="91"/>
                  </a:cubicBezTo>
                  <a:cubicBezTo>
                    <a:pt x="1" y="174"/>
                    <a:pt x="48" y="269"/>
                    <a:pt x="120" y="317"/>
                  </a:cubicBezTo>
                  <a:lnTo>
                    <a:pt x="334" y="424"/>
                  </a:lnTo>
                  <a:cubicBezTo>
                    <a:pt x="358" y="436"/>
                    <a:pt x="382" y="436"/>
                    <a:pt x="405" y="436"/>
                  </a:cubicBezTo>
                  <a:cubicBezTo>
                    <a:pt x="465" y="436"/>
                    <a:pt x="524" y="412"/>
                    <a:pt x="560" y="353"/>
                  </a:cubicBezTo>
                  <a:cubicBezTo>
                    <a:pt x="596" y="257"/>
                    <a:pt x="572" y="174"/>
                    <a:pt x="477" y="126"/>
                  </a:cubicBezTo>
                  <a:lnTo>
                    <a:pt x="274" y="19"/>
                  </a:lnTo>
                  <a:cubicBezTo>
                    <a:pt x="255" y="6"/>
                    <a:pt x="232" y="0"/>
                    <a:pt x="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1168;p42">
            <a:extLst>
              <a:ext uri="{FF2B5EF4-FFF2-40B4-BE49-F238E27FC236}">
                <a16:creationId xmlns:a16="http://schemas.microsoft.com/office/drawing/2014/main" id="{9780B1D5-B5EE-0D6B-8867-106346C75AFC}"/>
              </a:ext>
            </a:extLst>
          </p:cNvPr>
          <p:cNvSpPr txBox="1">
            <a:spLocks noGrp="1"/>
          </p:cNvSpPr>
          <p:nvPr>
            <p:ph type="subTitle" idx="3"/>
          </p:nvPr>
        </p:nvSpPr>
        <p:spPr>
          <a:xfrm>
            <a:off x="3461145" y="1939509"/>
            <a:ext cx="22005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600" dirty="0"/>
              <a:t>Phương pháp FIFO</a:t>
            </a:r>
          </a:p>
        </p:txBody>
      </p:sp>
      <p:grpSp>
        <p:nvGrpSpPr>
          <p:cNvPr id="19" name="Google Shape;1223;p42">
            <a:extLst>
              <a:ext uri="{FF2B5EF4-FFF2-40B4-BE49-F238E27FC236}">
                <a16:creationId xmlns:a16="http://schemas.microsoft.com/office/drawing/2014/main" id="{157D47A8-DE31-D23F-9D98-F8C18E209323}"/>
              </a:ext>
            </a:extLst>
          </p:cNvPr>
          <p:cNvGrpSpPr/>
          <p:nvPr/>
        </p:nvGrpSpPr>
        <p:grpSpPr>
          <a:xfrm>
            <a:off x="4433503" y="1193126"/>
            <a:ext cx="267854" cy="355735"/>
            <a:chOff x="4903389" y="1500214"/>
            <a:chExt cx="267854" cy="355735"/>
          </a:xfrm>
        </p:grpSpPr>
        <p:sp>
          <p:nvSpPr>
            <p:cNvPr id="20" name="Google Shape;1224;p42">
              <a:extLst>
                <a:ext uri="{FF2B5EF4-FFF2-40B4-BE49-F238E27FC236}">
                  <a16:creationId xmlns:a16="http://schemas.microsoft.com/office/drawing/2014/main" id="{22359172-188D-EAA4-D77D-692FC158CA55}"/>
                </a:ext>
              </a:extLst>
            </p:cNvPr>
            <p:cNvSpPr/>
            <p:nvPr/>
          </p:nvSpPr>
          <p:spPr>
            <a:xfrm>
              <a:off x="4997700" y="1611854"/>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25;p42">
              <a:extLst>
                <a:ext uri="{FF2B5EF4-FFF2-40B4-BE49-F238E27FC236}">
                  <a16:creationId xmlns:a16="http://schemas.microsoft.com/office/drawing/2014/main" id="{63295114-D709-7C8B-A207-1C8FA56AD891}"/>
                </a:ext>
              </a:extLst>
            </p:cNvPr>
            <p:cNvSpPr/>
            <p:nvPr/>
          </p:nvSpPr>
          <p:spPr>
            <a:xfrm>
              <a:off x="5064830" y="1611854"/>
              <a:ext cx="10233" cy="16252"/>
            </a:xfrm>
            <a:custGeom>
              <a:avLst/>
              <a:gdLst/>
              <a:ahLst/>
              <a:cxnLst/>
              <a:rect l="l" t="t" r="r" b="b"/>
              <a:pathLst>
                <a:path w="323" h="513" extrusionOk="0">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26;p42">
              <a:extLst>
                <a:ext uri="{FF2B5EF4-FFF2-40B4-BE49-F238E27FC236}">
                  <a16:creationId xmlns:a16="http://schemas.microsoft.com/office/drawing/2014/main" id="{DC5FDAD4-37D7-A4C1-BC97-CBBAE7BBAA43}"/>
                </a:ext>
              </a:extLst>
            </p:cNvPr>
            <p:cNvSpPr/>
            <p:nvPr/>
          </p:nvSpPr>
          <p:spPr>
            <a:xfrm>
              <a:off x="5013160" y="1650820"/>
              <a:ext cx="45302" cy="15777"/>
            </a:xfrm>
            <a:custGeom>
              <a:avLst/>
              <a:gdLst/>
              <a:ahLst/>
              <a:cxnLst/>
              <a:rect l="l" t="t" r="r" b="b"/>
              <a:pathLst>
                <a:path w="1430" h="498" extrusionOk="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27;p42">
              <a:extLst>
                <a:ext uri="{FF2B5EF4-FFF2-40B4-BE49-F238E27FC236}">
                  <a16:creationId xmlns:a16="http://schemas.microsoft.com/office/drawing/2014/main" id="{7C9D4CBD-E943-A5E7-87F4-8CD0CD5CE288}"/>
                </a:ext>
              </a:extLst>
            </p:cNvPr>
            <p:cNvSpPr/>
            <p:nvPr/>
          </p:nvSpPr>
          <p:spPr>
            <a:xfrm>
              <a:off x="4903389" y="1500214"/>
              <a:ext cx="267854" cy="355735"/>
            </a:xfrm>
            <a:custGeom>
              <a:avLst/>
              <a:gdLst/>
              <a:ahLst/>
              <a:cxnLst/>
              <a:rect l="l" t="t" r="r" b="b"/>
              <a:pathLst>
                <a:path w="8455" h="11229" extrusionOk="0">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228;p42">
              <a:extLst>
                <a:ext uri="{FF2B5EF4-FFF2-40B4-BE49-F238E27FC236}">
                  <a16:creationId xmlns:a16="http://schemas.microsoft.com/office/drawing/2014/main" id="{668FCF57-0337-D0B2-CBEF-F49044719145}"/>
                </a:ext>
              </a:extLst>
            </p:cNvPr>
            <p:cNvSpPr/>
            <p:nvPr/>
          </p:nvSpPr>
          <p:spPr>
            <a:xfrm>
              <a:off x="5031281" y="1828007"/>
              <a:ext cx="10201" cy="15872"/>
            </a:xfrm>
            <a:custGeom>
              <a:avLst/>
              <a:gdLst/>
              <a:ahLst/>
              <a:cxnLst/>
              <a:rect l="l" t="t" r="r" b="b"/>
              <a:pathLst>
                <a:path w="322" h="501" extrusionOk="0">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181;p42">
            <a:extLst>
              <a:ext uri="{FF2B5EF4-FFF2-40B4-BE49-F238E27FC236}">
                <a16:creationId xmlns:a16="http://schemas.microsoft.com/office/drawing/2014/main" id="{A914095E-C3B4-9FE2-B3E4-AA9E25F451C2}"/>
              </a:ext>
            </a:extLst>
          </p:cNvPr>
          <p:cNvSpPr/>
          <p:nvPr/>
        </p:nvSpPr>
        <p:spPr>
          <a:xfrm>
            <a:off x="4346127" y="1463089"/>
            <a:ext cx="415500" cy="415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1223;p42">
            <a:extLst>
              <a:ext uri="{FF2B5EF4-FFF2-40B4-BE49-F238E27FC236}">
                <a16:creationId xmlns:a16="http://schemas.microsoft.com/office/drawing/2014/main" id="{153250AC-1DCC-3D8B-DE4B-832DB3ECF94F}"/>
              </a:ext>
            </a:extLst>
          </p:cNvPr>
          <p:cNvGrpSpPr/>
          <p:nvPr/>
        </p:nvGrpSpPr>
        <p:grpSpPr>
          <a:xfrm>
            <a:off x="4418467" y="1492973"/>
            <a:ext cx="267854" cy="355735"/>
            <a:chOff x="4903389" y="1500214"/>
            <a:chExt cx="267854" cy="355735"/>
          </a:xfrm>
        </p:grpSpPr>
        <p:sp>
          <p:nvSpPr>
            <p:cNvPr id="27" name="Google Shape;1224;p42">
              <a:extLst>
                <a:ext uri="{FF2B5EF4-FFF2-40B4-BE49-F238E27FC236}">
                  <a16:creationId xmlns:a16="http://schemas.microsoft.com/office/drawing/2014/main" id="{7E2820CB-6B5F-4252-DAD3-045B8DEC48A8}"/>
                </a:ext>
              </a:extLst>
            </p:cNvPr>
            <p:cNvSpPr/>
            <p:nvPr/>
          </p:nvSpPr>
          <p:spPr>
            <a:xfrm>
              <a:off x="4997700" y="1611854"/>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25;p42">
              <a:extLst>
                <a:ext uri="{FF2B5EF4-FFF2-40B4-BE49-F238E27FC236}">
                  <a16:creationId xmlns:a16="http://schemas.microsoft.com/office/drawing/2014/main" id="{06BD1124-F392-9736-677D-F1B42D793805}"/>
                </a:ext>
              </a:extLst>
            </p:cNvPr>
            <p:cNvSpPr/>
            <p:nvPr/>
          </p:nvSpPr>
          <p:spPr>
            <a:xfrm>
              <a:off x="5064830" y="1611854"/>
              <a:ext cx="10233" cy="16252"/>
            </a:xfrm>
            <a:custGeom>
              <a:avLst/>
              <a:gdLst/>
              <a:ahLst/>
              <a:cxnLst/>
              <a:rect l="l" t="t" r="r" b="b"/>
              <a:pathLst>
                <a:path w="323" h="513" extrusionOk="0">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226;p42">
              <a:extLst>
                <a:ext uri="{FF2B5EF4-FFF2-40B4-BE49-F238E27FC236}">
                  <a16:creationId xmlns:a16="http://schemas.microsoft.com/office/drawing/2014/main" id="{E971729F-B494-FC9F-D2FE-ADD3D0216655}"/>
                </a:ext>
              </a:extLst>
            </p:cNvPr>
            <p:cNvSpPr/>
            <p:nvPr/>
          </p:nvSpPr>
          <p:spPr>
            <a:xfrm>
              <a:off x="5013160" y="1650820"/>
              <a:ext cx="45302" cy="15777"/>
            </a:xfrm>
            <a:custGeom>
              <a:avLst/>
              <a:gdLst/>
              <a:ahLst/>
              <a:cxnLst/>
              <a:rect l="l" t="t" r="r" b="b"/>
              <a:pathLst>
                <a:path w="1430" h="498" extrusionOk="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227;p42">
              <a:extLst>
                <a:ext uri="{FF2B5EF4-FFF2-40B4-BE49-F238E27FC236}">
                  <a16:creationId xmlns:a16="http://schemas.microsoft.com/office/drawing/2014/main" id="{3CD64DE8-7080-4739-7EFB-EE1C852CB3C5}"/>
                </a:ext>
              </a:extLst>
            </p:cNvPr>
            <p:cNvSpPr/>
            <p:nvPr/>
          </p:nvSpPr>
          <p:spPr>
            <a:xfrm>
              <a:off x="4903389" y="1500214"/>
              <a:ext cx="267854" cy="355735"/>
            </a:xfrm>
            <a:custGeom>
              <a:avLst/>
              <a:gdLst/>
              <a:ahLst/>
              <a:cxnLst/>
              <a:rect l="l" t="t" r="r" b="b"/>
              <a:pathLst>
                <a:path w="8455" h="11229" extrusionOk="0">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228;p42">
              <a:extLst>
                <a:ext uri="{FF2B5EF4-FFF2-40B4-BE49-F238E27FC236}">
                  <a16:creationId xmlns:a16="http://schemas.microsoft.com/office/drawing/2014/main" id="{F28EC1B1-5B28-B5CF-B138-B4B67D777075}"/>
                </a:ext>
              </a:extLst>
            </p:cNvPr>
            <p:cNvSpPr/>
            <p:nvPr/>
          </p:nvSpPr>
          <p:spPr>
            <a:xfrm>
              <a:off x="5031281" y="1828007"/>
              <a:ext cx="10201" cy="15872"/>
            </a:xfrm>
            <a:custGeom>
              <a:avLst/>
              <a:gdLst/>
              <a:ahLst/>
              <a:cxnLst/>
              <a:rect l="l" t="t" r="r" b="b"/>
              <a:pathLst>
                <a:path w="322" h="501" extrusionOk="0">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1164;p42">
            <a:extLst>
              <a:ext uri="{FF2B5EF4-FFF2-40B4-BE49-F238E27FC236}">
                <a16:creationId xmlns:a16="http://schemas.microsoft.com/office/drawing/2014/main" id="{4A253099-7AC4-57B2-12F0-BA604028B88C}"/>
              </a:ext>
            </a:extLst>
          </p:cNvPr>
          <p:cNvSpPr txBox="1">
            <a:spLocks/>
          </p:cNvSpPr>
          <p:nvPr/>
        </p:nvSpPr>
        <p:spPr>
          <a:xfrm>
            <a:off x="618825" y="411267"/>
            <a:ext cx="5750978"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600"/>
              <a:buFont typeface="Share Tech"/>
              <a:buNone/>
              <a:defRPr sz="3000" b="0" i="0" u="none" strike="noStrike" cap="none">
                <a:solidFill>
                  <a:schemeClr val="lt1"/>
                </a:solidFill>
                <a:latin typeface="Share Tech"/>
                <a:ea typeface="Share Tech"/>
                <a:cs typeface="Share Tech"/>
                <a:sym typeface="Share Tech"/>
              </a:defRPr>
            </a:lvl1pPr>
            <a:lvl2pPr marR="0" lvl="1"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2pPr>
            <a:lvl3pPr marR="0" lvl="2"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3pPr>
            <a:lvl4pPr marR="0" lvl="3"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4pPr>
            <a:lvl5pPr marR="0" lvl="4"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5pPr>
            <a:lvl6pPr marR="0" lvl="5"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6pPr>
            <a:lvl7pPr marR="0" lvl="6"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7pPr>
            <a:lvl8pPr marR="0" lvl="7"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8pPr>
            <a:lvl9pPr marR="0" lvl="8" algn="ctr" rtl="0">
              <a:lnSpc>
                <a:spcPct val="100000"/>
              </a:lnSpc>
              <a:spcBef>
                <a:spcPts val="0"/>
              </a:spcBef>
              <a:spcAft>
                <a:spcPts val="0"/>
              </a:spcAft>
              <a:buClr>
                <a:srgbClr val="D9D9D9"/>
              </a:buClr>
              <a:buSzPts val="1800"/>
              <a:buFont typeface="Share Tech"/>
              <a:buNone/>
              <a:defRPr sz="1800" b="0" i="0" u="none" strike="noStrike" cap="none">
                <a:solidFill>
                  <a:srgbClr val="D9D9D9"/>
                </a:solidFill>
                <a:latin typeface="Share Tech"/>
                <a:ea typeface="Share Tech"/>
                <a:cs typeface="Share Tech"/>
                <a:sym typeface="Share Tech"/>
              </a:defRPr>
            </a:lvl9pPr>
          </a:lstStyle>
          <a:p>
            <a:r>
              <a:rPr lang="en-US" b="1" dirty="0" err="1">
                <a:latin typeface="Maven Pro" panose="020B0604020202020204" charset="0"/>
              </a:rPr>
              <a:t>Các</a:t>
            </a:r>
            <a:r>
              <a:rPr lang="en-US" b="1" dirty="0">
                <a:latin typeface="Maven Pro" panose="020B0604020202020204" charset="0"/>
              </a:rPr>
              <a:t> </a:t>
            </a:r>
            <a:r>
              <a:rPr lang="en-US" b="1" dirty="0" err="1">
                <a:latin typeface="Maven Pro" panose="020B0604020202020204" charset="0"/>
              </a:rPr>
              <a:t>thuật</a:t>
            </a:r>
            <a:r>
              <a:rPr lang="en-US" b="1" dirty="0">
                <a:latin typeface="Maven Pro" panose="020B0604020202020204" charset="0"/>
              </a:rPr>
              <a:t> </a:t>
            </a:r>
            <a:r>
              <a:rPr lang="en-US" b="1" dirty="0" err="1">
                <a:latin typeface="Maven Pro" panose="020B0604020202020204" charset="0"/>
              </a:rPr>
              <a:t>toán</a:t>
            </a:r>
            <a:r>
              <a:rPr lang="en-US" b="1" dirty="0">
                <a:latin typeface="Maven Pro" panose="020B0604020202020204" charset="0"/>
              </a:rPr>
              <a:t> </a:t>
            </a:r>
            <a:r>
              <a:rPr lang="en-US" b="1" dirty="0" err="1">
                <a:latin typeface="Maven Pro" panose="020B0604020202020204" charset="0"/>
              </a:rPr>
              <a:t>điều</a:t>
            </a:r>
            <a:r>
              <a:rPr lang="en-US" b="1" dirty="0">
                <a:latin typeface="Maven Pro" panose="020B0604020202020204" charset="0"/>
              </a:rPr>
              <a:t> </a:t>
            </a:r>
            <a:r>
              <a:rPr lang="en-US" b="1" dirty="0" err="1">
                <a:latin typeface="Maven Pro" panose="020B0604020202020204" charset="0"/>
              </a:rPr>
              <a:t>phối</a:t>
            </a:r>
            <a:r>
              <a:rPr lang="en-US" b="1" dirty="0">
                <a:latin typeface="Maven Pro" panose="020B0604020202020204" charset="0"/>
              </a:rPr>
              <a:t> CPU</a:t>
            </a:r>
          </a:p>
        </p:txBody>
      </p:sp>
    </p:spTree>
    <p:extLst>
      <p:ext uri="{BB962C8B-B14F-4D97-AF65-F5344CB8AC3E}">
        <p14:creationId xmlns:p14="http://schemas.microsoft.com/office/powerpoint/2010/main" val="1773340770"/>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44"/>
          <p:cNvSpPr/>
          <p:nvPr/>
        </p:nvSpPr>
        <p:spPr>
          <a:xfrm>
            <a:off x="966537" y="1190403"/>
            <a:ext cx="7524000" cy="3088435"/>
          </a:xfrm>
          <a:prstGeom prst="roundRect">
            <a:avLst>
              <a:gd name="adj" fmla="val 1666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4"/>
          <p:cNvSpPr/>
          <p:nvPr/>
        </p:nvSpPr>
        <p:spPr>
          <a:xfrm>
            <a:off x="1100191" y="1367172"/>
            <a:ext cx="7256700" cy="2824671"/>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4"/>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b="1" dirty="0" err="1">
                <a:latin typeface="Maven Pro" panose="020B0604020202020204" charset="0"/>
              </a:rPr>
              <a:t>Điều</a:t>
            </a:r>
            <a:r>
              <a:rPr lang="en-US" b="1" dirty="0">
                <a:latin typeface="Maven Pro" panose="020B0604020202020204" charset="0"/>
              </a:rPr>
              <a:t> </a:t>
            </a:r>
            <a:r>
              <a:rPr lang="en-US" b="1" dirty="0" err="1">
                <a:latin typeface="Maven Pro" panose="020B0604020202020204" charset="0"/>
              </a:rPr>
              <a:t>phối</a:t>
            </a:r>
            <a:r>
              <a:rPr lang="en-US" b="1" dirty="0">
                <a:latin typeface="Maven Pro" panose="020B0604020202020204" charset="0"/>
              </a:rPr>
              <a:t> </a:t>
            </a:r>
            <a:r>
              <a:rPr lang="en-US" b="1" dirty="0" err="1">
                <a:latin typeface="Maven Pro" panose="020B0604020202020204" charset="0"/>
              </a:rPr>
              <a:t>đa</a:t>
            </a:r>
            <a:r>
              <a:rPr lang="en-US" b="1" dirty="0">
                <a:latin typeface="Maven Pro" panose="020B0604020202020204" charset="0"/>
              </a:rPr>
              <a:t> </a:t>
            </a:r>
            <a:r>
              <a:rPr lang="en-US" b="1" dirty="0" err="1">
                <a:latin typeface="Maven Pro" panose="020B0604020202020204" charset="0"/>
              </a:rPr>
              <a:t>xử</a:t>
            </a:r>
            <a:r>
              <a:rPr lang="en-US" b="1" dirty="0">
                <a:latin typeface="Maven Pro" panose="020B0604020202020204" charset="0"/>
              </a:rPr>
              <a:t> </a:t>
            </a:r>
            <a:r>
              <a:rPr lang="en-US" b="1" dirty="0" err="1">
                <a:latin typeface="Maven Pro" panose="020B0604020202020204" charset="0"/>
              </a:rPr>
              <a:t>lí</a:t>
            </a:r>
            <a:endParaRPr b="1" dirty="0">
              <a:latin typeface="Maven Pro" panose="020B0604020202020204" charset="0"/>
            </a:endParaRPr>
          </a:p>
        </p:txBody>
      </p:sp>
      <p:grpSp>
        <p:nvGrpSpPr>
          <p:cNvPr id="1244" name="Google Shape;1244;p44"/>
          <p:cNvGrpSpPr/>
          <p:nvPr/>
        </p:nvGrpSpPr>
        <p:grpSpPr>
          <a:xfrm>
            <a:off x="4477105" y="4278838"/>
            <a:ext cx="1392074" cy="1296849"/>
            <a:chOff x="3670385" y="272942"/>
            <a:chExt cx="3706265" cy="2914923"/>
          </a:xfrm>
        </p:grpSpPr>
        <p:sp>
          <p:nvSpPr>
            <p:cNvPr id="1245" name="Google Shape;1245;p44"/>
            <p:cNvSpPr/>
            <p:nvPr/>
          </p:nvSpPr>
          <p:spPr>
            <a:xfrm>
              <a:off x="4882900" y="2852675"/>
              <a:ext cx="2493750" cy="5275"/>
            </a:xfrm>
            <a:custGeom>
              <a:avLst/>
              <a:gdLst/>
              <a:ahLst/>
              <a:cxnLst/>
              <a:rect l="l" t="t" r="r" b="b"/>
              <a:pathLst>
                <a:path w="99750" h="211" extrusionOk="0">
                  <a:moveTo>
                    <a:pt x="1" y="1"/>
                  </a:moveTo>
                  <a:lnTo>
                    <a:pt x="1" y="210"/>
                  </a:lnTo>
                  <a:lnTo>
                    <a:pt x="99749" y="210"/>
                  </a:lnTo>
                  <a:lnTo>
                    <a:pt x="99749"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4"/>
            <p:cNvSpPr/>
            <p:nvPr/>
          </p:nvSpPr>
          <p:spPr>
            <a:xfrm>
              <a:off x="3670385" y="272942"/>
              <a:ext cx="1082976" cy="2914923"/>
            </a:xfrm>
            <a:custGeom>
              <a:avLst/>
              <a:gdLst/>
              <a:ahLst/>
              <a:cxnLst/>
              <a:rect l="l" t="t" r="r" b="b"/>
              <a:pathLst>
                <a:path w="43319" h="94995" extrusionOk="0">
                  <a:moveTo>
                    <a:pt x="0" y="1"/>
                  </a:moveTo>
                  <a:lnTo>
                    <a:pt x="0" y="30716"/>
                  </a:lnTo>
                  <a:lnTo>
                    <a:pt x="43127" y="30716"/>
                  </a:lnTo>
                  <a:lnTo>
                    <a:pt x="43127" y="94994"/>
                  </a:lnTo>
                  <a:lnTo>
                    <a:pt x="43319" y="94994"/>
                  </a:lnTo>
                  <a:lnTo>
                    <a:pt x="43319" y="30523"/>
                  </a:lnTo>
                  <a:lnTo>
                    <a:pt x="210" y="30523"/>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7" name="Google Shape;1247;p44"/>
            <p:cNvSpPr/>
            <p:nvPr/>
          </p:nvSpPr>
          <p:spPr>
            <a:xfrm>
              <a:off x="6127150" y="2700150"/>
              <a:ext cx="105350" cy="107100"/>
            </a:xfrm>
            <a:custGeom>
              <a:avLst/>
              <a:gdLst/>
              <a:ahLst/>
              <a:cxnLst/>
              <a:rect l="l" t="t" r="r" b="b"/>
              <a:pathLst>
                <a:path w="4214" h="4284" extrusionOk="0">
                  <a:moveTo>
                    <a:pt x="0" y="1"/>
                  </a:moveTo>
                  <a:lnTo>
                    <a:pt x="0" y="4284"/>
                  </a:lnTo>
                  <a:lnTo>
                    <a:pt x="4213" y="4284"/>
                  </a:lnTo>
                  <a:lnTo>
                    <a:pt x="4213" y="4074"/>
                  </a:lnTo>
                  <a:lnTo>
                    <a:pt x="210" y="4074"/>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Hộp Văn bản 1">
            <a:extLst>
              <a:ext uri="{FF2B5EF4-FFF2-40B4-BE49-F238E27FC236}">
                <a16:creationId xmlns:a16="http://schemas.microsoft.com/office/drawing/2014/main" id="{B7135F0F-073C-804F-A081-ECDDA675B47A}"/>
              </a:ext>
            </a:extLst>
          </p:cNvPr>
          <p:cNvSpPr txBox="1"/>
          <p:nvPr/>
        </p:nvSpPr>
        <p:spPr>
          <a:xfrm>
            <a:off x="1270861" y="1440206"/>
            <a:ext cx="6819254" cy="2677656"/>
          </a:xfrm>
          <a:prstGeom prst="rect">
            <a:avLst/>
          </a:prstGeom>
          <a:noFill/>
        </p:spPr>
        <p:txBody>
          <a:bodyPr wrap="square" rtlCol="0">
            <a:spAutoFit/>
          </a:bodyPr>
          <a:lstStyle/>
          <a:p>
            <a:r>
              <a:rPr lang="vi-VN" dirty="0">
                <a:solidFill>
                  <a:schemeClr val="bg1"/>
                </a:solidFill>
                <a:latin typeface="Maven Pro" panose="020B0604020202020204" charset="0"/>
              </a:rPr>
              <a:t>Điều phối phức tạp hơn so với trường hợp có một VXL </a:t>
            </a:r>
            <a:endParaRPr lang="en-US" dirty="0">
              <a:solidFill>
                <a:schemeClr val="bg1"/>
              </a:solidFill>
              <a:latin typeface="Maven Pro" panose="020B0604020202020204" charset="0"/>
            </a:endParaRPr>
          </a:p>
          <a:p>
            <a:r>
              <a:rPr lang="vi-VN" dirty="0">
                <a:solidFill>
                  <a:schemeClr val="bg1"/>
                </a:solidFill>
                <a:latin typeface="Maven Pro" panose="020B0604020202020204" charset="0"/>
              </a:rPr>
              <a:t>Vấn đề chia sẻ tải </a:t>
            </a:r>
            <a:endParaRPr lang="en-US" dirty="0">
              <a:solidFill>
                <a:schemeClr val="bg1"/>
              </a:solidFill>
              <a:latin typeface="Maven Pro" panose="020B0604020202020204" charset="0"/>
            </a:endParaRPr>
          </a:p>
          <a:p>
            <a:r>
              <a:rPr lang="vi-VN" dirty="0">
                <a:solidFill>
                  <a:schemeClr val="bg1"/>
                </a:solidFill>
                <a:latin typeface="Maven Pro" panose="020B0604020202020204" charset="0"/>
              </a:rPr>
              <a:t>Mỗi VXL có một hàng đợi sẵn sàng riêng </a:t>
            </a:r>
            <a:endParaRPr lang="en-US" dirty="0">
              <a:solidFill>
                <a:schemeClr val="bg1"/>
              </a:solidFill>
              <a:latin typeface="Maven Pro" panose="020B0604020202020204" charset="0"/>
            </a:endParaRPr>
          </a:p>
          <a:p>
            <a:r>
              <a:rPr lang="en-US" dirty="0">
                <a:solidFill>
                  <a:schemeClr val="bg1"/>
                </a:solidFill>
                <a:latin typeface="Maven Pro" panose="020B0604020202020204" charset="0"/>
              </a:rPr>
              <a:t>     </a:t>
            </a:r>
            <a:r>
              <a:rPr lang="vi-VN" dirty="0">
                <a:solidFill>
                  <a:schemeClr val="bg1"/>
                </a:solidFill>
                <a:latin typeface="Maven Pro" panose="020B0604020202020204" charset="0"/>
              </a:rPr>
              <a:t>- Tồn tại VXL rảnh rỗi với hàng đợi rỗng trong khi VXL khác phải tính toán nhiều</a:t>
            </a:r>
            <a:r>
              <a:rPr lang="en-US" dirty="0">
                <a:solidFill>
                  <a:schemeClr val="bg1"/>
                </a:solidFill>
                <a:latin typeface="Maven Pro" panose="020B0604020202020204" charset="0"/>
              </a:rPr>
              <a:t>. </a:t>
            </a:r>
            <a:r>
              <a:rPr lang="vi-VN" dirty="0">
                <a:solidFill>
                  <a:schemeClr val="bg1"/>
                </a:solidFill>
                <a:latin typeface="Maven Pro" panose="020B0604020202020204" charset="0"/>
              </a:rPr>
              <a:t>Hàng đợi sẵn sàng dùng chung </a:t>
            </a:r>
            <a:endParaRPr lang="en-US" dirty="0">
              <a:solidFill>
                <a:schemeClr val="bg1"/>
              </a:solidFill>
              <a:latin typeface="Maven Pro" panose="020B0604020202020204" charset="0"/>
            </a:endParaRPr>
          </a:p>
          <a:p>
            <a:r>
              <a:rPr lang="vi-VN" dirty="0">
                <a:solidFill>
                  <a:schemeClr val="bg1"/>
                </a:solidFill>
                <a:latin typeface="Maven Pro" panose="020B0604020202020204" charset="0"/>
              </a:rPr>
              <a:t>Vấn đề dùng chung cấu trúc dữ liêu (hàng đợi): </a:t>
            </a:r>
            <a:endParaRPr lang="en-US" dirty="0">
              <a:solidFill>
                <a:schemeClr val="bg1"/>
              </a:solidFill>
              <a:latin typeface="Maven Pro" panose="020B0604020202020204" charset="0"/>
            </a:endParaRPr>
          </a:p>
          <a:p>
            <a:r>
              <a:rPr lang="en-US" dirty="0">
                <a:solidFill>
                  <a:schemeClr val="bg1"/>
                </a:solidFill>
                <a:latin typeface="Maven Pro" panose="020B0604020202020204" charset="0"/>
              </a:rPr>
              <a:t>     </a:t>
            </a:r>
            <a:r>
              <a:rPr lang="vi-VN" dirty="0">
                <a:solidFill>
                  <a:schemeClr val="bg1"/>
                </a:solidFill>
                <a:latin typeface="Maven Pro" panose="020B0604020202020204" charset="0"/>
              </a:rPr>
              <a:t>- Một tiến trình được lựa chọn bởi 2 </a:t>
            </a:r>
            <a:r>
              <a:rPr lang="vi-VN" dirty="0" err="1">
                <a:solidFill>
                  <a:schemeClr val="bg1"/>
                </a:solidFill>
                <a:latin typeface="Maven Pro" panose="020B0604020202020204" charset="0"/>
              </a:rPr>
              <a:t>processors</a:t>
            </a:r>
            <a:r>
              <a:rPr lang="vi-VN" dirty="0">
                <a:solidFill>
                  <a:schemeClr val="bg1"/>
                </a:solidFill>
                <a:latin typeface="Maven Pro" panose="020B0604020202020204" charset="0"/>
              </a:rPr>
              <a:t> hoặc một tiến trình bị thất lạc trên hàng đợi </a:t>
            </a:r>
            <a:endParaRPr lang="en-US" dirty="0">
              <a:solidFill>
                <a:schemeClr val="bg1"/>
              </a:solidFill>
              <a:latin typeface="Maven Pro" panose="020B0604020202020204" charset="0"/>
            </a:endParaRPr>
          </a:p>
          <a:p>
            <a:r>
              <a:rPr lang="vi-VN" dirty="0">
                <a:solidFill>
                  <a:schemeClr val="bg1"/>
                </a:solidFill>
                <a:latin typeface="Maven Pro" panose="020B0604020202020204" charset="0"/>
              </a:rPr>
              <a:t>Đa xử lý không đối xứng </a:t>
            </a:r>
            <a:endParaRPr lang="en-US" dirty="0">
              <a:solidFill>
                <a:schemeClr val="bg1"/>
              </a:solidFill>
              <a:latin typeface="Maven Pro" panose="020B0604020202020204" charset="0"/>
            </a:endParaRPr>
          </a:p>
          <a:p>
            <a:r>
              <a:rPr lang="en-US" dirty="0">
                <a:solidFill>
                  <a:schemeClr val="bg1"/>
                </a:solidFill>
                <a:latin typeface="Maven Pro" panose="020B0604020202020204" charset="0"/>
              </a:rPr>
              <a:t>     </a:t>
            </a:r>
            <a:r>
              <a:rPr lang="vi-VN" dirty="0">
                <a:solidFill>
                  <a:schemeClr val="bg1"/>
                </a:solidFill>
                <a:latin typeface="Maven Pro" panose="020B0604020202020204" charset="0"/>
              </a:rPr>
              <a:t>- Chỉ có một </a:t>
            </a:r>
            <a:r>
              <a:rPr lang="vi-VN" dirty="0" err="1">
                <a:solidFill>
                  <a:schemeClr val="bg1"/>
                </a:solidFill>
                <a:latin typeface="Maven Pro" panose="020B0604020202020204" charset="0"/>
              </a:rPr>
              <a:t>processor</a:t>
            </a:r>
            <a:r>
              <a:rPr lang="vi-VN" dirty="0">
                <a:solidFill>
                  <a:schemeClr val="bg1"/>
                </a:solidFill>
                <a:latin typeface="Maven Pro" panose="020B0604020202020204" charset="0"/>
              </a:rPr>
              <a:t> truy nhập hàng đợi hủy bỏ vấn đề dùng chung cơ sở dữ liệu </a:t>
            </a:r>
            <a:endParaRPr lang="en-US" dirty="0">
              <a:solidFill>
                <a:schemeClr val="bg1"/>
              </a:solidFill>
              <a:latin typeface="Maven Pro" panose="020B0604020202020204" charset="0"/>
            </a:endParaRPr>
          </a:p>
          <a:p>
            <a:r>
              <a:rPr lang="en-US" dirty="0">
                <a:solidFill>
                  <a:schemeClr val="bg1"/>
                </a:solidFill>
                <a:latin typeface="Maven Pro" panose="020B0604020202020204" charset="0"/>
              </a:rPr>
              <a:t>     </a:t>
            </a:r>
            <a:r>
              <a:rPr lang="vi-VN" dirty="0">
                <a:solidFill>
                  <a:schemeClr val="bg1"/>
                </a:solidFill>
                <a:latin typeface="Maven Pro" panose="020B0604020202020204" charset="0"/>
              </a:rPr>
              <a:t>- Có thể tắc nghẽn tại một </a:t>
            </a:r>
            <a:r>
              <a:rPr lang="vi-VN" dirty="0" err="1">
                <a:solidFill>
                  <a:schemeClr val="bg1"/>
                </a:solidFill>
                <a:latin typeface="Maven Pro" panose="020B0604020202020204" charset="0"/>
              </a:rPr>
              <a:t>processor</a:t>
            </a:r>
            <a:endParaRPr lang="en-US" dirty="0">
              <a:solidFill>
                <a:schemeClr val="bg1"/>
              </a:solidFill>
              <a:latin typeface="Maven Pro" panose="020B06040202020202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9" name="Google Shape;689;p32"/>
          <p:cNvSpPr/>
          <p:nvPr/>
        </p:nvSpPr>
        <p:spPr>
          <a:xfrm>
            <a:off x="5782875" y="1868575"/>
            <a:ext cx="10851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solidFill>
                  <a:schemeClr val="dk2"/>
                </a:solidFill>
              </a:rPr>
              <a:t>04</a:t>
            </a:r>
            <a:endParaRPr dirty="0">
              <a:solidFill>
                <a:schemeClr val="dk2"/>
              </a:solidFill>
            </a:endParaRPr>
          </a:p>
        </p:txBody>
      </p:sp>
      <p:sp>
        <p:nvSpPr>
          <p:cNvPr id="691" name="Google Shape;691;p32"/>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3" name="Google Shape;693;p32"/>
          <p:cNvCxnSpPr>
            <a:stCxn id="689"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
        <p:nvSpPr>
          <p:cNvPr id="4" name="Google Shape;474;p27">
            <a:extLst>
              <a:ext uri="{FF2B5EF4-FFF2-40B4-BE49-F238E27FC236}">
                <a16:creationId xmlns:a16="http://schemas.microsoft.com/office/drawing/2014/main" id="{5DE7F66F-A443-C185-23C4-42E730D10526}"/>
              </a:ext>
            </a:extLst>
          </p:cNvPr>
          <p:cNvSpPr txBox="1">
            <a:spLocks noGrp="1"/>
          </p:cNvSpPr>
          <p:nvPr>
            <p:ph type="ctrTitle"/>
          </p:nvPr>
        </p:nvSpPr>
        <p:spPr>
          <a:xfrm>
            <a:off x="2102883" y="2197387"/>
            <a:ext cx="3679942" cy="100527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400" dirty="0">
                <a:latin typeface="Mali" panose="00000500000000000000" pitchFamily="2" charset="-34"/>
                <a:cs typeface="Mali" panose="00000500000000000000" pitchFamily="2" charset="-34"/>
              </a:rPr>
              <a:t>TÀI NGUYÊN GĂNG VÀ ĐIỀU ĐỘ TIẾN TRÌNH</a:t>
            </a:r>
            <a:endParaRPr sz="2400" dirty="0">
              <a:latin typeface="Mali" panose="00000500000000000000" pitchFamily="2" charset="-34"/>
              <a:cs typeface="Mali" panose="00000500000000000000" pitchFamily="2" charset="-34"/>
            </a:endParaRPr>
          </a:p>
        </p:txBody>
      </p:sp>
    </p:spTree>
    <p:extLst>
      <p:ext uri="{BB962C8B-B14F-4D97-AF65-F5344CB8AC3E}">
        <p14:creationId xmlns:p14="http://schemas.microsoft.com/office/powerpoint/2010/main" val="260727217"/>
      </p:ext>
    </p:extLst>
  </p:cSld>
  <p:clrMapOvr>
    <a:masterClrMapping/>
  </p:clrMapOvr>
  <p:transition spd="med">
    <p:pull/>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44"/>
          <p:cNvSpPr/>
          <p:nvPr/>
        </p:nvSpPr>
        <p:spPr>
          <a:xfrm>
            <a:off x="966537" y="1190403"/>
            <a:ext cx="7524000" cy="3088435"/>
          </a:xfrm>
          <a:prstGeom prst="roundRect">
            <a:avLst>
              <a:gd name="adj" fmla="val 1666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4"/>
          <p:cNvSpPr/>
          <p:nvPr/>
        </p:nvSpPr>
        <p:spPr>
          <a:xfrm>
            <a:off x="1100191" y="1367172"/>
            <a:ext cx="7256700" cy="2824671"/>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4"/>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b="1" dirty="0">
                <a:latin typeface="Maven Pro" panose="020B0604020202020204" charset="0"/>
              </a:rPr>
              <a:t>KHÁI NIỆM</a:t>
            </a:r>
            <a:endParaRPr b="1" dirty="0">
              <a:latin typeface="Maven Pro" panose="020B0604020202020204" charset="0"/>
            </a:endParaRPr>
          </a:p>
        </p:txBody>
      </p:sp>
      <p:grpSp>
        <p:nvGrpSpPr>
          <p:cNvPr id="1244" name="Google Shape;1244;p44"/>
          <p:cNvGrpSpPr/>
          <p:nvPr/>
        </p:nvGrpSpPr>
        <p:grpSpPr>
          <a:xfrm>
            <a:off x="4477105" y="4278838"/>
            <a:ext cx="1392074" cy="1296849"/>
            <a:chOff x="3670385" y="272942"/>
            <a:chExt cx="3706265" cy="2914923"/>
          </a:xfrm>
        </p:grpSpPr>
        <p:sp>
          <p:nvSpPr>
            <p:cNvPr id="1245" name="Google Shape;1245;p44"/>
            <p:cNvSpPr/>
            <p:nvPr/>
          </p:nvSpPr>
          <p:spPr>
            <a:xfrm>
              <a:off x="4882900" y="2852675"/>
              <a:ext cx="2493750" cy="5275"/>
            </a:xfrm>
            <a:custGeom>
              <a:avLst/>
              <a:gdLst/>
              <a:ahLst/>
              <a:cxnLst/>
              <a:rect l="l" t="t" r="r" b="b"/>
              <a:pathLst>
                <a:path w="99750" h="211" extrusionOk="0">
                  <a:moveTo>
                    <a:pt x="1" y="1"/>
                  </a:moveTo>
                  <a:lnTo>
                    <a:pt x="1" y="210"/>
                  </a:lnTo>
                  <a:lnTo>
                    <a:pt x="99749" y="210"/>
                  </a:lnTo>
                  <a:lnTo>
                    <a:pt x="99749"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4"/>
            <p:cNvSpPr/>
            <p:nvPr/>
          </p:nvSpPr>
          <p:spPr>
            <a:xfrm>
              <a:off x="3670385" y="272942"/>
              <a:ext cx="1082976" cy="2914923"/>
            </a:xfrm>
            <a:custGeom>
              <a:avLst/>
              <a:gdLst/>
              <a:ahLst/>
              <a:cxnLst/>
              <a:rect l="l" t="t" r="r" b="b"/>
              <a:pathLst>
                <a:path w="43319" h="94995" extrusionOk="0">
                  <a:moveTo>
                    <a:pt x="0" y="1"/>
                  </a:moveTo>
                  <a:lnTo>
                    <a:pt x="0" y="30716"/>
                  </a:lnTo>
                  <a:lnTo>
                    <a:pt x="43127" y="30716"/>
                  </a:lnTo>
                  <a:lnTo>
                    <a:pt x="43127" y="94994"/>
                  </a:lnTo>
                  <a:lnTo>
                    <a:pt x="43319" y="94994"/>
                  </a:lnTo>
                  <a:lnTo>
                    <a:pt x="43319" y="30523"/>
                  </a:lnTo>
                  <a:lnTo>
                    <a:pt x="210" y="30523"/>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7" name="Google Shape;1247;p44"/>
            <p:cNvSpPr/>
            <p:nvPr/>
          </p:nvSpPr>
          <p:spPr>
            <a:xfrm>
              <a:off x="6127150" y="2700150"/>
              <a:ext cx="105350" cy="107100"/>
            </a:xfrm>
            <a:custGeom>
              <a:avLst/>
              <a:gdLst/>
              <a:ahLst/>
              <a:cxnLst/>
              <a:rect l="l" t="t" r="r" b="b"/>
              <a:pathLst>
                <a:path w="4214" h="4284" extrusionOk="0">
                  <a:moveTo>
                    <a:pt x="0" y="1"/>
                  </a:moveTo>
                  <a:lnTo>
                    <a:pt x="0" y="4284"/>
                  </a:lnTo>
                  <a:lnTo>
                    <a:pt x="4213" y="4284"/>
                  </a:lnTo>
                  <a:lnTo>
                    <a:pt x="4213" y="4074"/>
                  </a:lnTo>
                  <a:lnTo>
                    <a:pt x="210" y="4074"/>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Hộp Văn bản 1">
            <a:extLst>
              <a:ext uri="{FF2B5EF4-FFF2-40B4-BE49-F238E27FC236}">
                <a16:creationId xmlns:a16="http://schemas.microsoft.com/office/drawing/2014/main" id="{B7135F0F-073C-804F-A081-ECDDA675B47A}"/>
              </a:ext>
            </a:extLst>
          </p:cNvPr>
          <p:cNvSpPr txBox="1"/>
          <p:nvPr/>
        </p:nvSpPr>
        <p:spPr>
          <a:xfrm>
            <a:off x="1270861" y="1440206"/>
            <a:ext cx="6819254" cy="2585323"/>
          </a:xfrm>
          <a:prstGeom prst="rect">
            <a:avLst/>
          </a:prstGeom>
          <a:noFill/>
        </p:spPr>
        <p:txBody>
          <a:bodyPr wrap="square" rtlCol="0">
            <a:spAutoFit/>
          </a:bodyPr>
          <a:lstStyle/>
          <a:p>
            <a:r>
              <a:rPr lang="en-US" sz="1800" dirty="0">
                <a:solidFill>
                  <a:schemeClr val="bg1"/>
                </a:solidFill>
                <a:latin typeface="Maven Pro" panose="020B0604020202020204" charset="0"/>
              </a:rPr>
              <a:t>- </a:t>
            </a:r>
            <a:r>
              <a:rPr lang="vi-VN" sz="1800" dirty="0">
                <a:solidFill>
                  <a:schemeClr val="bg1"/>
                </a:solidFill>
                <a:latin typeface="Maven Pro" panose="020B0604020202020204" charset="0"/>
              </a:rPr>
              <a:t>Trong hệ đa chương có nhiều </a:t>
            </a:r>
            <a:r>
              <a:rPr lang="vi-VN" sz="1800" dirty="0" err="1">
                <a:solidFill>
                  <a:schemeClr val="bg1"/>
                </a:solidFill>
                <a:latin typeface="Maven Pro" panose="020B0604020202020204" charset="0"/>
              </a:rPr>
              <a:t>process</a:t>
            </a:r>
            <a:r>
              <a:rPr lang="vi-VN" sz="1800" dirty="0">
                <a:solidFill>
                  <a:schemeClr val="bg1"/>
                </a:solidFill>
                <a:latin typeface="Maven Pro" panose="020B0604020202020204" charset="0"/>
              </a:rPr>
              <a:t> hoạt động song hành, mỗi </a:t>
            </a:r>
            <a:r>
              <a:rPr lang="vi-VN" sz="1800" dirty="0" err="1">
                <a:solidFill>
                  <a:schemeClr val="bg1"/>
                </a:solidFill>
                <a:latin typeface="Maven Pro" panose="020B0604020202020204" charset="0"/>
              </a:rPr>
              <a:t>process</a:t>
            </a:r>
            <a:r>
              <a:rPr lang="vi-VN" sz="1800" dirty="0">
                <a:solidFill>
                  <a:schemeClr val="bg1"/>
                </a:solidFill>
                <a:latin typeface="Maven Pro" panose="020B0604020202020204" charset="0"/>
              </a:rPr>
              <a:t> có 1 không gian làm việc độc lập, không ai có thể truy xuất trực tiếp không gian làm việc của mỗi </a:t>
            </a:r>
            <a:r>
              <a:rPr lang="vi-VN" sz="1800" dirty="0" err="1">
                <a:solidFill>
                  <a:schemeClr val="bg1"/>
                </a:solidFill>
                <a:latin typeface="Maven Pro" panose="020B0604020202020204" charset="0"/>
              </a:rPr>
              <a:t>process</a:t>
            </a:r>
            <a:r>
              <a:rPr lang="vi-VN" sz="1800" dirty="0">
                <a:solidFill>
                  <a:schemeClr val="bg1"/>
                </a:solidFill>
                <a:latin typeface="Maven Pro" panose="020B0604020202020204" charset="0"/>
              </a:rPr>
              <a:t> </a:t>
            </a:r>
            <a:endParaRPr lang="en-US" sz="1800" dirty="0">
              <a:solidFill>
                <a:schemeClr val="bg1"/>
              </a:solidFill>
              <a:latin typeface="Maven Pro" panose="020B0604020202020204" charset="0"/>
            </a:endParaRPr>
          </a:p>
          <a:p>
            <a:r>
              <a:rPr lang="en-US" sz="1800" dirty="0">
                <a:solidFill>
                  <a:schemeClr val="bg1"/>
                </a:solidFill>
                <a:latin typeface="Maven Pro" panose="020B0604020202020204" charset="0"/>
              </a:rPr>
              <a:t>- </a:t>
            </a:r>
            <a:r>
              <a:rPr lang="vi-VN" sz="1800" dirty="0">
                <a:solidFill>
                  <a:schemeClr val="bg1"/>
                </a:solidFill>
                <a:latin typeface="Maven Pro" panose="020B0604020202020204" charset="0"/>
              </a:rPr>
              <a:t>Khi 2 hay nhiều </a:t>
            </a:r>
            <a:r>
              <a:rPr lang="vi-VN" sz="1800" dirty="0" err="1">
                <a:solidFill>
                  <a:schemeClr val="bg1"/>
                </a:solidFill>
                <a:latin typeface="Maven Pro" panose="020B0604020202020204" charset="0"/>
              </a:rPr>
              <a:t>process</a:t>
            </a:r>
            <a:r>
              <a:rPr lang="vi-VN" sz="1800" dirty="0">
                <a:solidFill>
                  <a:schemeClr val="bg1"/>
                </a:solidFill>
                <a:latin typeface="Maven Pro" panose="020B0604020202020204" charset="0"/>
              </a:rPr>
              <a:t> cần trao đổi dữ liệu ta cần cung cấp cơ chế cho chúng. Có 2 cơ chế giao tiếp chính giữa những </a:t>
            </a:r>
            <a:r>
              <a:rPr lang="vi-VN" sz="1800" dirty="0" err="1">
                <a:solidFill>
                  <a:schemeClr val="bg1"/>
                </a:solidFill>
                <a:latin typeface="Maven Pro" panose="020B0604020202020204" charset="0"/>
              </a:rPr>
              <a:t>process</a:t>
            </a:r>
            <a:r>
              <a:rPr lang="vi-VN" sz="1800" dirty="0">
                <a:solidFill>
                  <a:schemeClr val="bg1"/>
                </a:solidFill>
                <a:latin typeface="Maven Pro" panose="020B0604020202020204" charset="0"/>
              </a:rPr>
              <a:t> là : truy xuất bộ nhớ và gửi nhận thông điệp </a:t>
            </a:r>
            <a:endParaRPr lang="en-US" sz="1800" dirty="0">
              <a:solidFill>
                <a:schemeClr val="bg1"/>
              </a:solidFill>
              <a:latin typeface="Maven Pro" panose="020B0604020202020204" charset="0"/>
            </a:endParaRPr>
          </a:p>
          <a:p>
            <a:r>
              <a:rPr lang="en-US" sz="1800" dirty="0">
                <a:solidFill>
                  <a:schemeClr val="bg1"/>
                </a:solidFill>
                <a:latin typeface="Maven Pro" panose="020B0604020202020204" charset="0"/>
              </a:rPr>
              <a:t>- </a:t>
            </a:r>
            <a:r>
              <a:rPr lang="vi-VN" sz="1800" dirty="0">
                <a:solidFill>
                  <a:schemeClr val="bg1"/>
                </a:solidFill>
                <a:latin typeface="Maven Pro" panose="020B0604020202020204" charset="0"/>
              </a:rPr>
              <a:t>Truy xuất bộ nhớ dung chung là một trong nhiều hoạt động gây ra tương tranh. Như vậy ở đây bộ nhớ chung là một dạng tài nguyên “găng”</a:t>
            </a:r>
            <a:endParaRPr lang="en-US" sz="1800" dirty="0">
              <a:solidFill>
                <a:schemeClr val="bg1"/>
              </a:solidFill>
              <a:latin typeface="Maven Pro" panose="020B0604020202020204" charset="0"/>
            </a:endParaRPr>
          </a:p>
        </p:txBody>
      </p:sp>
    </p:spTree>
    <p:extLst>
      <p:ext uri="{BB962C8B-B14F-4D97-AF65-F5344CB8AC3E}">
        <p14:creationId xmlns:p14="http://schemas.microsoft.com/office/powerpoint/2010/main" val="7816195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44"/>
          <p:cNvSpPr/>
          <p:nvPr/>
        </p:nvSpPr>
        <p:spPr>
          <a:xfrm>
            <a:off x="966537" y="1190403"/>
            <a:ext cx="7524000" cy="3088435"/>
          </a:xfrm>
          <a:prstGeom prst="roundRect">
            <a:avLst>
              <a:gd name="adj" fmla="val 1666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4"/>
          <p:cNvSpPr/>
          <p:nvPr/>
        </p:nvSpPr>
        <p:spPr>
          <a:xfrm>
            <a:off x="1100191" y="1367172"/>
            <a:ext cx="7256700" cy="2824671"/>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4"/>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b="1" dirty="0">
                <a:latin typeface="Maven Pro" panose="020B0604020202020204" charset="0"/>
              </a:rPr>
              <a:t>ĐỊNH NGHĨA</a:t>
            </a:r>
            <a:endParaRPr b="1" dirty="0">
              <a:latin typeface="Maven Pro" panose="020B0604020202020204" charset="0"/>
            </a:endParaRPr>
          </a:p>
        </p:txBody>
      </p:sp>
      <p:grpSp>
        <p:nvGrpSpPr>
          <p:cNvPr id="1244" name="Google Shape;1244;p44"/>
          <p:cNvGrpSpPr/>
          <p:nvPr/>
        </p:nvGrpSpPr>
        <p:grpSpPr>
          <a:xfrm>
            <a:off x="4477105" y="4278838"/>
            <a:ext cx="1392074" cy="1296849"/>
            <a:chOff x="3670385" y="272942"/>
            <a:chExt cx="3706265" cy="2914923"/>
          </a:xfrm>
        </p:grpSpPr>
        <p:sp>
          <p:nvSpPr>
            <p:cNvPr id="1245" name="Google Shape;1245;p44"/>
            <p:cNvSpPr/>
            <p:nvPr/>
          </p:nvSpPr>
          <p:spPr>
            <a:xfrm>
              <a:off x="4882900" y="2852675"/>
              <a:ext cx="2493750" cy="5275"/>
            </a:xfrm>
            <a:custGeom>
              <a:avLst/>
              <a:gdLst/>
              <a:ahLst/>
              <a:cxnLst/>
              <a:rect l="l" t="t" r="r" b="b"/>
              <a:pathLst>
                <a:path w="99750" h="211" extrusionOk="0">
                  <a:moveTo>
                    <a:pt x="1" y="1"/>
                  </a:moveTo>
                  <a:lnTo>
                    <a:pt x="1" y="210"/>
                  </a:lnTo>
                  <a:lnTo>
                    <a:pt x="99749" y="210"/>
                  </a:lnTo>
                  <a:lnTo>
                    <a:pt x="99749"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4"/>
            <p:cNvSpPr/>
            <p:nvPr/>
          </p:nvSpPr>
          <p:spPr>
            <a:xfrm>
              <a:off x="3670385" y="272942"/>
              <a:ext cx="1082976" cy="2914923"/>
            </a:xfrm>
            <a:custGeom>
              <a:avLst/>
              <a:gdLst/>
              <a:ahLst/>
              <a:cxnLst/>
              <a:rect l="l" t="t" r="r" b="b"/>
              <a:pathLst>
                <a:path w="43319" h="94995" extrusionOk="0">
                  <a:moveTo>
                    <a:pt x="0" y="1"/>
                  </a:moveTo>
                  <a:lnTo>
                    <a:pt x="0" y="30716"/>
                  </a:lnTo>
                  <a:lnTo>
                    <a:pt x="43127" y="30716"/>
                  </a:lnTo>
                  <a:lnTo>
                    <a:pt x="43127" y="94994"/>
                  </a:lnTo>
                  <a:lnTo>
                    <a:pt x="43319" y="94994"/>
                  </a:lnTo>
                  <a:lnTo>
                    <a:pt x="43319" y="30523"/>
                  </a:lnTo>
                  <a:lnTo>
                    <a:pt x="210" y="30523"/>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7" name="Google Shape;1247;p44"/>
            <p:cNvSpPr/>
            <p:nvPr/>
          </p:nvSpPr>
          <p:spPr>
            <a:xfrm>
              <a:off x="6127150" y="2700150"/>
              <a:ext cx="105350" cy="107100"/>
            </a:xfrm>
            <a:custGeom>
              <a:avLst/>
              <a:gdLst/>
              <a:ahLst/>
              <a:cxnLst/>
              <a:rect l="l" t="t" r="r" b="b"/>
              <a:pathLst>
                <a:path w="4214" h="4284" extrusionOk="0">
                  <a:moveTo>
                    <a:pt x="0" y="1"/>
                  </a:moveTo>
                  <a:lnTo>
                    <a:pt x="0" y="4284"/>
                  </a:lnTo>
                  <a:lnTo>
                    <a:pt x="4213" y="4284"/>
                  </a:lnTo>
                  <a:lnTo>
                    <a:pt x="4213" y="4074"/>
                  </a:lnTo>
                  <a:lnTo>
                    <a:pt x="210" y="4074"/>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Hộp Văn bản 1">
            <a:extLst>
              <a:ext uri="{FF2B5EF4-FFF2-40B4-BE49-F238E27FC236}">
                <a16:creationId xmlns:a16="http://schemas.microsoft.com/office/drawing/2014/main" id="{B7135F0F-073C-804F-A081-ECDDA675B47A}"/>
              </a:ext>
            </a:extLst>
          </p:cNvPr>
          <p:cNvSpPr txBox="1"/>
          <p:nvPr/>
        </p:nvSpPr>
        <p:spPr>
          <a:xfrm>
            <a:off x="1270861" y="1346963"/>
            <a:ext cx="6819254" cy="2554545"/>
          </a:xfrm>
          <a:prstGeom prst="rect">
            <a:avLst/>
          </a:prstGeom>
          <a:noFill/>
        </p:spPr>
        <p:txBody>
          <a:bodyPr wrap="square" rtlCol="0">
            <a:spAutoFit/>
          </a:bodyPr>
          <a:lstStyle/>
          <a:p>
            <a:endParaRPr lang="en-US" sz="1600" dirty="0">
              <a:solidFill>
                <a:schemeClr val="bg1"/>
              </a:solidFill>
              <a:latin typeface="Maven Pro" panose="020B0604020202020204" charset="0"/>
            </a:endParaRPr>
          </a:p>
          <a:p>
            <a:pPr marL="285750" indent="-285750">
              <a:buFont typeface="Wingdings" panose="05000000000000000000" pitchFamily="2" charset="2"/>
              <a:buChar char="Ø"/>
            </a:pPr>
            <a:r>
              <a:rPr lang="vi-VN" sz="1600" dirty="0">
                <a:solidFill>
                  <a:schemeClr val="bg1"/>
                </a:solidFill>
                <a:latin typeface="Maven Pro" panose="020B0604020202020204" charset="0"/>
              </a:rPr>
              <a:t>Tài nguyên: tất cả những gì cần thiết cho thực hiện tiến trình </a:t>
            </a:r>
            <a:endParaRPr lang="en-US" sz="1600" dirty="0">
              <a:solidFill>
                <a:schemeClr val="bg1"/>
              </a:solidFill>
              <a:latin typeface="Maven Pro" panose="020B0604020202020204" charset="0"/>
            </a:endParaRPr>
          </a:p>
          <a:p>
            <a:pPr marL="285750" indent="-285750">
              <a:buFont typeface="Wingdings" panose="05000000000000000000" pitchFamily="2" charset="2"/>
              <a:buChar char="Ø"/>
            </a:pPr>
            <a:r>
              <a:rPr lang="vi-VN" sz="1600" dirty="0">
                <a:solidFill>
                  <a:schemeClr val="bg1"/>
                </a:solidFill>
                <a:latin typeface="Maven Pro" panose="020B0604020202020204" charset="0"/>
              </a:rPr>
              <a:t>Tài nguyên găng: Tài nguyên hạn chế về khả năng sử dụng chung cần đồng thời cho nhiều tiến trình. Tài nguyên găng có thể là thiết bị vật lý hay dữ liệu dùng chung </a:t>
            </a:r>
            <a:endParaRPr lang="en-US" sz="1600" dirty="0">
              <a:solidFill>
                <a:schemeClr val="bg1"/>
              </a:solidFill>
              <a:latin typeface="Maven Pro" panose="020B0604020202020204" charset="0"/>
            </a:endParaRPr>
          </a:p>
          <a:p>
            <a:pPr marL="285750" indent="-285750">
              <a:buFont typeface="Wingdings" panose="05000000000000000000" pitchFamily="2" charset="2"/>
              <a:buChar char="Ø"/>
            </a:pPr>
            <a:r>
              <a:rPr lang="en-US" sz="1600" dirty="0" err="1">
                <a:solidFill>
                  <a:schemeClr val="bg1"/>
                </a:solidFill>
                <a:latin typeface="Maven Pro" panose="020B0604020202020204" charset="0"/>
              </a:rPr>
              <a:t>Vấn</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đề</a:t>
            </a:r>
            <a:r>
              <a:rPr lang="en-US" sz="1600" dirty="0">
                <a:solidFill>
                  <a:schemeClr val="bg1"/>
                </a:solidFill>
                <a:latin typeface="Maven Pro" panose="020B0604020202020204" charset="0"/>
              </a:rPr>
              <a:t>: </a:t>
            </a:r>
            <a:r>
              <a:rPr lang="en-US" sz="1600" dirty="0" err="1">
                <a:solidFill>
                  <a:schemeClr val="bg1"/>
                </a:solidFill>
                <a:latin typeface="Maven Pro" panose="020B0604020202020204" charset="0"/>
              </a:rPr>
              <a:t>dùng</a:t>
            </a:r>
            <a:r>
              <a:rPr lang="vi-VN" sz="1600" dirty="0">
                <a:solidFill>
                  <a:schemeClr val="bg1"/>
                </a:solidFill>
                <a:latin typeface="Maven Pro" panose="020B0604020202020204" charset="0"/>
              </a:rPr>
              <a:t> chung tài nguyên găng có thể dẫn đến không đảm bảo tính toàn vẹn dữ liệu </a:t>
            </a:r>
            <a:endParaRPr lang="en-US" sz="1600" dirty="0">
              <a:solidFill>
                <a:schemeClr val="bg1"/>
              </a:solidFill>
              <a:latin typeface="Maven Pro" panose="020B0604020202020204" charset="0"/>
            </a:endParaRPr>
          </a:p>
          <a:p>
            <a:pPr marL="285750" indent="-285750">
              <a:buFont typeface="Wingdings" panose="05000000000000000000" pitchFamily="2" charset="2"/>
              <a:buChar char="Ø"/>
            </a:pPr>
            <a:r>
              <a:rPr lang="vi-VN" sz="1600" dirty="0">
                <a:solidFill>
                  <a:schemeClr val="bg1"/>
                </a:solidFill>
                <a:latin typeface="Maven Pro" panose="020B0604020202020204" charset="0"/>
              </a:rPr>
              <a:t>Đoạn Găng (</a:t>
            </a:r>
            <a:r>
              <a:rPr lang="vi-VN" sz="1600" dirty="0" err="1">
                <a:solidFill>
                  <a:schemeClr val="bg1"/>
                </a:solidFill>
                <a:latin typeface="Maven Pro" panose="020B0604020202020204" charset="0"/>
              </a:rPr>
              <a:t>Critical</a:t>
            </a:r>
            <a:r>
              <a:rPr lang="vi-VN" sz="1600" dirty="0">
                <a:solidFill>
                  <a:schemeClr val="bg1"/>
                </a:solidFill>
                <a:latin typeface="Maven Pro" panose="020B0604020202020204" charset="0"/>
              </a:rPr>
              <a:t> </a:t>
            </a:r>
            <a:r>
              <a:rPr lang="vi-VN" sz="1600" dirty="0" err="1">
                <a:solidFill>
                  <a:schemeClr val="bg1"/>
                </a:solidFill>
                <a:latin typeface="Maven Pro" panose="020B0604020202020204" charset="0"/>
              </a:rPr>
              <a:t>Section</a:t>
            </a:r>
            <a:r>
              <a:rPr lang="vi-VN" sz="1600" dirty="0">
                <a:solidFill>
                  <a:schemeClr val="bg1"/>
                </a:solidFill>
                <a:latin typeface="Maven Pro" panose="020B0604020202020204" charset="0"/>
              </a:rPr>
              <a:t>): Đoạn găng (chỗ hẹp) là đoạn chương trình sử dụng tài nguyên gang</a:t>
            </a:r>
            <a:r>
              <a:rPr lang="en-US" sz="1600" dirty="0">
                <a:solidFill>
                  <a:schemeClr val="bg1"/>
                </a:solidFill>
                <a:latin typeface="Maven Pro" panose="020B0604020202020204" charset="0"/>
              </a:rPr>
              <a:t>. </a:t>
            </a:r>
            <a:r>
              <a:rPr lang="vi-VN" sz="1600" dirty="0">
                <a:solidFill>
                  <a:schemeClr val="bg1"/>
                </a:solidFill>
                <a:latin typeface="Maven Pro" panose="020B0604020202020204" charset="0"/>
              </a:rPr>
              <a:t>Khi có nhiều tiến trình sử dụng tài nguyên găng thì phải điều độ </a:t>
            </a:r>
            <a:endParaRPr lang="en-US" sz="1200" dirty="0">
              <a:solidFill>
                <a:schemeClr val="bg1"/>
              </a:solidFill>
              <a:latin typeface="Maven Pro" panose="020B0604020202020204" charset="0"/>
            </a:endParaRPr>
          </a:p>
        </p:txBody>
      </p:sp>
    </p:spTree>
    <p:extLst>
      <p:ext uri="{BB962C8B-B14F-4D97-AF65-F5344CB8AC3E}">
        <p14:creationId xmlns:p14="http://schemas.microsoft.com/office/powerpoint/2010/main" val="350632292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44"/>
          <p:cNvSpPr/>
          <p:nvPr/>
        </p:nvSpPr>
        <p:spPr>
          <a:xfrm>
            <a:off x="966537" y="1275765"/>
            <a:ext cx="7524000" cy="3088435"/>
          </a:xfrm>
          <a:prstGeom prst="roundRect">
            <a:avLst>
              <a:gd name="adj" fmla="val 1666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4"/>
          <p:cNvSpPr/>
          <p:nvPr/>
        </p:nvSpPr>
        <p:spPr>
          <a:xfrm>
            <a:off x="1100191" y="1452534"/>
            <a:ext cx="7256700" cy="2824671"/>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4"/>
          <p:cNvSpPr txBox="1">
            <a:spLocks noGrp="1"/>
          </p:cNvSpPr>
          <p:nvPr>
            <p:ph type="ctrTitle"/>
          </p:nvPr>
        </p:nvSpPr>
        <p:spPr>
          <a:xfrm>
            <a:off x="417347" y="570259"/>
            <a:ext cx="491407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b="1" dirty="0">
                <a:latin typeface="Maven Pro" panose="020B0604020202020204" charset="0"/>
              </a:rPr>
              <a:t>Các phương pháp giải quyết bài toán tới hạn </a:t>
            </a:r>
            <a:endParaRPr b="1" dirty="0">
              <a:latin typeface="Maven Pro" panose="020B0604020202020204" charset="0"/>
            </a:endParaRPr>
          </a:p>
        </p:txBody>
      </p:sp>
      <p:grpSp>
        <p:nvGrpSpPr>
          <p:cNvPr id="1244" name="Google Shape;1244;p44"/>
          <p:cNvGrpSpPr/>
          <p:nvPr/>
        </p:nvGrpSpPr>
        <p:grpSpPr>
          <a:xfrm>
            <a:off x="4515851" y="4363579"/>
            <a:ext cx="1392074" cy="1296849"/>
            <a:chOff x="3670385" y="272942"/>
            <a:chExt cx="3706265" cy="2914923"/>
          </a:xfrm>
        </p:grpSpPr>
        <p:sp>
          <p:nvSpPr>
            <p:cNvPr id="1245" name="Google Shape;1245;p44"/>
            <p:cNvSpPr/>
            <p:nvPr/>
          </p:nvSpPr>
          <p:spPr>
            <a:xfrm>
              <a:off x="4882900" y="2852675"/>
              <a:ext cx="2493750" cy="5275"/>
            </a:xfrm>
            <a:custGeom>
              <a:avLst/>
              <a:gdLst/>
              <a:ahLst/>
              <a:cxnLst/>
              <a:rect l="l" t="t" r="r" b="b"/>
              <a:pathLst>
                <a:path w="99750" h="211" extrusionOk="0">
                  <a:moveTo>
                    <a:pt x="1" y="1"/>
                  </a:moveTo>
                  <a:lnTo>
                    <a:pt x="1" y="210"/>
                  </a:lnTo>
                  <a:lnTo>
                    <a:pt x="99749" y="210"/>
                  </a:lnTo>
                  <a:lnTo>
                    <a:pt x="99749"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4"/>
            <p:cNvSpPr/>
            <p:nvPr/>
          </p:nvSpPr>
          <p:spPr>
            <a:xfrm>
              <a:off x="3670385" y="272942"/>
              <a:ext cx="1082976" cy="2914923"/>
            </a:xfrm>
            <a:custGeom>
              <a:avLst/>
              <a:gdLst/>
              <a:ahLst/>
              <a:cxnLst/>
              <a:rect l="l" t="t" r="r" b="b"/>
              <a:pathLst>
                <a:path w="43319" h="94995" extrusionOk="0">
                  <a:moveTo>
                    <a:pt x="0" y="1"/>
                  </a:moveTo>
                  <a:lnTo>
                    <a:pt x="0" y="30716"/>
                  </a:lnTo>
                  <a:lnTo>
                    <a:pt x="43127" y="30716"/>
                  </a:lnTo>
                  <a:lnTo>
                    <a:pt x="43127" y="94994"/>
                  </a:lnTo>
                  <a:lnTo>
                    <a:pt x="43319" y="94994"/>
                  </a:lnTo>
                  <a:lnTo>
                    <a:pt x="43319" y="30523"/>
                  </a:lnTo>
                  <a:lnTo>
                    <a:pt x="210" y="30523"/>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7" name="Google Shape;1247;p44"/>
            <p:cNvSpPr/>
            <p:nvPr/>
          </p:nvSpPr>
          <p:spPr>
            <a:xfrm>
              <a:off x="6127150" y="2700150"/>
              <a:ext cx="105350" cy="107100"/>
            </a:xfrm>
            <a:custGeom>
              <a:avLst/>
              <a:gdLst/>
              <a:ahLst/>
              <a:cxnLst/>
              <a:rect l="l" t="t" r="r" b="b"/>
              <a:pathLst>
                <a:path w="4214" h="4284" extrusionOk="0">
                  <a:moveTo>
                    <a:pt x="0" y="1"/>
                  </a:moveTo>
                  <a:lnTo>
                    <a:pt x="0" y="4284"/>
                  </a:lnTo>
                  <a:lnTo>
                    <a:pt x="4213" y="4284"/>
                  </a:lnTo>
                  <a:lnTo>
                    <a:pt x="4213" y="4074"/>
                  </a:lnTo>
                  <a:lnTo>
                    <a:pt x="210" y="4074"/>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Hộp Văn bản 1">
            <a:extLst>
              <a:ext uri="{FF2B5EF4-FFF2-40B4-BE49-F238E27FC236}">
                <a16:creationId xmlns:a16="http://schemas.microsoft.com/office/drawing/2014/main" id="{B7135F0F-073C-804F-A081-ECDDA675B47A}"/>
              </a:ext>
            </a:extLst>
          </p:cNvPr>
          <p:cNvSpPr txBox="1"/>
          <p:nvPr/>
        </p:nvSpPr>
        <p:spPr>
          <a:xfrm>
            <a:off x="1309607" y="1559411"/>
            <a:ext cx="6819254" cy="2308324"/>
          </a:xfrm>
          <a:prstGeom prst="rect">
            <a:avLst/>
          </a:prstGeom>
          <a:noFill/>
        </p:spPr>
        <p:txBody>
          <a:bodyPr wrap="square" rtlCol="0">
            <a:spAutoFit/>
          </a:bodyPr>
          <a:lstStyle/>
          <a:p>
            <a:r>
              <a:rPr lang="vi-VN" sz="1800" b="1" dirty="0">
                <a:solidFill>
                  <a:schemeClr val="bg1"/>
                </a:solidFill>
                <a:latin typeface="Maven Pro" panose="020B0604020202020204" charset="0"/>
              </a:rPr>
              <a:t>Quy ước </a:t>
            </a:r>
            <a:endParaRPr lang="en-US" sz="1800" b="1" dirty="0">
              <a:solidFill>
                <a:schemeClr val="bg1"/>
              </a:solidFill>
              <a:latin typeface="Maven Pro" panose="020B0604020202020204" charset="0"/>
            </a:endParaRPr>
          </a:p>
          <a:p>
            <a:r>
              <a:rPr lang="vi-VN" sz="1800" dirty="0">
                <a:solidFill>
                  <a:schemeClr val="bg1"/>
                </a:solidFill>
                <a:latin typeface="Maven Pro" panose="020B0604020202020204" charset="0"/>
              </a:rPr>
              <a:t>- Có 2 tiến trình p1 và p2 thực hiện đồng thời </a:t>
            </a:r>
            <a:endParaRPr lang="en-US" sz="1800" dirty="0">
              <a:solidFill>
                <a:schemeClr val="bg1"/>
              </a:solidFill>
              <a:latin typeface="Maven Pro" panose="020B0604020202020204" charset="0"/>
            </a:endParaRPr>
          </a:p>
          <a:p>
            <a:r>
              <a:rPr lang="vi-VN" sz="1800" dirty="0">
                <a:solidFill>
                  <a:schemeClr val="bg1"/>
                </a:solidFill>
                <a:latin typeface="Maven Pro" panose="020B0604020202020204" charset="0"/>
              </a:rPr>
              <a:t>- Các tiến trình dung chung 1 tài nguyên găng </a:t>
            </a:r>
            <a:endParaRPr lang="en-US" sz="1800" dirty="0">
              <a:solidFill>
                <a:schemeClr val="bg1"/>
              </a:solidFill>
              <a:latin typeface="Maven Pro" panose="020B0604020202020204" charset="0"/>
            </a:endParaRPr>
          </a:p>
          <a:p>
            <a:r>
              <a:rPr lang="vi-VN" sz="1800" dirty="0">
                <a:solidFill>
                  <a:schemeClr val="bg1"/>
                </a:solidFill>
                <a:latin typeface="Maven Pro" panose="020B0604020202020204" charset="0"/>
              </a:rPr>
              <a:t>- Mỗi tiến trình đặt đoạn găng ở đầu , tiếp theo là phần còn lại 25 </a:t>
            </a:r>
            <a:endParaRPr lang="en-US" sz="1800" dirty="0">
              <a:solidFill>
                <a:schemeClr val="bg1"/>
              </a:solidFill>
              <a:latin typeface="Maven Pro" panose="020B0604020202020204" charset="0"/>
            </a:endParaRPr>
          </a:p>
          <a:p>
            <a:r>
              <a:rPr lang="en-US" sz="1800" dirty="0">
                <a:solidFill>
                  <a:schemeClr val="bg1"/>
                </a:solidFill>
                <a:latin typeface="Maven Pro" panose="020B0604020202020204" charset="0"/>
              </a:rPr>
              <a:t>    </a:t>
            </a:r>
            <a:r>
              <a:rPr lang="vi-VN" sz="1800" dirty="0">
                <a:solidFill>
                  <a:schemeClr val="bg1"/>
                </a:solidFill>
                <a:latin typeface="Maven Pro" panose="020B0604020202020204" charset="0"/>
              </a:rPr>
              <a:t>• Tiến trình phải xin phép trước khi vào đoạn găng {phần vào} </a:t>
            </a:r>
            <a:endParaRPr lang="en-US" sz="1800" dirty="0">
              <a:solidFill>
                <a:schemeClr val="bg1"/>
              </a:solidFill>
              <a:latin typeface="Maven Pro" panose="020B0604020202020204" charset="0"/>
            </a:endParaRPr>
          </a:p>
          <a:p>
            <a:r>
              <a:rPr lang="en-US" sz="1800" dirty="0">
                <a:solidFill>
                  <a:schemeClr val="bg1"/>
                </a:solidFill>
                <a:latin typeface="Maven Pro" panose="020B0604020202020204" charset="0"/>
              </a:rPr>
              <a:t>    </a:t>
            </a:r>
            <a:r>
              <a:rPr lang="vi-VN" sz="1800" dirty="0">
                <a:solidFill>
                  <a:schemeClr val="bg1"/>
                </a:solidFill>
                <a:latin typeface="Maven Pro" panose="020B0604020202020204" charset="0"/>
              </a:rPr>
              <a:t>• Tiến trình khi thoát khỏi đoạn găng thực hiện {phần ra} </a:t>
            </a:r>
            <a:endParaRPr lang="en-US" sz="1800" dirty="0">
              <a:solidFill>
                <a:schemeClr val="bg1"/>
              </a:solidFill>
              <a:latin typeface="Maven Pro" panose="020B0604020202020204" charset="0"/>
            </a:endParaRPr>
          </a:p>
        </p:txBody>
      </p:sp>
    </p:spTree>
    <p:extLst>
      <p:ext uri="{BB962C8B-B14F-4D97-AF65-F5344CB8AC3E}">
        <p14:creationId xmlns:p14="http://schemas.microsoft.com/office/powerpoint/2010/main" val="418229313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phụ 2">
            <a:extLst>
              <a:ext uri="{FF2B5EF4-FFF2-40B4-BE49-F238E27FC236}">
                <a16:creationId xmlns:a16="http://schemas.microsoft.com/office/drawing/2014/main" id="{0EB27599-C8D2-7BC3-B5AA-05A4D1D7A316}"/>
              </a:ext>
            </a:extLst>
          </p:cNvPr>
          <p:cNvSpPr>
            <a:spLocks noGrp="1"/>
          </p:cNvSpPr>
          <p:nvPr>
            <p:ph type="subTitle" idx="1"/>
          </p:nvPr>
        </p:nvSpPr>
        <p:spPr/>
        <p:txBody>
          <a:bodyPr/>
          <a:lstStyle/>
          <a:p>
            <a:endParaRPr lang="en-US"/>
          </a:p>
        </p:txBody>
      </p:sp>
      <p:pic>
        <p:nvPicPr>
          <p:cNvPr id="5" name="Hình ảnh 4">
            <a:extLst>
              <a:ext uri="{FF2B5EF4-FFF2-40B4-BE49-F238E27FC236}">
                <a16:creationId xmlns:a16="http://schemas.microsoft.com/office/drawing/2014/main" id="{F1698DF5-D5DA-DC03-16EA-5766B1CDD55A}"/>
              </a:ext>
            </a:extLst>
          </p:cNvPr>
          <p:cNvPicPr>
            <a:picLocks noChangeAspect="1"/>
          </p:cNvPicPr>
          <p:nvPr/>
        </p:nvPicPr>
        <p:blipFill>
          <a:blip r:embed="rId2"/>
          <a:stretch>
            <a:fillRect/>
          </a:stretch>
        </p:blipFill>
        <p:spPr>
          <a:xfrm>
            <a:off x="1717528" y="133224"/>
            <a:ext cx="5708943" cy="4877051"/>
          </a:xfrm>
          <a:prstGeom prst="rect">
            <a:avLst/>
          </a:prstGeom>
        </p:spPr>
      </p:pic>
    </p:spTree>
    <p:extLst>
      <p:ext uri="{BB962C8B-B14F-4D97-AF65-F5344CB8AC3E}">
        <p14:creationId xmlns:p14="http://schemas.microsoft.com/office/powerpoint/2010/main" val="534715733"/>
      </p:ext>
    </p:extLst>
  </p:cSld>
  <p:clrMapOvr>
    <a:masterClrMapping/>
  </p:clrMapOvr>
  <mc:AlternateContent xmlns:mc="http://schemas.openxmlformats.org/markup-compatibility/2006">
    <mc:Choice xmlns:p14="http://schemas.microsoft.com/office/powerpoint/2010/main" Requires="p14">
      <p:transition spd="slow" p14:dur="1400">
        <p:blinds/>
      </p:transition>
    </mc:Choice>
    <mc:Fallback>
      <p:transition spd="slow">
        <p:blind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42;p44">
            <a:extLst>
              <a:ext uri="{FF2B5EF4-FFF2-40B4-BE49-F238E27FC236}">
                <a16:creationId xmlns:a16="http://schemas.microsoft.com/office/drawing/2014/main" id="{82C88FD4-6331-D695-ABF3-7CD831F6837F}"/>
              </a:ext>
            </a:extLst>
          </p:cNvPr>
          <p:cNvSpPr txBox="1">
            <a:spLocks noGrp="1"/>
          </p:cNvSpPr>
          <p:nvPr>
            <p:ph type="ctrTitle"/>
          </p:nvPr>
        </p:nvSpPr>
        <p:spPr>
          <a:xfrm>
            <a:off x="270112" y="190550"/>
            <a:ext cx="491407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dirty="0">
                <a:latin typeface="Maven Pro" panose="020B0604020202020204" charset="0"/>
              </a:rPr>
              <a:t>b) </a:t>
            </a:r>
            <a:r>
              <a:rPr lang="en-US" sz="2800" b="1" dirty="0" err="1">
                <a:latin typeface="Maven Pro" panose="020B0604020202020204" charset="0"/>
              </a:rPr>
              <a:t>Thuật</a:t>
            </a:r>
            <a:r>
              <a:rPr lang="en-US" sz="2800" b="1" dirty="0">
                <a:latin typeface="Maven Pro" panose="020B0604020202020204" charset="0"/>
              </a:rPr>
              <a:t> </a:t>
            </a:r>
            <a:r>
              <a:rPr lang="en-US" sz="2800" b="1" dirty="0" err="1">
                <a:latin typeface="Maven Pro" panose="020B0604020202020204" charset="0"/>
              </a:rPr>
              <a:t>toán</a:t>
            </a:r>
            <a:r>
              <a:rPr lang="en-US" sz="2800" b="1" dirty="0">
                <a:latin typeface="Maven Pro" panose="020B0604020202020204" charset="0"/>
              </a:rPr>
              <a:t> Dekker</a:t>
            </a:r>
            <a:endParaRPr sz="7200" b="1" dirty="0">
              <a:latin typeface="Maven Pro" panose="020B0604020202020204" charset="0"/>
            </a:endParaRPr>
          </a:p>
        </p:txBody>
      </p:sp>
      <p:pic>
        <p:nvPicPr>
          <p:cNvPr id="7" name="Hình ảnh 6">
            <a:extLst>
              <a:ext uri="{FF2B5EF4-FFF2-40B4-BE49-F238E27FC236}">
                <a16:creationId xmlns:a16="http://schemas.microsoft.com/office/drawing/2014/main" id="{0AE5F9A6-B8BB-28F3-607F-F32BE69A64F4}"/>
              </a:ext>
            </a:extLst>
          </p:cNvPr>
          <p:cNvPicPr>
            <a:picLocks noChangeAspect="1"/>
          </p:cNvPicPr>
          <p:nvPr/>
        </p:nvPicPr>
        <p:blipFill>
          <a:blip r:embed="rId2"/>
          <a:stretch>
            <a:fillRect/>
          </a:stretch>
        </p:blipFill>
        <p:spPr>
          <a:xfrm>
            <a:off x="1163586" y="1083086"/>
            <a:ext cx="6678847" cy="3667143"/>
          </a:xfrm>
          <a:prstGeom prst="rect">
            <a:avLst/>
          </a:prstGeom>
        </p:spPr>
      </p:pic>
    </p:spTree>
    <p:extLst>
      <p:ext uri="{BB962C8B-B14F-4D97-AF65-F5344CB8AC3E}">
        <p14:creationId xmlns:p14="http://schemas.microsoft.com/office/powerpoint/2010/main" val="4266715441"/>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42;p44">
            <a:extLst>
              <a:ext uri="{FF2B5EF4-FFF2-40B4-BE49-F238E27FC236}">
                <a16:creationId xmlns:a16="http://schemas.microsoft.com/office/drawing/2014/main" id="{82C88FD4-6331-D695-ABF3-7CD831F6837F}"/>
              </a:ext>
            </a:extLst>
          </p:cNvPr>
          <p:cNvSpPr txBox="1">
            <a:spLocks noGrp="1"/>
          </p:cNvSpPr>
          <p:nvPr>
            <p:ph type="ctrTitle"/>
          </p:nvPr>
        </p:nvSpPr>
        <p:spPr>
          <a:xfrm>
            <a:off x="270112" y="190550"/>
            <a:ext cx="491407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dirty="0">
                <a:solidFill>
                  <a:schemeClr val="bg1"/>
                </a:solidFill>
                <a:latin typeface="Maven Pro" panose="020B0604020202020204" charset="0"/>
              </a:rPr>
              <a:t>c) Test and Set</a:t>
            </a:r>
            <a:endParaRPr sz="28700" b="1" dirty="0">
              <a:solidFill>
                <a:schemeClr val="bg1"/>
              </a:solidFill>
              <a:latin typeface="Maven Pro" panose="020B0604020202020204" charset="0"/>
            </a:endParaRPr>
          </a:p>
        </p:txBody>
      </p:sp>
      <p:pic>
        <p:nvPicPr>
          <p:cNvPr id="4" name="Hình ảnh 3">
            <a:extLst>
              <a:ext uri="{FF2B5EF4-FFF2-40B4-BE49-F238E27FC236}">
                <a16:creationId xmlns:a16="http://schemas.microsoft.com/office/drawing/2014/main" id="{1E3C1C4E-FCF3-96F7-8542-D83993107D60}"/>
              </a:ext>
            </a:extLst>
          </p:cNvPr>
          <p:cNvPicPr>
            <a:picLocks noChangeAspect="1"/>
          </p:cNvPicPr>
          <p:nvPr/>
        </p:nvPicPr>
        <p:blipFill>
          <a:blip r:embed="rId2"/>
          <a:stretch>
            <a:fillRect/>
          </a:stretch>
        </p:blipFill>
        <p:spPr>
          <a:xfrm>
            <a:off x="2378990" y="768350"/>
            <a:ext cx="4673432" cy="3968945"/>
          </a:xfrm>
          <a:prstGeom prst="rect">
            <a:avLst/>
          </a:prstGeom>
        </p:spPr>
      </p:pic>
    </p:spTree>
    <p:extLst>
      <p:ext uri="{BB962C8B-B14F-4D97-AF65-F5344CB8AC3E}">
        <p14:creationId xmlns:p14="http://schemas.microsoft.com/office/powerpoint/2010/main" val="1260067916"/>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42;p44">
            <a:extLst>
              <a:ext uri="{FF2B5EF4-FFF2-40B4-BE49-F238E27FC236}">
                <a16:creationId xmlns:a16="http://schemas.microsoft.com/office/drawing/2014/main" id="{82C88FD4-6331-D695-ABF3-7CD831F6837F}"/>
              </a:ext>
            </a:extLst>
          </p:cNvPr>
          <p:cNvSpPr txBox="1">
            <a:spLocks noGrp="1"/>
          </p:cNvSpPr>
          <p:nvPr>
            <p:ph type="ctrTitle"/>
          </p:nvPr>
        </p:nvSpPr>
        <p:spPr>
          <a:xfrm>
            <a:off x="270112" y="190550"/>
            <a:ext cx="491407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dirty="0">
                <a:latin typeface="Maven Pro" panose="020B0604020202020204" charset="0"/>
              </a:rPr>
              <a:t>d) Semaphore</a:t>
            </a:r>
            <a:endParaRPr sz="148100" b="1" dirty="0">
              <a:solidFill>
                <a:schemeClr val="bg1"/>
              </a:solidFill>
              <a:latin typeface="Maven Pro" panose="020B0604020202020204" charset="0"/>
            </a:endParaRPr>
          </a:p>
        </p:txBody>
      </p:sp>
      <p:pic>
        <p:nvPicPr>
          <p:cNvPr id="5" name="Hình ảnh 4">
            <a:extLst>
              <a:ext uri="{FF2B5EF4-FFF2-40B4-BE49-F238E27FC236}">
                <a16:creationId xmlns:a16="http://schemas.microsoft.com/office/drawing/2014/main" id="{B0ADAD70-98A6-8F52-E649-EAE1E8F8D5EA}"/>
              </a:ext>
            </a:extLst>
          </p:cNvPr>
          <p:cNvPicPr>
            <a:picLocks noChangeAspect="1"/>
          </p:cNvPicPr>
          <p:nvPr/>
        </p:nvPicPr>
        <p:blipFill>
          <a:blip r:embed="rId2"/>
          <a:stretch>
            <a:fillRect/>
          </a:stretch>
        </p:blipFill>
        <p:spPr>
          <a:xfrm>
            <a:off x="2688373" y="872816"/>
            <a:ext cx="4123132" cy="3959027"/>
          </a:xfrm>
          <a:prstGeom prst="rect">
            <a:avLst/>
          </a:prstGeom>
        </p:spPr>
      </p:pic>
    </p:spTree>
    <p:extLst>
      <p:ext uri="{BB962C8B-B14F-4D97-AF65-F5344CB8AC3E}">
        <p14:creationId xmlns:p14="http://schemas.microsoft.com/office/powerpoint/2010/main" val="3432126923"/>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9" name="Google Shape;689;p32"/>
          <p:cNvSpPr/>
          <p:nvPr/>
        </p:nvSpPr>
        <p:spPr>
          <a:xfrm>
            <a:off x="5782875" y="1868575"/>
            <a:ext cx="1085100" cy="1085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solidFill>
                  <a:schemeClr val="dk2"/>
                </a:solidFill>
              </a:rPr>
              <a:t>05</a:t>
            </a:r>
            <a:endParaRPr dirty="0">
              <a:solidFill>
                <a:schemeClr val="dk2"/>
              </a:solidFill>
            </a:endParaRPr>
          </a:p>
        </p:txBody>
      </p:sp>
      <p:sp>
        <p:nvSpPr>
          <p:cNvPr id="691" name="Google Shape;691;p32"/>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3" name="Google Shape;693;p32"/>
          <p:cNvCxnSpPr>
            <a:stCxn id="689"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
        <p:nvSpPr>
          <p:cNvPr id="4" name="Google Shape;474;p27">
            <a:extLst>
              <a:ext uri="{FF2B5EF4-FFF2-40B4-BE49-F238E27FC236}">
                <a16:creationId xmlns:a16="http://schemas.microsoft.com/office/drawing/2014/main" id="{910CD135-7134-0041-70FB-E7FAAE04D8BA}"/>
              </a:ext>
            </a:extLst>
          </p:cNvPr>
          <p:cNvSpPr txBox="1">
            <a:spLocks/>
          </p:cNvSpPr>
          <p:nvPr/>
        </p:nvSpPr>
        <p:spPr>
          <a:xfrm>
            <a:off x="4201776" y="2625040"/>
            <a:ext cx="2123624" cy="40362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vi-VN" dirty="0">
                <a:latin typeface="Mali" panose="00000500000000000000" pitchFamily="2" charset="-34"/>
                <a:cs typeface="Mali" panose="00000500000000000000" pitchFamily="2" charset="-34"/>
              </a:rPr>
              <a:t>BẾ TẮC</a:t>
            </a:r>
          </a:p>
        </p:txBody>
      </p:sp>
    </p:spTree>
    <p:extLst>
      <p:ext uri="{BB962C8B-B14F-4D97-AF65-F5344CB8AC3E}">
        <p14:creationId xmlns:p14="http://schemas.microsoft.com/office/powerpoint/2010/main" val="1319914244"/>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KHÁI NIỆM BẾ TẮC VÀ ĐIỀU KIỆN XẢY RA</a:t>
            </a:r>
            <a:endParaRPr dirty="0">
              <a:latin typeface="Mali" panose="00000500000000000000" pitchFamily="2" charset="-34"/>
              <a:cs typeface="Mali" panose="00000500000000000000" pitchFamily="2" charset="-34"/>
            </a:endParaRPr>
          </a:p>
        </p:txBody>
      </p:sp>
      <p:pic>
        <p:nvPicPr>
          <p:cNvPr id="3" name="Hình ảnh 2">
            <a:extLst>
              <a:ext uri="{FF2B5EF4-FFF2-40B4-BE49-F238E27FC236}">
                <a16:creationId xmlns:a16="http://schemas.microsoft.com/office/drawing/2014/main" id="{60CE41E1-65E9-E405-3FE5-2A8B427E2D4C}"/>
              </a:ext>
            </a:extLst>
          </p:cNvPr>
          <p:cNvPicPr>
            <a:picLocks noChangeAspect="1"/>
          </p:cNvPicPr>
          <p:nvPr/>
        </p:nvPicPr>
        <p:blipFill>
          <a:blip r:embed="rId3"/>
          <a:stretch>
            <a:fillRect/>
          </a:stretch>
        </p:blipFill>
        <p:spPr>
          <a:xfrm>
            <a:off x="238861" y="1226476"/>
            <a:ext cx="4477919" cy="3406483"/>
          </a:xfrm>
          <a:prstGeom prst="rect">
            <a:avLst/>
          </a:prstGeom>
        </p:spPr>
      </p:pic>
      <p:sp>
        <p:nvSpPr>
          <p:cNvPr id="5" name="Google Shape;705;p33">
            <a:extLst>
              <a:ext uri="{FF2B5EF4-FFF2-40B4-BE49-F238E27FC236}">
                <a16:creationId xmlns:a16="http://schemas.microsoft.com/office/drawing/2014/main" id="{203DF8B6-4CF3-AF34-B1DB-BEA6CF00EE0E}"/>
              </a:ext>
            </a:extLst>
          </p:cNvPr>
          <p:cNvSpPr/>
          <p:nvPr/>
        </p:nvSpPr>
        <p:spPr>
          <a:xfrm>
            <a:off x="6033847" y="1286789"/>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Hộp Văn bản 5">
            <a:extLst>
              <a:ext uri="{FF2B5EF4-FFF2-40B4-BE49-F238E27FC236}">
                <a16:creationId xmlns:a16="http://schemas.microsoft.com/office/drawing/2014/main" id="{21DE4C2E-D013-41B5-6641-D7B831FEC756}"/>
              </a:ext>
            </a:extLst>
          </p:cNvPr>
          <p:cNvSpPr txBox="1"/>
          <p:nvPr/>
        </p:nvSpPr>
        <p:spPr>
          <a:xfrm>
            <a:off x="6313262" y="1226476"/>
            <a:ext cx="949737" cy="276999"/>
          </a:xfrm>
          <a:prstGeom prst="rect">
            <a:avLst/>
          </a:prstGeom>
          <a:noFill/>
        </p:spPr>
        <p:txBody>
          <a:bodyPr wrap="square">
            <a:spAutoFit/>
          </a:bodyPr>
          <a:lstStyle/>
          <a:p>
            <a:r>
              <a:rPr lang="vi-VN" sz="1200" dirty="0">
                <a:solidFill>
                  <a:schemeClr val="bg1"/>
                </a:solidFill>
                <a:latin typeface="Pangolin" panose="00000500000000000000" pitchFamily="2" charset="0"/>
              </a:rPr>
              <a:t>KHÁI NIỆM</a:t>
            </a:r>
          </a:p>
        </p:txBody>
      </p:sp>
      <p:sp>
        <p:nvSpPr>
          <p:cNvPr id="7" name="Google Shape;436;p25">
            <a:extLst>
              <a:ext uri="{FF2B5EF4-FFF2-40B4-BE49-F238E27FC236}">
                <a16:creationId xmlns:a16="http://schemas.microsoft.com/office/drawing/2014/main" id="{3295C544-DD35-2A02-A5AE-E0C9E111B22F}"/>
              </a:ext>
            </a:extLst>
          </p:cNvPr>
          <p:cNvSpPr/>
          <p:nvPr/>
        </p:nvSpPr>
        <p:spPr>
          <a:xfrm>
            <a:off x="6313262" y="1606602"/>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Hộp Văn bản 7">
            <a:extLst>
              <a:ext uri="{FF2B5EF4-FFF2-40B4-BE49-F238E27FC236}">
                <a16:creationId xmlns:a16="http://schemas.microsoft.com/office/drawing/2014/main" id="{23B8F4EE-A689-1AFE-E6D5-9CD7DF74C8DB}"/>
              </a:ext>
            </a:extLst>
          </p:cNvPr>
          <p:cNvSpPr txBox="1"/>
          <p:nvPr/>
        </p:nvSpPr>
        <p:spPr>
          <a:xfrm>
            <a:off x="6482964" y="1513430"/>
            <a:ext cx="2577216" cy="1169551"/>
          </a:xfrm>
          <a:prstGeom prst="rect">
            <a:avLst/>
          </a:prstGeom>
          <a:noFill/>
        </p:spPr>
        <p:txBody>
          <a:bodyPr wrap="square">
            <a:spAutoFit/>
          </a:bodyPr>
          <a:lstStyle/>
          <a:p>
            <a:r>
              <a:rPr lang="vi-VN" dirty="0">
                <a:solidFill>
                  <a:schemeClr val="bg1"/>
                </a:solidFill>
                <a:latin typeface="Pangolin" panose="00000500000000000000" pitchFamily="2" charset="0"/>
              </a:rPr>
              <a:t>Bế tắc là trạng thái khi hai hay nhiều tiến trình cùng chờ đợi một số sự kiện nào đó và nếu không có tác động từ bên ngoài thì sự chờ đợi đó là vô hạn</a:t>
            </a:r>
            <a:endParaRPr lang="vi-VN" dirty="0">
              <a:solidFill>
                <a:schemeClr val="bg1"/>
              </a:solidFill>
              <a:latin typeface="Pangolin" panose="00000500000000000000" pitchFamily="2" charset="0"/>
              <a:cs typeface="Mali" panose="00000500000000000000" pitchFamily="2" charset="-34"/>
            </a:endParaRPr>
          </a:p>
        </p:txBody>
      </p:sp>
      <p:sp>
        <p:nvSpPr>
          <p:cNvPr id="9" name="Google Shape;705;p33">
            <a:extLst>
              <a:ext uri="{FF2B5EF4-FFF2-40B4-BE49-F238E27FC236}">
                <a16:creationId xmlns:a16="http://schemas.microsoft.com/office/drawing/2014/main" id="{039CF95C-AF16-E774-76F9-0ACE6C387FBB}"/>
              </a:ext>
            </a:extLst>
          </p:cNvPr>
          <p:cNvSpPr/>
          <p:nvPr/>
        </p:nvSpPr>
        <p:spPr>
          <a:xfrm>
            <a:off x="6033847" y="2846419"/>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Hộp Văn bản 9">
            <a:extLst>
              <a:ext uri="{FF2B5EF4-FFF2-40B4-BE49-F238E27FC236}">
                <a16:creationId xmlns:a16="http://schemas.microsoft.com/office/drawing/2014/main" id="{C82A2607-99D6-29AC-7DB6-1A763C77EDA2}"/>
              </a:ext>
            </a:extLst>
          </p:cNvPr>
          <p:cNvSpPr txBox="1"/>
          <p:nvPr/>
        </p:nvSpPr>
        <p:spPr>
          <a:xfrm>
            <a:off x="6313262" y="2786108"/>
            <a:ext cx="1459138" cy="276999"/>
          </a:xfrm>
          <a:prstGeom prst="rect">
            <a:avLst/>
          </a:prstGeom>
          <a:noFill/>
        </p:spPr>
        <p:txBody>
          <a:bodyPr wrap="square">
            <a:spAutoFit/>
          </a:bodyPr>
          <a:lstStyle/>
          <a:p>
            <a:r>
              <a:rPr lang="vi-VN" sz="1200">
                <a:solidFill>
                  <a:schemeClr val="bg1"/>
                </a:solidFill>
                <a:latin typeface="Pangolin" panose="00000500000000000000" pitchFamily="2" charset="0"/>
              </a:rPr>
              <a:t>ĐIỀU KIỆN XẢY RA</a:t>
            </a:r>
            <a:endParaRPr lang="vi-VN" sz="1200" dirty="0">
              <a:solidFill>
                <a:schemeClr val="bg1"/>
              </a:solidFill>
              <a:latin typeface="Pangolin" panose="00000500000000000000" pitchFamily="2" charset="0"/>
            </a:endParaRPr>
          </a:p>
        </p:txBody>
      </p:sp>
      <p:sp>
        <p:nvSpPr>
          <p:cNvPr id="11" name="Google Shape;436;p25">
            <a:extLst>
              <a:ext uri="{FF2B5EF4-FFF2-40B4-BE49-F238E27FC236}">
                <a16:creationId xmlns:a16="http://schemas.microsoft.com/office/drawing/2014/main" id="{F87BF536-6B77-43CF-BB67-379FA3F010E0}"/>
              </a:ext>
            </a:extLst>
          </p:cNvPr>
          <p:cNvSpPr/>
          <p:nvPr/>
        </p:nvSpPr>
        <p:spPr>
          <a:xfrm>
            <a:off x="6313262" y="3156279"/>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Hộp Văn bản 11">
            <a:extLst>
              <a:ext uri="{FF2B5EF4-FFF2-40B4-BE49-F238E27FC236}">
                <a16:creationId xmlns:a16="http://schemas.microsoft.com/office/drawing/2014/main" id="{F7520BEE-0B71-6E6E-4747-233F426EE57E}"/>
              </a:ext>
            </a:extLst>
          </p:cNvPr>
          <p:cNvSpPr txBox="1"/>
          <p:nvPr/>
        </p:nvSpPr>
        <p:spPr>
          <a:xfrm>
            <a:off x="6482964" y="3063107"/>
            <a:ext cx="1731396" cy="307777"/>
          </a:xfrm>
          <a:prstGeom prst="rect">
            <a:avLst/>
          </a:prstGeom>
          <a:noFill/>
        </p:spPr>
        <p:txBody>
          <a:bodyPr wrap="square">
            <a:spAutoFit/>
          </a:bodyPr>
          <a:lstStyle/>
          <a:p>
            <a:r>
              <a:rPr lang="vi-VN" dirty="0">
                <a:solidFill>
                  <a:schemeClr val="bg1"/>
                </a:solidFill>
                <a:latin typeface="Pangolin" panose="00000500000000000000" pitchFamily="2" charset="0"/>
              </a:rPr>
              <a:t>Có tài nguyên Găng</a:t>
            </a:r>
            <a:endParaRPr lang="vi-VN" dirty="0">
              <a:solidFill>
                <a:schemeClr val="bg1"/>
              </a:solidFill>
              <a:latin typeface="Pangolin" panose="00000500000000000000" pitchFamily="2" charset="0"/>
              <a:cs typeface="Mali" panose="00000500000000000000" pitchFamily="2" charset="-34"/>
            </a:endParaRPr>
          </a:p>
        </p:txBody>
      </p:sp>
      <p:sp>
        <p:nvSpPr>
          <p:cNvPr id="13" name="Google Shape;436;p25">
            <a:extLst>
              <a:ext uri="{FF2B5EF4-FFF2-40B4-BE49-F238E27FC236}">
                <a16:creationId xmlns:a16="http://schemas.microsoft.com/office/drawing/2014/main" id="{1FD888D3-3779-FECF-A1D1-289C1307DB32}"/>
              </a:ext>
            </a:extLst>
          </p:cNvPr>
          <p:cNvSpPr/>
          <p:nvPr/>
        </p:nvSpPr>
        <p:spPr>
          <a:xfrm>
            <a:off x="6320882" y="3495649"/>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Hộp Văn bản 13">
            <a:extLst>
              <a:ext uri="{FF2B5EF4-FFF2-40B4-BE49-F238E27FC236}">
                <a16:creationId xmlns:a16="http://schemas.microsoft.com/office/drawing/2014/main" id="{27D0AE2B-907E-5F83-FCBB-041C969107B0}"/>
              </a:ext>
            </a:extLst>
          </p:cNvPr>
          <p:cNvSpPr txBox="1"/>
          <p:nvPr/>
        </p:nvSpPr>
        <p:spPr>
          <a:xfrm>
            <a:off x="6490583" y="3402477"/>
            <a:ext cx="2058651" cy="307777"/>
          </a:xfrm>
          <a:prstGeom prst="rect">
            <a:avLst/>
          </a:prstGeom>
          <a:noFill/>
        </p:spPr>
        <p:txBody>
          <a:bodyPr wrap="square">
            <a:spAutoFit/>
          </a:bodyPr>
          <a:lstStyle/>
          <a:p>
            <a:r>
              <a:rPr lang="vi-VN" dirty="0">
                <a:solidFill>
                  <a:schemeClr val="bg1"/>
                </a:solidFill>
                <a:latin typeface="Pangolin" panose="00000500000000000000" pitchFamily="2" charset="0"/>
              </a:rPr>
              <a:t>Có hiện tượng giữ và đợi</a:t>
            </a:r>
            <a:endParaRPr lang="vi-VN" dirty="0">
              <a:solidFill>
                <a:schemeClr val="bg1"/>
              </a:solidFill>
              <a:latin typeface="Pangolin" panose="00000500000000000000" pitchFamily="2" charset="0"/>
              <a:cs typeface="Mali" panose="00000500000000000000" pitchFamily="2" charset="-34"/>
            </a:endParaRPr>
          </a:p>
        </p:txBody>
      </p:sp>
      <p:sp>
        <p:nvSpPr>
          <p:cNvPr id="21" name="Google Shape;436;p25">
            <a:extLst>
              <a:ext uri="{FF2B5EF4-FFF2-40B4-BE49-F238E27FC236}">
                <a16:creationId xmlns:a16="http://schemas.microsoft.com/office/drawing/2014/main" id="{202333C7-3B20-E344-53F4-E734D817E132}"/>
              </a:ext>
            </a:extLst>
          </p:cNvPr>
          <p:cNvSpPr/>
          <p:nvPr/>
        </p:nvSpPr>
        <p:spPr>
          <a:xfrm>
            <a:off x="6320882" y="3844182"/>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Hộp Văn bản 21">
            <a:extLst>
              <a:ext uri="{FF2B5EF4-FFF2-40B4-BE49-F238E27FC236}">
                <a16:creationId xmlns:a16="http://schemas.microsoft.com/office/drawing/2014/main" id="{B6996902-EAA1-8DAE-24F2-5F109898D58B}"/>
              </a:ext>
            </a:extLst>
          </p:cNvPr>
          <p:cNvSpPr txBox="1"/>
          <p:nvPr/>
        </p:nvSpPr>
        <p:spPr>
          <a:xfrm>
            <a:off x="6490584" y="3751010"/>
            <a:ext cx="2540128" cy="523220"/>
          </a:xfrm>
          <a:prstGeom prst="rect">
            <a:avLst/>
          </a:prstGeom>
          <a:noFill/>
        </p:spPr>
        <p:txBody>
          <a:bodyPr wrap="square">
            <a:spAutoFit/>
          </a:bodyPr>
          <a:lstStyle/>
          <a:p>
            <a:r>
              <a:rPr lang="vi-VN" dirty="0">
                <a:solidFill>
                  <a:schemeClr val="bg1"/>
                </a:solidFill>
                <a:latin typeface="Pangolin" panose="00000500000000000000" pitchFamily="2" charset="0"/>
              </a:rPr>
              <a:t>Không có hệ thống phân phối lại tài nguyên</a:t>
            </a:r>
            <a:endParaRPr lang="vi-VN" dirty="0">
              <a:solidFill>
                <a:schemeClr val="bg1"/>
              </a:solidFill>
              <a:latin typeface="Pangolin" panose="00000500000000000000" pitchFamily="2" charset="0"/>
              <a:cs typeface="Mali" panose="00000500000000000000" pitchFamily="2" charset="-34"/>
            </a:endParaRPr>
          </a:p>
        </p:txBody>
      </p:sp>
      <p:sp>
        <p:nvSpPr>
          <p:cNvPr id="25" name="Google Shape;436;p25">
            <a:extLst>
              <a:ext uri="{FF2B5EF4-FFF2-40B4-BE49-F238E27FC236}">
                <a16:creationId xmlns:a16="http://schemas.microsoft.com/office/drawing/2014/main" id="{5A1D1E8B-22A4-0813-21BE-18C72504E03F}"/>
              </a:ext>
            </a:extLst>
          </p:cNvPr>
          <p:cNvSpPr/>
          <p:nvPr/>
        </p:nvSpPr>
        <p:spPr>
          <a:xfrm>
            <a:off x="6313262" y="4436469"/>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Hộp Văn bản 25">
            <a:extLst>
              <a:ext uri="{FF2B5EF4-FFF2-40B4-BE49-F238E27FC236}">
                <a16:creationId xmlns:a16="http://schemas.microsoft.com/office/drawing/2014/main" id="{63DD6D0E-D5F1-E309-26B2-9BC824FF1E8E}"/>
              </a:ext>
            </a:extLst>
          </p:cNvPr>
          <p:cNvSpPr txBox="1"/>
          <p:nvPr/>
        </p:nvSpPr>
        <p:spPr>
          <a:xfrm>
            <a:off x="6482964" y="4343297"/>
            <a:ext cx="2632714" cy="307777"/>
          </a:xfrm>
          <a:prstGeom prst="rect">
            <a:avLst/>
          </a:prstGeom>
          <a:noFill/>
        </p:spPr>
        <p:txBody>
          <a:bodyPr wrap="square">
            <a:spAutoFit/>
          </a:bodyPr>
          <a:lstStyle/>
          <a:p>
            <a:r>
              <a:rPr lang="vi-VN" dirty="0">
                <a:solidFill>
                  <a:schemeClr val="bg1"/>
                </a:solidFill>
                <a:latin typeface="Pangolin" panose="00000500000000000000" pitchFamily="2" charset="0"/>
              </a:rPr>
              <a:t>Có hiện tượng chờ đợi vòng tròn</a:t>
            </a:r>
            <a:endParaRPr lang="vi-VN" dirty="0">
              <a:solidFill>
                <a:schemeClr val="bg1"/>
              </a:solidFill>
              <a:latin typeface="Pangolin" panose="00000500000000000000" pitchFamily="2" charset="0"/>
              <a:cs typeface="Mali" panose="00000500000000000000" pitchFamily="2" charset="-34"/>
            </a:endParaRPr>
          </a:p>
        </p:txBody>
      </p:sp>
    </p:spTree>
    <p:extLst>
      <p:ext uri="{BB962C8B-B14F-4D97-AF65-F5344CB8AC3E}">
        <p14:creationId xmlns:p14="http://schemas.microsoft.com/office/powerpoint/2010/main" val="391220651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GIẢI PHÁP PHÒNG CHỐNG BẾ TẮC</a:t>
            </a:r>
            <a:endParaRPr dirty="0">
              <a:latin typeface="Mali" panose="00000500000000000000" pitchFamily="2" charset="-34"/>
              <a:cs typeface="Mali" panose="00000500000000000000" pitchFamily="2" charset="-34"/>
            </a:endParaRPr>
          </a:p>
        </p:txBody>
      </p:sp>
      <p:pic>
        <p:nvPicPr>
          <p:cNvPr id="16386" name="Picture 2" descr="Deadlock in Operating System : Algorithms, Advanatges &amp; Disadvantages">
            <a:extLst>
              <a:ext uri="{FF2B5EF4-FFF2-40B4-BE49-F238E27FC236}">
                <a16:creationId xmlns:a16="http://schemas.microsoft.com/office/drawing/2014/main" id="{8261AC37-4A92-EABB-F6A6-F541251A6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3130" y="1064895"/>
            <a:ext cx="4431030" cy="1334491"/>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705;p33">
            <a:extLst>
              <a:ext uri="{FF2B5EF4-FFF2-40B4-BE49-F238E27FC236}">
                <a16:creationId xmlns:a16="http://schemas.microsoft.com/office/drawing/2014/main" id="{9B341A92-751C-FA7F-73D5-E6C7F668847B}"/>
              </a:ext>
            </a:extLst>
          </p:cNvPr>
          <p:cNvSpPr/>
          <p:nvPr/>
        </p:nvSpPr>
        <p:spPr>
          <a:xfrm>
            <a:off x="1668922" y="2856509"/>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05;p33">
            <a:extLst>
              <a:ext uri="{FF2B5EF4-FFF2-40B4-BE49-F238E27FC236}">
                <a16:creationId xmlns:a16="http://schemas.microsoft.com/office/drawing/2014/main" id="{9A3460F0-C553-77F0-031C-D92A40F620A8}"/>
              </a:ext>
            </a:extLst>
          </p:cNvPr>
          <p:cNvSpPr/>
          <p:nvPr/>
        </p:nvSpPr>
        <p:spPr>
          <a:xfrm>
            <a:off x="4320682" y="2856509"/>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05;p33">
            <a:extLst>
              <a:ext uri="{FF2B5EF4-FFF2-40B4-BE49-F238E27FC236}">
                <a16:creationId xmlns:a16="http://schemas.microsoft.com/office/drawing/2014/main" id="{FF275B67-2D33-C815-4880-4F39D4ECAB4E}"/>
              </a:ext>
            </a:extLst>
          </p:cNvPr>
          <p:cNvSpPr/>
          <p:nvPr/>
        </p:nvSpPr>
        <p:spPr>
          <a:xfrm>
            <a:off x="6972442" y="2856509"/>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Hộp Văn bản 7">
            <a:extLst>
              <a:ext uri="{FF2B5EF4-FFF2-40B4-BE49-F238E27FC236}">
                <a16:creationId xmlns:a16="http://schemas.microsoft.com/office/drawing/2014/main" id="{09FF66E9-4996-E67C-30D1-22037C04B971}"/>
              </a:ext>
            </a:extLst>
          </p:cNvPr>
          <p:cNvSpPr txBox="1"/>
          <p:nvPr/>
        </p:nvSpPr>
        <p:spPr>
          <a:xfrm>
            <a:off x="930748" y="3131387"/>
            <a:ext cx="1632272" cy="307777"/>
          </a:xfrm>
          <a:prstGeom prst="rect">
            <a:avLst/>
          </a:prstGeom>
          <a:noFill/>
        </p:spPr>
        <p:txBody>
          <a:bodyPr wrap="square">
            <a:spAutoFit/>
          </a:bodyPr>
          <a:lstStyle/>
          <a:p>
            <a:pPr algn="ctr"/>
            <a:r>
              <a:rPr lang="vi-VN" dirty="0">
                <a:solidFill>
                  <a:schemeClr val="bg1"/>
                </a:solidFill>
                <a:latin typeface="Pangolin" panose="00000500000000000000" pitchFamily="2" charset="0"/>
              </a:rPr>
              <a:t>NGĂN NGỪA</a:t>
            </a:r>
          </a:p>
        </p:txBody>
      </p:sp>
      <p:sp>
        <p:nvSpPr>
          <p:cNvPr id="9" name="Hộp Văn bản 8">
            <a:extLst>
              <a:ext uri="{FF2B5EF4-FFF2-40B4-BE49-F238E27FC236}">
                <a16:creationId xmlns:a16="http://schemas.microsoft.com/office/drawing/2014/main" id="{0307D231-A24C-B0E1-7C95-7F79393D45E0}"/>
              </a:ext>
            </a:extLst>
          </p:cNvPr>
          <p:cNvSpPr txBox="1"/>
          <p:nvPr/>
        </p:nvSpPr>
        <p:spPr>
          <a:xfrm>
            <a:off x="3582508" y="3131387"/>
            <a:ext cx="1632272" cy="523220"/>
          </a:xfrm>
          <a:prstGeom prst="rect">
            <a:avLst/>
          </a:prstGeom>
          <a:noFill/>
        </p:spPr>
        <p:txBody>
          <a:bodyPr wrap="square">
            <a:spAutoFit/>
          </a:bodyPr>
          <a:lstStyle/>
          <a:p>
            <a:pPr algn="ctr"/>
            <a:r>
              <a:rPr lang="vi-VN" dirty="0">
                <a:solidFill>
                  <a:schemeClr val="bg1"/>
                </a:solidFill>
                <a:latin typeface="Pangolin" panose="00000500000000000000" pitchFamily="2" charset="0"/>
              </a:rPr>
              <a:t>DỰ BÁO</a:t>
            </a:r>
          </a:p>
          <a:p>
            <a:pPr algn="ctr"/>
            <a:r>
              <a:rPr lang="vi-VN" dirty="0">
                <a:solidFill>
                  <a:schemeClr val="bg1"/>
                </a:solidFill>
                <a:latin typeface="Pangolin" panose="00000500000000000000" pitchFamily="2" charset="0"/>
              </a:rPr>
              <a:t>VÀ TRÁNH BẾ TẮC</a:t>
            </a:r>
          </a:p>
        </p:txBody>
      </p:sp>
      <p:sp>
        <p:nvSpPr>
          <p:cNvPr id="10" name="Hộp Văn bản 9">
            <a:extLst>
              <a:ext uri="{FF2B5EF4-FFF2-40B4-BE49-F238E27FC236}">
                <a16:creationId xmlns:a16="http://schemas.microsoft.com/office/drawing/2014/main" id="{918F820A-7E2B-B494-A258-839BEB937C31}"/>
              </a:ext>
            </a:extLst>
          </p:cNvPr>
          <p:cNvSpPr txBox="1"/>
          <p:nvPr/>
        </p:nvSpPr>
        <p:spPr>
          <a:xfrm>
            <a:off x="6234268" y="3147542"/>
            <a:ext cx="1632272" cy="523220"/>
          </a:xfrm>
          <a:prstGeom prst="rect">
            <a:avLst/>
          </a:prstGeom>
          <a:noFill/>
        </p:spPr>
        <p:txBody>
          <a:bodyPr wrap="square">
            <a:spAutoFit/>
          </a:bodyPr>
          <a:lstStyle/>
          <a:p>
            <a:pPr algn="ctr"/>
            <a:r>
              <a:rPr lang="vi-VN" dirty="0">
                <a:solidFill>
                  <a:schemeClr val="bg1"/>
                </a:solidFill>
                <a:latin typeface="Pangolin" panose="00000500000000000000" pitchFamily="2" charset="0"/>
              </a:rPr>
              <a:t>NHẬN BIẾT</a:t>
            </a:r>
          </a:p>
          <a:p>
            <a:pPr algn="ctr"/>
            <a:r>
              <a:rPr lang="vi-VN" dirty="0">
                <a:solidFill>
                  <a:schemeClr val="bg1"/>
                </a:solidFill>
                <a:latin typeface="Pangolin" panose="00000500000000000000" pitchFamily="2" charset="0"/>
              </a:rPr>
              <a:t>VÀ KHẮC PHỤC</a:t>
            </a:r>
          </a:p>
        </p:txBody>
      </p:sp>
    </p:spTree>
    <p:extLst>
      <p:ext uri="{BB962C8B-B14F-4D97-AF65-F5344CB8AC3E}">
        <p14:creationId xmlns:p14="http://schemas.microsoft.com/office/powerpoint/2010/main" val="4002758265"/>
      </p:ext>
    </p:extLst>
  </p:cSld>
  <p:clrMapOvr>
    <a:masterClrMapping/>
  </p:clrMapOvr>
  <p:transition spd="med">
    <p:pull/>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GIẢI PHÁP PHÒNG CHỐNG BẾ TẮC</a:t>
            </a:r>
            <a:endParaRPr dirty="0">
              <a:latin typeface="Mali" panose="00000500000000000000" pitchFamily="2" charset="-34"/>
              <a:cs typeface="Mali" panose="00000500000000000000" pitchFamily="2" charset="-34"/>
            </a:endParaRPr>
          </a:p>
        </p:txBody>
      </p:sp>
      <p:sp>
        <p:nvSpPr>
          <p:cNvPr id="2" name="Hộp Văn bản 1">
            <a:extLst>
              <a:ext uri="{FF2B5EF4-FFF2-40B4-BE49-F238E27FC236}">
                <a16:creationId xmlns:a16="http://schemas.microsoft.com/office/drawing/2014/main" id="{D320D052-CF3A-DCB5-94DF-10365B9C60D3}"/>
              </a:ext>
            </a:extLst>
          </p:cNvPr>
          <p:cNvSpPr txBox="1"/>
          <p:nvPr/>
        </p:nvSpPr>
        <p:spPr>
          <a:xfrm>
            <a:off x="861862" y="1635350"/>
            <a:ext cx="7420276" cy="1200329"/>
          </a:xfrm>
          <a:prstGeom prst="rect">
            <a:avLst/>
          </a:prstGeom>
          <a:noFill/>
        </p:spPr>
        <p:txBody>
          <a:bodyPr wrap="square">
            <a:spAutoFit/>
          </a:bodyPr>
          <a:lstStyle/>
          <a:p>
            <a:r>
              <a:rPr lang="vi-VN" sz="1800" dirty="0">
                <a:solidFill>
                  <a:schemeClr val="bg1"/>
                </a:solidFill>
                <a:latin typeface="Pangolin" panose="00000500000000000000" pitchFamily="2" charset="0"/>
              </a:rPr>
              <a:t>Dãy tiến trình an toàn: Cho dãy tiến trình P1, P2, P3, … </a:t>
            </a:r>
            <a:r>
              <a:rPr lang="vi-VN" sz="1800" dirty="0" err="1">
                <a:solidFill>
                  <a:schemeClr val="bg1"/>
                </a:solidFill>
                <a:latin typeface="Pangolin" panose="00000500000000000000" pitchFamily="2" charset="0"/>
              </a:rPr>
              <a:t>Pn</a:t>
            </a:r>
            <a:r>
              <a:rPr lang="vi-VN" sz="1800" dirty="0">
                <a:solidFill>
                  <a:schemeClr val="bg1"/>
                </a:solidFill>
                <a:latin typeface="Pangolin" panose="00000500000000000000" pitchFamily="2" charset="0"/>
              </a:rPr>
              <a:t> song hành. Dãy tiến trình được gọi là an toàn (</a:t>
            </a:r>
            <a:r>
              <a:rPr lang="vi-VN" sz="1800" dirty="0" err="1">
                <a:solidFill>
                  <a:schemeClr val="bg1"/>
                </a:solidFill>
                <a:latin typeface="Pangolin" panose="00000500000000000000" pitchFamily="2" charset="0"/>
              </a:rPr>
              <a:t>Safe</a:t>
            </a:r>
            <a:r>
              <a:rPr lang="vi-VN" sz="1800" dirty="0">
                <a:solidFill>
                  <a:schemeClr val="bg1"/>
                </a:solidFill>
                <a:latin typeface="Pangolin" panose="00000500000000000000" pitchFamily="2" charset="0"/>
              </a:rPr>
              <a:t> </a:t>
            </a:r>
            <a:r>
              <a:rPr lang="vi-VN" sz="1800" dirty="0" err="1">
                <a:solidFill>
                  <a:schemeClr val="bg1"/>
                </a:solidFill>
                <a:latin typeface="Pangolin" panose="00000500000000000000" pitchFamily="2" charset="0"/>
              </a:rPr>
              <a:t>Process</a:t>
            </a:r>
            <a:r>
              <a:rPr lang="vi-VN" sz="1800" dirty="0">
                <a:solidFill>
                  <a:schemeClr val="bg1"/>
                </a:solidFill>
                <a:latin typeface="Pangolin" panose="00000500000000000000" pitchFamily="2" charset="0"/>
              </a:rPr>
              <a:t>) nếu với mọi tiến trình </a:t>
            </a:r>
            <a:r>
              <a:rPr lang="vi-VN" sz="1800" dirty="0" err="1">
                <a:solidFill>
                  <a:schemeClr val="bg1"/>
                </a:solidFill>
                <a:latin typeface="Pangolin" panose="00000500000000000000" pitchFamily="2" charset="0"/>
              </a:rPr>
              <a:t>Pi</a:t>
            </a:r>
            <a:r>
              <a:rPr lang="vi-VN" sz="1800" dirty="0">
                <a:solidFill>
                  <a:schemeClr val="bg1"/>
                </a:solidFill>
                <a:latin typeface="Pangolin" panose="00000500000000000000" pitchFamily="2" charset="0"/>
              </a:rPr>
              <a:t>, tài nguyên mà </a:t>
            </a:r>
            <a:r>
              <a:rPr lang="vi-VN" sz="1800" dirty="0" err="1">
                <a:solidFill>
                  <a:schemeClr val="bg1"/>
                </a:solidFill>
                <a:latin typeface="Pangolin" panose="00000500000000000000" pitchFamily="2" charset="0"/>
              </a:rPr>
              <a:t>Pi</a:t>
            </a:r>
            <a:r>
              <a:rPr lang="vi-VN" sz="1800" dirty="0">
                <a:solidFill>
                  <a:schemeClr val="bg1"/>
                </a:solidFill>
                <a:latin typeface="Pangolin" panose="00000500000000000000" pitchFamily="2" charset="0"/>
              </a:rPr>
              <a:t> cần có thể được thỏa mãn bởi các tài nguyên khả dụng của hệ thống và tài nguyên do các tiến trình </a:t>
            </a:r>
            <a:r>
              <a:rPr lang="vi-VN" sz="1800" dirty="0" err="1">
                <a:solidFill>
                  <a:schemeClr val="bg1"/>
                </a:solidFill>
                <a:latin typeface="Pangolin" panose="00000500000000000000" pitchFamily="2" charset="0"/>
              </a:rPr>
              <a:t>Pj</a:t>
            </a:r>
            <a:r>
              <a:rPr lang="vi-VN" sz="1800" dirty="0">
                <a:solidFill>
                  <a:schemeClr val="bg1"/>
                </a:solidFill>
                <a:latin typeface="Pangolin" panose="00000500000000000000" pitchFamily="2" charset="0"/>
              </a:rPr>
              <a:t> đang giữ với điều kiện j &lt; i</a:t>
            </a:r>
            <a:endParaRPr lang="vi-VN" sz="1800" dirty="0">
              <a:solidFill>
                <a:schemeClr val="bg1"/>
              </a:solidFill>
              <a:latin typeface="Pangolin" panose="00000500000000000000" pitchFamily="2" charset="0"/>
              <a:cs typeface="Mali" panose="00000500000000000000" pitchFamily="2" charset="-34"/>
            </a:endParaRPr>
          </a:p>
        </p:txBody>
      </p:sp>
      <p:sp>
        <p:nvSpPr>
          <p:cNvPr id="3" name="Google Shape;705;p33">
            <a:extLst>
              <a:ext uri="{FF2B5EF4-FFF2-40B4-BE49-F238E27FC236}">
                <a16:creationId xmlns:a16="http://schemas.microsoft.com/office/drawing/2014/main" id="{69D15BC3-E8FF-143C-7A15-F0873B7FBBC5}"/>
              </a:ext>
            </a:extLst>
          </p:cNvPr>
          <p:cNvSpPr/>
          <p:nvPr/>
        </p:nvSpPr>
        <p:spPr>
          <a:xfrm>
            <a:off x="618824" y="1866900"/>
            <a:ext cx="154841" cy="159788"/>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05;p33">
            <a:extLst>
              <a:ext uri="{FF2B5EF4-FFF2-40B4-BE49-F238E27FC236}">
                <a16:creationId xmlns:a16="http://schemas.microsoft.com/office/drawing/2014/main" id="{91B9A021-7831-B868-B5BD-4F516D7908CD}"/>
              </a:ext>
            </a:extLst>
          </p:cNvPr>
          <p:cNvSpPr/>
          <p:nvPr/>
        </p:nvSpPr>
        <p:spPr>
          <a:xfrm>
            <a:off x="542205" y="3208020"/>
            <a:ext cx="154841" cy="159788"/>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Hộp Văn bản 8">
            <a:extLst>
              <a:ext uri="{FF2B5EF4-FFF2-40B4-BE49-F238E27FC236}">
                <a16:creationId xmlns:a16="http://schemas.microsoft.com/office/drawing/2014/main" id="{3C163B13-31B4-B9CD-799C-4196714E9E3D}"/>
              </a:ext>
            </a:extLst>
          </p:cNvPr>
          <p:cNvSpPr txBox="1"/>
          <p:nvPr/>
        </p:nvSpPr>
        <p:spPr>
          <a:xfrm>
            <a:off x="861862" y="3060290"/>
            <a:ext cx="7420276" cy="646331"/>
          </a:xfrm>
          <a:prstGeom prst="rect">
            <a:avLst/>
          </a:prstGeom>
          <a:noFill/>
        </p:spPr>
        <p:txBody>
          <a:bodyPr wrap="square">
            <a:spAutoFit/>
          </a:bodyPr>
          <a:lstStyle/>
          <a:p>
            <a:r>
              <a:rPr lang="vi-VN" sz="1800" dirty="0">
                <a:solidFill>
                  <a:schemeClr val="bg1"/>
                </a:solidFill>
                <a:latin typeface="Pangolin" panose="00000500000000000000" pitchFamily="2" charset="0"/>
              </a:rPr>
              <a:t>Hệ thống ở trạng thái an toàn tại một thời điểm nếu dãy tiến trình song hành tại thời điểm đó có thể được sắp xếp thành 1 dãy an toàn.</a:t>
            </a:r>
            <a:endParaRPr lang="vi-VN" sz="1800" dirty="0">
              <a:solidFill>
                <a:schemeClr val="bg1"/>
              </a:solidFill>
              <a:latin typeface="Pangolin" panose="00000500000000000000" pitchFamily="2" charset="0"/>
              <a:cs typeface="Mali" panose="00000500000000000000" pitchFamily="2" charset="-34"/>
            </a:endParaRPr>
          </a:p>
        </p:txBody>
      </p:sp>
    </p:spTree>
    <p:extLst>
      <p:ext uri="{BB962C8B-B14F-4D97-AF65-F5344CB8AC3E}">
        <p14:creationId xmlns:p14="http://schemas.microsoft.com/office/powerpoint/2010/main" val="10580796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ali" panose="00000500000000000000" pitchFamily="2" charset="-34"/>
                <a:cs typeface="Mali" panose="00000500000000000000" pitchFamily="2" charset="-34"/>
              </a:rPr>
              <a:t>GIẢI PHÁP PHÒNG CHỐNG BẾ TẮC</a:t>
            </a:r>
            <a:endParaRPr dirty="0">
              <a:latin typeface="Mali" panose="00000500000000000000" pitchFamily="2" charset="-34"/>
              <a:cs typeface="Mali" panose="00000500000000000000" pitchFamily="2" charset="-34"/>
            </a:endParaRPr>
          </a:p>
        </p:txBody>
      </p:sp>
      <p:sp>
        <p:nvSpPr>
          <p:cNvPr id="2" name="Hộp Văn bản 1">
            <a:extLst>
              <a:ext uri="{FF2B5EF4-FFF2-40B4-BE49-F238E27FC236}">
                <a16:creationId xmlns:a16="http://schemas.microsoft.com/office/drawing/2014/main" id="{D320D052-CF3A-DCB5-94DF-10365B9C60D3}"/>
              </a:ext>
            </a:extLst>
          </p:cNvPr>
          <p:cNvSpPr txBox="1"/>
          <p:nvPr/>
        </p:nvSpPr>
        <p:spPr>
          <a:xfrm>
            <a:off x="861862" y="1635350"/>
            <a:ext cx="7420276" cy="2246769"/>
          </a:xfrm>
          <a:prstGeom prst="rect">
            <a:avLst/>
          </a:prstGeom>
          <a:noFill/>
        </p:spPr>
        <p:txBody>
          <a:bodyPr wrap="square">
            <a:spAutoFit/>
          </a:bodyPr>
          <a:lstStyle/>
          <a:p>
            <a:r>
              <a:rPr lang="vi-VN" sz="2800" dirty="0">
                <a:solidFill>
                  <a:schemeClr val="bg1"/>
                </a:solidFill>
                <a:latin typeface="Pangolin" panose="00000500000000000000" pitchFamily="2" charset="0"/>
              </a:rPr>
              <a:t>Để phòng chống bế tắc, cần đảm bảo sao cho 4 điều kiện gây bế tắc không đồng thời xảy ra:</a:t>
            </a:r>
          </a:p>
          <a:p>
            <a:r>
              <a:rPr lang="vi-VN" sz="2800" dirty="0">
                <a:solidFill>
                  <a:schemeClr val="bg1"/>
                </a:solidFill>
                <a:latin typeface="Pangolin" panose="00000500000000000000" pitchFamily="2" charset="0"/>
              </a:rPr>
              <a:t>  Loại bỏ yếu tố giữ và đợi</a:t>
            </a:r>
          </a:p>
          <a:p>
            <a:r>
              <a:rPr lang="vi-VN" sz="2800" dirty="0">
                <a:solidFill>
                  <a:schemeClr val="bg1"/>
                </a:solidFill>
                <a:latin typeface="Pangolin" panose="00000500000000000000" pitchFamily="2" charset="0"/>
              </a:rPr>
              <a:t>  Xây dựng hệ thống ngắt tài nguyên</a:t>
            </a:r>
          </a:p>
          <a:p>
            <a:r>
              <a:rPr lang="vi-VN" sz="2800" dirty="0">
                <a:solidFill>
                  <a:schemeClr val="bg1"/>
                </a:solidFill>
                <a:latin typeface="Pangolin" panose="00000500000000000000" pitchFamily="2" charset="0"/>
              </a:rPr>
              <a:t>  Loại bỏ yếu tố giữ và đợi</a:t>
            </a:r>
            <a:endParaRPr lang="vi-VN" sz="2800" dirty="0">
              <a:solidFill>
                <a:schemeClr val="bg1"/>
              </a:solidFill>
              <a:latin typeface="Pangolin" panose="00000500000000000000" pitchFamily="2" charset="0"/>
              <a:cs typeface="Mali" panose="00000500000000000000" pitchFamily="2" charset="-34"/>
            </a:endParaRPr>
          </a:p>
        </p:txBody>
      </p:sp>
      <p:sp>
        <p:nvSpPr>
          <p:cNvPr id="3" name="Google Shape;705;p33">
            <a:extLst>
              <a:ext uri="{FF2B5EF4-FFF2-40B4-BE49-F238E27FC236}">
                <a16:creationId xmlns:a16="http://schemas.microsoft.com/office/drawing/2014/main" id="{69D15BC3-E8FF-143C-7A15-F0873B7FBBC5}"/>
              </a:ext>
            </a:extLst>
          </p:cNvPr>
          <p:cNvSpPr/>
          <p:nvPr/>
        </p:nvSpPr>
        <p:spPr>
          <a:xfrm>
            <a:off x="538896" y="1973580"/>
            <a:ext cx="236066" cy="243608"/>
          </a:xfrm>
          <a:custGeom>
            <a:avLst/>
            <a:gdLst/>
            <a:ahLst/>
            <a:cxnLst/>
            <a:rect l="l" t="t" r="r" b="b"/>
            <a:pathLst>
              <a:path w="6237" h="6255" extrusionOk="0">
                <a:moveTo>
                  <a:pt x="0" y="0"/>
                </a:moveTo>
                <a:lnTo>
                  <a:pt x="0" y="6255"/>
                </a:lnTo>
                <a:lnTo>
                  <a:pt x="6236" y="6255"/>
                </a:lnTo>
                <a:lnTo>
                  <a:pt x="6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36;p25">
            <a:extLst>
              <a:ext uri="{FF2B5EF4-FFF2-40B4-BE49-F238E27FC236}">
                <a16:creationId xmlns:a16="http://schemas.microsoft.com/office/drawing/2014/main" id="{95F86F85-CC44-9336-8CD1-0E57C79C4772}"/>
              </a:ext>
            </a:extLst>
          </p:cNvPr>
          <p:cNvSpPr/>
          <p:nvPr/>
        </p:nvSpPr>
        <p:spPr>
          <a:xfrm>
            <a:off x="774962" y="2661625"/>
            <a:ext cx="194218" cy="194218"/>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36;p25">
            <a:extLst>
              <a:ext uri="{FF2B5EF4-FFF2-40B4-BE49-F238E27FC236}">
                <a16:creationId xmlns:a16="http://schemas.microsoft.com/office/drawing/2014/main" id="{6E741439-E800-2E59-285D-AE0C625D2962}"/>
              </a:ext>
            </a:extLst>
          </p:cNvPr>
          <p:cNvSpPr/>
          <p:nvPr/>
        </p:nvSpPr>
        <p:spPr>
          <a:xfrm>
            <a:off x="764753" y="3061056"/>
            <a:ext cx="194218" cy="194218"/>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36;p25">
            <a:extLst>
              <a:ext uri="{FF2B5EF4-FFF2-40B4-BE49-F238E27FC236}">
                <a16:creationId xmlns:a16="http://schemas.microsoft.com/office/drawing/2014/main" id="{55BD2124-1CB6-072F-EBEF-3D41074CE14E}"/>
              </a:ext>
            </a:extLst>
          </p:cNvPr>
          <p:cNvSpPr/>
          <p:nvPr/>
        </p:nvSpPr>
        <p:spPr>
          <a:xfrm>
            <a:off x="764753" y="3459900"/>
            <a:ext cx="194218" cy="194218"/>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6347942"/>
      </p:ext>
    </p:extLst>
  </p:cSld>
  <p:clrMapOvr>
    <a:masterClrMapping/>
  </p:clrMapOvr>
  <p:transition spd="slow">
    <p:cov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9" name="Google Shape;689;p32"/>
          <p:cNvSpPr/>
          <p:nvPr/>
        </p:nvSpPr>
        <p:spPr>
          <a:xfrm>
            <a:off x="5782875" y="1868575"/>
            <a:ext cx="1085100" cy="1085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solidFill>
                  <a:schemeClr val="dk2"/>
                </a:solidFill>
              </a:rPr>
              <a:t>06</a:t>
            </a:r>
            <a:endParaRPr dirty="0">
              <a:solidFill>
                <a:schemeClr val="dk2"/>
              </a:solidFill>
            </a:endParaRPr>
          </a:p>
        </p:txBody>
      </p:sp>
      <p:sp>
        <p:nvSpPr>
          <p:cNvPr id="691" name="Google Shape;691;p32"/>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cxnSp>
        <p:nvCxnSpPr>
          <p:cNvPr id="693" name="Google Shape;693;p32"/>
          <p:cNvCxnSpPr>
            <a:stCxn id="689"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
        <p:nvSpPr>
          <p:cNvPr id="4" name="Google Shape;474;p27">
            <a:extLst>
              <a:ext uri="{FF2B5EF4-FFF2-40B4-BE49-F238E27FC236}">
                <a16:creationId xmlns:a16="http://schemas.microsoft.com/office/drawing/2014/main" id="{8B28CEFA-FA14-2C9D-48A0-0A810A120A7D}"/>
              </a:ext>
            </a:extLst>
          </p:cNvPr>
          <p:cNvSpPr txBox="1">
            <a:spLocks/>
          </p:cNvSpPr>
          <p:nvPr/>
        </p:nvSpPr>
        <p:spPr>
          <a:xfrm>
            <a:off x="2041293" y="2900090"/>
            <a:ext cx="4403135" cy="47178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vi-VN" dirty="0">
                <a:latin typeface="Mali" panose="00000500000000000000" pitchFamily="2" charset="-34"/>
                <a:cs typeface="Mali" panose="00000500000000000000" pitchFamily="2" charset="-34"/>
              </a:rPr>
              <a:t>QUẢN LÝ TIẾN TRÌNH TRÊN WINDOW 10</a:t>
            </a:r>
          </a:p>
        </p:txBody>
      </p:sp>
    </p:spTree>
    <p:extLst>
      <p:ext uri="{BB962C8B-B14F-4D97-AF65-F5344CB8AC3E}">
        <p14:creationId xmlns:p14="http://schemas.microsoft.com/office/powerpoint/2010/main" val="30226077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400" dirty="0">
                <a:latin typeface="Mali" panose="00000500000000000000" pitchFamily="2" charset="-34"/>
                <a:cs typeface="Mali" panose="00000500000000000000" pitchFamily="2" charset="-34"/>
              </a:rPr>
              <a:t>Sử Dụng </a:t>
            </a:r>
            <a:r>
              <a:rPr lang="vi-VN" sz="2400" dirty="0" err="1">
                <a:latin typeface="Mali" panose="00000500000000000000" pitchFamily="2" charset="-34"/>
                <a:cs typeface="Mali" panose="00000500000000000000" pitchFamily="2" charset="-34"/>
              </a:rPr>
              <a:t>Task</a:t>
            </a:r>
            <a:r>
              <a:rPr lang="vi-VN" sz="2400" dirty="0">
                <a:latin typeface="Mali" panose="00000500000000000000" pitchFamily="2" charset="-34"/>
                <a:cs typeface="Mali" panose="00000500000000000000" pitchFamily="2" charset="-34"/>
              </a:rPr>
              <a:t> </a:t>
            </a:r>
            <a:r>
              <a:rPr lang="vi-VN" sz="2400" dirty="0" err="1">
                <a:latin typeface="Mali" panose="00000500000000000000" pitchFamily="2" charset="-34"/>
                <a:cs typeface="Mali" panose="00000500000000000000" pitchFamily="2" charset="-34"/>
              </a:rPr>
              <a:t>Manager</a:t>
            </a:r>
            <a:r>
              <a:rPr lang="vi-VN" sz="2400" dirty="0">
                <a:latin typeface="Mali" panose="00000500000000000000" pitchFamily="2" charset="-34"/>
                <a:cs typeface="Mali" panose="00000500000000000000" pitchFamily="2" charset="-34"/>
              </a:rPr>
              <a:t> để kiểm tra các ứng dụng có tài nguyên máy tính bị chiếm dụng</a:t>
            </a:r>
            <a:endParaRPr sz="2400" dirty="0">
              <a:latin typeface="Mali" panose="00000500000000000000" pitchFamily="2" charset="-34"/>
              <a:cs typeface="Mali" panose="00000500000000000000" pitchFamily="2" charset="-34"/>
            </a:endParaRPr>
          </a:p>
        </p:txBody>
      </p:sp>
      <p:pic>
        <p:nvPicPr>
          <p:cNvPr id="4" name="Hình ảnh 3">
            <a:extLst>
              <a:ext uri="{FF2B5EF4-FFF2-40B4-BE49-F238E27FC236}">
                <a16:creationId xmlns:a16="http://schemas.microsoft.com/office/drawing/2014/main" id="{06DED06A-B3F6-95E5-905C-9370BFEFDDF5}"/>
              </a:ext>
            </a:extLst>
          </p:cNvPr>
          <p:cNvPicPr>
            <a:picLocks noChangeAspect="1"/>
          </p:cNvPicPr>
          <p:nvPr/>
        </p:nvPicPr>
        <p:blipFill>
          <a:blip r:embed="rId3"/>
          <a:stretch>
            <a:fillRect/>
          </a:stretch>
        </p:blipFill>
        <p:spPr>
          <a:xfrm>
            <a:off x="322897" y="1824822"/>
            <a:ext cx="2629795" cy="2171702"/>
          </a:xfrm>
          <a:prstGeom prst="rect">
            <a:avLst/>
          </a:prstGeom>
        </p:spPr>
      </p:pic>
      <p:pic>
        <p:nvPicPr>
          <p:cNvPr id="6" name="Hình ảnh 5" descr="Ảnh có chứa Đồ họa, màu đỏ, Màu đỏ son, biểu tượng&#10;&#10;Mô tả được tạo tự động">
            <a:extLst>
              <a:ext uri="{FF2B5EF4-FFF2-40B4-BE49-F238E27FC236}">
                <a16:creationId xmlns:a16="http://schemas.microsoft.com/office/drawing/2014/main" id="{271AA9D1-09B8-9452-A98E-4914FBBBE780}"/>
              </a:ext>
            </a:extLst>
          </p:cNvPr>
          <p:cNvPicPr>
            <a:picLocks noChangeAspect="1"/>
          </p:cNvPicPr>
          <p:nvPr/>
        </p:nvPicPr>
        <p:blipFill>
          <a:blip r:embed="rId4"/>
          <a:stretch>
            <a:fillRect/>
          </a:stretch>
        </p:blipFill>
        <p:spPr>
          <a:xfrm rot="19448274">
            <a:off x="3192780" y="2713339"/>
            <a:ext cx="854497" cy="371462"/>
          </a:xfrm>
          <a:prstGeom prst="rect">
            <a:avLst/>
          </a:prstGeom>
        </p:spPr>
      </p:pic>
      <p:pic>
        <p:nvPicPr>
          <p:cNvPr id="8" name="Hình ảnh 7">
            <a:extLst>
              <a:ext uri="{FF2B5EF4-FFF2-40B4-BE49-F238E27FC236}">
                <a16:creationId xmlns:a16="http://schemas.microsoft.com/office/drawing/2014/main" id="{AB0A864D-AE8B-86CD-9E05-12397FEEF0A1}"/>
              </a:ext>
            </a:extLst>
          </p:cNvPr>
          <p:cNvPicPr>
            <a:picLocks noChangeAspect="1"/>
          </p:cNvPicPr>
          <p:nvPr/>
        </p:nvPicPr>
        <p:blipFill>
          <a:blip r:embed="rId5"/>
          <a:stretch>
            <a:fillRect/>
          </a:stretch>
        </p:blipFill>
        <p:spPr>
          <a:xfrm>
            <a:off x="4122753" y="1088535"/>
            <a:ext cx="2068557" cy="2085375"/>
          </a:xfrm>
          <a:prstGeom prst="rect">
            <a:avLst/>
          </a:prstGeom>
        </p:spPr>
      </p:pic>
      <p:pic>
        <p:nvPicPr>
          <p:cNvPr id="9" name="Hình ảnh 8" descr="Ảnh có chứa Đồ họa, màu đỏ, Màu đỏ son, biểu tượng&#10;&#10;Mô tả được tạo tự động">
            <a:extLst>
              <a:ext uri="{FF2B5EF4-FFF2-40B4-BE49-F238E27FC236}">
                <a16:creationId xmlns:a16="http://schemas.microsoft.com/office/drawing/2014/main" id="{F9F2D68E-32F7-53DF-B438-216960062987}"/>
              </a:ext>
            </a:extLst>
          </p:cNvPr>
          <p:cNvPicPr>
            <a:picLocks noChangeAspect="1"/>
          </p:cNvPicPr>
          <p:nvPr/>
        </p:nvPicPr>
        <p:blipFill>
          <a:blip r:embed="rId4"/>
          <a:stretch>
            <a:fillRect/>
          </a:stretch>
        </p:blipFill>
        <p:spPr>
          <a:xfrm rot="2557477">
            <a:off x="6330082" y="2118978"/>
            <a:ext cx="854497" cy="371462"/>
          </a:xfrm>
          <a:prstGeom prst="rect">
            <a:avLst/>
          </a:prstGeom>
        </p:spPr>
      </p:pic>
      <p:pic>
        <p:nvPicPr>
          <p:cNvPr id="11" name="Hình ảnh 10">
            <a:extLst>
              <a:ext uri="{FF2B5EF4-FFF2-40B4-BE49-F238E27FC236}">
                <a16:creationId xmlns:a16="http://schemas.microsoft.com/office/drawing/2014/main" id="{5C3A12A1-B81F-D240-03EE-ED4B8159F9A2}"/>
              </a:ext>
            </a:extLst>
          </p:cNvPr>
          <p:cNvPicPr>
            <a:picLocks noChangeAspect="1"/>
          </p:cNvPicPr>
          <p:nvPr/>
        </p:nvPicPr>
        <p:blipFill>
          <a:blip r:embed="rId6"/>
          <a:stretch>
            <a:fillRect/>
          </a:stretch>
        </p:blipFill>
        <p:spPr>
          <a:xfrm>
            <a:off x="6705707" y="2899070"/>
            <a:ext cx="2299335" cy="2110349"/>
          </a:xfrm>
          <a:prstGeom prst="rect">
            <a:avLst/>
          </a:prstGeom>
        </p:spPr>
      </p:pic>
    </p:spTree>
    <p:extLst>
      <p:ext uri="{BB962C8B-B14F-4D97-AF65-F5344CB8AC3E}">
        <p14:creationId xmlns:p14="http://schemas.microsoft.com/office/powerpoint/2010/main" val="20668565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400" dirty="0">
                <a:latin typeface="Mali" panose="00000500000000000000" pitchFamily="2" charset="-34"/>
                <a:cs typeface="Mali" panose="00000500000000000000" pitchFamily="2" charset="-34"/>
              </a:rPr>
              <a:t>Sử Dụng </a:t>
            </a:r>
            <a:r>
              <a:rPr lang="vi-VN" sz="2400" dirty="0" err="1">
                <a:latin typeface="Mali" panose="00000500000000000000" pitchFamily="2" charset="-34"/>
                <a:cs typeface="Mali" panose="00000500000000000000" pitchFamily="2" charset="-34"/>
              </a:rPr>
              <a:t>Task</a:t>
            </a:r>
            <a:r>
              <a:rPr lang="vi-VN" sz="2400" dirty="0">
                <a:latin typeface="Mali" panose="00000500000000000000" pitchFamily="2" charset="-34"/>
                <a:cs typeface="Mali" panose="00000500000000000000" pitchFamily="2" charset="-34"/>
              </a:rPr>
              <a:t> </a:t>
            </a:r>
            <a:r>
              <a:rPr lang="vi-VN" sz="2400" dirty="0" err="1">
                <a:latin typeface="Mali" panose="00000500000000000000" pitchFamily="2" charset="-34"/>
                <a:cs typeface="Mali" panose="00000500000000000000" pitchFamily="2" charset="-34"/>
              </a:rPr>
              <a:t>Manager</a:t>
            </a:r>
            <a:r>
              <a:rPr lang="vi-VN" sz="2400" dirty="0">
                <a:latin typeface="Mali" panose="00000500000000000000" pitchFamily="2" charset="-34"/>
                <a:cs typeface="Mali" panose="00000500000000000000" pitchFamily="2" charset="-34"/>
              </a:rPr>
              <a:t> để kiểm tra các ứng dụng có tài nguyên máy tính bị chiếm dụng</a:t>
            </a:r>
            <a:endParaRPr sz="2400" dirty="0">
              <a:latin typeface="Mali" panose="00000500000000000000" pitchFamily="2" charset="-34"/>
              <a:cs typeface="Mali" panose="00000500000000000000" pitchFamily="2" charset="-34"/>
            </a:endParaRPr>
          </a:p>
        </p:txBody>
      </p:sp>
      <p:pic>
        <p:nvPicPr>
          <p:cNvPr id="3" name="Hình ảnh 2">
            <a:extLst>
              <a:ext uri="{FF2B5EF4-FFF2-40B4-BE49-F238E27FC236}">
                <a16:creationId xmlns:a16="http://schemas.microsoft.com/office/drawing/2014/main" id="{E05D8B4C-C97E-0B8E-7E7F-38DDFB1B3F93}"/>
              </a:ext>
            </a:extLst>
          </p:cNvPr>
          <p:cNvPicPr>
            <a:picLocks noChangeAspect="1"/>
          </p:cNvPicPr>
          <p:nvPr/>
        </p:nvPicPr>
        <p:blipFill>
          <a:blip r:embed="rId3"/>
          <a:stretch>
            <a:fillRect/>
          </a:stretch>
        </p:blipFill>
        <p:spPr>
          <a:xfrm>
            <a:off x="172403" y="2148840"/>
            <a:ext cx="3074302" cy="2831782"/>
          </a:xfrm>
          <a:prstGeom prst="rect">
            <a:avLst/>
          </a:prstGeom>
        </p:spPr>
      </p:pic>
      <p:pic>
        <p:nvPicPr>
          <p:cNvPr id="7" name="Hình ảnh 6" descr="Ảnh có chứa Đồ họa, sáng tạo&#10;&#10;Mô tả được tạo tự động">
            <a:extLst>
              <a:ext uri="{FF2B5EF4-FFF2-40B4-BE49-F238E27FC236}">
                <a16:creationId xmlns:a16="http://schemas.microsoft.com/office/drawing/2014/main" id="{5F448AEA-C571-AD8E-0DCA-8FFE9ED89A04}"/>
              </a:ext>
            </a:extLst>
          </p:cNvPr>
          <p:cNvPicPr>
            <a:picLocks noChangeAspect="1"/>
          </p:cNvPicPr>
          <p:nvPr/>
        </p:nvPicPr>
        <p:blipFill>
          <a:blip r:embed="rId4"/>
          <a:stretch>
            <a:fillRect/>
          </a:stretch>
        </p:blipFill>
        <p:spPr>
          <a:xfrm>
            <a:off x="2096085" y="1334828"/>
            <a:ext cx="1150620" cy="580488"/>
          </a:xfrm>
          <a:prstGeom prst="rect">
            <a:avLst/>
          </a:prstGeom>
        </p:spPr>
      </p:pic>
      <p:pic>
        <p:nvPicPr>
          <p:cNvPr id="12" name="Hình ảnh 11">
            <a:extLst>
              <a:ext uri="{FF2B5EF4-FFF2-40B4-BE49-F238E27FC236}">
                <a16:creationId xmlns:a16="http://schemas.microsoft.com/office/drawing/2014/main" id="{D58D3452-2B25-E757-41B8-E7AE312A9082}"/>
              </a:ext>
            </a:extLst>
          </p:cNvPr>
          <p:cNvPicPr>
            <a:picLocks noChangeAspect="1"/>
          </p:cNvPicPr>
          <p:nvPr/>
        </p:nvPicPr>
        <p:blipFill>
          <a:blip r:embed="rId5"/>
          <a:stretch>
            <a:fillRect/>
          </a:stretch>
        </p:blipFill>
        <p:spPr>
          <a:xfrm>
            <a:off x="3526778" y="989475"/>
            <a:ext cx="2760819" cy="2446679"/>
          </a:xfrm>
          <a:prstGeom prst="rect">
            <a:avLst/>
          </a:prstGeom>
        </p:spPr>
      </p:pic>
      <p:pic>
        <p:nvPicPr>
          <p:cNvPr id="13" name="Hình ảnh 12" descr="Ảnh có chứa Đồ họa, màu đỏ, Màu đỏ son, biểu tượng&#10;&#10;Mô tả được tạo tự động">
            <a:extLst>
              <a:ext uri="{FF2B5EF4-FFF2-40B4-BE49-F238E27FC236}">
                <a16:creationId xmlns:a16="http://schemas.microsoft.com/office/drawing/2014/main" id="{203E7670-E1E1-23AA-729D-DB56ABEFDF31}"/>
              </a:ext>
            </a:extLst>
          </p:cNvPr>
          <p:cNvPicPr>
            <a:picLocks noChangeAspect="1"/>
          </p:cNvPicPr>
          <p:nvPr/>
        </p:nvPicPr>
        <p:blipFill>
          <a:blip r:embed="rId6"/>
          <a:stretch>
            <a:fillRect/>
          </a:stretch>
        </p:blipFill>
        <p:spPr>
          <a:xfrm rot="798860">
            <a:off x="5361951" y="3529554"/>
            <a:ext cx="854497" cy="371462"/>
          </a:xfrm>
          <a:prstGeom prst="rect">
            <a:avLst/>
          </a:prstGeom>
        </p:spPr>
      </p:pic>
      <p:pic>
        <p:nvPicPr>
          <p:cNvPr id="15" name="Hình ảnh 14">
            <a:extLst>
              <a:ext uri="{FF2B5EF4-FFF2-40B4-BE49-F238E27FC236}">
                <a16:creationId xmlns:a16="http://schemas.microsoft.com/office/drawing/2014/main" id="{4B79946F-174A-DB7A-19AF-A42B32B2C76A}"/>
              </a:ext>
            </a:extLst>
          </p:cNvPr>
          <p:cNvPicPr>
            <a:picLocks noChangeAspect="1"/>
          </p:cNvPicPr>
          <p:nvPr/>
        </p:nvPicPr>
        <p:blipFill>
          <a:blip r:embed="rId7"/>
          <a:stretch>
            <a:fillRect/>
          </a:stretch>
        </p:blipFill>
        <p:spPr>
          <a:xfrm>
            <a:off x="6567671" y="2715660"/>
            <a:ext cx="2518116" cy="2302942"/>
          </a:xfrm>
          <a:prstGeom prst="rect">
            <a:avLst/>
          </a:prstGeom>
        </p:spPr>
      </p:pic>
    </p:spTree>
    <p:extLst>
      <p:ext uri="{BB962C8B-B14F-4D97-AF65-F5344CB8AC3E}">
        <p14:creationId xmlns:p14="http://schemas.microsoft.com/office/powerpoint/2010/main" val="2384357051"/>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3"/>
          <p:cNvSpPr txBox="1">
            <a:spLocks noGrp="1"/>
          </p:cNvSpPr>
          <p:nvPr>
            <p:ph type="ctrTitle"/>
          </p:nvPr>
        </p:nvSpPr>
        <p:spPr>
          <a:xfrm>
            <a:off x="618824" y="411675"/>
            <a:ext cx="816703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400" dirty="0">
                <a:latin typeface="Mali" panose="00000500000000000000" pitchFamily="2" charset="-34"/>
                <a:cs typeface="Mali" panose="00000500000000000000" pitchFamily="2" charset="-34"/>
              </a:rPr>
              <a:t>Sử Dụng </a:t>
            </a:r>
            <a:r>
              <a:rPr lang="vi-VN" sz="2400" dirty="0" err="1">
                <a:latin typeface="Mali" panose="00000500000000000000" pitchFamily="2" charset="-34"/>
                <a:cs typeface="Mali" panose="00000500000000000000" pitchFamily="2" charset="-34"/>
              </a:rPr>
              <a:t>Task</a:t>
            </a:r>
            <a:r>
              <a:rPr lang="vi-VN" sz="2400" dirty="0">
                <a:latin typeface="Mali" panose="00000500000000000000" pitchFamily="2" charset="-34"/>
                <a:cs typeface="Mali" panose="00000500000000000000" pitchFamily="2" charset="-34"/>
              </a:rPr>
              <a:t> </a:t>
            </a:r>
            <a:r>
              <a:rPr lang="vi-VN" sz="2400" dirty="0" err="1">
                <a:latin typeface="Mali" panose="00000500000000000000" pitchFamily="2" charset="-34"/>
                <a:cs typeface="Mali" panose="00000500000000000000" pitchFamily="2" charset="-34"/>
              </a:rPr>
              <a:t>Manager</a:t>
            </a:r>
            <a:r>
              <a:rPr lang="vi-VN" sz="2400" dirty="0">
                <a:latin typeface="Mali" panose="00000500000000000000" pitchFamily="2" charset="-34"/>
                <a:cs typeface="Mali" panose="00000500000000000000" pitchFamily="2" charset="-34"/>
              </a:rPr>
              <a:t> để kết thúc bất kỳ quá trình trục trặc nào</a:t>
            </a:r>
            <a:endParaRPr sz="2400" dirty="0">
              <a:latin typeface="Mali" panose="00000500000000000000" pitchFamily="2" charset="-34"/>
              <a:cs typeface="Mali" panose="00000500000000000000" pitchFamily="2" charset="-34"/>
            </a:endParaRPr>
          </a:p>
        </p:txBody>
      </p:sp>
      <p:pic>
        <p:nvPicPr>
          <p:cNvPr id="3" name="Hình ảnh 2">
            <a:extLst>
              <a:ext uri="{FF2B5EF4-FFF2-40B4-BE49-F238E27FC236}">
                <a16:creationId xmlns:a16="http://schemas.microsoft.com/office/drawing/2014/main" id="{B7099ADF-4436-0366-5D96-3F7C5C9FF6F2}"/>
              </a:ext>
            </a:extLst>
          </p:cNvPr>
          <p:cNvPicPr>
            <a:picLocks noChangeAspect="1"/>
          </p:cNvPicPr>
          <p:nvPr/>
        </p:nvPicPr>
        <p:blipFill>
          <a:blip r:embed="rId3"/>
          <a:stretch>
            <a:fillRect/>
          </a:stretch>
        </p:blipFill>
        <p:spPr>
          <a:xfrm>
            <a:off x="2519362" y="989475"/>
            <a:ext cx="4105275" cy="3686175"/>
          </a:xfrm>
          <a:prstGeom prst="rect">
            <a:avLst/>
          </a:prstGeom>
        </p:spPr>
      </p:pic>
    </p:spTree>
    <p:extLst>
      <p:ext uri="{BB962C8B-B14F-4D97-AF65-F5344CB8AC3E}">
        <p14:creationId xmlns:p14="http://schemas.microsoft.com/office/powerpoint/2010/main" val="40905105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sp>
        <p:nvSpPr>
          <p:cNvPr id="1361" name="Google Shape;1361;p47"/>
          <p:cNvSpPr txBox="1">
            <a:spLocks noGrp="1"/>
          </p:cNvSpPr>
          <p:nvPr>
            <p:ph type="title"/>
          </p:nvPr>
        </p:nvSpPr>
        <p:spPr>
          <a:xfrm>
            <a:off x="2471150" y="1830075"/>
            <a:ext cx="3823200" cy="112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THANKS</a:t>
            </a:r>
            <a:endParaRPr dirty="0"/>
          </a:p>
        </p:txBody>
      </p:sp>
      <p:sp>
        <p:nvSpPr>
          <p:cNvPr id="1364" name="Google Shape;1364;p47"/>
          <p:cNvSpPr/>
          <p:nvPr/>
        </p:nvSpPr>
        <p:spPr>
          <a:xfrm>
            <a:off x="-65247" y="971445"/>
            <a:ext cx="62397" cy="62143"/>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5" name="Google Shape;1365;p47"/>
          <p:cNvGrpSpPr/>
          <p:nvPr/>
        </p:nvGrpSpPr>
        <p:grpSpPr>
          <a:xfrm>
            <a:off x="7981434" y="-1177061"/>
            <a:ext cx="203789" cy="1274754"/>
            <a:chOff x="2877432" y="975334"/>
            <a:chExt cx="188886" cy="1181531"/>
          </a:xfrm>
        </p:grpSpPr>
        <p:sp>
          <p:nvSpPr>
            <p:cNvPr id="1366" name="Google Shape;1366;p47"/>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7"/>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7"/>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9" name="Google Shape;1369;p47"/>
          <p:cNvSpPr/>
          <p:nvPr/>
        </p:nvSpPr>
        <p:spPr>
          <a:xfrm>
            <a:off x="9277943" y="-708433"/>
            <a:ext cx="9132" cy="2718429"/>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7"/>
          <p:cNvSpPr/>
          <p:nvPr/>
        </p:nvSpPr>
        <p:spPr>
          <a:xfrm>
            <a:off x="335228" y="-685306"/>
            <a:ext cx="9132" cy="1822332"/>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4="http://schemas.microsoft.com/office/powerpoint/2010/main" Requires="p14">
      <p:transition spd="slow" p14:dur="900">
        <p14:flythrough dir="out" hasBounce="1"/>
      </p:transition>
    </mc:Choice>
    <mc:Fallback>
      <p:transition spd="slow">
        <p:fade/>
      </p:transition>
    </mc:Fallback>
  </mc:AlternateContent>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TotalTime>
  <Words>2739</Words>
  <Application>Microsoft Office PowerPoint</Application>
  <PresentationFormat>Trình chiếu Trên màn hình (16:9)</PresentationFormat>
  <Paragraphs>243</Paragraphs>
  <Slides>61</Slides>
  <Notes>55</Notes>
  <HiddenSlides>0</HiddenSlides>
  <MMClips>0</MMClips>
  <ScaleCrop>false</ScaleCrop>
  <HeadingPairs>
    <vt:vector size="6" baseType="variant">
      <vt:variant>
        <vt:lpstr>Phông được Dùng</vt:lpstr>
      </vt:variant>
      <vt:variant>
        <vt:i4>13</vt:i4>
      </vt:variant>
      <vt:variant>
        <vt:lpstr>Chủ đề</vt:lpstr>
      </vt:variant>
      <vt:variant>
        <vt:i4>1</vt:i4>
      </vt:variant>
      <vt:variant>
        <vt:lpstr>Tiêu đề Bản chiếu</vt:lpstr>
      </vt:variant>
      <vt:variant>
        <vt:i4>61</vt:i4>
      </vt:variant>
    </vt:vector>
  </HeadingPairs>
  <TitlesOfParts>
    <vt:vector size="75" baseType="lpstr">
      <vt:lpstr>Pangolin</vt:lpstr>
      <vt:lpstr>Advent Pro SemiBold</vt:lpstr>
      <vt:lpstr>Share Tech</vt:lpstr>
      <vt:lpstr>Maven Pro</vt:lpstr>
      <vt:lpstr>Nunito Light</vt:lpstr>
      <vt:lpstr>Livvic Light</vt:lpstr>
      <vt:lpstr>Wingdings</vt:lpstr>
      <vt:lpstr>Mali</vt:lpstr>
      <vt:lpstr>Bahnschrift Condensed</vt:lpstr>
      <vt:lpstr>Montserrat Medium</vt:lpstr>
      <vt:lpstr>Fira Sans Condensed Medium</vt:lpstr>
      <vt:lpstr>Fira Sans Extra Condensed Medium</vt:lpstr>
      <vt:lpstr>Arial</vt:lpstr>
      <vt:lpstr>Data Science Consulting by Slidesgo</vt:lpstr>
      <vt:lpstr>QUẢN LÝ  TIẾN TRÌNH</vt:lpstr>
      <vt:lpstr>GIỚI THIỆU THÀNH VIÊN VÀ PHÂN CHIA NHIỆM VỤ</vt:lpstr>
      <vt:lpstr>TỔNG QUAN VỀ TIẾN TRÌNH (PROCESS)</vt:lpstr>
      <vt:lpstr>TÀI NGUYÊN GĂNG VÀ ĐIỀU ĐỘ TIẾN TRÌNH</vt:lpstr>
      <vt:lpstr>TỔNG QUAN VỀ TIẾN TRÌNH (PROCESS)</vt:lpstr>
      <vt:lpstr>TỔNG QUAN</vt:lpstr>
      <vt:lpstr>KHÁI NIỆM</vt:lpstr>
      <vt:lpstr>TỔNG QUAN</vt:lpstr>
      <vt:lpstr>CÁC TRẠNG THÁI</vt:lpstr>
      <vt:lpstr>CẤU TRÚC KHỐI QUẢN LÝ TIẾN TRÌNH</vt:lpstr>
      <vt:lpstr>MỤC TIÊU CỦA KHỐI QUẢN LÝ TIẾN TRÌNH LÀ GÌ?</vt:lpstr>
      <vt:lpstr>DANH SÁCH CÁC TIẾN TRÌNH</vt:lpstr>
      <vt:lpstr>DIỄN BIẾN ĐIỀU PHỐI TIẾN TRÌNH</vt:lpstr>
      <vt:lpstr>BỘ ĐIỀU PHỐI</vt:lpstr>
      <vt:lpstr>CHUYỂN NGỮ CẢNH</vt:lpstr>
      <vt:lpstr>THAO TÁC TRÊN TIẾN TRÌNH</vt:lpstr>
      <vt:lpstr>PHÂN LOẠI TIẾN TRÌNH</vt:lpstr>
      <vt:lpstr>LIÊN LẠC GIỮA CÁC TIẾN TRÌNH</vt:lpstr>
      <vt:lpstr>LIÊN LẠC GIỮA CÁC TIẾN TRÌNH</vt:lpstr>
      <vt:lpstr>LIÊN LẠC GIỮA CÁC TIẾN TRÌNH</vt:lpstr>
      <vt:lpstr>HỆ THỐNG TRUYỀN THÔNG ĐIỆP</vt:lpstr>
      <vt:lpstr>Bản trình bày PowerPoint</vt:lpstr>
      <vt:lpstr>Bản trình bày PowerPoint</vt:lpstr>
      <vt:lpstr>CÀI ĐẶT HÀNG ĐỢI</vt:lpstr>
      <vt:lpstr>LIÊN LẠC TRONG CILENT – SERVER</vt:lpstr>
      <vt:lpstr>Bản trình bày PowerPoint</vt:lpstr>
      <vt:lpstr>LUỒNG (THREAD) </vt:lpstr>
      <vt:lpstr>KHÁI NIỆM </vt:lpstr>
      <vt:lpstr>Bản trình bày PowerPoint</vt:lpstr>
      <vt:lpstr>LỢI ÍCH CỦA LẬP TRÌNH ĐA LUỒNG</vt:lpstr>
      <vt:lpstr>CHIA LÀM 2 LUỒNG</vt:lpstr>
      <vt:lpstr>MÔ HÌNH ĐA LUỒNG</vt:lpstr>
      <vt:lpstr>SIÊU PHÂN LUỒNG</vt:lpstr>
      <vt:lpstr>03</vt:lpstr>
      <vt:lpstr>CÁC KHÁI NIỆM</vt:lpstr>
      <vt:lpstr>Bản trình bày PowerPoint</vt:lpstr>
      <vt:lpstr>Chu kỳ thực hiện CPU – I/O</vt:lpstr>
      <vt:lpstr>Bản trình bày PowerPoint</vt:lpstr>
      <vt:lpstr>Bản trình bày PowerPoint</vt:lpstr>
      <vt:lpstr>TIÊU CHUẨN ĐIỀU PHỐI </vt:lpstr>
      <vt:lpstr>TIÊU CHUẨN ĐIỀU PHỐI</vt:lpstr>
      <vt:lpstr>Bản trình bày PowerPoint</vt:lpstr>
      <vt:lpstr>Điều phối đa xử lí</vt:lpstr>
      <vt:lpstr>04</vt:lpstr>
      <vt:lpstr>KHÁI NIỆM</vt:lpstr>
      <vt:lpstr>ĐỊNH NGHĨA</vt:lpstr>
      <vt:lpstr>Các phương pháp giải quyết bài toán tới hạn </vt:lpstr>
      <vt:lpstr>Bản trình bày PowerPoint</vt:lpstr>
      <vt:lpstr>b) Thuật toán Dekker</vt:lpstr>
      <vt:lpstr>c) Test and Set</vt:lpstr>
      <vt:lpstr>d) Semaphore</vt:lpstr>
      <vt:lpstr>05</vt:lpstr>
      <vt:lpstr>KHÁI NIỆM BẾ TẮC VÀ ĐIỀU KIỆN XẢY RA</vt:lpstr>
      <vt:lpstr>GIẢI PHÁP PHÒNG CHỐNG BẾ TẮC</vt:lpstr>
      <vt:lpstr>GIẢI PHÁP PHÒNG CHỐNG BẾ TẮC</vt:lpstr>
      <vt:lpstr>GIẢI PHÁP PHÒNG CHỐNG BẾ TẮC</vt:lpstr>
      <vt:lpstr>06</vt:lpstr>
      <vt:lpstr>Sử Dụng Task Manager để kiểm tra các ứng dụng có tài nguyên máy tính bị chiếm dụng</vt:lpstr>
      <vt:lpstr>Sử Dụng Task Manager để kiểm tra các ứng dụng có tài nguyên máy tính bị chiếm dụng</vt:lpstr>
      <vt:lpstr>Sử Dụng Task Manager để kết thúc bất kỳ quá trình trục trặc nào</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TIẾN TRÌNH</dc:title>
  <cp:lastModifiedBy>Lã Minh Khánh</cp:lastModifiedBy>
  <cp:revision>4</cp:revision>
  <dcterms:modified xsi:type="dcterms:W3CDTF">2023-09-22T04:32:55Z</dcterms:modified>
</cp:coreProperties>
</file>