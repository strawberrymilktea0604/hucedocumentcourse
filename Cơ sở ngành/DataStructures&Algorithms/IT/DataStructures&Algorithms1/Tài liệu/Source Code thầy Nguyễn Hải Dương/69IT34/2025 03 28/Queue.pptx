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B7EA-AD13-BDE8-6567-F20EBD432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5ABA0-4FAD-0BF7-8C74-725CB6CDF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156B0-1FB2-8892-8566-3D2A1992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B78E2-85EC-1A3B-CF86-AEC4930C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11CB2-2FFE-BD60-EFED-17FB96C9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47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150B3-15EE-3E8B-F469-29C5D625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CC591-0DA6-1E92-FBB9-BDE380A4D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5338E-619B-31C7-FB00-E052FEC42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6794B-EA2D-FA3D-D8DA-C83F804D5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C5B51-B7EA-6837-2C85-BF9142884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7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2EB0-3027-53FA-349B-778775712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81E55-49FA-5A1D-A101-15BC08565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D4B3B-E164-EC53-29CB-29D1A9D06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08EDC-2ABB-591D-227B-B59DB947D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019CB-1CD4-0B28-D8D5-C07AF968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50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A8ED-3856-0C49-C776-A5F4D40B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30F23-9767-46EF-034B-8F6723853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D1703-CF85-276F-9A73-D749D1361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D9104-23E8-C501-4931-23448B1DB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FD627-519F-DF10-3805-FC34A4FFC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B74F6-1A09-268F-D72F-459DBCA2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90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EE10-AE9B-3861-F425-72529DF8A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D1AF-2267-8D9A-E692-F75D6BDC1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7357E-812D-7D72-030A-8A3CA20F1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7B614-C77E-4516-607C-CD06C4682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E84B1-F7D5-E2CC-7300-D5B1466B9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227D6-E6B0-4443-06FB-78096C429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850DFD-2D31-0B3D-BF32-298A2373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81A84-EA8C-3A99-8D32-49E1F964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5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C769B-6D82-6CA9-A900-6E7E9B32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1C0AF5-B0B9-16B8-87D5-AFF6874C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E2B0F5-69CD-CFE1-DF1D-3CFFF3E5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ACA9C-BCEE-E2AE-3584-9C6D376F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9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F04B85-6C61-C497-7922-B55D8473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38759-18E6-0801-88B3-826F634B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23B69-7F7F-4BD0-4B75-43234DF9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14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09FD-56F2-946D-15B0-20B71262B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2E1E7-2146-F35D-4F23-D03DCE546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A0B23-8FD0-8297-714A-0B636D075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3D669-258E-537D-6910-EE83F54F8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2882F-8E56-176E-CCE3-C8B76E25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2BC58-9D66-700D-7D82-23E356CB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7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C461-5A6B-D3FD-AAF0-D9B124CC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31D80-19C7-E91C-A227-234122C84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A5AAE-55A3-AED7-59D3-7E6F04913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86DDC-0607-460C-009B-BD5CA359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F1EB8-022D-F64B-0185-B5FF0B44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E0080-1BED-4A13-58EF-1DD5FC5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1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7A0C-5B60-2AC7-0132-80295054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AFC5A-64FC-726C-4187-B967F066F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5A4FF-D49F-34D6-7288-139B32A2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BC6DA-ED98-8379-367E-98EAE8CD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7041A-92DD-F009-7631-3BB95468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62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7B0FA-802B-915D-9FB0-D5A510047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91DAE-7EDC-2C49-6F9B-4FBACF1A7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853BA-585E-6296-70DF-9E77CF56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194E6-7C39-D346-5D7F-8365B035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2D7DE-7398-FDC4-CEDD-37D81F7C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2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42B0A3-4C0C-39CD-89DA-47F763B4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9A705-4D06-311D-1A74-94F2CC032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F707E-1DA0-2189-96DF-1BEF41BFF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2D027-93D9-4900-8CFA-6A992BD03B57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89582-3C7F-578E-0C85-90F398653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50A37-E794-0A5D-5C39-076AF1124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29008-CD09-47A5-8338-9F1067A19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58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455C4D-A501-2DF2-333D-08EECEE171AC}"/>
              </a:ext>
            </a:extLst>
          </p:cNvPr>
          <p:cNvSpPr/>
          <p:nvPr/>
        </p:nvSpPr>
        <p:spPr>
          <a:xfrm>
            <a:off x="330740" y="233464"/>
            <a:ext cx="11498093" cy="6352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(Queue):</a:t>
            </a:r>
            <a:br>
              <a:rPr lang="en-US" dirty="0"/>
            </a:br>
            <a:r>
              <a:rPr lang="en-US" dirty="0" err="1"/>
              <a:t>Là</a:t>
            </a:r>
            <a:r>
              <a:rPr lang="en-US" dirty="0"/>
              <a:t> CTDL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FIFO,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đầu</a:t>
            </a:r>
            <a:r>
              <a:rPr lang="en-US" dirty="0"/>
              <a:t>: First-Last, (Front-Rear)…</a:t>
            </a:r>
          </a:p>
          <a:p>
            <a:pPr marL="342900" indent="-342900">
              <a:buAutoNum type="arabicPeriod"/>
            </a:pP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isEmpty</a:t>
            </a:r>
            <a:r>
              <a:rPr lang="en-US" dirty="0"/>
              <a:t>, </a:t>
            </a:r>
            <a:r>
              <a:rPr lang="en-US" dirty="0" err="1"/>
              <a:t>isFull</a:t>
            </a:r>
            <a:br>
              <a:rPr lang="en-US" dirty="0"/>
            </a:br>
            <a:r>
              <a:rPr lang="en-US" dirty="0"/>
              <a:t>- Push, Pop, (Add, Get)</a:t>
            </a:r>
            <a:br>
              <a:rPr lang="en-US" dirty="0"/>
            </a:br>
            <a:r>
              <a:rPr lang="en-US" dirty="0"/>
              <a:t>- Edit, Del</a:t>
            </a:r>
          </a:p>
          <a:p>
            <a:pPr marL="342900" indent="-342900">
              <a:buAutoNum type="arabicPeriod"/>
            </a:pPr>
            <a:r>
              <a:rPr lang="en-US" dirty="0"/>
              <a:t>Cài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560240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F2450EB-9B7B-9F72-16D8-863F5ECA4CD4}"/>
              </a:ext>
            </a:extLst>
          </p:cNvPr>
          <p:cNvSpPr/>
          <p:nvPr/>
        </p:nvSpPr>
        <p:spPr>
          <a:xfrm>
            <a:off x="573931" y="3549767"/>
            <a:ext cx="4834648" cy="9046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9C7AF2-E401-7EFE-0CAB-BAC41F337E22}"/>
              </a:ext>
            </a:extLst>
          </p:cNvPr>
          <p:cNvSpPr/>
          <p:nvPr/>
        </p:nvSpPr>
        <p:spPr>
          <a:xfrm>
            <a:off x="7977083" y="312755"/>
            <a:ext cx="3817901" cy="5990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E6EFDA-2BAA-FE6A-9C0F-EDD9F50E0829}"/>
              </a:ext>
            </a:extLst>
          </p:cNvPr>
          <p:cNvSpPr/>
          <p:nvPr/>
        </p:nvSpPr>
        <p:spPr>
          <a:xfrm>
            <a:off x="573931" y="428016"/>
            <a:ext cx="4834648" cy="9046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6BC0B7-E9B9-DDB9-D2B3-0DBB245E256A}"/>
              </a:ext>
            </a:extLst>
          </p:cNvPr>
          <p:cNvSpPr/>
          <p:nvPr/>
        </p:nvSpPr>
        <p:spPr>
          <a:xfrm>
            <a:off x="8526751" y="728018"/>
            <a:ext cx="549668" cy="60467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4DE653-9BA9-4F2E-676B-4C75192B1547}"/>
              </a:ext>
            </a:extLst>
          </p:cNvPr>
          <p:cNvSpPr/>
          <p:nvPr/>
        </p:nvSpPr>
        <p:spPr>
          <a:xfrm>
            <a:off x="10452923" y="1639954"/>
            <a:ext cx="549668" cy="60467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4D0BCA-2E8C-C8FC-8FF2-BD23E5D134F7}"/>
              </a:ext>
            </a:extLst>
          </p:cNvPr>
          <p:cNvSpPr/>
          <p:nvPr/>
        </p:nvSpPr>
        <p:spPr>
          <a:xfrm>
            <a:off x="10727757" y="425682"/>
            <a:ext cx="549668" cy="60467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23C1C3-2F17-5FD6-95DC-129D430C3F0D}"/>
              </a:ext>
            </a:extLst>
          </p:cNvPr>
          <p:cNvSpPr/>
          <p:nvPr/>
        </p:nvSpPr>
        <p:spPr>
          <a:xfrm>
            <a:off x="9226682" y="2643545"/>
            <a:ext cx="549668" cy="60467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C0E0DF1-3440-CD9B-51A6-541F65D660F0}"/>
              </a:ext>
            </a:extLst>
          </p:cNvPr>
          <p:cNvSpPr/>
          <p:nvPr/>
        </p:nvSpPr>
        <p:spPr>
          <a:xfrm>
            <a:off x="3105209" y="565760"/>
            <a:ext cx="549668" cy="60467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</a:t>
            </a:r>
          </a:p>
        </p:txBody>
      </p:sp>
      <p:sp>
        <p:nvSpPr>
          <p:cNvPr id="12" name="Callout: Up Arrow 11">
            <a:extLst>
              <a:ext uri="{FF2B5EF4-FFF2-40B4-BE49-F238E27FC236}">
                <a16:creationId xmlns:a16="http://schemas.microsoft.com/office/drawing/2014/main" id="{190C95D1-7087-9ACE-85DF-49FDD2F49843}"/>
              </a:ext>
            </a:extLst>
          </p:cNvPr>
          <p:cNvSpPr/>
          <p:nvPr/>
        </p:nvSpPr>
        <p:spPr>
          <a:xfrm>
            <a:off x="8374568" y="1330225"/>
            <a:ext cx="914400" cy="914400"/>
          </a:xfrm>
          <a:prstGeom prst="upArrowCallout">
            <a:avLst>
              <a:gd name="adj1" fmla="val 10106"/>
              <a:gd name="adj2" fmla="val 12234"/>
              <a:gd name="adj3" fmla="val 25000"/>
              <a:gd name="adj4" fmla="val 6497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</a:t>
            </a:r>
          </a:p>
        </p:txBody>
      </p:sp>
      <p:sp>
        <p:nvSpPr>
          <p:cNvPr id="13" name="Callout: Up Arrow 12">
            <a:extLst>
              <a:ext uri="{FF2B5EF4-FFF2-40B4-BE49-F238E27FC236}">
                <a16:creationId xmlns:a16="http://schemas.microsoft.com/office/drawing/2014/main" id="{BC9307E8-E95B-9D38-0954-4070D89A8272}"/>
              </a:ext>
            </a:extLst>
          </p:cNvPr>
          <p:cNvSpPr/>
          <p:nvPr/>
        </p:nvSpPr>
        <p:spPr>
          <a:xfrm>
            <a:off x="9052201" y="3283037"/>
            <a:ext cx="914400" cy="914400"/>
          </a:xfrm>
          <a:prstGeom prst="upArrowCallout">
            <a:avLst>
              <a:gd name="adj1" fmla="val 10106"/>
              <a:gd name="adj2" fmla="val 12234"/>
              <a:gd name="adj3" fmla="val 25000"/>
              <a:gd name="adj4" fmla="val 6497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7D74A61-8928-746D-E370-908F80CAD3B7}"/>
              </a:ext>
            </a:extLst>
          </p:cNvPr>
          <p:cNvSpPr/>
          <p:nvPr/>
        </p:nvSpPr>
        <p:spPr>
          <a:xfrm>
            <a:off x="3771501" y="565760"/>
            <a:ext cx="549668" cy="60467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CFB1EA-B99E-FDF0-BE0B-C7AEEE8B6AFC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9076419" y="1030354"/>
            <a:ext cx="1376504" cy="9119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A37F42D-115B-CAD8-F9A0-85BD6AA508DF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11002591" y="1030353"/>
            <a:ext cx="0" cy="9119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FCC20AC-8FA0-00AD-41B0-2C62CBD993EE}"/>
              </a:ext>
            </a:extLst>
          </p:cNvPr>
          <p:cNvCxnSpPr>
            <a:cxnSpLocks/>
            <a:stCxn id="7" idx="1"/>
            <a:endCxn id="8" idx="0"/>
          </p:cNvCxnSpPr>
          <p:nvPr/>
        </p:nvCxnSpPr>
        <p:spPr>
          <a:xfrm flipH="1">
            <a:off x="9501516" y="728018"/>
            <a:ext cx="1226241" cy="19155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84CDA88-98D2-5583-93B3-E0F3C69692EE}"/>
              </a:ext>
            </a:extLst>
          </p:cNvPr>
          <p:cNvSpPr/>
          <p:nvPr/>
        </p:nvSpPr>
        <p:spPr>
          <a:xfrm>
            <a:off x="756296" y="3699767"/>
            <a:ext cx="549668" cy="60467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689882A-A26F-84B6-67CF-E8E690AE3E58}"/>
              </a:ext>
            </a:extLst>
          </p:cNvPr>
          <p:cNvSpPr/>
          <p:nvPr/>
        </p:nvSpPr>
        <p:spPr>
          <a:xfrm>
            <a:off x="810585" y="594425"/>
            <a:ext cx="549668" cy="60467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622C701-A4CB-D401-B7FC-B94CD7D8D5F4}"/>
              </a:ext>
            </a:extLst>
          </p:cNvPr>
          <p:cNvSpPr/>
          <p:nvPr/>
        </p:nvSpPr>
        <p:spPr>
          <a:xfrm>
            <a:off x="1698539" y="605710"/>
            <a:ext cx="549668" cy="6046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3D2B0E6-2FA6-47F5-001D-DA735BC2DB93}"/>
              </a:ext>
            </a:extLst>
          </p:cNvPr>
          <p:cNvSpPr/>
          <p:nvPr/>
        </p:nvSpPr>
        <p:spPr>
          <a:xfrm>
            <a:off x="2417409" y="618105"/>
            <a:ext cx="549668" cy="60467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  <p:sp>
        <p:nvSpPr>
          <p:cNvPr id="40" name="Callout: Up Arrow 39">
            <a:extLst>
              <a:ext uri="{FF2B5EF4-FFF2-40B4-BE49-F238E27FC236}">
                <a16:creationId xmlns:a16="http://schemas.microsoft.com/office/drawing/2014/main" id="{5FC3FFF0-5F68-9392-5DB4-F7557A3FF3E8}"/>
              </a:ext>
            </a:extLst>
          </p:cNvPr>
          <p:cNvSpPr/>
          <p:nvPr/>
        </p:nvSpPr>
        <p:spPr>
          <a:xfrm>
            <a:off x="573930" y="1182754"/>
            <a:ext cx="914400" cy="914400"/>
          </a:xfrm>
          <a:prstGeom prst="upArrowCallout">
            <a:avLst>
              <a:gd name="adj1" fmla="val 10106"/>
              <a:gd name="adj2" fmla="val 12234"/>
              <a:gd name="adj3" fmla="val 25000"/>
              <a:gd name="adj4" fmla="val 6497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</a:t>
            </a:r>
          </a:p>
        </p:txBody>
      </p:sp>
      <p:sp>
        <p:nvSpPr>
          <p:cNvPr id="41" name="Callout: Up Arrow 40">
            <a:extLst>
              <a:ext uri="{FF2B5EF4-FFF2-40B4-BE49-F238E27FC236}">
                <a16:creationId xmlns:a16="http://schemas.microsoft.com/office/drawing/2014/main" id="{EE72C357-ABAC-F816-925E-4DB48A7403C6}"/>
              </a:ext>
            </a:extLst>
          </p:cNvPr>
          <p:cNvSpPr/>
          <p:nvPr/>
        </p:nvSpPr>
        <p:spPr>
          <a:xfrm>
            <a:off x="3577110" y="1199096"/>
            <a:ext cx="914400" cy="914400"/>
          </a:xfrm>
          <a:prstGeom prst="upArrowCallout">
            <a:avLst>
              <a:gd name="adj1" fmla="val 10106"/>
              <a:gd name="adj2" fmla="val 12234"/>
              <a:gd name="adj3" fmla="val 25000"/>
              <a:gd name="adj4" fmla="val 6497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Rear</a:t>
            </a:r>
          </a:p>
        </p:txBody>
      </p:sp>
    </p:spTree>
    <p:extLst>
      <p:ext uri="{BB962C8B-B14F-4D97-AF65-F5344CB8AC3E}">
        <p14:creationId xmlns:p14="http://schemas.microsoft.com/office/powerpoint/2010/main" val="143101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84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2025-03-28T00:42:52Z</dcterms:created>
  <dcterms:modified xsi:type="dcterms:W3CDTF">2025-03-28T02:04:18Z</dcterms:modified>
</cp:coreProperties>
</file>