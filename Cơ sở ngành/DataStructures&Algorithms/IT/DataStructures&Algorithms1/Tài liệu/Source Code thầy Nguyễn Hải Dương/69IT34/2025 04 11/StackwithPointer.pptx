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54E2-A68A-C62B-4AC8-A0DFC322C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C3E76-5CC8-F7AA-73DE-2A738B6C3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C81D-F47A-64D6-6F2E-C0221706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72726-9491-AD24-C5CD-7C4FB233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55E9-D4F0-6A8B-7DE2-53855220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1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5F5F-DABD-0104-FB2E-0DF8CD00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A3344-6285-FEE9-2166-318C66CF1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01A81-B93A-F270-477B-8FC35638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08108-41AB-BC33-2F38-8A8AB225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D5B51-BE09-F59F-D769-E42D8AE9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5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7A13-2DEE-E898-6E12-C0F6106C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C9159-F117-27D6-4642-C124B0D20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AA45-3C03-8E4A-79CF-222DF1F5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95327-DE7D-C597-E69F-E54FF9F5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1A063-3A80-AB16-D6E5-FA4981A6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8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9A46-69FC-8B32-E71F-8D9F43B5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ED3B-DC28-0303-6C3B-12323A2C4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4618D-F2D5-369D-1BE4-BDAF600B4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CABB4-0FDB-1060-6024-76D3A071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3D9E-A9ED-9694-94EC-E973EA46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97432-77CD-8294-D0F2-28845ABB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70D3-80BA-7085-CCB7-526291755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89B7B-0E36-A574-877F-284C3F8AF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99C71-D58C-AB07-8F50-6260C4DDC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FFDAD-BF0B-AE21-5100-D6B67BBDE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C21DC8-F17A-C78E-88C3-6872CB413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72940-66DE-CA8F-CD46-7FCA6128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AE8C6A-DA2A-1E49-5F8E-46F136BC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8F6FB9-FA43-A7E3-0650-1A763380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3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D003-F419-FB13-32BD-29B92E6A0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7C5A5-79DF-EA62-E144-62750CC8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44AC4-3492-853C-E0E9-6055A9FB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7560A-CBBF-09F5-6F42-7912EFEED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8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B9CDB-3A23-2B73-4716-5CDE5547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096B0-7CE2-C05A-94EB-29E03DA1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6F7DF-2708-DFB7-2E96-B14B0A23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F697-57E2-E777-D1C5-D51827C0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8EFC-A9D0-395C-905E-DEF4AC630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D1F4B-DE51-9061-D0D2-6E8C14274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D8B40-8D2A-76C5-A8F5-BA7ACF27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7A45B-70ED-203B-9154-0D958320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9105E-0078-A6B4-6C52-ADEE3BC5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3D2F-A6D1-B42C-844E-39850233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0F614-DA58-C113-CE92-0D48207AA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364B2-645F-B86C-1463-4A8EF11D6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4F47F-42B4-01E6-1AA6-37D97C862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A359B-7E62-1ECD-39BE-569D4F82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7BB30-9A01-338D-9F1B-4052CDF3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9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009F-956D-BF4A-F0DB-0CBDD037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05E29-E6FE-748F-E0C8-A1CD3F484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313B3-4F6B-3AFA-8E59-399530BEE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BA7D2-1943-5015-04AA-75D2DB10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545B0-BB33-F5D0-762A-03575610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2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1EBB8-C5ED-57B6-2E84-DBADC7457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F54FD-7A57-D9DE-FEF2-84DF9B257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F0610-0009-650E-E1C8-FB2B1A48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313C9-E60F-DEF4-F41F-D78B0F20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6FDCA-E253-3057-C19A-D51226A5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6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C7845-E8D6-7411-A9F2-2D07A9A13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AF446-8757-636F-6702-8065FE321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DECED-D3EC-4546-9892-C2BE3D999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C22DA-E086-4760-8FE5-6ACD45A6C2B4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380EF-38DA-04CA-7780-FEB849F23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9F99D-F37C-36E2-07FB-BCBBC91B5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60578-0428-4EF2-B0BB-6ADE7DEA5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2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49C328-A3C6-1416-978D-9086450D6C71}"/>
              </a:ext>
            </a:extLst>
          </p:cNvPr>
          <p:cNvSpPr/>
          <p:nvPr/>
        </p:nvSpPr>
        <p:spPr>
          <a:xfrm>
            <a:off x="479833" y="411933"/>
            <a:ext cx="4952246" cy="58485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DF8F9-3B70-39FA-5B8F-24DAD0A1FE62}"/>
              </a:ext>
            </a:extLst>
          </p:cNvPr>
          <p:cNvSpPr/>
          <p:nvPr/>
        </p:nvSpPr>
        <p:spPr>
          <a:xfrm>
            <a:off x="615636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6A9418-9E16-AA58-42C2-60BFDA04294E}"/>
              </a:ext>
            </a:extLst>
          </p:cNvPr>
          <p:cNvSpPr/>
          <p:nvPr/>
        </p:nvSpPr>
        <p:spPr>
          <a:xfrm>
            <a:off x="1095471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5C4731-79F5-525E-5A46-258109B787AA}"/>
              </a:ext>
            </a:extLst>
          </p:cNvPr>
          <p:cNvSpPr/>
          <p:nvPr/>
        </p:nvSpPr>
        <p:spPr>
          <a:xfrm>
            <a:off x="1579827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FEFEB7-9581-ED18-92E1-F8C1A966D56C}"/>
              </a:ext>
            </a:extLst>
          </p:cNvPr>
          <p:cNvSpPr/>
          <p:nvPr/>
        </p:nvSpPr>
        <p:spPr>
          <a:xfrm>
            <a:off x="2059662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D18A9-9095-58D0-7E75-FAA2EFFFA497}"/>
              </a:ext>
            </a:extLst>
          </p:cNvPr>
          <p:cNvSpPr/>
          <p:nvPr/>
        </p:nvSpPr>
        <p:spPr>
          <a:xfrm>
            <a:off x="2539497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299267-8F61-D6D4-9410-EF5183F1250A}"/>
              </a:ext>
            </a:extLst>
          </p:cNvPr>
          <p:cNvSpPr/>
          <p:nvPr/>
        </p:nvSpPr>
        <p:spPr>
          <a:xfrm>
            <a:off x="3019332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C75CA-5026-75BF-AC04-8E886C715875}"/>
              </a:ext>
            </a:extLst>
          </p:cNvPr>
          <p:cNvSpPr/>
          <p:nvPr/>
        </p:nvSpPr>
        <p:spPr>
          <a:xfrm>
            <a:off x="3503688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177B94-C8E4-48DC-FBFA-943ADDED2765}"/>
              </a:ext>
            </a:extLst>
          </p:cNvPr>
          <p:cNvSpPr/>
          <p:nvPr/>
        </p:nvSpPr>
        <p:spPr>
          <a:xfrm>
            <a:off x="3983523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1B1B5D-37E3-828F-AB7E-A6CF9D12AFB6}"/>
              </a:ext>
            </a:extLst>
          </p:cNvPr>
          <p:cNvSpPr/>
          <p:nvPr/>
        </p:nvSpPr>
        <p:spPr>
          <a:xfrm>
            <a:off x="4463358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A6F8FC-6F62-4691-EA37-9D029FEB3F11}"/>
              </a:ext>
            </a:extLst>
          </p:cNvPr>
          <p:cNvSpPr/>
          <p:nvPr/>
        </p:nvSpPr>
        <p:spPr>
          <a:xfrm>
            <a:off x="4943193" y="516048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A338A0-3EA5-3EEE-47AB-546408B1D6B4}"/>
              </a:ext>
            </a:extLst>
          </p:cNvPr>
          <p:cNvSpPr/>
          <p:nvPr/>
        </p:nvSpPr>
        <p:spPr>
          <a:xfrm>
            <a:off x="615636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00D4D6-6C6E-929D-8CEC-19EE0FEF3125}"/>
              </a:ext>
            </a:extLst>
          </p:cNvPr>
          <p:cNvSpPr/>
          <p:nvPr/>
        </p:nvSpPr>
        <p:spPr>
          <a:xfrm>
            <a:off x="1095471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589C5A-E76B-5A7A-F5EC-EDCDC6E40C22}"/>
              </a:ext>
            </a:extLst>
          </p:cNvPr>
          <p:cNvSpPr/>
          <p:nvPr/>
        </p:nvSpPr>
        <p:spPr>
          <a:xfrm>
            <a:off x="1579827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25B69A-73DE-CC1F-3664-37FA5405E320}"/>
              </a:ext>
            </a:extLst>
          </p:cNvPr>
          <p:cNvSpPr/>
          <p:nvPr/>
        </p:nvSpPr>
        <p:spPr>
          <a:xfrm>
            <a:off x="2059662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27D835-84BB-ED4E-8B4F-DC2BB99764D3}"/>
              </a:ext>
            </a:extLst>
          </p:cNvPr>
          <p:cNvSpPr/>
          <p:nvPr/>
        </p:nvSpPr>
        <p:spPr>
          <a:xfrm>
            <a:off x="2539497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9C9F4B-8AEF-D444-D188-43962F0B6BCB}"/>
              </a:ext>
            </a:extLst>
          </p:cNvPr>
          <p:cNvSpPr/>
          <p:nvPr/>
        </p:nvSpPr>
        <p:spPr>
          <a:xfrm>
            <a:off x="3019332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77BD27-C127-E8A2-9C53-63C410AA673D}"/>
              </a:ext>
            </a:extLst>
          </p:cNvPr>
          <p:cNvSpPr/>
          <p:nvPr/>
        </p:nvSpPr>
        <p:spPr>
          <a:xfrm>
            <a:off x="3503688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52294D-1440-5CE5-11FE-3B0FBE5BAB49}"/>
              </a:ext>
            </a:extLst>
          </p:cNvPr>
          <p:cNvSpPr/>
          <p:nvPr/>
        </p:nvSpPr>
        <p:spPr>
          <a:xfrm>
            <a:off x="3983523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4CEAA8-77E4-7554-3920-6FDC90541E71}"/>
              </a:ext>
            </a:extLst>
          </p:cNvPr>
          <p:cNvSpPr/>
          <p:nvPr/>
        </p:nvSpPr>
        <p:spPr>
          <a:xfrm>
            <a:off x="4463358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BFE358-BB8B-44D2-FF4D-C1896845E6B1}"/>
              </a:ext>
            </a:extLst>
          </p:cNvPr>
          <p:cNvSpPr/>
          <p:nvPr/>
        </p:nvSpPr>
        <p:spPr>
          <a:xfrm>
            <a:off x="4943193" y="1009462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D51730-4F4E-D198-A507-270B0689768C}"/>
              </a:ext>
            </a:extLst>
          </p:cNvPr>
          <p:cNvSpPr/>
          <p:nvPr/>
        </p:nvSpPr>
        <p:spPr>
          <a:xfrm>
            <a:off x="615636" y="1502876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0FF2D6-795B-6CDC-66E1-E5D7D4F1A426}"/>
              </a:ext>
            </a:extLst>
          </p:cNvPr>
          <p:cNvSpPr/>
          <p:nvPr/>
        </p:nvSpPr>
        <p:spPr>
          <a:xfrm>
            <a:off x="1095471" y="1502876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B1CA8B-0764-4A14-F43A-01C91F1AE7B7}"/>
              </a:ext>
            </a:extLst>
          </p:cNvPr>
          <p:cNvSpPr/>
          <p:nvPr/>
        </p:nvSpPr>
        <p:spPr>
          <a:xfrm>
            <a:off x="1579827" y="1502876"/>
            <a:ext cx="344032" cy="38929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230B70-ECBE-87FD-807A-F75C80951A02}"/>
              </a:ext>
            </a:extLst>
          </p:cNvPr>
          <p:cNvSpPr/>
          <p:nvPr/>
        </p:nvSpPr>
        <p:spPr>
          <a:xfrm>
            <a:off x="2059662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AFAC71-93E4-9EFC-CC4B-694990D65CB6}"/>
              </a:ext>
            </a:extLst>
          </p:cNvPr>
          <p:cNvSpPr/>
          <p:nvPr/>
        </p:nvSpPr>
        <p:spPr>
          <a:xfrm>
            <a:off x="2539497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C98296-F652-5580-2A4B-1C9427C855FC}"/>
              </a:ext>
            </a:extLst>
          </p:cNvPr>
          <p:cNvSpPr/>
          <p:nvPr/>
        </p:nvSpPr>
        <p:spPr>
          <a:xfrm>
            <a:off x="3019332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C1A45B-7307-1593-5A91-C0498EC562FB}"/>
              </a:ext>
            </a:extLst>
          </p:cNvPr>
          <p:cNvSpPr/>
          <p:nvPr/>
        </p:nvSpPr>
        <p:spPr>
          <a:xfrm>
            <a:off x="3503688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5B6AE3-2651-F893-F45B-1C20F0CFA38F}"/>
              </a:ext>
            </a:extLst>
          </p:cNvPr>
          <p:cNvSpPr/>
          <p:nvPr/>
        </p:nvSpPr>
        <p:spPr>
          <a:xfrm>
            <a:off x="3983523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C9BDE7-1A5E-4D5C-5AB6-9CC4ED373F55}"/>
              </a:ext>
            </a:extLst>
          </p:cNvPr>
          <p:cNvSpPr/>
          <p:nvPr/>
        </p:nvSpPr>
        <p:spPr>
          <a:xfrm>
            <a:off x="4463358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C919BD-7E58-BE54-0B2A-D489C86E762F}"/>
              </a:ext>
            </a:extLst>
          </p:cNvPr>
          <p:cNvSpPr/>
          <p:nvPr/>
        </p:nvSpPr>
        <p:spPr>
          <a:xfrm>
            <a:off x="4943193" y="150287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8A46D7-5E20-A326-C6CC-66A0C30D032E}"/>
              </a:ext>
            </a:extLst>
          </p:cNvPr>
          <p:cNvSpPr/>
          <p:nvPr/>
        </p:nvSpPr>
        <p:spPr>
          <a:xfrm>
            <a:off x="615636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B747E5-AD24-2A9D-62EC-6FE5B6967477}"/>
              </a:ext>
            </a:extLst>
          </p:cNvPr>
          <p:cNvSpPr/>
          <p:nvPr/>
        </p:nvSpPr>
        <p:spPr>
          <a:xfrm>
            <a:off x="1095471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EB322E-05FC-6C80-871B-49FDEA0F8142}"/>
              </a:ext>
            </a:extLst>
          </p:cNvPr>
          <p:cNvSpPr/>
          <p:nvPr/>
        </p:nvSpPr>
        <p:spPr>
          <a:xfrm>
            <a:off x="1579827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51C5991-CAB9-8CDF-44A5-B8728F7B60DD}"/>
              </a:ext>
            </a:extLst>
          </p:cNvPr>
          <p:cNvSpPr/>
          <p:nvPr/>
        </p:nvSpPr>
        <p:spPr>
          <a:xfrm>
            <a:off x="2059662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4AAF5E-32B0-FA9C-8F73-17B7F6038807}"/>
              </a:ext>
            </a:extLst>
          </p:cNvPr>
          <p:cNvSpPr/>
          <p:nvPr/>
        </p:nvSpPr>
        <p:spPr>
          <a:xfrm>
            <a:off x="2539497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75454E-AEE2-EEC3-B139-A9D5E1290B8C}"/>
              </a:ext>
            </a:extLst>
          </p:cNvPr>
          <p:cNvSpPr/>
          <p:nvPr/>
        </p:nvSpPr>
        <p:spPr>
          <a:xfrm>
            <a:off x="3019332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63F879-F765-8287-BC28-851B0ECFCF0E}"/>
              </a:ext>
            </a:extLst>
          </p:cNvPr>
          <p:cNvSpPr/>
          <p:nvPr/>
        </p:nvSpPr>
        <p:spPr>
          <a:xfrm>
            <a:off x="3503688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C1C287-CECB-FB4A-2223-9BDBF5F63DB0}"/>
              </a:ext>
            </a:extLst>
          </p:cNvPr>
          <p:cNvSpPr/>
          <p:nvPr/>
        </p:nvSpPr>
        <p:spPr>
          <a:xfrm>
            <a:off x="3983523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D443FE-C6DD-97B9-4590-11F251297C68}"/>
              </a:ext>
            </a:extLst>
          </p:cNvPr>
          <p:cNvSpPr/>
          <p:nvPr/>
        </p:nvSpPr>
        <p:spPr>
          <a:xfrm>
            <a:off x="4463358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9F2B9D-6307-7342-4D12-5E1B5288A912}"/>
              </a:ext>
            </a:extLst>
          </p:cNvPr>
          <p:cNvSpPr/>
          <p:nvPr/>
        </p:nvSpPr>
        <p:spPr>
          <a:xfrm>
            <a:off x="4943193" y="1996290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2C1784-9947-48BE-0AD4-98744FC010E2}"/>
              </a:ext>
            </a:extLst>
          </p:cNvPr>
          <p:cNvSpPr/>
          <p:nvPr/>
        </p:nvSpPr>
        <p:spPr>
          <a:xfrm>
            <a:off x="615636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A542D2-B34D-747D-935A-881B0877ADD0}"/>
              </a:ext>
            </a:extLst>
          </p:cNvPr>
          <p:cNvSpPr/>
          <p:nvPr/>
        </p:nvSpPr>
        <p:spPr>
          <a:xfrm>
            <a:off x="1095471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881DCC5-94DB-639B-5E1D-47F27BEED701}"/>
              </a:ext>
            </a:extLst>
          </p:cNvPr>
          <p:cNvSpPr/>
          <p:nvPr/>
        </p:nvSpPr>
        <p:spPr>
          <a:xfrm>
            <a:off x="1579827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CB402A-94BA-CC83-2548-576C068FA189}"/>
              </a:ext>
            </a:extLst>
          </p:cNvPr>
          <p:cNvSpPr/>
          <p:nvPr/>
        </p:nvSpPr>
        <p:spPr>
          <a:xfrm>
            <a:off x="2059662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EA58043-C70C-14E3-0DF3-10ADA37C51B1}"/>
              </a:ext>
            </a:extLst>
          </p:cNvPr>
          <p:cNvSpPr/>
          <p:nvPr/>
        </p:nvSpPr>
        <p:spPr>
          <a:xfrm>
            <a:off x="2539497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C14F2C-706E-E41A-AC64-05966787051B}"/>
              </a:ext>
            </a:extLst>
          </p:cNvPr>
          <p:cNvSpPr/>
          <p:nvPr/>
        </p:nvSpPr>
        <p:spPr>
          <a:xfrm>
            <a:off x="3019332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1B9018-BE3A-75F3-F458-8EEDC4583877}"/>
              </a:ext>
            </a:extLst>
          </p:cNvPr>
          <p:cNvSpPr/>
          <p:nvPr/>
        </p:nvSpPr>
        <p:spPr>
          <a:xfrm>
            <a:off x="3503688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C67837-B1D6-9D0E-2E5D-F16107055C0A}"/>
              </a:ext>
            </a:extLst>
          </p:cNvPr>
          <p:cNvSpPr/>
          <p:nvPr/>
        </p:nvSpPr>
        <p:spPr>
          <a:xfrm>
            <a:off x="3983523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925E0E-CB69-F781-9A24-E7A5D17C1149}"/>
              </a:ext>
            </a:extLst>
          </p:cNvPr>
          <p:cNvSpPr/>
          <p:nvPr/>
        </p:nvSpPr>
        <p:spPr>
          <a:xfrm>
            <a:off x="4463358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03C499C-4C2A-3799-993C-C31EBAADF570}"/>
              </a:ext>
            </a:extLst>
          </p:cNvPr>
          <p:cNvSpPr/>
          <p:nvPr/>
        </p:nvSpPr>
        <p:spPr>
          <a:xfrm>
            <a:off x="4943193" y="2489704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BC0FB7-65F0-F176-DC6B-081D4F48F5D8}"/>
              </a:ext>
            </a:extLst>
          </p:cNvPr>
          <p:cNvSpPr/>
          <p:nvPr/>
        </p:nvSpPr>
        <p:spPr>
          <a:xfrm>
            <a:off x="615636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A4A8266-94CA-336D-4CFE-71C4276660D5}"/>
              </a:ext>
            </a:extLst>
          </p:cNvPr>
          <p:cNvSpPr/>
          <p:nvPr/>
        </p:nvSpPr>
        <p:spPr>
          <a:xfrm>
            <a:off x="1095471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B659BD-2ECC-DBDC-607B-8AF9A141F4FD}"/>
              </a:ext>
            </a:extLst>
          </p:cNvPr>
          <p:cNvSpPr/>
          <p:nvPr/>
        </p:nvSpPr>
        <p:spPr>
          <a:xfrm>
            <a:off x="1579827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472E25C-FA91-1E92-F217-E9F33B48FD86}"/>
              </a:ext>
            </a:extLst>
          </p:cNvPr>
          <p:cNvSpPr/>
          <p:nvPr/>
        </p:nvSpPr>
        <p:spPr>
          <a:xfrm>
            <a:off x="2059662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BF71A3-3F07-2CFF-0CBF-ADD33E83BD85}"/>
              </a:ext>
            </a:extLst>
          </p:cNvPr>
          <p:cNvSpPr/>
          <p:nvPr/>
        </p:nvSpPr>
        <p:spPr>
          <a:xfrm>
            <a:off x="2539497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E2E9328-E538-B984-5DC2-A49D12F26043}"/>
              </a:ext>
            </a:extLst>
          </p:cNvPr>
          <p:cNvSpPr/>
          <p:nvPr/>
        </p:nvSpPr>
        <p:spPr>
          <a:xfrm>
            <a:off x="3019332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F873072-00CB-CD89-077E-6E49A2A4BD24}"/>
              </a:ext>
            </a:extLst>
          </p:cNvPr>
          <p:cNvSpPr/>
          <p:nvPr/>
        </p:nvSpPr>
        <p:spPr>
          <a:xfrm>
            <a:off x="3503688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291DA61-D784-6278-713A-588732F02812}"/>
              </a:ext>
            </a:extLst>
          </p:cNvPr>
          <p:cNvSpPr/>
          <p:nvPr/>
        </p:nvSpPr>
        <p:spPr>
          <a:xfrm>
            <a:off x="3983523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433EF5E-3149-8B32-6AD7-9BA9E1FF5551}"/>
              </a:ext>
            </a:extLst>
          </p:cNvPr>
          <p:cNvSpPr/>
          <p:nvPr/>
        </p:nvSpPr>
        <p:spPr>
          <a:xfrm>
            <a:off x="4463358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D615A55-1303-994C-B6C4-7D811EECAEFC}"/>
              </a:ext>
            </a:extLst>
          </p:cNvPr>
          <p:cNvSpPr/>
          <p:nvPr/>
        </p:nvSpPr>
        <p:spPr>
          <a:xfrm>
            <a:off x="4943193" y="2983118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A712D40-B53F-C310-6FD3-65F9F58C38B9}"/>
              </a:ext>
            </a:extLst>
          </p:cNvPr>
          <p:cNvSpPr/>
          <p:nvPr/>
        </p:nvSpPr>
        <p:spPr>
          <a:xfrm>
            <a:off x="615636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120DEF2-D3B8-D9F6-3757-22799D6D8359}"/>
              </a:ext>
            </a:extLst>
          </p:cNvPr>
          <p:cNvSpPr/>
          <p:nvPr/>
        </p:nvSpPr>
        <p:spPr>
          <a:xfrm>
            <a:off x="1095471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312D008-3C85-D35D-898F-9B2B4697E18B}"/>
              </a:ext>
            </a:extLst>
          </p:cNvPr>
          <p:cNvSpPr/>
          <p:nvPr/>
        </p:nvSpPr>
        <p:spPr>
          <a:xfrm>
            <a:off x="1579827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8A650DD-7C5A-2F99-69A8-3FEAEA0EFFB5}"/>
              </a:ext>
            </a:extLst>
          </p:cNvPr>
          <p:cNvSpPr/>
          <p:nvPr/>
        </p:nvSpPr>
        <p:spPr>
          <a:xfrm>
            <a:off x="2059662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384172B-658F-21CA-6758-864F0D1CF8A0}"/>
              </a:ext>
            </a:extLst>
          </p:cNvPr>
          <p:cNvSpPr/>
          <p:nvPr/>
        </p:nvSpPr>
        <p:spPr>
          <a:xfrm>
            <a:off x="2539497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2A9FB4A-2FCA-155E-F66E-A2AB8DB88B19}"/>
              </a:ext>
            </a:extLst>
          </p:cNvPr>
          <p:cNvSpPr/>
          <p:nvPr/>
        </p:nvSpPr>
        <p:spPr>
          <a:xfrm>
            <a:off x="3019332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6B5A505-EC1E-A3E1-EF14-9E00EB79D518}"/>
              </a:ext>
            </a:extLst>
          </p:cNvPr>
          <p:cNvSpPr/>
          <p:nvPr/>
        </p:nvSpPr>
        <p:spPr>
          <a:xfrm>
            <a:off x="3503688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FF3D878-D7D6-FDF2-649E-BFC0BE92EEF8}"/>
              </a:ext>
            </a:extLst>
          </p:cNvPr>
          <p:cNvSpPr/>
          <p:nvPr/>
        </p:nvSpPr>
        <p:spPr>
          <a:xfrm>
            <a:off x="3983523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D945292-5035-B613-F5B7-0E96DC630186}"/>
              </a:ext>
            </a:extLst>
          </p:cNvPr>
          <p:cNvSpPr/>
          <p:nvPr/>
        </p:nvSpPr>
        <p:spPr>
          <a:xfrm>
            <a:off x="4463358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3A26677-B2C5-0528-DC17-1EF13DD75DCA}"/>
              </a:ext>
            </a:extLst>
          </p:cNvPr>
          <p:cNvSpPr/>
          <p:nvPr/>
        </p:nvSpPr>
        <p:spPr>
          <a:xfrm>
            <a:off x="4943193" y="3476532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C2B781A-D0FA-8607-4F6A-8213CEFF02CC}"/>
              </a:ext>
            </a:extLst>
          </p:cNvPr>
          <p:cNvSpPr/>
          <p:nvPr/>
        </p:nvSpPr>
        <p:spPr>
          <a:xfrm>
            <a:off x="615636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3B74558-6CFD-82F2-FA08-12BCAFDD5FE9}"/>
              </a:ext>
            </a:extLst>
          </p:cNvPr>
          <p:cNvSpPr/>
          <p:nvPr/>
        </p:nvSpPr>
        <p:spPr>
          <a:xfrm>
            <a:off x="1095471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82B0D2F-9BB7-2366-6B9D-7C17150BDA53}"/>
              </a:ext>
            </a:extLst>
          </p:cNvPr>
          <p:cNvSpPr/>
          <p:nvPr/>
        </p:nvSpPr>
        <p:spPr>
          <a:xfrm>
            <a:off x="1579827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5C7E7C-8315-5C82-979C-7E970B9C2864}"/>
              </a:ext>
            </a:extLst>
          </p:cNvPr>
          <p:cNvSpPr/>
          <p:nvPr/>
        </p:nvSpPr>
        <p:spPr>
          <a:xfrm>
            <a:off x="2059662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2C64A41-44C1-9ADD-DB64-F2724EBFEF79}"/>
              </a:ext>
            </a:extLst>
          </p:cNvPr>
          <p:cNvSpPr/>
          <p:nvPr/>
        </p:nvSpPr>
        <p:spPr>
          <a:xfrm>
            <a:off x="2539497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06645B6-53A4-4AC2-EBE0-042DFB3256E0}"/>
              </a:ext>
            </a:extLst>
          </p:cNvPr>
          <p:cNvSpPr/>
          <p:nvPr/>
        </p:nvSpPr>
        <p:spPr>
          <a:xfrm>
            <a:off x="3019332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733EAF8-D96D-FD99-F32E-128A64A26A25}"/>
              </a:ext>
            </a:extLst>
          </p:cNvPr>
          <p:cNvSpPr/>
          <p:nvPr/>
        </p:nvSpPr>
        <p:spPr>
          <a:xfrm>
            <a:off x="3503688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5C85CB5-D341-EA5A-1D76-B17B82C99D99}"/>
              </a:ext>
            </a:extLst>
          </p:cNvPr>
          <p:cNvSpPr/>
          <p:nvPr/>
        </p:nvSpPr>
        <p:spPr>
          <a:xfrm>
            <a:off x="3983523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2FED76F-9A48-78FE-012F-66CDB8BC9149}"/>
              </a:ext>
            </a:extLst>
          </p:cNvPr>
          <p:cNvSpPr/>
          <p:nvPr/>
        </p:nvSpPr>
        <p:spPr>
          <a:xfrm>
            <a:off x="4463358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1121D6C-7E2C-FB0E-A6A9-94A14422AB85}"/>
              </a:ext>
            </a:extLst>
          </p:cNvPr>
          <p:cNvSpPr/>
          <p:nvPr/>
        </p:nvSpPr>
        <p:spPr>
          <a:xfrm>
            <a:off x="4943193" y="3969946"/>
            <a:ext cx="344032" cy="38929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5F4A340-634D-8BC4-EA0A-3974E413B2B5}"/>
              </a:ext>
            </a:extLst>
          </p:cNvPr>
          <p:cNvSpPr/>
          <p:nvPr/>
        </p:nvSpPr>
        <p:spPr>
          <a:xfrm>
            <a:off x="6095999" y="957404"/>
            <a:ext cx="1780515" cy="493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&lt;datatype&gt;* p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4073FC4-D7B8-F5D5-DF0C-2ABDD976234E}"/>
              </a:ext>
            </a:extLst>
          </p:cNvPr>
          <p:cNvCxnSpPr>
            <a:cxnSpLocks/>
            <a:stCxn id="85" idx="1"/>
            <a:endCxn id="28" idx="3"/>
          </p:cNvCxnSpPr>
          <p:nvPr/>
        </p:nvCxnSpPr>
        <p:spPr>
          <a:xfrm flipH="1">
            <a:off x="2403694" y="1204111"/>
            <a:ext cx="3692305" cy="4934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560E37AA-ACC3-C0B9-D1E3-104EBFB09098}"/>
              </a:ext>
            </a:extLst>
          </p:cNvPr>
          <p:cNvSpPr/>
          <p:nvPr/>
        </p:nvSpPr>
        <p:spPr>
          <a:xfrm>
            <a:off x="6440031" y="2138881"/>
            <a:ext cx="3491620" cy="20076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Struct </a:t>
            </a:r>
            <a:r>
              <a:rPr lang="en-US" dirty="0" err="1"/>
              <a:t>PhanTu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  int </a:t>
            </a:r>
            <a:r>
              <a:rPr lang="en-US" dirty="0" err="1"/>
              <a:t>GiaTri</a:t>
            </a:r>
            <a:r>
              <a:rPr lang="en-US" dirty="0"/>
              <a:t>;</a:t>
            </a:r>
          </a:p>
          <a:p>
            <a:r>
              <a:rPr lang="en-US" dirty="0"/>
              <a:t>      Node* </a:t>
            </a:r>
            <a:r>
              <a:rPr lang="en-US" dirty="0" err="1"/>
              <a:t>TroDenPhantuTiepTheo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06551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0F776A2-ABC7-E87A-06F3-B4BC15BD2334}"/>
              </a:ext>
            </a:extLst>
          </p:cNvPr>
          <p:cNvSpPr/>
          <p:nvPr/>
        </p:nvSpPr>
        <p:spPr>
          <a:xfrm>
            <a:off x="1303699" y="534156"/>
            <a:ext cx="9433711" cy="576705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63FBAF5-CAEC-A131-3F84-204BEFC8906C}"/>
              </a:ext>
            </a:extLst>
          </p:cNvPr>
          <p:cNvGrpSpPr/>
          <p:nvPr/>
        </p:nvGrpSpPr>
        <p:grpSpPr>
          <a:xfrm>
            <a:off x="3032157" y="1195060"/>
            <a:ext cx="2601363" cy="1729211"/>
            <a:chOff x="2954448" y="388169"/>
            <a:chExt cx="2601363" cy="1729211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4B57C6C-B05F-C219-0E28-06C963FF7686}"/>
                </a:ext>
              </a:extLst>
            </p:cNvPr>
            <p:cNvSpPr/>
            <p:nvPr/>
          </p:nvSpPr>
          <p:spPr>
            <a:xfrm>
              <a:off x="2954448" y="1623966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Node1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3080DF2C-CB0D-3F84-4902-4FA5AC0BA8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7461" y="388169"/>
              <a:ext cx="1498350" cy="148250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108DAF0-6DC4-2ECB-4ABF-BCCC3029646C}"/>
              </a:ext>
            </a:extLst>
          </p:cNvPr>
          <p:cNvGrpSpPr/>
          <p:nvPr/>
        </p:nvGrpSpPr>
        <p:grpSpPr>
          <a:xfrm>
            <a:off x="6803681" y="1318413"/>
            <a:ext cx="1782023" cy="1359151"/>
            <a:chOff x="4315486" y="1500612"/>
            <a:chExt cx="1782023" cy="13591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D93FED-2ADB-0C74-4729-8B71C0E5B553}"/>
                </a:ext>
              </a:extLst>
            </p:cNvPr>
            <p:cNvSpPr/>
            <p:nvPr/>
          </p:nvSpPr>
          <p:spPr>
            <a:xfrm>
              <a:off x="4315486" y="1500612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84158B-BE6E-A74E-9F0C-69E7504405AB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4873783" y="1994026"/>
              <a:ext cx="1223726" cy="86573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C537529-B0BA-E3E1-8F83-7412BD3DB953}"/>
              </a:ext>
            </a:extLst>
          </p:cNvPr>
          <p:cNvGrpSpPr/>
          <p:nvPr/>
        </p:nvGrpSpPr>
        <p:grpSpPr>
          <a:xfrm>
            <a:off x="7920275" y="2677564"/>
            <a:ext cx="1223726" cy="1975917"/>
            <a:chOff x="4208354" y="1500612"/>
            <a:chExt cx="1223726" cy="197591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B50D6E-96A5-1682-290C-A7FB3703FE14}"/>
                </a:ext>
              </a:extLst>
            </p:cNvPr>
            <p:cNvSpPr/>
            <p:nvPr/>
          </p:nvSpPr>
          <p:spPr>
            <a:xfrm>
              <a:off x="4315486" y="1500612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Node3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027A87E-D0CD-538B-D98A-B8BFAB3B9DCC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flipH="1">
              <a:off x="4208354" y="1994026"/>
              <a:ext cx="665429" cy="14825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B2252C-9D52-443A-2D16-FA1D7EF40630}"/>
              </a:ext>
            </a:extLst>
          </p:cNvPr>
          <p:cNvGrpSpPr/>
          <p:nvPr/>
        </p:nvGrpSpPr>
        <p:grpSpPr>
          <a:xfrm>
            <a:off x="6174465" y="4653481"/>
            <a:ext cx="2304107" cy="493414"/>
            <a:chOff x="3127973" y="1500612"/>
            <a:chExt cx="2304107" cy="49341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987506F-69AA-5761-E92D-F98CB3E58267}"/>
                </a:ext>
              </a:extLst>
            </p:cNvPr>
            <p:cNvSpPr/>
            <p:nvPr/>
          </p:nvSpPr>
          <p:spPr>
            <a:xfrm>
              <a:off x="4315486" y="1500612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Node4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477DF37-44D4-B8E2-87B1-DFA6DD1EBCDD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3127973" y="1500612"/>
              <a:ext cx="1187513" cy="2467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9212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A3B7-74DF-DC28-0DD0-7E054053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3109BE-E63C-4405-EDED-577E55475B50}"/>
              </a:ext>
            </a:extLst>
          </p:cNvPr>
          <p:cNvSpPr/>
          <p:nvPr/>
        </p:nvSpPr>
        <p:spPr>
          <a:xfrm>
            <a:off x="1457608" y="941560"/>
            <a:ext cx="1901223" cy="50880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705790-6BD6-D33A-3C99-0FEFB388E4B7}"/>
              </a:ext>
            </a:extLst>
          </p:cNvPr>
          <p:cNvGrpSpPr/>
          <p:nvPr/>
        </p:nvGrpSpPr>
        <p:grpSpPr>
          <a:xfrm>
            <a:off x="10332081" y="3920157"/>
            <a:ext cx="1116594" cy="1063776"/>
            <a:chOff x="2954448" y="1623966"/>
            <a:chExt cx="1116594" cy="1063776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3AEFBB2-3D80-CCE9-F231-AE8AFF3A4E10}"/>
                </a:ext>
              </a:extLst>
            </p:cNvPr>
            <p:cNvSpPr/>
            <p:nvPr/>
          </p:nvSpPr>
          <p:spPr>
            <a:xfrm>
              <a:off x="2954448" y="1623966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Node1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FC6EBEDF-7172-CF04-1F47-852F3AC0F1B7}"/>
                </a:ext>
              </a:extLst>
            </p:cNvPr>
            <p:cNvCxnSpPr>
              <a:cxnSpLocks/>
              <a:stCxn id="93" idx="2"/>
            </p:cNvCxnSpPr>
            <p:nvPr/>
          </p:nvCxnSpPr>
          <p:spPr>
            <a:xfrm>
              <a:off x="3512745" y="2117380"/>
              <a:ext cx="0" cy="5703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6B2A711-619C-FA04-BB34-1D87B107E739}"/>
              </a:ext>
            </a:extLst>
          </p:cNvPr>
          <p:cNvGrpSpPr/>
          <p:nvPr/>
        </p:nvGrpSpPr>
        <p:grpSpPr>
          <a:xfrm>
            <a:off x="10332081" y="2606267"/>
            <a:ext cx="1116594" cy="1351228"/>
            <a:chOff x="4315486" y="1500612"/>
            <a:chExt cx="1116594" cy="135122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27E8606-0277-1491-6B0F-71CB2BB1F831}"/>
                </a:ext>
              </a:extLst>
            </p:cNvPr>
            <p:cNvSpPr/>
            <p:nvPr/>
          </p:nvSpPr>
          <p:spPr>
            <a:xfrm>
              <a:off x="4315486" y="1500612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Node2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3F69528-5B3E-1A6C-7303-1575B1B1ED10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4873783" y="1994026"/>
              <a:ext cx="0" cy="8578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3758E2-9064-E2DD-8356-9121685519D4}"/>
              </a:ext>
            </a:extLst>
          </p:cNvPr>
          <p:cNvGrpSpPr/>
          <p:nvPr/>
        </p:nvGrpSpPr>
        <p:grpSpPr>
          <a:xfrm>
            <a:off x="2966516" y="3447759"/>
            <a:ext cx="2342216" cy="413549"/>
            <a:chOff x="2934626" y="-1568071"/>
            <a:chExt cx="2342216" cy="49341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AA2035C-C1FB-1D78-7E3B-F3896B5D4386}"/>
                </a:ext>
              </a:extLst>
            </p:cNvPr>
            <p:cNvSpPr/>
            <p:nvPr/>
          </p:nvSpPr>
          <p:spPr>
            <a:xfrm>
              <a:off x="4160248" y="-1568071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001E137-8A5A-9696-0AED-34F7033602F2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2934626" y="-1321363"/>
              <a:ext cx="1225622" cy="476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299248-829D-D76D-47A7-EABF3D312879}"/>
              </a:ext>
            </a:extLst>
          </p:cNvPr>
          <p:cNvGrpSpPr/>
          <p:nvPr/>
        </p:nvGrpSpPr>
        <p:grpSpPr>
          <a:xfrm>
            <a:off x="1849922" y="3429001"/>
            <a:ext cx="1116594" cy="1136211"/>
            <a:chOff x="4315486" y="1500612"/>
            <a:chExt cx="1116594" cy="96266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A43D2D8-1C1D-A9DF-D6E9-9FA14A9CA6D1}"/>
                </a:ext>
              </a:extLst>
            </p:cNvPr>
            <p:cNvSpPr/>
            <p:nvPr/>
          </p:nvSpPr>
          <p:spPr>
            <a:xfrm>
              <a:off x="4315486" y="1500612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Node3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6BF4BD2-D98A-10A3-D7FB-FE9D51E3C67A}"/>
                </a:ext>
              </a:extLst>
            </p:cNvPr>
            <p:cNvCxnSpPr>
              <a:cxnSpLocks/>
              <a:stCxn id="43" idx="2"/>
              <a:endCxn id="56" idx="0"/>
            </p:cNvCxnSpPr>
            <p:nvPr/>
          </p:nvCxnSpPr>
          <p:spPr>
            <a:xfrm>
              <a:off x="4873783" y="1994026"/>
              <a:ext cx="0" cy="46924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4A2C3B-9FCA-1992-A987-FF88C66A2B51}"/>
              </a:ext>
            </a:extLst>
          </p:cNvPr>
          <p:cNvGrpSpPr/>
          <p:nvPr/>
        </p:nvGrpSpPr>
        <p:grpSpPr>
          <a:xfrm>
            <a:off x="1849922" y="4565212"/>
            <a:ext cx="1116594" cy="1351228"/>
            <a:chOff x="4315486" y="1500612"/>
            <a:chExt cx="1116594" cy="135122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F312929-0CE8-33F2-1491-F7481E533512}"/>
                </a:ext>
              </a:extLst>
            </p:cNvPr>
            <p:cNvSpPr/>
            <p:nvPr/>
          </p:nvSpPr>
          <p:spPr>
            <a:xfrm>
              <a:off x="4315486" y="1500612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Value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F181A3A-E3BD-575E-26B4-6D52F9D45E3E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>
              <a:off x="4873783" y="1994026"/>
              <a:ext cx="0" cy="85781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EADFB27-F232-246F-6633-D49DB3E66808}"/>
              </a:ext>
            </a:extLst>
          </p:cNvPr>
          <p:cNvGrpSpPr/>
          <p:nvPr/>
        </p:nvGrpSpPr>
        <p:grpSpPr>
          <a:xfrm>
            <a:off x="2842788" y="2724048"/>
            <a:ext cx="2465944" cy="723711"/>
            <a:chOff x="2810898" y="-1568071"/>
            <a:chExt cx="2465944" cy="86347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D1B3BE8-6EBD-AA97-BDBF-6E79D59873A2}"/>
                </a:ext>
              </a:extLst>
            </p:cNvPr>
            <p:cNvSpPr/>
            <p:nvPr/>
          </p:nvSpPr>
          <p:spPr>
            <a:xfrm>
              <a:off x="4160248" y="-1568071"/>
              <a:ext cx="1116594" cy="4934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F64B6F5-6F0F-9E53-F69A-51225BC5975E}"/>
                </a:ext>
              </a:extLst>
            </p:cNvPr>
            <p:cNvCxnSpPr>
              <a:cxnSpLocks/>
              <a:stCxn id="64" idx="1"/>
            </p:cNvCxnSpPr>
            <p:nvPr/>
          </p:nvCxnSpPr>
          <p:spPr>
            <a:xfrm flipH="1">
              <a:off x="2810898" y="-1321363"/>
              <a:ext cx="1349350" cy="6167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37333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2025-04-11T01:23:05Z</dcterms:created>
  <dcterms:modified xsi:type="dcterms:W3CDTF">2025-04-11T02:11:35Z</dcterms:modified>
</cp:coreProperties>
</file>