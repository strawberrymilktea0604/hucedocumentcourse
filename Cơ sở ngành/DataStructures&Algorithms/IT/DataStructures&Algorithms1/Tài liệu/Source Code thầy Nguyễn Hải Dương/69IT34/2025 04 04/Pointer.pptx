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FA425-9BC8-2390-CE66-0B770EC5EC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E1055C-AA47-7438-2CA3-DCA2F998F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EBFB1-2FC5-6C59-E440-DA13FA921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A6FD-6D04-400D-AAA0-98D6F21D3E0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D9D5F-2215-EB4D-A7AC-5BDAA2DC5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6D099-77D6-0643-9A26-0CE06B560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2A198-EDE7-4DDF-8BA7-ADD29242A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483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6A0A4-E71C-31A9-2373-27358F826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F886E-1E0D-6611-0190-83C012003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6D738-7E1D-7AFF-969D-DB2D59442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A6FD-6D04-400D-AAA0-98D6F21D3E0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37833-0882-0BF1-6120-0B487C06B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06A9B-9B50-681D-495F-6DC908A68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2A198-EDE7-4DDF-8BA7-ADD29242A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151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7EAB3-EC1C-1A3A-965C-C2869E162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DB42F-C392-BFB7-DD80-6BE17CBE6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B7DAD-BC1B-A17C-60B2-B8FC889BD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A6FD-6D04-400D-AAA0-98D6F21D3E0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4AB83-A002-2DD2-1C45-8FF0F2685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642E3-37C0-10C5-3D00-057926450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2A198-EDE7-4DDF-8BA7-ADD29242A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625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5200-116D-A292-2FE3-163FDE0FE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06A1-8523-29CC-897C-9FBEBE89AE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DAAA2-55C4-2150-CB2B-AF09D4308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8D8E6-B655-5C20-5293-F9920554E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A6FD-6D04-400D-AAA0-98D6F21D3E0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B68BAB-394B-6314-70EF-B330DC294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5118B-12A9-6A31-4B6A-85364271A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2A198-EDE7-4DDF-8BA7-ADD29242A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50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75E8C-D457-110A-F12B-09592AE85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E75BA-C6DF-4CF9-038E-7E2CED7C5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512F7E-DAA3-0ADC-B63D-B9E013447B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B30C28-B923-3E3C-50FF-CB63774253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87280-0F4C-681F-9470-9130B34E6D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ADFB4E-E074-BB60-49F8-439CA872E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A6FD-6D04-400D-AAA0-98D6F21D3E0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E0D7D1-E10F-367E-5F02-2432A607F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206422-171E-7780-C4EA-BDD986F6F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2A198-EDE7-4DDF-8BA7-ADD29242A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215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5D7CA-3340-0978-83AC-DEC02EA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81741A-A265-CA52-F5AA-14B17285E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A6FD-6D04-400D-AAA0-98D6F21D3E0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7C2692-FC1A-589B-5FF0-5D260C545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F6FB69-7CA4-B594-8B76-6AC93F971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2A198-EDE7-4DDF-8BA7-ADD29242A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33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C78A1D-9143-A9BF-4C1B-1FDAF96E3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A6FD-6D04-400D-AAA0-98D6F21D3E0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BCCFDD-7BE6-AE17-DEFE-DEF95D084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94CA8-B6CA-2DA5-AA8C-BE8BC4C22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2A198-EDE7-4DDF-8BA7-ADD29242A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7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37AF8-F965-B6AB-F33F-B6CAAEF01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90532-9434-FF72-DEDC-9D40DC0E2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BBFC3B-FD4B-73FA-D35F-A6FAE9A828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2FF41-BABF-DADF-5F22-07CE488CA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A6FD-6D04-400D-AAA0-98D6F21D3E0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8070A-0033-2B76-9B38-A46AF0F09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5E0E9-2BF8-7217-0FA2-B999C76F4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2A198-EDE7-4DDF-8BA7-ADD29242A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395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3197E-BE60-0202-817D-B43654B4E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B729D4-4845-CE2F-B10F-E255EA40E0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EEB949-32CF-D0F1-83B6-3A43A4E00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6AFD8-CCF0-1C7A-28B5-44687E492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A6FD-6D04-400D-AAA0-98D6F21D3E0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7D32E-3FB2-D44C-7409-57431B5C2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AD34A0-046E-470A-2153-D7249290C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2A198-EDE7-4DDF-8BA7-ADD29242A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305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89870-2648-32BC-FBAF-DEFA2983D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4BF9D0-0A82-688D-2E09-32AD83EB7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814BB-C8FC-28F0-B3FE-BE9270B37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A6FD-6D04-400D-AAA0-98D6F21D3E0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1D488-908F-24CD-7460-FEC1446BD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3D5E3-DAEB-7B73-BB53-F70EE2240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2A198-EDE7-4DDF-8BA7-ADD29242A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206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E6F4D5-47E7-04E8-F557-F87F1119F9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483E4-8343-B6C9-C68F-604665261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F7A41-4433-3F98-5BAA-63ED99758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A6FD-6D04-400D-AAA0-98D6F21D3E0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61892-C32B-F6ED-2CCD-261CC0974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ABA56-4468-02C1-F919-B9E26E06A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2A198-EDE7-4DDF-8BA7-ADD29242A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644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3F3B03-1E41-28FC-3D6A-4B66573FA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0F292-6B40-A76F-DD2C-44B592139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4C460-AEEB-0F2A-17A9-F20EBA63B7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FA6FD-6D04-400D-AAA0-98D6F21D3E0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50C41-8237-0680-60A1-B1345EF742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E8988-16AA-3BCF-719E-89A86A9E4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2A198-EDE7-4DDF-8BA7-ADD29242A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12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7AEAED1-23EC-E6B9-7030-A7C5572D0548}"/>
              </a:ext>
            </a:extLst>
          </p:cNvPr>
          <p:cNvSpPr/>
          <p:nvPr/>
        </p:nvSpPr>
        <p:spPr>
          <a:xfrm>
            <a:off x="398352" y="271604"/>
            <a:ext cx="11425474" cy="6255945"/>
          </a:xfrm>
          <a:prstGeom prst="roundRect">
            <a:avLst>
              <a:gd name="adj" fmla="val 364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Con </a:t>
            </a:r>
            <a:r>
              <a:rPr lang="en-US" sz="2400" dirty="0" err="1">
                <a:solidFill>
                  <a:schemeClr val="tx1"/>
                </a:solidFill>
              </a:rPr>
              <a:t>trỏ</a:t>
            </a:r>
            <a:r>
              <a:rPr lang="en-US" sz="2400" dirty="0">
                <a:solidFill>
                  <a:schemeClr val="tx1"/>
                </a:solidFill>
              </a:rPr>
              <a:t> - Pointer</a:t>
            </a:r>
          </a:p>
          <a:p>
            <a:pPr marL="457200" indent="-457200">
              <a:buAutoNum type="arabicPeriod"/>
            </a:pPr>
            <a:r>
              <a:rPr lang="en-US" sz="2400" dirty="0" err="1">
                <a:solidFill>
                  <a:schemeClr val="tx1"/>
                </a:solidFill>
              </a:rPr>
              <a:t>Khái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niệm</a:t>
            </a:r>
            <a:r>
              <a:rPr lang="en-US" sz="2400" dirty="0">
                <a:solidFill>
                  <a:schemeClr val="tx1"/>
                </a:solidFill>
              </a:rPr>
              <a:t>: 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 err="1">
                <a:solidFill>
                  <a:schemeClr val="tx1"/>
                </a:solidFill>
              </a:rPr>
              <a:t>Là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biến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lưu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địa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chỉ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của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vùng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nhớ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i="1" dirty="0" err="1">
                <a:solidFill>
                  <a:schemeClr val="tx1"/>
                </a:solidFill>
              </a:rPr>
              <a:t>Chú</a:t>
            </a:r>
            <a:r>
              <a:rPr lang="en-US" sz="2400" i="1" dirty="0">
                <a:solidFill>
                  <a:schemeClr val="tx1"/>
                </a:solidFill>
              </a:rPr>
              <a:t> ý: </a:t>
            </a:r>
            <a:br>
              <a:rPr lang="en-US" sz="2400" i="1" dirty="0">
                <a:solidFill>
                  <a:schemeClr val="tx1"/>
                </a:solidFill>
              </a:rPr>
            </a:br>
            <a:r>
              <a:rPr lang="en-US" sz="2400" i="1" dirty="0">
                <a:solidFill>
                  <a:schemeClr val="tx1"/>
                </a:solidFill>
              </a:rPr>
              <a:t>- Con </a:t>
            </a:r>
            <a:r>
              <a:rPr lang="en-US" sz="2400" i="1" dirty="0" err="1">
                <a:solidFill>
                  <a:schemeClr val="tx1"/>
                </a:solidFill>
              </a:rPr>
              <a:t>trỏ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được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khai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báo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bằng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kiểu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dữ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liệu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gì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thì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chỉ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có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thể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trỏ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vào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vùng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nhớ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lưu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trữ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các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giá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trị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trên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kiểu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dữ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liệu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đó</a:t>
            </a:r>
            <a:r>
              <a:rPr lang="en-US" sz="2400" i="1" dirty="0">
                <a:solidFill>
                  <a:schemeClr val="tx1"/>
                </a:solidFill>
              </a:rPr>
              <a:t>.</a:t>
            </a:r>
            <a:br>
              <a:rPr lang="en-US" sz="2400" i="1" dirty="0">
                <a:solidFill>
                  <a:schemeClr val="tx1"/>
                </a:solidFill>
              </a:rPr>
            </a:br>
            <a:r>
              <a:rPr lang="en-US" sz="2400" i="1" dirty="0">
                <a:solidFill>
                  <a:schemeClr val="tx1"/>
                </a:solidFill>
              </a:rPr>
              <a:t>- Con </a:t>
            </a:r>
            <a:r>
              <a:rPr lang="en-US" sz="2400" i="1" dirty="0" err="1">
                <a:solidFill>
                  <a:schemeClr val="tx1"/>
                </a:solidFill>
              </a:rPr>
              <a:t>trỏ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sẽ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dựa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vào</a:t>
            </a:r>
            <a:r>
              <a:rPr lang="en-US" sz="2400" i="1" dirty="0">
                <a:solidFill>
                  <a:schemeClr val="tx1"/>
                </a:solidFill>
              </a:rPr>
              <a:t> dung </a:t>
            </a:r>
            <a:r>
              <a:rPr lang="en-US" sz="2400" i="1" dirty="0" err="1">
                <a:solidFill>
                  <a:schemeClr val="tx1"/>
                </a:solidFill>
              </a:rPr>
              <a:t>lượng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lưu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trữ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của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kiểu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dữ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liệu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được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cài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đặt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để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thực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hiện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các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phép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toán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liên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quan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đến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việc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trỏ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vùng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nhớ</a:t>
            </a:r>
            <a:r>
              <a:rPr lang="en-US" sz="2400" i="1" dirty="0">
                <a:solidFill>
                  <a:schemeClr val="tx1"/>
                </a:solidFill>
              </a:rPr>
              <a:t>.</a:t>
            </a:r>
          </a:p>
          <a:p>
            <a:pPr marL="457200" indent="-457200">
              <a:buAutoNum type="arabicPeriod"/>
            </a:pPr>
            <a:r>
              <a:rPr lang="en-US" sz="2400" dirty="0" err="1">
                <a:solidFill>
                  <a:schemeClr val="tx1"/>
                </a:solidFill>
              </a:rPr>
              <a:t>Cấu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trúc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lệnh</a:t>
            </a:r>
            <a:r>
              <a:rPr lang="en-US" sz="2400" dirty="0">
                <a:solidFill>
                  <a:schemeClr val="tx1"/>
                </a:solidFill>
              </a:rPr>
              <a:t>: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Khai </a:t>
            </a:r>
            <a:r>
              <a:rPr lang="en-US" sz="2400" dirty="0" err="1">
                <a:solidFill>
                  <a:schemeClr val="tx1"/>
                </a:solidFill>
              </a:rPr>
              <a:t>báo</a:t>
            </a:r>
            <a:r>
              <a:rPr lang="en-US" sz="2400" dirty="0">
                <a:solidFill>
                  <a:schemeClr val="tx1"/>
                </a:solidFill>
              </a:rPr>
              <a:t> con </a:t>
            </a:r>
            <a:r>
              <a:rPr lang="en-US" sz="2400" dirty="0" err="1">
                <a:solidFill>
                  <a:schemeClr val="tx1"/>
                </a:solidFill>
              </a:rPr>
              <a:t>trỏ</a:t>
            </a:r>
            <a:r>
              <a:rPr lang="en-US" sz="2400" dirty="0">
                <a:solidFill>
                  <a:schemeClr val="tx1"/>
                </a:solidFill>
              </a:rPr>
              <a:t>: &lt;</a:t>
            </a:r>
            <a:r>
              <a:rPr lang="en-US" sz="2400" dirty="0" err="1">
                <a:solidFill>
                  <a:schemeClr val="tx1"/>
                </a:solidFill>
              </a:rPr>
              <a:t>data_type</a:t>
            </a:r>
            <a:r>
              <a:rPr lang="en-US" sz="2400" dirty="0">
                <a:solidFill>
                  <a:schemeClr val="tx1"/>
                </a:solidFill>
              </a:rPr>
              <a:t>&gt; * &lt;</a:t>
            </a:r>
            <a:r>
              <a:rPr lang="en-US" sz="2400" dirty="0" err="1">
                <a:solidFill>
                  <a:schemeClr val="tx1"/>
                </a:solidFill>
              </a:rPr>
              <a:t>pointer_name</a:t>
            </a:r>
            <a:r>
              <a:rPr lang="en-US" sz="2400" dirty="0">
                <a:solidFill>
                  <a:schemeClr val="tx1"/>
                </a:solidFill>
              </a:rPr>
              <a:t>&gt;;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 err="1">
                <a:solidFill>
                  <a:schemeClr val="tx1"/>
                </a:solidFill>
              </a:rPr>
              <a:t>ví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dụ</a:t>
            </a:r>
            <a:r>
              <a:rPr lang="en-US" sz="2400" dirty="0">
                <a:solidFill>
                  <a:schemeClr val="tx1"/>
                </a:solidFill>
              </a:rPr>
              <a:t>: Khai </a:t>
            </a:r>
            <a:r>
              <a:rPr lang="en-US" sz="2400" dirty="0" err="1">
                <a:solidFill>
                  <a:schemeClr val="tx1"/>
                </a:solidFill>
              </a:rPr>
              <a:t>báo</a:t>
            </a:r>
            <a:r>
              <a:rPr lang="en-US" sz="2400" dirty="0">
                <a:solidFill>
                  <a:schemeClr val="tx1"/>
                </a:solidFill>
              </a:rPr>
              <a:t> 1 con </a:t>
            </a:r>
            <a:r>
              <a:rPr lang="en-US" sz="2400" dirty="0" err="1">
                <a:solidFill>
                  <a:schemeClr val="tx1"/>
                </a:solidFill>
              </a:rPr>
              <a:t>trỏ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dùng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để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trỏ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vào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vùng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nhớ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có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kiểu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dữ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liệu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là</a:t>
            </a:r>
            <a:r>
              <a:rPr lang="en-US" sz="2400" dirty="0">
                <a:solidFill>
                  <a:schemeClr val="tx1"/>
                </a:solidFill>
              </a:rPr>
              <a:t> int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int* p; //</a:t>
            </a:r>
            <a:r>
              <a:rPr lang="en-US" sz="2400" dirty="0" err="1">
                <a:solidFill>
                  <a:schemeClr val="tx1"/>
                </a:solidFill>
              </a:rPr>
              <a:t>giả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sử</a:t>
            </a:r>
            <a:r>
              <a:rPr lang="en-US" sz="2400" dirty="0">
                <a:solidFill>
                  <a:schemeClr val="tx1"/>
                </a:solidFill>
              </a:rPr>
              <a:t> int 4byte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 err="1">
                <a:solidFill>
                  <a:schemeClr val="tx1"/>
                </a:solidFill>
              </a:rPr>
              <a:t>Các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phép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toán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trên</a:t>
            </a:r>
            <a:r>
              <a:rPr lang="en-US" sz="2400" dirty="0">
                <a:solidFill>
                  <a:schemeClr val="tx1"/>
                </a:solidFill>
              </a:rPr>
              <a:t> con </a:t>
            </a:r>
            <a:r>
              <a:rPr lang="en-US" sz="2400" dirty="0" err="1">
                <a:solidFill>
                  <a:schemeClr val="tx1"/>
                </a:solidFill>
              </a:rPr>
              <a:t>trỏ</a:t>
            </a:r>
            <a:r>
              <a:rPr lang="en-US" sz="2400" dirty="0">
                <a:solidFill>
                  <a:schemeClr val="tx1"/>
                </a:solidFill>
              </a:rPr>
              <a:t>: </a:t>
            </a:r>
            <a:r>
              <a:rPr lang="en-US" sz="2400" dirty="0" err="1">
                <a:solidFill>
                  <a:schemeClr val="tx1"/>
                </a:solidFill>
              </a:rPr>
              <a:t>Dịch</a:t>
            </a:r>
            <a:r>
              <a:rPr lang="en-US" sz="2400" dirty="0">
                <a:solidFill>
                  <a:schemeClr val="tx1"/>
                </a:solidFill>
              </a:rPr>
              <a:t> con </a:t>
            </a:r>
            <a:r>
              <a:rPr lang="en-US" sz="2400" dirty="0" err="1">
                <a:solidFill>
                  <a:schemeClr val="tx1"/>
                </a:solidFill>
              </a:rPr>
              <a:t>trỏ</a:t>
            </a:r>
            <a:r>
              <a:rPr lang="en-US" sz="2400" dirty="0">
                <a:solidFill>
                  <a:schemeClr val="tx1"/>
                </a:solidFill>
              </a:rPr>
              <a:t>: ++, --. </a:t>
            </a:r>
            <a:r>
              <a:rPr lang="en-US" sz="2400" dirty="0" err="1">
                <a:solidFill>
                  <a:schemeClr val="tx1"/>
                </a:solidFill>
              </a:rPr>
              <a:t>Ví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dụ</a:t>
            </a:r>
            <a:r>
              <a:rPr lang="en-US" sz="2400" dirty="0">
                <a:solidFill>
                  <a:schemeClr val="tx1"/>
                </a:solidFill>
              </a:rPr>
              <a:t>: p++, p—</a:t>
            </a:r>
          </a:p>
          <a:p>
            <a:pPr marL="457200" indent="-457200">
              <a:buAutoNum type="arabicPeriod"/>
            </a:pPr>
            <a:r>
              <a:rPr lang="en-US" sz="2400" dirty="0" err="1">
                <a:solidFill>
                  <a:schemeClr val="tx1"/>
                </a:solidFill>
              </a:rPr>
              <a:t>Cấp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phát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bộ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nhớ</a:t>
            </a:r>
            <a:r>
              <a:rPr lang="en-US" sz="2400" dirty="0">
                <a:solidFill>
                  <a:schemeClr val="tx1"/>
                </a:solidFill>
              </a:rPr>
              <a:t>: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int x=5; //</a:t>
            </a:r>
            <a:r>
              <a:rPr lang="en-US" sz="2400" dirty="0" err="1">
                <a:solidFill>
                  <a:schemeClr val="tx1"/>
                </a:solidFill>
              </a:rPr>
              <a:t>giả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sử</a:t>
            </a:r>
            <a:r>
              <a:rPr lang="en-US" sz="2400" dirty="0">
                <a:solidFill>
                  <a:schemeClr val="tx1"/>
                </a:solidFill>
              </a:rPr>
              <a:t> x </a:t>
            </a:r>
            <a:r>
              <a:rPr lang="en-US" sz="2400" dirty="0" err="1">
                <a:solidFill>
                  <a:schemeClr val="tx1"/>
                </a:solidFill>
              </a:rPr>
              <a:t>được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cấp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phát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địa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chỉ</a:t>
            </a:r>
            <a:r>
              <a:rPr lang="en-US" sz="2400" dirty="0">
                <a:solidFill>
                  <a:schemeClr val="tx1"/>
                </a:solidFill>
              </a:rPr>
              <a:t> 0001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int* p; p= &amp;x; *p </a:t>
            </a:r>
            <a:r>
              <a:rPr lang="en-US" sz="2400" dirty="0" err="1">
                <a:solidFill>
                  <a:schemeClr val="tx1"/>
                </a:solidFill>
              </a:rPr>
              <a:t>sẽ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trả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ra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giá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trị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đang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được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lưu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trong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vùng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nhớ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của</a:t>
            </a:r>
            <a:r>
              <a:rPr lang="en-US" sz="2400" dirty="0">
                <a:solidFill>
                  <a:schemeClr val="tx1"/>
                </a:solidFill>
              </a:rPr>
              <a:t> x = 5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 err="1">
                <a:solidFill>
                  <a:schemeClr val="tx1"/>
                </a:solidFill>
              </a:rPr>
              <a:t>cấp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phát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vùng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nhớ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trống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cho</a:t>
            </a:r>
            <a:r>
              <a:rPr lang="en-US" sz="2400" dirty="0">
                <a:solidFill>
                  <a:schemeClr val="tx1"/>
                </a:solidFill>
              </a:rPr>
              <a:t> pointer: malloc/</a:t>
            </a:r>
            <a:r>
              <a:rPr lang="en-US" sz="2400" dirty="0" err="1">
                <a:solidFill>
                  <a:schemeClr val="tx1"/>
                </a:solidFill>
              </a:rPr>
              <a:t>calloc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138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466CE4-146F-A1C3-C8F2-37918F894C39}"/>
              </a:ext>
            </a:extLst>
          </p:cNvPr>
          <p:cNvSpPr/>
          <p:nvPr/>
        </p:nvSpPr>
        <p:spPr>
          <a:xfrm>
            <a:off x="1206231" y="291830"/>
            <a:ext cx="5428034" cy="57393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C42078-0E27-4CC3-081F-411F93722CF2}"/>
              </a:ext>
            </a:extLst>
          </p:cNvPr>
          <p:cNvSpPr/>
          <p:nvPr/>
        </p:nvSpPr>
        <p:spPr>
          <a:xfrm>
            <a:off x="1822314" y="359924"/>
            <a:ext cx="447472" cy="46692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FCF84C-9C34-74F4-34C0-08D0FB0547E2}"/>
              </a:ext>
            </a:extLst>
          </p:cNvPr>
          <p:cNvSpPr/>
          <p:nvPr/>
        </p:nvSpPr>
        <p:spPr>
          <a:xfrm>
            <a:off x="1290536" y="359924"/>
            <a:ext cx="447472" cy="46692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078F96-D92A-C5BD-A0F4-E3AC63ED380F}"/>
              </a:ext>
            </a:extLst>
          </p:cNvPr>
          <p:cNvSpPr/>
          <p:nvPr/>
        </p:nvSpPr>
        <p:spPr>
          <a:xfrm>
            <a:off x="2885870" y="359924"/>
            <a:ext cx="447472" cy="46692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754832-7896-EC7E-0D07-891DDBDA5788}"/>
              </a:ext>
            </a:extLst>
          </p:cNvPr>
          <p:cNvSpPr/>
          <p:nvPr/>
        </p:nvSpPr>
        <p:spPr>
          <a:xfrm>
            <a:off x="2354092" y="359924"/>
            <a:ext cx="447472" cy="46692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64AF64-847E-9549-8D27-861BEA934CDC}"/>
              </a:ext>
            </a:extLst>
          </p:cNvPr>
          <p:cNvSpPr/>
          <p:nvPr/>
        </p:nvSpPr>
        <p:spPr>
          <a:xfrm>
            <a:off x="3949426" y="359924"/>
            <a:ext cx="447472" cy="46692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C98133-FB2C-47AE-A57A-322A2D1BE558}"/>
              </a:ext>
            </a:extLst>
          </p:cNvPr>
          <p:cNvSpPr/>
          <p:nvPr/>
        </p:nvSpPr>
        <p:spPr>
          <a:xfrm>
            <a:off x="3417648" y="359924"/>
            <a:ext cx="447472" cy="46692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FD0278-8AC3-28B1-03F9-DBF88D31346A}"/>
              </a:ext>
            </a:extLst>
          </p:cNvPr>
          <p:cNvSpPr/>
          <p:nvPr/>
        </p:nvSpPr>
        <p:spPr>
          <a:xfrm>
            <a:off x="5012982" y="359924"/>
            <a:ext cx="447472" cy="46692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2308DD-A789-EAF0-7D84-C37A86C4E1C8}"/>
              </a:ext>
            </a:extLst>
          </p:cNvPr>
          <p:cNvSpPr/>
          <p:nvPr/>
        </p:nvSpPr>
        <p:spPr>
          <a:xfrm>
            <a:off x="4481204" y="359924"/>
            <a:ext cx="447472" cy="46692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87C190-297B-04C5-64E3-F88E8B9099F9}"/>
              </a:ext>
            </a:extLst>
          </p:cNvPr>
          <p:cNvSpPr/>
          <p:nvPr/>
        </p:nvSpPr>
        <p:spPr>
          <a:xfrm>
            <a:off x="6076538" y="359924"/>
            <a:ext cx="447472" cy="46692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78C50C-9572-AD86-F096-07E32805A47B}"/>
              </a:ext>
            </a:extLst>
          </p:cNvPr>
          <p:cNvSpPr/>
          <p:nvPr/>
        </p:nvSpPr>
        <p:spPr>
          <a:xfrm>
            <a:off x="5544760" y="359924"/>
            <a:ext cx="447472" cy="46692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15943E-A9A8-B28E-D107-F417C79C9ECF}"/>
              </a:ext>
            </a:extLst>
          </p:cNvPr>
          <p:cNvSpPr/>
          <p:nvPr/>
        </p:nvSpPr>
        <p:spPr>
          <a:xfrm>
            <a:off x="1822314" y="894945"/>
            <a:ext cx="447472" cy="46692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7B94009-1125-4B2F-F90C-329FA1C27D79}"/>
              </a:ext>
            </a:extLst>
          </p:cNvPr>
          <p:cNvSpPr/>
          <p:nvPr/>
        </p:nvSpPr>
        <p:spPr>
          <a:xfrm>
            <a:off x="1290536" y="894945"/>
            <a:ext cx="447472" cy="46692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AEC8A6B-52EE-3DF7-38D2-114BDA40DFB4}"/>
              </a:ext>
            </a:extLst>
          </p:cNvPr>
          <p:cNvSpPr/>
          <p:nvPr/>
        </p:nvSpPr>
        <p:spPr>
          <a:xfrm>
            <a:off x="2885870" y="894945"/>
            <a:ext cx="447472" cy="46692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A71F8C-95AC-CB2D-9295-0638B5B20076}"/>
              </a:ext>
            </a:extLst>
          </p:cNvPr>
          <p:cNvSpPr/>
          <p:nvPr/>
        </p:nvSpPr>
        <p:spPr>
          <a:xfrm>
            <a:off x="2354092" y="894945"/>
            <a:ext cx="447472" cy="46692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4BD824-50F9-5039-935D-67BA84288826}"/>
              </a:ext>
            </a:extLst>
          </p:cNvPr>
          <p:cNvSpPr/>
          <p:nvPr/>
        </p:nvSpPr>
        <p:spPr>
          <a:xfrm>
            <a:off x="3949426" y="894945"/>
            <a:ext cx="447472" cy="46692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F295BA-E8EA-C481-BA52-7118CE0E2875}"/>
              </a:ext>
            </a:extLst>
          </p:cNvPr>
          <p:cNvSpPr/>
          <p:nvPr/>
        </p:nvSpPr>
        <p:spPr>
          <a:xfrm>
            <a:off x="3417648" y="894945"/>
            <a:ext cx="447472" cy="46692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4BEAA05-BBAF-0741-3D4A-155FBED72FF0}"/>
              </a:ext>
            </a:extLst>
          </p:cNvPr>
          <p:cNvSpPr/>
          <p:nvPr/>
        </p:nvSpPr>
        <p:spPr>
          <a:xfrm>
            <a:off x="5012982" y="894945"/>
            <a:ext cx="447472" cy="46692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46BE17C-1EF7-E38F-39CF-617BA017024B}"/>
              </a:ext>
            </a:extLst>
          </p:cNvPr>
          <p:cNvSpPr/>
          <p:nvPr/>
        </p:nvSpPr>
        <p:spPr>
          <a:xfrm>
            <a:off x="4481204" y="894945"/>
            <a:ext cx="447472" cy="46692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5C43CCD-286E-C74C-D623-24378C0207A4}"/>
              </a:ext>
            </a:extLst>
          </p:cNvPr>
          <p:cNvSpPr/>
          <p:nvPr/>
        </p:nvSpPr>
        <p:spPr>
          <a:xfrm>
            <a:off x="6076538" y="894945"/>
            <a:ext cx="447472" cy="46692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19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FA8A992-A57F-0A45-DE7C-2A87CC5509F8}"/>
              </a:ext>
            </a:extLst>
          </p:cNvPr>
          <p:cNvSpPr/>
          <p:nvPr/>
        </p:nvSpPr>
        <p:spPr>
          <a:xfrm>
            <a:off x="5544760" y="894945"/>
            <a:ext cx="447472" cy="46692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4688E81-0353-A177-5D38-D9C2EE1AAA66}"/>
              </a:ext>
            </a:extLst>
          </p:cNvPr>
          <p:cNvSpPr/>
          <p:nvPr/>
        </p:nvSpPr>
        <p:spPr>
          <a:xfrm>
            <a:off x="1822314" y="1429966"/>
            <a:ext cx="447472" cy="46692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82BB5A2-59B5-3028-84A6-CDCA921333CF}"/>
              </a:ext>
            </a:extLst>
          </p:cNvPr>
          <p:cNvSpPr/>
          <p:nvPr/>
        </p:nvSpPr>
        <p:spPr>
          <a:xfrm>
            <a:off x="1290536" y="1429966"/>
            <a:ext cx="447472" cy="46692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78FD367-FE21-BE82-2BC3-3A502532B8A3}"/>
              </a:ext>
            </a:extLst>
          </p:cNvPr>
          <p:cNvSpPr/>
          <p:nvPr/>
        </p:nvSpPr>
        <p:spPr>
          <a:xfrm>
            <a:off x="2885870" y="1429966"/>
            <a:ext cx="447472" cy="46692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E0C5A1B-790E-8BE9-D7A5-A0660590FCE8}"/>
              </a:ext>
            </a:extLst>
          </p:cNvPr>
          <p:cNvSpPr/>
          <p:nvPr/>
        </p:nvSpPr>
        <p:spPr>
          <a:xfrm>
            <a:off x="2354092" y="1429966"/>
            <a:ext cx="447472" cy="46692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EC32B7F-9BDA-C366-DD4F-3A193BC68AB6}"/>
              </a:ext>
            </a:extLst>
          </p:cNvPr>
          <p:cNvSpPr/>
          <p:nvPr/>
        </p:nvSpPr>
        <p:spPr>
          <a:xfrm>
            <a:off x="3949426" y="1429966"/>
            <a:ext cx="447472" cy="46692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5189ABA-480C-2DD0-61B0-54C315B23033}"/>
              </a:ext>
            </a:extLst>
          </p:cNvPr>
          <p:cNvSpPr/>
          <p:nvPr/>
        </p:nvSpPr>
        <p:spPr>
          <a:xfrm>
            <a:off x="3417648" y="1429966"/>
            <a:ext cx="447472" cy="46692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96FCF06-64F4-E642-B8B2-2F216D0F2170}"/>
              </a:ext>
            </a:extLst>
          </p:cNvPr>
          <p:cNvSpPr/>
          <p:nvPr/>
        </p:nvSpPr>
        <p:spPr>
          <a:xfrm>
            <a:off x="5012982" y="1429966"/>
            <a:ext cx="447472" cy="46692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8A6C88F-559E-FDDF-6F52-C3E7F1EC52B8}"/>
              </a:ext>
            </a:extLst>
          </p:cNvPr>
          <p:cNvSpPr/>
          <p:nvPr/>
        </p:nvSpPr>
        <p:spPr>
          <a:xfrm>
            <a:off x="4481204" y="1429966"/>
            <a:ext cx="447472" cy="46692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020F408-3DB0-729B-52E8-14EB03D20D54}"/>
              </a:ext>
            </a:extLst>
          </p:cNvPr>
          <p:cNvSpPr/>
          <p:nvPr/>
        </p:nvSpPr>
        <p:spPr>
          <a:xfrm>
            <a:off x="6076538" y="1429966"/>
            <a:ext cx="447472" cy="46692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40B77AA-F3E8-C24C-5E55-0FBCEAE77F31}"/>
              </a:ext>
            </a:extLst>
          </p:cNvPr>
          <p:cNvSpPr/>
          <p:nvPr/>
        </p:nvSpPr>
        <p:spPr>
          <a:xfrm>
            <a:off x="5544760" y="1429966"/>
            <a:ext cx="447472" cy="46692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5165946-4A4E-A72C-F3A2-A1C8498E01C2}"/>
              </a:ext>
            </a:extLst>
          </p:cNvPr>
          <p:cNvSpPr/>
          <p:nvPr/>
        </p:nvSpPr>
        <p:spPr>
          <a:xfrm>
            <a:off x="1822314" y="1964987"/>
            <a:ext cx="447472" cy="46692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C27AE9E-CE3F-CB3E-0BDB-FB1D9AB81E2B}"/>
              </a:ext>
            </a:extLst>
          </p:cNvPr>
          <p:cNvSpPr/>
          <p:nvPr/>
        </p:nvSpPr>
        <p:spPr>
          <a:xfrm>
            <a:off x="1290536" y="1964987"/>
            <a:ext cx="447472" cy="46692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DBF8952-CC9B-650A-2B75-734F677A34F4}"/>
              </a:ext>
            </a:extLst>
          </p:cNvPr>
          <p:cNvSpPr/>
          <p:nvPr/>
        </p:nvSpPr>
        <p:spPr>
          <a:xfrm>
            <a:off x="2885870" y="1964987"/>
            <a:ext cx="447472" cy="46692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8C9999F-8CB5-06CA-28E7-9521E65AD259}"/>
              </a:ext>
            </a:extLst>
          </p:cNvPr>
          <p:cNvSpPr/>
          <p:nvPr/>
        </p:nvSpPr>
        <p:spPr>
          <a:xfrm>
            <a:off x="2354092" y="1964987"/>
            <a:ext cx="447472" cy="46692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C47D4E6-DE27-17A7-B817-54B198AADC35}"/>
              </a:ext>
            </a:extLst>
          </p:cNvPr>
          <p:cNvSpPr/>
          <p:nvPr/>
        </p:nvSpPr>
        <p:spPr>
          <a:xfrm>
            <a:off x="3949426" y="1964987"/>
            <a:ext cx="447472" cy="46692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D6169AD-A124-486B-A93C-4802E9102A9F}"/>
              </a:ext>
            </a:extLst>
          </p:cNvPr>
          <p:cNvSpPr/>
          <p:nvPr/>
        </p:nvSpPr>
        <p:spPr>
          <a:xfrm>
            <a:off x="3417648" y="1964987"/>
            <a:ext cx="447472" cy="46692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4E49B4D-BE38-C18B-2D2B-2AC69C0A5458}"/>
              </a:ext>
            </a:extLst>
          </p:cNvPr>
          <p:cNvSpPr/>
          <p:nvPr/>
        </p:nvSpPr>
        <p:spPr>
          <a:xfrm>
            <a:off x="5012982" y="1964987"/>
            <a:ext cx="447472" cy="46692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42F6AA5-B1EC-549C-DBE2-D7D34D916512}"/>
              </a:ext>
            </a:extLst>
          </p:cNvPr>
          <p:cNvSpPr/>
          <p:nvPr/>
        </p:nvSpPr>
        <p:spPr>
          <a:xfrm>
            <a:off x="4481204" y="1964987"/>
            <a:ext cx="447472" cy="46692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A0688F0-90B9-8450-011E-B05F99F44C3D}"/>
              </a:ext>
            </a:extLst>
          </p:cNvPr>
          <p:cNvSpPr/>
          <p:nvPr/>
        </p:nvSpPr>
        <p:spPr>
          <a:xfrm>
            <a:off x="6076538" y="1964987"/>
            <a:ext cx="447472" cy="46692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A8407A1-C4F0-B8DD-6062-EB584313C2C8}"/>
              </a:ext>
            </a:extLst>
          </p:cNvPr>
          <p:cNvSpPr/>
          <p:nvPr/>
        </p:nvSpPr>
        <p:spPr>
          <a:xfrm>
            <a:off x="5544760" y="1964987"/>
            <a:ext cx="447472" cy="46692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0FE0991-EACE-3582-4CA2-B1DFA56247D1}"/>
              </a:ext>
            </a:extLst>
          </p:cNvPr>
          <p:cNvSpPr/>
          <p:nvPr/>
        </p:nvSpPr>
        <p:spPr>
          <a:xfrm>
            <a:off x="1822314" y="2500008"/>
            <a:ext cx="447472" cy="46692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8636C92-7456-F522-2AB0-CDBD916C111E}"/>
              </a:ext>
            </a:extLst>
          </p:cNvPr>
          <p:cNvSpPr/>
          <p:nvPr/>
        </p:nvSpPr>
        <p:spPr>
          <a:xfrm>
            <a:off x="1290536" y="2500008"/>
            <a:ext cx="447472" cy="46692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4CB6A12-DA7C-7AC4-1DCB-F9B831162943}"/>
              </a:ext>
            </a:extLst>
          </p:cNvPr>
          <p:cNvSpPr/>
          <p:nvPr/>
        </p:nvSpPr>
        <p:spPr>
          <a:xfrm>
            <a:off x="2885870" y="2500008"/>
            <a:ext cx="447472" cy="46692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5F8E2E1-09AA-7B71-2F41-5207D01EC5BA}"/>
              </a:ext>
            </a:extLst>
          </p:cNvPr>
          <p:cNvSpPr/>
          <p:nvPr/>
        </p:nvSpPr>
        <p:spPr>
          <a:xfrm>
            <a:off x="2354092" y="2500008"/>
            <a:ext cx="447472" cy="46692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D844D65-FBD5-79D7-CE5B-2B512D1BBDF2}"/>
              </a:ext>
            </a:extLst>
          </p:cNvPr>
          <p:cNvSpPr/>
          <p:nvPr/>
        </p:nvSpPr>
        <p:spPr>
          <a:xfrm>
            <a:off x="3949426" y="2500008"/>
            <a:ext cx="447472" cy="46692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BF5DE74-D2EE-B376-6654-C35AE77C6C61}"/>
              </a:ext>
            </a:extLst>
          </p:cNvPr>
          <p:cNvSpPr/>
          <p:nvPr/>
        </p:nvSpPr>
        <p:spPr>
          <a:xfrm>
            <a:off x="3417648" y="2500008"/>
            <a:ext cx="447472" cy="46692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B9756E3-DCEB-5C1B-96F6-FDD0BAB7A019}"/>
              </a:ext>
            </a:extLst>
          </p:cNvPr>
          <p:cNvSpPr/>
          <p:nvPr/>
        </p:nvSpPr>
        <p:spPr>
          <a:xfrm>
            <a:off x="5012982" y="2500008"/>
            <a:ext cx="447472" cy="46692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6B5E640-D792-3F9E-18A0-C31305EDEC80}"/>
              </a:ext>
            </a:extLst>
          </p:cNvPr>
          <p:cNvSpPr/>
          <p:nvPr/>
        </p:nvSpPr>
        <p:spPr>
          <a:xfrm>
            <a:off x="4481204" y="2500008"/>
            <a:ext cx="447472" cy="46692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648C8BE-98D0-D066-8239-5BBA07E2E1BF}"/>
              </a:ext>
            </a:extLst>
          </p:cNvPr>
          <p:cNvSpPr/>
          <p:nvPr/>
        </p:nvSpPr>
        <p:spPr>
          <a:xfrm>
            <a:off x="6076538" y="2500008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6CA4C85-86FD-EC01-119C-F0A560E3CE6D}"/>
              </a:ext>
            </a:extLst>
          </p:cNvPr>
          <p:cNvSpPr/>
          <p:nvPr/>
        </p:nvSpPr>
        <p:spPr>
          <a:xfrm>
            <a:off x="5544760" y="2500008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32D917B-B4B2-8322-B308-ED8BC29C57EF}"/>
              </a:ext>
            </a:extLst>
          </p:cNvPr>
          <p:cNvSpPr/>
          <p:nvPr/>
        </p:nvSpPr>
        <p:spPr>
          <a:xfrm>
            <a:off x="1822314" y="3035029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2C57889-38CB-4EC8-FFFC-ABC0136A97D6}"/>
              </a:ext>
            </a:extLst>
          </p:cNvPr>
          <p:cNvSpPr/>
          <p:nvPr/>
        </p:nvSpPr>
        <p:spPr>
          <a:xfrm>
            <a:off x="1290536" y="3035029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44094B8-19D0-D293-9DA3-AAD11A490582}"/>
              </a:ext>
            </a:extLst>
          </p:cNvPr>
          <p:cNvSpPr/>
          <p:nvPr/>
        </p:nvSpPr>
        <p:spPr>
          <a:xfrm>
            <a:off x="2885870" y="3035029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ED213E7-864F-99C6-00D8-6FCC922ABC7F}"/>
              </a:ext>
            </a:extLst>
          </p:cNvPr>
          <p:cNvSpPr/>
          <p:nvPr/>
        </p:nvSpPr>
        <p:spPr>
          <a:xfrm>
            <a:off x="2354092" y="3035029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DE88EC7-E47C-70FA-5C43-3551CBF75FE5}"/>
              </a:ext>
            </a:extLst>
          </p:cNvPr>
          <p:cNvSpPr/>
          <p:nvPr/>
        </p:nvSpPr>
        <p:spPr>
          <a:xfrm>
            <a:off x="3949426" y="3035029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49EA003-7F55-A3B4-01F8-8BCF7CC3DBD5}"/>
              </a:ext>
            </a:extLst>
          </p:cNvPr>
          <p:cNvSpPr/>
          <p:nvPr/>
        </p:nvSpPr>
        <p:spPr>
          <a:xfrm>
            <a:off x="3417648" y="3035029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62ACF91-8EC3-CAC5-1D43-1C191537F4C4}"/>
              </a:ext>
            </a:extLst>
          </p:cNvPr>
          <p:cNvSpPr/>
          <p:nvPr/>
        </p:nvSpPr>
        <p:spPr>
          <a:xfrm>
            <a:off x="5012982" y="3035029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AC70A55-C573-03FB-6D3A-C3D50F50460D}"/>
              </a:ext>
            </a:extLst>
          </p:cNvPr>
          <p:cNvSpPr/>
          <p:nvPr/>
        </p:nvSpPr>
        <p:spPr>
          <a:xfrm>
            <a:off x="4481204" y="3035029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72243FB-580B-0C99-2FF1-79671E31461A}"/>
              </a:ext>
            </a:extLst>
          </p:cNvPr>
          <p:cNvSpPr/>
          <p:nvPr/>
        </p:nvSpPr>
        <p:spPr>
          <a:xfrm>
            <a:off x="6076538" y="3035029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B433957-2689-AE2B-6C94-D926C394E0C0}"/>
              </a:ext>
            </a:extLst>
          </p:cNvPr>
          <p:cNvSpPr/>
          <p:nvPr/>
        </p:nvSpPr>
        <p:spPr>
          <a:xfrm>
            <a:off x="5544760" y="3035029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9E4E4D0-0A5D-A15F-99FF-E948752C48C9}"/>
              </a:ext>
            </a:extLst>
          </p:cNvPr>
          <p:cNvSpPr/>
          <p:nvPr/>
        </p:nvSpPr>
        <p:spPr>
          <a:xfrm>
            <a:off x="1822314" y="3570050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E9646AB-9A85-C773-F314-6E63B6162774}"/>
              </a:ext>
            </a:extLst>
          </p:cNvPr>
          <p:cNvSpPr/>
          <p:nvPr/>
        </p:nvSpPr>
        <p:spPr>
          <a:xfrm>
            <a:off x="1290536" y="3570050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E4DB4A8-528D-9F84-8C8E-75BEB1E7B79C}"/>
              </a:ext>
            </a:extLst>
          </p:cNvPr>
          <p:cNvSpPr/>
          <p:nvPr/>
        </p:nvSpPr>
        <p:spPr>
          <a:xfrm>
            <a:off x="2885870" y="3570050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41287A6-5944-47B3-ECA1-2FD738B72156}"/>
              </a:ext>
            </a:extLst>
          </p:cNvPr>
          <p:cNvSpPr/>
          <p:nvPr/>
        </p:nvSpPr>
        <p:spPr>
          <a:xfrm>
            <a:off x="2354092" y="3570050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6DAD0E0-0A62-1189-197E-C618E7809E5C}"/>
              </a:ext>
            </a:extLst>
          </p:cNvPr>
          <p:cNvSpPr/>
          <p:nvPr/>
        </p:nvSpPr>
        <p:spPr>
          <a:xfrm>
            <a:off x="3949426" y="3570050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3D0A1FD-2309-2859-423C-8C37567CBD96}"/>
              </a:ext>
            </a:extLst>
          </p:cNvPr>
          <p:cNvSpPr/>
          <p:nvPr/>
        </p:nvSpPr>
        <p:spPr>
          <a:xfrm>
            <a:off x="3417648" y="3570050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FE62463-79F6-6458-70CB-4662054294B3}"/>
              </a:ext>
            </a:extLst>
          </p:cNvPr>
          <p:cNvSpPr/>
          <p:nvPr/>
        </p:nvSpPr>
        <p:spPr>
          <a:xfrm>
            <a:off x="5012982" y="3570050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648DC6A-5100-FA7D-A7C6-07692CAA2DD4}"/>
              </a:ext>
            </a:extLst>
          </p:cNvPr>
          <p:cNvSpPr/>
          <p:nvPr/>
        </p:nvSpPr>
        <p:spPr>
          <a:xfrm>
            <a:off x="4481204" y="3570050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58580EF-9264-9278-E862-57C9CC3BCEC7}"/>
              </a:ext>
            </a:extLst>
          </p:cNvPr>
          <p:cNvSpPr/>
          <p:nvPr/>
        </p:nvSpPr>
        <p:spPr>
          <a:xfrm>
            <a:off x="6076538" y="3570050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58A9C12-1E79-C282-E4E2-C5538455E83B}"/>
              </a:ext>
            </a:extLst>
          </p:cNvPr>
          <p:cNvSpPr/>
          <p:nvPr/>
        </p:nvSpPr>
        <p:spPr>
          <a:xfrm>
            <a:off x="5544760" y="3570050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8662FD3-700F-8B64-D7EB-1F6BFF47EF75}"/>
              </a:ext>
            </a:extLst>
          </p:cNvPr>
          <p:cNvSpPr/>
          <p:nvPr/>
        </p:nvSpPr>
        <p:spPr>
          <a:xfrm>
            <a:off x="1822314" y="4105071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C974A0E-E99E-D02F-D0E2-A779C401D17D}"/>
              </a:ext>
            </a:extLst>
          </p:cNvPr>
          <p:cNvSpPr/>
          <p:nvPr/>
        </p:nvSpPr>
        <p:spPr>
          <a:xfrm>
            <a:off x="1290536" y="4105071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E1230F6-37EF-AA2D-6208-F958ADF52423}"/>
              </a:ext>
            </a:extLst>
          </p:cNvPr>
          <p:cNvSpPr/>
          <p:nvPr/>
        </p:nvSpPr>
        <p:spPr>
          <a:xfrm>
            <a:off x="2885870" y="4105071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0192BAD-D62B-CAA7-1467-527E20E09C0F}"/>
              </a:ext>
            </a:extLst>
          </p:cNvPr>
          <p:cNvSpPr/>
          <p:nvPr/>
        </p:nvSpPr>
        <p:spPr>
          <a:xfrm>
            <a:off x="2354092" y="4105071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757CBB1-5A0A-A71E-6FE7-90998A79FEC9}"/>
              </a:ext>
            </a:extLst>
          </p:cNvPr>
          <p:cNvSpPr/>
          <p:nvPr/>
        </p:nvSpPr>
        <p:spPr>
          <a:xfrm>
            <a:off x="3949426" y="4105071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981A737-ED18-7F26-E90A-0E0C5E76271B}"/>
              </a:ext>
            </a:extLst>
          </p:cNvPr>
          <p:cNvSpPr/>
          <p:nvPr/>
        </p:nvSpPr>
        <p:spPr>
          <a:xfrm>
            <a:off x="3417648" y="4105071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DB8F7FE-D7F9-4977-FF8B-8BB7673C4FB9}"/>
              </a:ext>
            </a:extLst>
          </p:cNvPr>
          <p:cNvSpPr/>
          <p:nvPr/>
        </p:nvSpPr>
        <p:spPr>
          <a:xfrm>
            <a:off x="5012982" y="4105071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0E75BB5-4150-DC4F-C7E3-C00CBF9C9E2E}"/>
              </a:ext>
            </a:extLst>
          </p:cNvPr>
          <p:cNvSpPr/>
          <p:nvPr/>
        </p:nvSpPr>
        <p:spPr>
          <a:xfrm>
            <a:off x="4481204" y="4105071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0B91B7F-C003-3934-2F40-995EEFEC54D2}"/>
              </a:ext>
            </a:extLst>
          </p:cNvPr>
          <p:cNvSpPr/>
          <p:nvPr/>
        </p:nvSpPr>
        <p:spPr>
          <a:xfrm>
            <a:off x="6076538" y="4105071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2FAC6D7-AB80-C417-EBAA-0E5982119692}"/>
              </a:ext>
            </a:extLst>
          </p:cNvPr>
          <p:cNvSpPr/>
          <p:nvPr/>
        </p:nvSpPr>
        <p:spPr>
          <a:xfrm>
            <a:off x="5544760" y="4105071"/>
            <a:ext cx="447472" cy="466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6A710F1-E947-9D29-B67C-2E5CF84FCB6E}"/>
              </a:ext>
            </a:extLst>
          </p:cNvPr>
          <p:cNvSpPr/>
          <p:nvPr/>
        </p:nvSpPr>
        <p:spPr>
          <a:xfrm>
            <a:off x="6858000" y="0"/>
            <a:ext cx="5333999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int x= 5; //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4bit</a:t>
            </a:r>
            <a:br>
              <a:rPr lang="en-US" dirty="0"/>
            </a:br>
            <a:r>
              <a:rPr lang="en-US" dirty="0"/>
              <a:t>//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x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24-27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int* p; //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con </a:t>
            </a:r>
            <a:r>
              <a:rPr lang="en-US" dirty="0" err="1"/>
              <a:t>trỏ</a:t>
            </a:r>
            <a:r>
              <a:rPr lang="en-US" dirty="0"/>
              <a:t> p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đc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int</a:t>
            </a:r>
          </a:p>
          <a:p>
            <a:pPr algn="ctr"/>
            <a:r>
              <a:rPr lang="en-US" dirty="0"/>
              <a:t>p = &amp;x; //p=24</a:t>
            </a:r>
          </a:p>
          <a:p>
            <a:pPr algn="ctr"/>
            <a:r>
              <a:rPr lang="en-US" dirty="0"/>
              <a:t>//*p = 0101[2] = 5[10]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p++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con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4bit</a:t>
            </a:r>
          </a:p>
          <a:p>
            <a:pPr algn="ctr"/>
            <a:r>
              <a:rPr lang="en-US" dirty="0"/>
              <a:t>p--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lùi</a:t>
            </a:r>
            <a:r>
              <a:rPr lang="en-US" dirty="0"/>
              <a:t> con </a:t>
            </a:r>
            <a:r>
              <a:rPr lang="en-US" dirty="0" err="1"/>
              <a:t>trỏ</a:t>
            </a:r>
            <a:r>
              <a:rPr lang="en-US" dirty="0"/>
              <a:t> 4bit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int A[5]; //A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20 ô </a:t>
            </a:r>
            <a:r>
              <a:rPr lang="en-US" dirty="0" err="1"/>
              <a:t>nhớ</a:t>
            </a:r>
            <a:r>
              <a:rPr lang="en-US" dirty="0"/>
              <a:t> (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màu</a:t>
            </a:r>
            <a:r>
              <a:rPr lang="en-US" dirty="0"/>
              <a:t> </a:t>
            </a:r>
            <a:r>
              <a:rPr lang="en-US" dirty="0" err="1"/>
              <a:t>vàng</a:t>
            </a:r>
            <a:r>
              <a:rPr lang="en-US" dirty="0"/>
              <a:t>)</a:t>
            </a:r>
          </a:p>
          <a:p>
            <a:pPr algn="ctr"/>
            <a:r>
              <a:rPr lang="en-US" dirty="0"/>
              <a:t>&amp;A=28;</a:t>
            </a:r>
          </a:p>
          <a:p>
            <a:pPr algn="ctr"/>
            <a:r>
              <a:rPr lang="en-US" dirty="0"/>
              <a:t>&amp;A[1] = 32;</a:t>
            </a:r>
          </a:p>
          <a:p>
            <a:pPr algn="ctr"/>
            <a:r>
              <a:rPr lang="en-US" dirty="0"/>
              <a:t>p = &amp;A;</a:t>
            </a:r>
          </a:p>
          <a:p>
            <a:pPr algn="ctr"/>
            <a:r>
              <a:rPr lang="en-US" dirty="0"/>
              <a:t>p++; //=32</a:t>
            </a:r>
          </a:p>
          <a:p>
            <a:pPr algn="ctr"/>
            <a:r>
              <a:rPr lang="en-US" dirty="0"/>
              <a:t>*p = 7;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 = (int*) </a:t>
            </a:r>
            <a:r>
              <a:rPr lang="en-US" dirty="0" err="1"/>
              <a:t>calloc</a:t>
            </a:r>
            <a:r>
              <a:rPr lang="en-US" dirty="0"/>
              <a:t>(1, 4);</a:t>
            </a:r>
          </a:p>
          <a:p>
            <a:pPr algn="ctr"/>
            <a:r>
              <a:rPr lang="en-US" dirty="0"/>
              <a:t>*p = 0;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Struct Node { int </a:t>
            </a:r>
            <a:r>
              <a:rPr lang="en-US" dirty="0" err="1"/>
              <a:t>val</a:t>
            </a:r>
            <a:r>
              <a:rPr lang="en-US" dirty="0"/>
              <a:t>; Node* Link; }</a:t>
            </a:r>
          </a:p>
          <a:p>
            <a:pPr algn="ctr"/>
            <a:r>
              <a:rPr lang="en-US" dirty="0"/>
              <a:t>Add () { malloc/</a:t>
            </a:r>
            <a:r>
              <a:rPr lang="en-US" dirty="0" err="1"/>
              <a:t>calloc</a:t>
            </a:r>
            <a:r>
              <a:rPr lang="en-US" dirty="0"/>
              <a:t> (</a:t>
            </a:r>
            <a:r>
              <a:rPr lang="en-US" dirty="0" err="1"/>
              <a:t>sizeof</a:t>
            </a:r>
            <a:r>
              <a:rPr lang="en-US" dirty="0"/>
              <a:t>(Node))</a:t>
            </a:r>
          </a:p>
        </p:txBody>
      </p:sp>
      <p:sp>
        <p:nvSpPr>
          <p:cNvPr id="94" name="Callout: Bent Line 93">
            <a:extLst>
              <a:ext uri="{FF2B5EF4-FFF2-40B4-BE49-F238E27FC236}">
                <a16:creationId xmlns:a16="http://schemas.microsoft.com/office/drawing/2014/main" id="{8AC30EE0-00EC-AE6B-7B89-E94299B0B782}"/>
              </a:ext>
            </a:extLst>
          </p:cNvPr>
          <p:cNvSpPr/>
          <p:nvPr/>
        </p:nvSpPr>
        <p:spPr>
          <a:xfrm>
            <a:off x="577175" y="2033079"/>
            <a:ext cx="447472" cy="43774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99168"/>
              <a:gd name="adj6" fmla="val 102724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2352906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386</Words>
  <Application>Microsoft Office PowerPoint</Application>
  <PresentationFormat>Widescreen</PresentationFormat>
  <Paragraphs>39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</cp:revision>
  <dcterms:created xsi:type="dcterms:W3CDTF">2025-04-04T00:56:54Z</dcterms:created>
  <dcterms:modified xsi:type="dcterms:W3CDTF">2025-04-04T01:50:25Z</dcterms:modified>
</cp:coreProperties>
</file>