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>
      <p:cViewPr varScale="1">
        <p:scale>
          <a:sx n="65" d="100"/>
          <a:sy n="65" d="100"/>
        </p:scale>
        <p:origin x="8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6E06F-6AFE-BCCF-36EA-A7853EF005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95102-3FBF-C6E0-48C2-6CEABEDBAA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28BDE-943E-4B0F-F8D4-C4D2043DB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4D580-BB66-4E80-B636-69BF9EBFB232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2990C-BF7E-389C-4F74-055928F2A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202E1-8E8C-9CD0-A510-C8FA60D6F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9C6ED-8C66-4721-B094-2B87826DD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805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161FB-5F5D-EB6C-EFCB-A69E3CBDD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41A2F-5FA2-BD48-EE89-3112145BF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B9CA6-EC12-EFD1-F2F9-AB7492C9E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4D580-BB66-4E80-B636-69BF9EBFB232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170F7-0AA8-56BA-009B-6AACB9F39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432BF-F2E2-A740-438B-933200F0C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9C6ED-8C66-4721-B094-2B87826DD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39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2DC7E-DD21-A6D2-8DB7-4F89B3A1D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504E5-9C3F-9FF8-3286-B5AA2764A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AD4AF-3EF1-E5F5-D94B-1AD30C38C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4D580-BB66-4E80-B636-69BF9EBFB232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02D33-5F01-3F7A-2F6F-FE4178A7A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070FF-AF66-99F4-944D-A90C87EC5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9C6ED-8C66-4721-B094-2B87826DD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267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18112-0834-5B8B-A795-8F530EDC2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2A967-77B8-8773-348B-575C43BBD0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8CFD6A-3856-BE5D-36D0-D2BB80912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7A4AE-9DF8-A271-8AE1-BD6C0C5E3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4D580-BB66-4E80-B636-69BF9EBFB232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5892FB-AC84-EFCC-E6BF-4208FC459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E9C96-6FC6-2D8E-2E42-213236CE1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9C6ED-8C66-4721-B094-2B87826DD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910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109F6-D22F-4908-E79A-556BAE511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50F130-74ED-7817-A88A-C2AC18B5D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6B47B6-A47E-456B-C243-27A728536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2C83FE-01D9-067A-010E-0B9B3BAE6A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1B4F5E-8003-8A38-B866-779FE19EF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F95069-0148-8B58-2546-D281EE14D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4D580-BB66-4E80-B636-69BF9EBFB232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9BA9E3-B515-4CC1-F280-7CB89AA37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D7213C-58C8-10A1-40B0-A48465CC2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9C6ED-8C66-4721-B094-2B87826DD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680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00E17-B2D0-F42C-C7C7-852F6BBCC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F173F5-4780-0B3C-503D-6D22123F0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4D580-BB66-4E80-B636-69BF9EBFB232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841DED-81B2-E123-6014-EE3F3F994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81C005-27E8-3C91-2851-898150BE2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9C6ED-8C66-4721-B094-2B87826DD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596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1CE819-55FE-5EAF-44D0-D29775401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4D580-BB66-4E80-B636-69BF9EBFB232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AF77B0-C117-4405-A616-5584C2514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DE78EA-C660-CF5E-9573-D0172E1FA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9C6ED-8C66-4721-B094-2B87826DD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047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70B47-7CB6-CE5C-D9FF-8E488BFB0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535A6-21A5-72B5-533C-6602E9516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7D03C0-DCD4-117A-BEBD-F419A8AFAB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CBB79B-9EF1-4CCE-6B39-5AEE53AB6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4D580-BB66-4E80-B636-69BF9EBFB232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1DEE36-7101-DA06-7065-C9D75A172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492983-24F2-1515-E1C5-84DB8C57A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9C6ED-8C66-4721-B094-2B87826DD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358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17315-314B-C35F-47F1-4DB0A70A3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D75143-FAAD-AEAB-5EB6-072191B934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71C0FE-431D-A801-A9CC-0356E736A8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E7F0C4-15DC-26F1-7E73-C48BFB188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4D580-BB66-4E80-B636-69BF9EBFB232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FD3567-B6C4-37DD-7219-0FCB03DAD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E9EF91-4EE5-ADE6-9025-1B8D5F54C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9C6ED-8C66-4721-B094-2B87826DD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622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B86BB-0D92-DDF1-1BC1-C48407B90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6ECFE5-2643-9122-BADF-47CE21A8F9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27230-99F2-78B0-235B-773732D3C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4D580-BB66-4E80-B636-69BF9EBFB232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D9585-A434-1D6B-2943-43099DCB2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662FB-B9FA-DB46-6D77-2824E0EFE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9C6ED-8C66-4721-B094-2B87826DD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38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403A9B-936F-DE7B-3C85-34F621DFA6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AEDB6C-2663-A7CA-BB73-1C12D29DA2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BB06E-2C32-96A2-057E-E44BC5E55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4D580-BB66-4E80-B636-69BF9EBFB232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DC706-ABF3-15CC-7E7C-483B5A1E7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74C08-7BD1-37A3-4A98-CC1B826C5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9C6ED-8C66-4721-B094-2B87826DD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672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E95CBE-D20C-107B-3743-E096AC4A8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9D285-0132-486E-5EBE-C8FB4493B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7F233-BC56-C4FB-3C7E-E6BE5E9446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84D580-BB66-4E80-B636-69BF9EBFB232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8B577-2B46-070A-ABA6-BBF2372F48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D2D0F-F5B3-BE39-4AE4-44114A5E9C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A9C6ED-8C66-4721-B094-2B87826DD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83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48536F6-AC51-AB7D-3EBF-E89FA4853A71}"/>
              </a:ext>
            </a:extLst>
          </p:cNvPr>
          <p:cNvGrpSpPr/>
          <p:nvPr/>
        </p:nvGrpSpPr>
        <p:grpSpPr>
          <a:xfrm>
            <a:off x="9018540" y="2267020"/>
            <a:ext cx="1993785" cy="1162170"/>
            <a:chOff x="1085088" y="32646"/>
            <a:chExt cx="1993785" cy="1162170"/>
          </a:xfrm>
          <a:solidFill>
            <a:schemeClr val="accent2"/>
          </a:solidFill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43FBC42-5102-D4C6-FE63-E22F6D9175D3}"/>
                </a:ext>
              </a:extLst>
            </p:cNvPr>
            <p:cNvSpPr/>
            <p:nvPr/>
          </p:nvSpPr>
          <p:spPr>
            <a:xfrm>
              <a:off x="1085088" y="658368"/>
              <a:ext cx="816864" cy="53644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E859C34C-C331-07C4-7360-DE34061BEFC6}"/>
                </a:ext>
              </a:extLst>
            </p:cNvPr>
            <p:cNvCxnSpPr>
              <a:cxnSpLocks/>
              <a:stCxn id="4" idx="3"/>
              <a:endCxn id="30" idx="1"/>
            </p:cNvCxnSpPr>
            <p:nvPr/>
          </p:nvCxnSpPr>
          <p:spPr>
            <a:xfrm flipV="1">
              <a:off x="1901952" y="32646"/>
              <a:ext cx="1176921" cy="893946"/>
            </a:xfrm>
            <a:prstGeom prst="straightConnector1">
              <a:avLst/>
            </a:prstGeom>
            <a:grpFill/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90FF0D1-61DD-BD56-C028-BC589D71D2F5}"/>
              </a:ext>
            </a:extLst>
          </p:cNvPr>
          <p:cNvGrpSpPr/>
          <p:nvPr/>
        </p:nvGrpSpPr>
        <p:grpSpPr>
          <a:xfrm>
            <a:off x="4241242" y="1336794"/>
            <a:ext cx="1658112" cy="536448"/>
            <a:chOff x="1085088" y="658368"/>
            <a:chExt cx="1658112" cy="53644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D3CC680-6FCB-4F02-E315-5558B52C608B}"/>
                </a:ext>
              </a:extLst>
            </p:cNvPr>
            <p:cNvSpPr/>
            <p:nvPr/>
          </p:nvSpPr>
          <p:spPr>
            <a:xfrm>
              <a:off x="1085088" y="658368"/>
              <a:ext cx="816864" cy="53644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342BA3E-C855-4D7D-C1E6-23BBF28AF5DE}"/>
                </a:ext>
              </a:extLst>
            </p:cNvPr>
            <p:cNvCxnSpPr>
              <a:stCxn id="9" idx="3"/>
            </p:cNvCxnSpPr>
            <p:nvPr/>
          </p:nvCxnSpPr>
          <p:spPr>
            <a:xfrm flipV="1">
              <a:off x="1901952" y="914400"/>
              <a:ext cx="841248" cy="1219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377CA88-4AAB-5FB0-C630-97D96DFAADD8}"/>
              </a:ext>
            </a:extLst>
          </p:cNvPr>
          <p:cNvGrpSpPr/>
          <p:nvPr/>
        </p:nvGrpSpPr>
        <p:grpSpPr>
          <a:xfrm>
            <a:off x="5874970" y="1336794"/>
            <a:ext cx="1658112" cy="536448"/>
            <a:chOff x="1111242" y="702613"/>
            <a:chExt cx="1658112" cy="53644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13ECA35-26ED-4710-4E8C-883DF1D74785}"/>
                </a:ext>
              </a:extLst>
            </p:cNvPr>
            <p:cNvSpPr/>
            <p:nvPr/>
          </p:nvSpPr>
          <p:spPr>
            <a:xfrm>
              <a:off x="1111242" y="702613"/>
              <a:ext cx="816864" cy="53644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1BFCC8D-F8A9-3509-62D5-2CF2FE787E95}"/>
                </a:ext>
              </a:extLst>
            </p:cNvPr>
            <p:cNvCxnSpPr>
              <a:stCxn id="12" idx="3"/>
            </p:cNvCxnSpPr>
            <p:nvPr/>
          </p:nvCxnSpPr>
          <p:spPr>
            <a:xfrm flipV="1">
              <a:off x="1928106" y="958645"/>
              <a:ext cx="841248" cy="1219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1536424-6161-8537-A6BC-7930A044354B}"/>
              </a:ext>
            </a:extLst>
          </p:cNvPr>
          <p:cNvGrpSpPr/>
          <p:nvPr/>
        </p:nvGrpSpPr>
        <p:grpSpPr>
          <a:xfrm>
            <a:off x="5942912" y="2215208"/>
            <a:ext cx="5069413" cy="1401785"/>
            <a:chOff x="2497590" y="-1136118"/>
            <a:chExt cx="5069413" cy="140178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6D651FC-3E3B-4827-493A-AB0C5EAEABEC}"/>
                </a:ext>
              </a:extLst>
            </p:cNvPr>
            <p:cNvSpPr/>
            <p:nvPr/>
          </p:nvSpPr>
          <p:spPr>
            <a:xfrm>
              <a:off x="2497590" y="-270781"/>
              <a:ext cx="816864" cy="53644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9E413D5-63EB-B762-816F-29397B00DFF3}"/>
                </a:ext>
              </a:extLst>
            </p:cNvPr>
            <p:cNvCxnSpPr>
              <a:cxnSpLocks/>
              <a:stCxn id="16" idx="3"/>
              <a:endCxn id="30" idx="1"/>
            </p:cNvCxnSpPr>
            <p:nvPr/>
          </p:nvCxnSpPr>
          <p:spPr>
            <a:xfrm flipV="1">
              <a:off x="3314454" y="-1136118"/>
              <a:ext cx="4252549" cy="113356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FC493CD-E17C-7B41-BBDD-215CFD1DC9A2}"/>
              </a:ext>
            </a:extLst>
          </p:cNvPr>
          <p:cNvGrpSpPr/>
          <p:nvPr/>
        </p:nvGrpSpPr>
        <p:grpSpPr>
          <a:xfrm>
            <a:off x="2832576" y="3804789"/>
            <a:ext cx="816864" cy="1145753"/>
            <a:chOff x="863862" y="1055149"/>
            <a:chExt cx="816864" cy="1145753"/>
          </a:xfrm>
          <a:solidFill>
            <a:schemeClr val="accent2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D4015B8-53A5-EE10-36D3-CC5A19161C18}"/>
                </a:ext>
              </a:extLst>
            </p:cNvPr>
            <p:cNvSpPr/>
            <p:nvPr/>
          </p:nvSpPr>
          <p:spPr>
            <a:xfrm>
              <a:off x="863862" y="1664454"/>
              <a:ext cx="816864" cy="53644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First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90556FA-7830-5B2A-AD68-14278FE85659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 flipV="1">
              <a:off x="1272294" y="1055149"/>
              <a:ext cx="0" cy="609305"/>
            </a:xfrm>
            <a:prstGeom prst="straightConnector1">
              <a:avLst/>
            </a:prstGeom>
            <a:grpFill/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09F8B4F-BF67-88DC-F97B-2E8AF9FBB42E}"/>
              </a:ext>
            </a:extLst>
          </p:cNvPr>
          <p:cNvGrpSpPr/>
          <p:nvPr/>
        </p:nvGrpSpPr>
        <p:grpSpPr>
          <a:xfrm>
            <a:off x="11012325" y="2471240"/>
            <a:ext cx="816864" cy="1145753"/>
            <a:chOff x="1085088" y="49063"/>
            <a:chExt cx="816864" cy="1145753"/>
          </a:xfrm>
          <a:solidFill>
            <a:schemeClr val="accent2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8B529C4-973E-035D-9EEC-511FEE2AE471}"/>
                </a:ext>
              </a:extLst>
            </p:cNvPr>
            <p:cNvSpPr/>
            <p:nvPr/>
          </p:nvSpPr>
          <p:spPr>
            <a:xfrm>
              <a:off x="1085088" y="658368"/>
              <a:ext cx="816864" cy="53644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Last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EBA5D9B-A65C-9FC7-46ED-36D60A2E57C6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V="1">
              <a:off x="1493520" y="49063"/>
              <a:ext cx="0" cy="609305"/>
            </a:xfrm>
            <a:prstGeom prst="straightConnector1">
              <a:avLst/>
            </a:prstGeom>
            <a:grpFill/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1D0CBC7-D552-6225-F88A-D7C724E7AB7C}"/>
              </a:ext>
            </a:extLst>
          </p:cNvPr>
          <p:cNvGrpSpPr/>
          <p:nvPr/>
        </p:nvGrpSpPr>
        <p:grpSpPr>
          <a:xfrm>
            <a:off x="11012325" y="1946984"/>
            <a:ext cx="1658112" cy="536448"/>
            <a:chOff x="2497590" y="-270781"/>
            <a:chExt cx="1658112" cy="536448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CD004C2-C8E1-1F6A-A2CE-8F0AA6817546}"/>
                </a:ext>
              </a:extLst>
            </p:cNvPr>
            <p:cNvSpPr/>
            <p:nvPr/>
          </p:nvSpPr>
          <p:spPr>
            <a:xfrm>
              <a:off x="2497590" y="-270781"/>
              <a:ext cx="816864" cy="53644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97610C4-531C-8B8B-05D3-1E7AFEE1C4A7}"/>
                </a:ext>
              </a:extLst>
            </p:cNvPr>
            <p:cNvCxnSpPr>
              <a:cxnSpLocks/>
              <a:stCxn id="30" idx="3"/>
            </p:cNvCxnSpPr>
            <p:nvPr/>
          </p:nvCxnSpPr>
          <p:spPr>
            <a:xfrm flipV="1">
              <a:off x="3314454" y="-14749"/>
              <a:ext cx="841248" cy="1219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D4FA58B-1DC4-641B-6A98-09426BBA6ED0}"/>
              </a:ext>
            </a:extLst>
          </p:cNvPr>
          <p:cNvGrpSpPr/>
          <p:nvPr/>
        </p:nvGrpSpPr>
        <p:grpSpPr>
          <a:xfrm>
            <a:off x="5942912" y="3589112"/>
            <a:ext cx="816864" cy="1145753"/>
            <a:chOff x="863862" y="1055149"/>
            <a:chExt cx="816864" cy="1145753"/>
          </a:xfrm>
          <a:solidFill>
            <a:schemeClr val="accent2"/>
          </a:solidFill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39FDD358-BBBB-A1A5-7638-778153693EE8}"/>
                </a:ext>
              </a:extLst>
            </p:cNvPr>
            <p:cNvSpPr/>
            <p:nvPr/>
          </p:nvSpPr>
          <p:spPr>
            <a:xfrm>
              <a:off x="863862" y="1664454"/>
              <a:ext cx="816864" cy="53644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p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75FBCF2C-D73A-E9B0-206D-FA3E126D8F58}"/>
                </a:ext>
              </a:extLst>
            </p:cNvPr>
            <p:cNvCxnSpPr>
              <a:cxnSpLocks/>
              <a:stCxn id="45" idx="0"/>
            </p:cNvCxnSpPr>
            <p:nvPr/>
          </p:nvCxnSpPr>
          <p:spPr>
            <a:xfrm flipV="1">
              <a:off x="1272294" y="1055149"/>
              <a:ext cx="0" cy="609305"/>
            </a:xfrm>
            <a:prstGeom prst="straightConnector1">
              <a:avLst/>
            </a:prstGeom>
            <a:grpFill/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5EC0991-50E0-B817-F3D2-60661D18BC2D}"/>
              </a:ext>
            </a:extLst>
          </p:cNvPr>
          <p:cNvGrpSpPr/>
          <p:nvPr/>
        </p:nvGrpSpPr>
        <p:grpSpPr>
          <a:xfrm>
            <a:off x="2867284" y="3268341"/>
            <a:ext cx="3075628" cy="536448"/>
            <a:chOff x="2497590" y="-270781"/>
            <a:chExt cx="3075628" cy="536448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14913DD-396E-B916-A383-93DC8980FBED}"/>
                </a:ext>
              </a:extLst>
            </p:cNvPr>
            <p:cNvSpPr/>
            <p:nvPr/>
          </p:nvSpPr>
          <p:spPr>
            <a:xfrm>
              <a:off x="2497590" y="-270781"/>
              <a:ext cx="816864" cy="53644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468E7946-10B4-D84F-4045-F934D925D60E}"/>
                </a:ext>
              </a:extLst>
            </p:cNvPr>
            <p:cNvCxnSpPr>
              <a:cxnSpLocks/>
              <a:stCxn id="48" idx="3"/>
            </p:cNvCxnSpPr>
            <p:nvPr/>
          </p:nvCxnSpPr>
          <p:spPr>
            <a:xfrm flipV="1">
              <a:off x="3314454" y="-242172"/>
              <a:ext cx="2258764" cy="2396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C198D4B0-533D-7360-DE6C-C7304CFE14E1}"/>
              </a:ext>
            </a:extLst>
          </p:cNvPr>
          <p:cNvSpPr/>
          <p:nvPr/>
        </p:nvSpPr>
        <p:spPr>
          <a:xfrm>
            <a:off x="8598310" y="4682318"/>
            <a:ext cx="2822447" cy="8939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p-&gt;Link = p-&gt;Link-&gt;Link</a:t>
            </a:r>
          </a:p>
        </p:txBody>
      </p:sp>
    </p:spTree>
    <p:extLst>
      <p:ext uri="{BB962C8B-B14F-4D97-AF65-F5344CB8AC3E}">
        <p14:creationId xmlns:p14="http://schemas.microsoft.com/office/powerpoint/2010/main" val="140370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</cp:revision>
  <dcterms:created xsi:type="dcterms:W3CDTF">2025-04-18T02:05:47Z</dcterms:created>
  <dcterms:modified xsi:type="dcterms:W3CDTF">2025-04-18T02:06:00Z</dcterms:modified>
</cp:coreProperties>
</file>