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>
        <p:scale>
          <a:sx n="66" d="100"/>
          <a:sy n="66" d="100"/>
        </p:scale>
        <p:origin x="85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8FD57-A272-CFE9-630A-9B87DEF68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B10D4-5A7E-CC40-FE5E-082D362B6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17794-34F9-E6E5-001B-822DDA3F1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88914-29A7-4E76-AB6E-701FA8533AC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E35DB-399D-7680-52E4-6D719A8F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43D30-EE47-2522-CCB9-6BF4809CD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0458-58D2-482A-8A86-BE2DE0FB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276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8EB1D-A3A0-E0A9-CA44-5A0259F8B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A3423-16CE-D8F7-704B-802B5FADB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F22AA-B65D-4E2A-D177-FECB084C7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88914-29A7-4E76-AB6E-701FA8533AC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158D7-76DA-F8A4-5D16-E6983FB6D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070F9-EA1A-3BC7-E98C-5D4EE7937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0458-58D2-482A-8A86-BE2DE0FB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279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88DF5-9129-70E7-BFC4-A797FEC0D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2DF9C-A482-AB8A-7CFB-E68B77803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6B2C5-7224-A22F-67D6-D6FA1B70C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88914-29A7-4E76-AB6E-701FA8533AC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4C29D-E3A6-F773-85E6-67D0604F9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A88D4-7614-F0F1-C7DA-A5D21E80A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0458-58D2-482A-8A86-BE2DE0FB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5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965D3-7FBB-A2AD-1DED-E3ECE2765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F9CC3-CD9D-FB60-F933-CA8E876DAB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18053-0C98-3114-CB18-129C7CB06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FB236C-020A-1D04-7858-82AC7E95A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88914-29A7-4E76-AB6E-701FA8533AC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7FAC04-B10A-C088-F602-477A47256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4DEB6-FB71-2E8E-381B-FC48DAAAF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0458-58D2-482A-8A86-BE2DE0FB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281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8021A-9AA3-A275-BDAD-C9383947B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E9C25-097C-507C-E5E3-AB257FAFF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5062A-E217-E8CA-453C-9685C745F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5D7D21-ACC8-11A0-28EA-7D9684912E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179369-EC82-8784-8FB6-45C96D6864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903D0C-25C4-4F74-129A-E138DFEEE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88914-29A7-4E76-AB6E-701FA8533AC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3FE09C-0DDD-C78C-2519-FE259AB6E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3940EF-926F-50DB-163F-EE19127F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0458-58D2-482A-8A86-BE2DE0FB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35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B6CF4-8A3C-1E7D-880B-0E9BEC5D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42E226-986D-8362-8B85-52BC7397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88914-29A7-4E76-AB6E-701FA8533AC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89A47-5506-7AFD-53BE-8284D5DF1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293088-7092-6979-BB08-61D58EF1A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0458-58D2-482A-8A86-BE2DE0FB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368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2D4AA6-7C65-0D72-F5A3-CB6A8BA8B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88914-29A7-4E76-AB6E-701FA8533AC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EEB79A-90FB-E074-D1C6-DE392032B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C5CF4-25DA-62C4-5C88-70A58A42D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0458-58D2-482A-8A86-BE2DE0FB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79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B16D3-CDA4-6674-3554-58C91E24E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25026-9C00-0969-ADD3-CA674CD02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5638E-FDC0-02E3-AB48-4A99C1A08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FF17E-679D-34C8-CC15-12724109E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88914-29A7-4E76-AB6E-701FA8533AC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877D6-00AC-AEAB-E7E5-2DB157972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09451-33CB-186B-0B2F-B9C532162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0458-58D2-482A-8A86-BE2DE0FB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217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C469B-5121-581E-6F80-D0D5EE653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F537D8-4B68-EE40-B1F6-CEB8A02EC6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CA1FAD-0DF9-E2F8-5FE1-E63685728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8E9B3-2632-40E6-E317-2E2167C18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88914-29A7-4E76-AB6E-701FA8533AC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2FD71-26A1-5FCF-A503-8D8376914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EBBB0-CCF8-F536-F2B1-5DC6B162C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0458-58D2-482A-8A86-BE2DE0FB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81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9311-E6CC-6C20-C990-E171B4428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213F1E-0E68-94C8-D854-7A3D2D3B7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55F0A-DBCE-C11E-64F2-9900F8775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88914-29A7-4E76-AB6E-701FA8533AC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A3104-3656-6AB6-1C85-6F474AA2D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1FE6B-E178-51A2-9020-A3DCD0BB0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0458-58D2-482A-8A86-BE2DE0FB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60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E20EF2-6C3E-4135-31E1-3493692E9E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1F4EF-E10F-310A-9E01-BE5C9F75B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6633B-B119-53F7-2A02-628C89444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88914-29A7-4E76-AB6E-701FA8533AC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4DDB1-35F8-D8AF-C72C-4CAEA6D06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8368D-A3E8-10DA-FA7B-86814B20F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0458-58D2-482A-8A86-BE2DE0FB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48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2C9B2A-49CC-7A20-F5B5-CBF867397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3FA8A-A857-6306-9A2D-CA66E7A22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CEEF5-7414-2099-9BE0-15198E0B92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88914-29A7-4E76-AB6E-701FA8533AC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27197-2081-B48E-E24B-AB67356927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BD472-E473-EB58-1E7A-27EEB4DF2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A30458-58D2-482A-8A86-BE2DE0FB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4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8A0F3D-F3C3-5602-2DBB-97B1697BF21E}"/>
              </a:ext>
            </a:extLst>
          </p:cNvPr>
          <p:cNvSpPr/>
          <p:nvPr/>
        </p:nvSpPr>
        <p:spPr>
          <a:xfrm rot="5400000">
            <a:off x="5208371" y="3614354"/>
            <a:ext cx="1507525" cy="827903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15B227-6A77-320A-C32D-CB3BEDF6665A}"/>
              </a:ext>
            </a:extLst>
          </p:cNvPr>
          <p:cNvCxnSpPr>
            <a:cxnSpLocks/>
            <a:endCxn id="38" idx="3"/>
          </p:cNvCxnSpPr>
          <p:nvPr/>
        </p:nvCxnSpPr>
        <p:spPr>
          <a:xfrm flipV="1">
            <a:off x="6376085" y="2570208"/>
            <a:ext cx="464409" cy="976184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90115B3-297B-7981-D7D9-5CD8C45AA3C7}"/>
              </a:ext>
            </a:extLst>
          </p:cNvPr>
          <p:cNvSpPr/>
          <p:nvPr/>
        </p:nvSpPr>
        <p:spPr>
          <a:xfrm rot="5400000">
            <a:off x="2131537" y="1093575"/>
            <a:ext cx="1507525" cy="827903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2ABB0C-D6D0-735A-7654-110EF34412E4}"/>
              </a:ext>
            </a:extLst>
          </p:cNvPr>
          <p:cNvCxnSpPr>
            <a:cxnSpLocks/>
          </p:cNvCxnSpPr>
          <p:nvPr/>
        </p:nvCxnSpPr>
        <p:spPr>
          <a:xfrm rot="5400000" flipV="1">
            <a:off x="3639062" y="1167716"/>
            <a:ext cx="0" cy="679622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54F31CE-325B-1103-862A-60F053D40C4C}"/>
              </a:ext>
            </a:extLst>
          </p:cNvPr>
          <p:cNvSpPr/>
          <p:nvPr/>
        </p:nvSpPr>
        <p:spPr>
          <a:xfrm rot="5400000">
            <a:off x="624012" y="1093575"/>
            <a:ext cx="1507525" cy="827903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4F70DC-45B9-1F76-E15A-BBD2C736C712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1791726" y="1507527"/>
            <a:ext cx="679622" cy="0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1E466C-F7BD-50F9-225A-8F0F0470436A}"/>
              </a:ext>
            </a:extLst>
          </p:cNvPr>
          <p:cNvCxnSpPr>
            <a:cxnSpLocks/>
          </p:cNvCxnSpPr>
          <p:nvPr/>
        </p:nvCxnSpPr>
        <p:spPr>
          <a:xfrm flipH="1">
            <a:off x="4806778" y="4448436"/>
            <a:ext cx="741404" cy="0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F9372C3-EBDD-6901-5376-E769C7034758}"/>
              </a:ext>
            </a:extLst>
          </p:cNvPr>
          <p:cNvSpPr/>
          <p:nvPr/>
        </p:nvSpPr>
        <p:spPr>
          <a:xfrm>
            <a:off x="8132808" y="1346885"/>
            <a:ext cx="4059191" cy="360817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dirty="0"/>
              <a:t>struct Node</a:t>
            </a:r>
            <a:br>
              <a:rPr lang="en-US" sz="3200" dirty="0"/>
            </a:br>
            <a:r>
              <a:rPr lang="en-US" sz="3200" dirty="0"/>
              <a:t>{</a:t>
            </a:r>
          </a:p>
          <a:p>
            <a:r>
              <a:rPr lang="en-US" sz="3200" dirty="0"/>
              <a:t>	int Val;</a:t>
            </a:r>
          </a:p>
          <a:p>
            <a:r>
              <a:rPr lang="en-US" sz="3200" dirty="0"/>
              <a:t>	Node* Back;</a:t>
            </a:r>
          </a:p>
          <a:p>
            <a:r>
              <a:rPr lang="en-US" sz="3200" dirty="0"/>
              <a:t>	Node* Next;</a:t>
            </a:r>
          </a:p>
          <a:p>
            <a:r>
              <a:rPr lang="en-US" sz="3200" dirty="0"/>
              <a:t>}</a:t>
            </a:r>
          </a:p>
          <a:p>
            <a:endParaRPr lang="en-US" sz="3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DD494F-C2FC-7491-5D21-C456CF5B904E}"/>
              </a:ext>
            </a:extLst>
          </p:cNvPr>
          <p:cNvSpPr/>
          <p:nvPr/>
        </p:nvSpPr>
        <p:spPr>
          <a:xfrm rot="5400000">
            <a:off x="3655538" y="3614354"/>
            <a:ext cx="1507525" cy="827903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D8FB5F2-3B28-3F15-2B09-367CB55758B4}"/>
              </a:ext>
            </a:extLst>
          </p:cNvPr>
          <p:cNvCxnSpPr>
            <a:cxnSpLocks/>
          </p:cNvCxnSpPr>
          <p:nvPr/>
        </p:nvCxnSpPr>
        <p:spPr>
          <a:xfrm rot="5400000" flipV="1">
            <a:off x="5163063" y="3206581"/>
            <a:ext cx="0" cy="679622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F6BD454-7946-4883-46F2-4EC021221C80}"/>
              </a:ext>
            </a:extLst>
          </p:cNvPr>
          <p:cNvCxnSpPr>
            <a:cxnSpLocks/>
          </p:cNvCxnSpPr>
          <p:nvPr/>
        </p:nvCxnSpPr>
        <p:spPr>
          <a:xfrm flipH="1">
            <a:off x="3253945" y="4448436"/>
            <a:ext cx="741404" cy="0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DABEFCC-9404-CE54-73F0-88808A4E9413}"/>
              </a:ext>
            </a:extLst>
          </p:cNvPr>
          <p:cNvSpPr/>
          <p:nvPr/>
        </p:nvSpPr>
        <p:spPr>
          <a:xfrm rot="5400000">
            <a:off x="2086231" y="3614354"/>
            <a:ext cx="1507525" cy="827903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068ABBA-C189-6240-C76D-4F17238E76D1}"/>
              </a:ext>
            </a:extLst>
          </p:cNvPr>
          <p:cNvCxnSpPr>
            <a:cxnSpLocks/>
          </p:cNvCxnSpPr>
          <p:nvPr/>
        </p:nvCxnSpPr>
        <p:spPr>
          <a:xfrm rot="5400000" flipV="1">
            <a:off x="3593756" y="3206581"/>
            <a:ext cx="0" cy="679622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7B6417F-AC09-5036-33EF-582C1DCB4BFE}"/>
              </a:ext>
            </a:extLst>
          </p:cNvPr>
          <p:cNvCxnSpPr>
            <a:cxnSpLocks/>
          </p:cNvCxnSpPr>
          <p:nvPr/>
        </p:nvCxnSpPr>
        <p:spPr>
          <a:xfrm flipH="1">
            <a:off x="1684638" y="4448436"/>
            <a:ext cx="741404" cy="0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823A4B7-EFD2-8620-4A01-656D393ECCE3}"/>
              </a:ext>
            </a:extLst>
          </p:cNvPr>
          <p:cNvSpPr/>
          <p:nvPr/>
        </p:nvSpPr>
        <p:spPr>
          <a:xfrm rot="5400000">
            <a:off x="578706" y="3614354"/>
            <a:ext cx="1507525" cy="827903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3FC7059-AB71-2E1B-18B3-8449DD35D2C1}"/>
              </a:ext>
            </a:extLst>
          </p:cNvPr>
          <p:cNvCxnSpPr>
            <a:cxnSpLocks/>
          </p:cNvCxnSpPr>
          <p:nvPr/>
        </p:nvCxnSpPr>
        <p:spPr>
          <a:xfrm rot="5400000" flipV="1">
            <a:off x="2086231" y="3206581"/>
            <a:ext cx="0" cy="679622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417130D-A4AB-486F-61C1-FB06EBAEF836}"/>
              </a:ext>
            </a:extLst>
          </p:cNvPr>
          <p:cNvCxnSpPr>
            <a:cxnSpLocks/>
          </p:cNvCxnSpPr>
          <p:nvPr/>
        </p:nvCxnSpPr>
        <p:spPr>
          <a:xfrm flipH="1">
            <a:off x="177113" y="4448436"/>
            <a:ext cx="741404" cy="0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690C54C-5760-C6F9-8B23-5AAC7F6BCE75}"/>
              </a:ext>
            </a:extLst>
          </p:cNvPr>
          <p:cNvGrpSpPr/>
          <p:nvPr/>
        </p:nvGrpSpPr>
        <p:grpSpPr>
          <a:xfrm rot="16200000">
            <a:off x="569435" y="4782068"/>
            <a:ext cx="1507525" cy="1507525"/>
            <a:chOff x="918517" y="5313407"/>
            <a:chExt cx="1507525" cy="150752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4C7FCA0-E1B5-ECF6-A255-5506F3EC085A}"/>
                </a:ext>
              </a:extLst>
            </p:cNvPr>
            <p:cNvSpPr/>
            <p:nvPr/>
          </p:nvSpPr>
          <p:spPr>
            <a:xfrm rot="5400000">
              <a:off x="578706" y="5653218"/>
              <a:ext cx="1507525" cy="827903"/>
            </a:xfrm>
            <a:prstGeom prst="rect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first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C894F93-4A65-7076-F017-661B70D43999}"/>
                </a:ext>
              </a:extLst>
            </p:cNvPr>
            <p:cNvCxnSpPr>
              <a:cxnSpLocks/>
            </p:cNvCxnSpPr>
            <p:nvPr/>
          </p:nvCxnSpPr>
          <p:spPr>
            <a:xfrm>
              <a:off x="1746420" y="6067170"/>
              <a:ext cx="679622" cy="0"/>
            </a:xfrm>
            <a:prstGeom prst="straightConnector1">
              <a:avLst/>
            </a:prstGeom>
            <a:ln w="571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2F3E2EF5-892D-9B2E-26AE-022EBF148D07}"/>
              </a:ext>
            </a:extLst>
          </p:cNvPr>
          <p:cNvSpPr/>
          <p:nvPr/>
        </p:nvSpPr>
        <p:spPr>
          <a:xfrm rot="5400000">
            <a:off x="6086732" y="1402494"/>
            <a:ext cx="1507525" cy="827903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D1FF1F1-E065-F2BD-4702-F95245F05A5F}"/>
              </a:ext>
            </a:extLst>
          </p:cNvPr>
          <p:cNvCxnSpPr>
            <a:cxnSpLocks/>
          </p:cNvCxnSpPr>
          <p:nvPr/>
        </p:nvCxnSpPr>
        <p:spPr>
          <a:xfrm rot="5400000" flipV="1">
            <a:off x="7594257" y="994721"/>
            <a:ext cx="0" cy="679622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087D302-2E8A-B18E-7568-21E5659CC524}"/>
              </a:ext>
            </a:extLst>
          </p:cNvPr>
          <p:cNvCxnSpPr>
            <a:cxnSpLocks/>
            <a:endCxn id="4" idx="1"/>
          </p:cNvCxnSpPr>
          <p:nvPr/>
        </p:nvCxnSpPr>
        <p:spPr>
          <a:xfrm flipH="1">
            <a:off x="5962133" y="2236576"/>
            <a:ext cx="464410" cy="1037967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194B8A5-EE4B-FE5F-79FB-3EE5D172CBBF}"/>
              </a:ext>
            </a:extLst>
          </p:cNvPr>
          <p:cNvGrpSpPr/>
          <p:nvPr/>
        </p:nvGrpSpPr>
        <p:grpSpPr>
          <a:xfrm rot="16200000">
            <a:off x="5177480" y="4782068"/>
            <a:ext cx="1507525" cy="1507525"/>
            <a:chOff x="918517" y="5313407"/>
            <a:chExt cx="1507525" cy="150752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D4634B1-57B3-97C2-CAA0-5EB7C3AE6FA7}"/>
                </a:ext>
              </a:extLst>
            </p:cNvPr>
            <p:cNvSpPr/>
            <p:nvPr/>
          </p:nvSpPr>
          <p:spPr>
            <a:xfrm rot="5400000">
              <a:off x="578706" y="5653218"/>
              <a:ext cx="1507525" cy="827903"/>
            </a:xfrm>
            <a:prstGeom prst="rect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last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86385117-927E-FAC6-36D7-3CA9D52233B0}"/>
                </a:ext>
              </a:extLst>
            </p:cNvPr>
            <p:cNvCxnSpPr>
              <a:cxnSpLocks/>
            </p:cNvCxnSpPr>
            <p:nvPr/>
          </p:nvCxnSpPr>
          <p:spPr>
            <a:xfrm>
              <a:off x="1746420" y="6067170"/>
              <a:ext cx="679622" cy="0"/>
            </a:xfrm>
            <a:prstGeom prst="straightConnector1">
              <a:avLst/>
            </a:prstGeom>
            <a:ln w="571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1220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01443-775A-74B3-BEEC-E11F17994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E89FF29-93A9-086D-A251-202E38600730}"/>
              </a:ext>
            </a:extLst>
          </p:cNvPr>
          <p:cNvSpPr/>
          <p:nvPr/>
        </p:nvSpPr>
        <p:spPr>
          <a:xfrm rot="5400000">
            <a:off x="11662957" y="339811"/>
            <a:ext cx="1507525" cy="827903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76848A9-6D0C-F97B-7901-4AE03A4633D6}"/>
              </a:ext>
            </a:extLst>
          </p:cNvPr>
          <p:cNvCxnSpPr>
            <a:cxnSpLocks/>
          </p:cNvCxnSpPr>
          <p:nvPr/>
        </p:nvCxnSpPr>
        <p:spPr>
          <a:xfrm rot="5400000" flipV="1">
            <a:off x="13170482" y="-67962"/>
            <a:ext cx="0" cy="679622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FCDFD94-1937-BF2D-5B29-7234299115CE}"/>
              </a:ext>
            </a:extLst>
          </p:cNvPr>
          <p:cNvCxnSpPr>
            <a:cxnSpLocks/>
          </p:cNvCxnSpPr>
          <p:nvPr/>
        </p:nvCxnSpPr>
        <p:spPr>
          <a:xfrm flipH="1">
            <a:off x="11261364" y="1173893"/>
            <a:ext cx="741404" cy="0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807D32E-0034-457A-2F49-4575C32121B1}"/>
              </a:ext>
            </a:extLst>
          </p:cNvPr>
          <p:cNvSpPr/>
          <p:nvPr/>
        </p:nvSpPr>
        <p:spPr>
          <a:xfrm rot="5400000">
            <a:off x="1323197" y="3249832"/>
            <a:ext cx="1507525" cy="827903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946B27C-B703-D78A-EC6D-AFE2AA028963}"/>
              </a:ext>
            </a:extLst>
          </p:cNvPr>
          <p:cNvCxnSpPr>
            <a:cxnSpLocks/>
          </p:cNvCxnSpPr>
          <p:nvPr/>
        </p:nvCxnSpPr>
        <p:spPr>
          <a:xfrm flipV="1">
            <a:off x="2490911" y="2965625"/>
            <a:ext cx="2063578" cy="216245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7AFBC2D-790C-2927-F9E2-BB3653C20670}"/>
              </a:ext>
            </a:extLst>
          </p:cNvPr>
          <p:cNvCxnSpPr>
            <a:cxnSpLocks/>
          </p:cNvCxnSpPr>
          <p:nvPr/>
        </p:nvCxnSpPr>
        <p:spPr>
          <a:xfrm flipH="1">
            <a:off x="921604" y="4083914"/>
            <a:ext cx="741404" cy="0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A5E1DD9-6C70-90D6-6AF1-AF62769AB1FA}"/>
              </a:ext>
            </a:extLst>
          </p:cNvPr>
          <p:cNvGrpSpPr/>
          <p:nvPr/>
        </p:nvGrpSpPr>
        <p:grpSpPr>
          <a:xfrm rot="16200000">
            <a:off x="387175" y="4599808"/>
            <a:ext cx="1872048" cy="1507525"/>
            <a:chOff x="918518" y="5313408"/>
            <a:chExt cx="1872048" cy="150752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EB4F5FD-7F61-9AC5-DD9C-5F17C0CDF29D}"/>
                </a:ext>
              </a:extLst>
            </p:cNvPr>
            <p:cNvSpPr/>
            <p:nvPr/>
          </p:nvSpPr>
          <p:spPr>
            <a:xfrm rot="5400000">
              <a:off x="578707" y="5653219"/>
              <a:ext cx="1507525" cy="827903"/>
            </a:xfrm>
            <a:prstGeom prst="rect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first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AE7DEB2-E621-D87F-00F8-94AAE38885BD}"/>
                </a:ext>
              </a:extLst>
            </p:cNvPr>
            <p:cNvCxnSpPr>
              <a:cxnSpLocks/>
              <a:endCxn id="31" idx="3"/>
            </p:cNvCxnSpPr>
            <p:nvPr/>
          </p:nvCxnSpPr>
          <p:spPr>
            <a:xfrm rot="5400000" flipV="1">
              <a:off x="1891614" y="5921978"/>
              <a:ext cx="753760" cy="1044144"/>
            </a:xfrm>
            <a:prstGeom prst="straightConnector1">
              <a:avLst/>
            </a:prstGeom>
            <a:ln w="571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5A4CB924-1227-2B26-B869-7E9178FF67FE}"/>
              </a:ext>
            </a:extLst>
          </p:cNvPr>
          <p:cNvSpPr/>
          <p:nvPr/>
        </p:nvSpPr>
        <p:spPr>
          <a:xfrm>
            <a:off x="10115037" y="5461690"/>
            <a:ext cx="1507525" cy="827903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last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DF4E4A8-D853-D0BD-A51B-2C792EA9B609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10868801" y="4182762"/>
            <a:ext cx="339809" cy="1278928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B2D29BE2-0FB6-4DF1-E52F-1803817DCD2D}"/>
              </a:ext>
            </a:extLst>
          </p:cNvPr>
          <p:cNvSpPr/>
          <p:nvPr/>
        </p:nvSpPr>
        <p:spPr>
          <a:xfrm>
            <a:off x="7429391" y="5480229"/>
            <a:ext cx="1507525" cy="827903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p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0BFC3F7-B979-7A0E-5091-07F2AEC797C6}"/>
              </a:ext>
            </a:extLst>
          </p:cNvPr>
          <p:cNvCxnSpPr>
            <a:cxnSpLocks/>
            <a:stCxn id="46" idx="0"/>
          </p:cNvCxnSpPr>
          <p:nvPr/>
        </p:nvCxnSpPr>
        <p:spPr>
          <a:xfrm flipV="1">
            <a:off x="8183155" y="4201301"/>
            <a:ext cx="339809" cy="1278928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2C5A4B1-8E88-BBAE-BCA3-F701D3BA9FD3}"/>
              </a:ext>
            </a:extLst>
          </p:cNvPr>
          <p:cNvSpPr/>
          <p:nvPr/>
        </p:nvSpPr>
        <p:spPr>
          <a:xfrm rot="5400000">
            <a:off x="4214678" y="3033587"/>
            <a:ext cx="1507525" cy="827903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74EB3A-AE69-8D30-D354-3BEB05A2998F}"/>
              </a:ext>
            </a:extLst>
          </p:cNvPr>
          <p:cNvCxnSpPr>
            <a:cxnSpLocks/>
          </p:cNvCxnSpPr>
          <p:nvPr/>
        </p:nvCxnSpPr>
        <p:spPr>
          <a:xfrm>
            <a:off x="5382392" y="2965625"/>
            <a:ext cx="2743200" cy="0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E31F40-1CC2-2522-3E7B-AAEA5BEEECF4}"/>
              </a:ext>
            </a:extLst>
          </p:cNvPr>
          <p:cNvCxnSpPr>
            <a:cxnSpLocks/>
          </p:cNvCxnSpPr>
          <p:nvPr/>
        </p:nvCxnSpPr>
        <p:spPr>
          <a:xfrm flipH="1">
            <a:off x="2490911" y="3867669"/>
            <a:ext cx="2063578" cy="333632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7F0732D-50BA-B1E5-5A49-0596DE26D120}"/>
              </a:ext>
            </a:extLst>
          </p:cNvPr>
          <p:cNvSpPr/>
          <p:nvPr/>
        </p:nvSpPr>
        <p:spPr>
          <a:xfrm rot="5400000">
            <a:off x="7785781" y="3015048"/>
            <a:ext cx="1507525" cy="827903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1B3E187-E33E-559C-E645-475A4EAD05A5}"/>
              </a:ext>
            </a:extLst>
          </p:cNvPr>
          <p:cNvCxnSpPr>
            <a:cxnSpLocks/>
          </p:cNvCxnSpPr>
          <p:nvPr/>
        </p:nvCxnSpPr>
        <p:spPr>
          <a:xfrm>
            <a:off x="8953495" y="2947086"/>
            <a:ext cx="1847285" cy="61782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807C690-27F1-9EEE-D35C-01607CB190B8}"/>
              </a:ext>
            </a:extLst>
          </p:cNvPr>
          <p:cNvCxnSpPr>
            <a:cxnSpLocks/>
          </p:cNvCxnSpPr>
          <p:nvPr/>
        </p:nvCxnSpPr>
        <p:spPr>
          <a:xfrm flipH="1" flipV="1">
            <a:off x="5382392" y="3842955"/>
            <a:ext cx="2743200" cy="6175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4AE9E135-F5F5-217C-4844-4FCF60EFBFEE}"/>
              </a:ext>
            </a:extLst>
          </p:cNvPr>
          <p:cNvSpPr/>
          <p:nvPr/>
        </p:nvSpPr>
        <p:spPr>
          <a:xfrm rot="5400000">
            <a:off x="10380699" y="3017107"/>
            <a:ext cx="1507525" cy="827903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DA81C8E-7303-5F91-A5CD-67D2370265EB}"/>
              </a:ext>
            </a:extLst>
          </p:cNvPr>
          <p:cNvCxnSpPr>
            <a:cxnSpLocks/>
          </p:cNvCxnSpPr>
          <p:nvPr/>
        </p:nvCxnSpPr>
        <p:spPr>
          <a:xfrm>
            <a:off x="11548413" y="2965625"/>
            <a:ext cx="679622" cy="0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6EFB859-5901-2A14-3EC0-9A8F056F216A}"/>
              </a:ext>
            </a:extLst>
          </p:cNvPr>
          <p:cNvCxnSpPr>
            <a:cxnSpLocks/>
          </p:cNvCxnSpPr>
          <p:nvPr/>
        </p:nvCxnSpPr>
        <p:spPr>
          <a:xfrm flipH="1">
            <a:off x="8953495" y="3867669"/>
            <a:ext cx="1767015" cy="0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728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24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Duong YT</dc:creator>
  <cp:lastModifiedBy>Duong YT</cp:lastModifiedBy>
  <cp:revision>1</cp:revision>
  <dcterms:created xsi:type="dcterms:W3CDTF">2025-04-22T09:02:15Z</dcterms:created>
  <dcterms:modified xsi:type="dcterms:W3CDTF">2025-04-22T10:09:21Z</dcterms:modified>
</cp:coreProperties>
</file>