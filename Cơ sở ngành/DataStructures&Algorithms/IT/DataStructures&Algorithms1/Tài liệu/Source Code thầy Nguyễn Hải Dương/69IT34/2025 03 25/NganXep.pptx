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1" autoAdjust="0"/>
    <p:restoredTop sz="94660"/>
  </p:normalViewPr>
  <p:slideViewPr>
    <p:cSldViewPr snapToGrid="0">
      <p:cViewPr varScale="1">
        <p:scale>
          <a:sx n="76" d="100"/>
          <a:sy n="76" d="100"/>
        </p:scale>
        <p:origin x="45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1A05-1C6C-8AEE-7A29-B3B795588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6B96F-C184-6F42-B494-0434EDF5E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7B70B-ACA2-40C2-F69E-72508F71A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83624-AE3D-EF68-2A26-CA4AF5FA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562E4-219D-A330-3CF0-3A58C9870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8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38AD-B2DE-AC3C-7204-85374900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9A5E3-C0BF-F01F-3261-A2014BA7C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C6546-3288-573E-52FB-967061F1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0A605-848D-484B-7242-FE97D574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F1094-AA4A-E760-D47E-434BFE80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9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48608-4CA3-8AA9-411F-0AC44BA66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16939-5E45-064B-EE1B-198AA8728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C3D3B-C39F-37E3-AF4F-31BC75CA0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61C2F-702F-2CB4-DD14-6906F173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A36A3-268A-5BF1-64B9-9B53A649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45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1EFD-35AC-F1A1-728E-7DFD5EB7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CB4A2-BC06-EA20-5030-4DD0D5342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B4FA7-6F5B-5958-DC24-1E37200C2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2FEC1-A888-AD5D-F68F-25B1D411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68587-9099-7804-CDA7-AD1C6F3D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664DA-598C-4B0E-F2C3-3C11BC43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9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B793-6C3B-5638-5230-B4C427D2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E4248-D6DC-C419-5FEA-0E6F5CF4D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FC247-08E7-3553-7B03-7D1702DB2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8E1C3-8D64-8BE4-1FFD-5EC5109E1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705605-62E4-76E2-DFD6-508D56115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FF9A6-D973-6295-9D8B-FCBB368F3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CA1422-7F89-9A53-6A37-D664F981B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47AA1-2250-588A-5D81-3C53EB29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14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8ECC-94D1-7F72-7049-B946C8781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A5B57-3AA3-F5B9-3F8B-AB0661A2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C7DC6-E715-C4BB-434B-179594E60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2D744-A412-95D6-F077-B6DF4EB4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39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652684-C9AA-80CC-D995-4B02D005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6EB4FA-545D-034B-43AE-C17831EB3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CB654-59BF-CFA1-5986-B5DE3B0B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9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04A4-4AF1-658E-6FA2-C6E3CF481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0CF3E-7191-4CA5-8F5F-CC5AB691C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2C5ED-9D03-9AE6-B729-C676B2F15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1B630-E1D6-1D18-9250-B123035C5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BD9AA-6AA2-1E2C-D731-BC1C4535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D0238-6863-23A7-ABC6-8749AD1E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12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C5A7-EA5C-4E3B-DDA9-3F816D4BE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646F65-5DC9-0977-550A-669E6B364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F9AA4-DCAF-8D64-A5E2-481E5CB58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0273F-7F91-EE8F-65B8-D8FF3EB5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5C7D3-0291-2F27-71E7-DC42790CE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31134-3806-7627-0317-E6CBF2E7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25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60CC8-76E2-5D19-09DB-B11605AF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471D2-F6FF-D1AC-4740-A09D5804F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A7EFE-3828-325C-9255-4A54D7BFE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BE933-80AE-698B-74BA-5632BB33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7843F-7E0E-5E51-41B1-F046CF80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76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771EF-1631-698F-A08C-94F1279C2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21FDE-9EE0-A4CA-7E91-BB41756A1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E18B4-68DD-9296-A084-96027D15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86886-635C-8AE3-082D-EB41B344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7B142-80D2-3088-839C-B6DB85C9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65B8A1-E97E-1AD7-30EA-A4961999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10C6F-DEF8-36E1-694C-26F1F52E2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B241D-DD8C-47DE-BFAC-FC890DDD34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D3AA3-6D7F-4A5C-A992-76D597A60880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7561C-E95D-6F8F-3640-7E5AC5E55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39FA8-900D-2660-42DE-7E49D6DF7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267E5-9BC3-4B41-A2D8-0B74D36F9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7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D77E9B-0DE7-FBA9-0FEC-10662E9D52FC}"/>
              </a:ext>
            </a:extLst>
          </p:cNvPr>
          <p:cNvSpPr/>
          <p:nvPr/>
        </p:nvSpPr>
        <p:spPr>
          <a:xfrm>
            <a:off x="660400" y="406400"/>
            <a:ext cx="11036300" cy="6045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Ngăn</a:t>
            </a:r>
            <a:r>
              <a:rPr lang="en-US" sz="4000" dirty="0"/>
              <a:t> </a:t>
            </a:r>
            <a:r>
              <a:rPr lang="en-US" sz="4000" dirty="0" err="1"/>
              <a:t>xếp</a:t>
            </a:r>
            <a:r>
              <a:rPr lang="en-US" sz="4000" dirty="0"/>
              <a:t> – Stack</a:t>
            </a:r>
          </a:p>
          <a:p>
            <a:pPr marL="742950" indent="-742950" algn="ctr">
              <a:buAutoNum type="arabicPeriod"/>
            </a:pPr>
            <a:r>
              <a:rPr lang="en-US" sz="4000" dirty="0" err="1"/>
              <a:t>Khái</a:t>
            </a:r>
            <a:r>
              <a:rPr lang="en-US" sz="4000" dirty="0"/>
              <a:t> </a:t>
            </a:r>
            <a:r>
              <a:rPr lang="en-US" sz="4000" dirty="0" err="1"/>
              <a:t>niệm</a:t>
            </a:r>
            <a:r>
              <a:rPr lang="en-US" sz="4000" dirty="0"/>
              <a:t>: </a:t>
            </a:r>
            <a:r>
              <a:rPr lang="en-US" sz="4000" dirty="0" err="1"/>
              <a:t>Là</a:t>
            </a:r>
            <a:r>
              <a:rPr lang="en-US" sz="4000" dirty="0"/>
              <a:t> CTDL </a:t>
            </a:r>
            <a:r>
              <a:rPr lang="en-US" sz="4000" dirty="0" err="1"/>
              <a:t>hoạt</a:t>
            </a:r>
            <a:r>
              <a:rPr lang="en-US" sz="4000" dirty="0"/>
              <a:t> </a:t>
            </a:r>
            <a:r>
              <a:rPr lang="en-US" sz="4000" dirty="0" err="1"/>
              <a:t>động</a:t>
            </a:r>
            <a:r>
              <a:rPr lang="en-US" sz="4000" dirty="0"/>
              <a:t> </a:t>
            </a:r>
            <a:r>
              <a:rPr lang="en-US" sz="4000" dirty="0" err="1"/>
              <a:t>theo</a:t>
            </a:r>
            <a:r>
              <a:rPr lang="en-US" sz="4000" dirty="0"/>
              <a:t> </a:t>
            </a:r>
            <a:r>
              <a:rPr lang="en-US" sz="4000" dirty="0" err="1"/>
              <a:t>quy</a:t>
            </a:r>
            <a:r>
              <a:rPr lang="en-US" sz="4000" dirty="0"/>
              <a:t> </a:t>
            </a:r>
            <a:r>
              <a:rPr lang="en-US" sz="4000" dirty="0" err="1"/>
              <a:t>tắc</a:t>
            </a:r>
            <a:r>
              <a:rPr lang="en-US" sz="4000" dirty="0"/>
              <a:t> LIFO. </a:t>
            </a:r>
            <a:r>
              <a:rPr lang="en-US" sz="4000" dirty="0" err="1"/>
              <a:t>Tất</a:t>
            </a:r>
            <a:r>
              <a:rPr lang="en-US" sz="4000" dirty="0"/>
              <a:t> </a:t>
            </a:r>
            <a:r>
              <a:rPr lang="en-US" sz="4000" dirty="0" err="1"/>
              <a:t>cả</a:t>
            </a:r>
            <a:r>
              <a:rPr lang="en-US" sz="4000" dirty="0"/>
              <a:t> </a:t>
            </a:r>
            <a:r>
              <a:rPr lang="en-US" sz="4000" dirty="0" err="1"/>
              <a:t>thao</a:t>
            </a:r>
            <a:r>
              <a:rPr lang="en-US" sz="4000" dirty="0"/>
              <a:t> </a:t>
            </a:r>
            <a:r>
              <a:rPr lang="en-US" sz="4000" dirty="0" err="1"/>
              <a:t>tác</a:t>
            </a:r>
            <a:r>
              <a:rPr lang="en-US" sz="4000" dirty="0"/>
              <a:t> </a:t>
            </a:r>
            <a:r>
              <a:rPr lang="en-US" sz="4000" dirty="0" err="1"/>
              <a:t>với</a:t>
            </a:r>
            <a:r>
              <a:rPr lang="en-US" sz="4000" dirty="0"/>
              <a:t> stack </a:t>
            </a:r>
            <a:r>
              <a:rPr lang="en-US" sz="4000" dirty="0" err="1"/>
              <a:t>đều</a:t>
            </a:r>
            <a:r>
              <a:rPr lang="en-US" sz="4000" dirty="0"/>
              <a:t> </a:t>
            </a:r>
            <a:r>
              <a:rPr lang="en-US" sz="4000" dirty="0" err="1"/>
              <a:t>thực</a:t>
            </a:r>
            <a:r>
              <a:rPr lang="en-US" sz="4000" dirty="0"/>
              <a:t> </a:t>
            </a:r>
            <a:r>
              <a:rPr lang="en-US" sz="4000" dirty="0" err="1"/>
              <a:t>hiện</a:t>
            </a:r>
            <a:r>
              <a:rPr lang="en-US" sz="4000" dirty="0"/>
              <a:t> ở 1 </a:t>
            </a:r>
            <a:r>
              <a:rPr lang="en-US" sz="4000" dirty="0" err="1"/>
              <a:t>đầu</a:t>
            </a:r>
            <a:r>
              <a:rPr lang="en-US" sz="4000" dirty="0"/>
              <a:t> </a:t>
            </a:r>
            <a:r>
              <a:rPr lang="en-US" sz="4000" dirty="0" err="1"/>
              <a:t>gọi</a:t>
            </a:r>
            <a:r>
              <a:rPr lang="en-US" sz="4000" dirty="0"/>
              <a:t> </a:t>
            </a:r>
            <a:r>
              <a:rPr lang="en-US" sz="4000" dirty="0" err="1"/>
              <a:t>là</a:t>
            </a:r>
            <a:r>
              <a:rPr lang="en-US" sz="4000" dirty="0"/>
              <a:t> Top.</a:t>
            </a:r>
          </a:p>
          <a:p>
            <a:pPr marL="742950" indent="-742950" algn="ctr">
              <a:buAutoNum type="arabicPeriod"/>
            </a:pPr>
            <a:r>
              <a:rPr lang="en-US" sz="4000" dirty="0"/>
              <a:t>Các </a:t>
            </a:r>
            <a:r>
              <a:rPr lang="en-US" sz="4000" dirty="0" err="1"/>
              <a:t>tương</a:t>
            </a:r>
            <a:r>
              <a:rPr lang="en-US" sz="4000" dirty="0"/>
              <a:t> </a:t>
            </a:r>
            <a:r>
              <a:rPr lang="en-US" sz="4000" dirty="0" err="1"/>
              <a:t>tác</a:t>
            </a:r>
            <a:r>
              <a:rPr lang="en-US" sz="4000" dirty="0"/>
              <a:t> </a:t>
            </a:r>
            <a:r>
              <a:rPr lang="en-US" sz="4000" dirty="0" err="1"/>
              <a:t>với</a:t>
            </a:r>
            <a:r>
              <a:rPr lang="en-US" sz="4000" dirty="0"/>
              <a:t> </a:t>
            </a:r>
            <a:r>
              <a:rPr lang="en-US" sz="4000" dirty="0" err="1"/>
              <a:t>ngăn</a:t>
            </a:r>
            <a:r>
              <a:rPr lang="en-US" sz="4000" dirty="0"/>
              <a:t> </a:t>
            </a:r>
            <a:r>
              <a:rPr lang="en-US" sz="4000" dirty="0" err="1"/>
              <a:t>xếp</a:t>
            </a:r>
            <a:r>
              <a:rPr lang="en-US" sz="4000" dirty="0"/>
              <a:t>:</a:t>
            </a:r>
          </a:p>
          <a:p>
            <a:pPr algn="ctr"/>
            <a:r>
              <a:rPr lang="en-US" sz="4000" dirty="0"/>
              <a:t>Push. Pop. </a:t>
            </a:r>
            <a:r>
              <a:rPr lang="en-US" sz="4000" dirty="0" err="1"/>
              <a:t>isEmpty</a:t>
            </a:r>
            <a:r>
              <a:rPr lang="en-US" sz="4000" dirty="0"/>
              <a:t>. </a:t>
            </a:r>
            <a:r>
              <a:rPr lang="en-US" sz="4000" dirty="0" err="1"/>
              <a:t>isFull</a:t>
            </a:r>
            <a:r>
              <a:rPr lang="en-US" sz="4000" dirty="0"/>
              <a:t>. </a:t>
            </a:r>
            <a:br>
              <a:rPr lang="en-US" sz="4000" dirty="0"/>
            </a:br>
            <a:r>
              <a:rPr lang="en-US" sz="4000" dirty="0"/>
              <a:t>Edit. Del.</a:t>
            </a:r>
          </a:p>
        </p:txBody>
      </p:sp>
    </p:spTree>
    <p:extLst>
      <p:ext uri="{BB962C8B-B14F-4D97-AF65-F5344CB8AC3E}">
        <p14:creationId xmlns:p14="http://schemas.microsoft.com/office/powerpoint/2010/main" val="3984080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445683-3714-2664-034B-1387E675926D}"/>
              </a:ext>
            </a:extLst>
          </p:cNvPr>
          <p:cNvSpPr/>
          <p:nvPr/>
        </p:nvSpPr>
        <p:spPr>
          <a:xfrm>
            <a:off x="3704954" y="546100"/>
            <a:ext cx="3708400" cy="1282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63338-E579-5304-7B28-ACB59907E089}"/>
              </a:ext>
            </a:extLst>
          </p:cNvPr>
          <p:cNvSpPr/>
          <p:nvPr/>
        </p:nvSpPr>
        <p:spPr>
          <a:xfrm>
            <a:off x="1024596" y="1066800"/>
            <a:ext cx="2120900" cy="538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E54392-0C7E-BFC4-2BF5-13BE9D12AF57}"/>
              </a:ext>
            </a:extLst>
          </p:cNvPr>
          <p:cNvSpPr/>
          <p:nvPr/>
        </p:nvSpPr>
        <p:spPr>
          <a:xfrm>
            <a:off x="1478098" y="5337314"/>
            <a:ext cx="1193800" cy="7239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C331EF-27CC-2987-A803-A46C0F3361D8}"/>
              </a:ext>
            </a:extLst>
          </p:cNvPr>
          <p:cNvSpPr/>
          <p:nvPr/>
        </p:nvSpPr>
        <p:spPr>
          <a:xfrm>
            <a:off x="1478098" y="4070350"/>
            <a:ext cx="1193800" cy="7239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EAA553-B710-45B2-DE87-CE754EB31CA7}"/>
              </a:ext>
            </a:extLst>
          </p:cNvPr>
          <p:cNvSpPr/>
          <p:nvPr/>
        </p:nvSpPr>
        <p:spPr>
          <a:xfrm>
            <a:off x="1520555" y="2752586"/>
            <a:ext cx="1193800" cy="7239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5B08C-3070-7786-49B3-7E441D0E62DF}"/>
              </a:ext>
            </a:extLst>
          </p:cNvPr>
          <p:cNvSpPr txBox="1"/>
          <p:nvPr/>
        </p:nvSpPr>
        <p:spPr>
          <a:xfrm>
            <a:off x="-15411" y="2702986"/>
            <a:ext cx="9610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BB1CBC-F380-9352-044A-F26C4A570558}"/>
              </a:ext>
            </a:extLst>
          </p:cNvPr>
          <p:cNvSpPr txBox="1"/>
          <p:nvPr/>
        </p:nvSpPr>
        <p:spPr>
          <a:xfrm>
            <a:off x="4648200" y="2133600"/>
            <a:ext cx="364580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 Top = 2</a:t>
            </a:r>
          </a:p>
          <a:p>
            <a:r>
              <a:rPr lang="en-US" sz="4000" dirty="0"/>
              <a:t>Size = 4 </a:t>
            </a:r>
            <a:r>
              <a:rPr lang="en-US" sz="4000" dirty="0" err="1"/>
              <a:t>phần</a:t>
            </a:r>
            <a:r>
              <a:rPr lang="en-US" sz="4000" dirty="0"/>
              <a:t> </a:t>
            </a:r>
            <a:r>
              <a:rPr lang="en-US" sz="4000" dirty="0" err="1"/>
              <a:t>tử</a:t>
            </a:r>
            <a:endParaRPr lang="en-US" sz="4000" dirty="0"/>
          </a:p>
          <a:p>
            <a:endParaRPr lang="en-US" sz="4000" dirty="0"/>
          </a:p>
          <a:p>
            <a:r>
              <a:rPr lang="en-US" sz="4000" dirty="0" err="1"/>
              <a:t>tg</a:t>
            </a:r>
            <a:r>
              <a:rPr lang="en-US" sz="4000" dirty="0"/>
              <a:t> = 4;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1358A2-E81F-9ABE-FD0F-FBB4C26B54F4}"/>
              </a:ext>
            </a:extLst>
          </p:cNvPr>
          <p:cNvSpPr/>
          <p:nvPr/>
        </p:nvSpPr>
        <p:spPr>
          <a:xfrm>
            <a:off x="8607155" y="825500"/>
            <a:ext cx="1193800" cy="7239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66445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 YT</dc:creator>
  <cp:lastModifiedBy>Duong YT</cp:lastModifiedBy>
  <cp:revision>1</cp:revision>
  <dcterms:created xsi:type="dcterms:W3CDTF">2025-03-25T10:12:03Z</dcterms:created>
  <dcterms:modified xsi:type="dcterms:W3CDTF">2025-03-25T10:12:21Z</dcterms:modified>
</cp:coreProperties>
</file>