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21" autoAdjust="0"/>
    <p:restoredTop sz="94660"/>
  </p:normalViewPr>
  <p:slideViewPr>
    <p:cSldViewPr snapToGrid="0">
      <p:cViewPr varScale="1">
        <p:scale>
          <a:sx n="78" d="100"/>
          <a:sy n="78" d="100"/>
        </p:scale>
        <p:origin x="414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0C4173-5BA0-881D-54BC-DE1784D17FB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B4C4FBE-6359-43B7-165F-5181B918A17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E828935-73F7-2B6E-0E0D-568C0D4F1A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C0FDCF-B244-4746-923D-0F3BD8EED028}" type="datetimeFigureOut">
              <a:rPr lang="en-US" smtClean="0"/>
              <a:t>3/31/2025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B90BE25-DFA9-A710-8D29-2E9141336D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FB7137E-0959-5D4D-44C2-94BAA34A99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CCADC8-DACA-4887-91D2-80D3F2C82D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570031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AD29DB-5116-9631-1041-01E87FE22B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54BBFF-9638-6630-3BB5-91480661EC2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1FDE859-34AE-980F-B536-1E927D6A1B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C0FDCF-B244-4746-923D-0F3BD8EED028}" type="datetimeFigureOut">
              <a:rPr lang="en-US" smtClean="0"/>
              <a:t>3/31/2025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211E92D-B220-EDBA-7E30-E6E313615F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EB6F818-CEF7-2D5B-9544-206C3C7493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CCADC8-DACA-4887-91D2-80D3F2C82D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11761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8B5CC9-8439-A055-0C99-4AE72A27D0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C316EE1-DD18-0694-9981-827AE7A6EEA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3ED0DF2-C988-131F-4732-4208DA4CA4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C0FDCF-B244-4746-923D-0F3BD8EED028}" type="datetimeFigureOut">
              <a:rPr lang="en-US" smtClean="0"/>
              <a:t>3/31/2025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8E41F90-645B-5A5B-0DDE-D4B00C7668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50DC5B7-82B2-26A5-D387-48258CDFDB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CCADC8-DACA-4887-91D2-80D3F2C82D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014281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0E3A29-5E90-1881-F582-CAB84CAF1C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FD3C39-49B1-69EC-A7EC-B7C02CF51F9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AE87E72-39E3-2226-988E-FA26BB20E8A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6AC1BC0-6621-694C-7D8D-4327E7D4C3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C0FDCF-B244-4746-923D-0F3BD8EED028}" type="datetimeFigureOut">
              <a:rPr lang="en-US" smtClean="0"/>
              <a:t>3/31/2025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2789F03-F84F-2B18-CCAB-1635FBAA27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BDAE647-33D3-E51A-658C-052E80C408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CCADC8-DACA-4887-91D2-80D3F2C82D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606391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BFECFC-8ADF-68C8-126B-31F8CD29EC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995564C-6B95-C6FA-B85D-461893E4F1D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141DC12-9574-6FFF-3B31-7A4D4660525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9542A81-9CDE-044C-F303-4091DF278AD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7A56502-B755-F665-2FFC-9653A9CC8AF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6D6D6C9-1B3B-B85E-F2F7-170C2244AD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C0FDCF-B244-4746-923D-0F3BD8EED028}" type="datetimeFigureOut">
              <a:rPr lang="en-US" smtClean="0"/>
              <a:t>3/31/2025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937F344-792E-EE24-538F-91605681A7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0386780-678F-B495-C5AC-61067EB1C6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CCADC8-DACA-4887-91D2-80D3F2C82D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945624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BA514C-8F2E-F1D4-F567-E7B27EF276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32063AD-AB6D-DBB8-792E-4B19D8028F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C0FDCF-B244-4746-923D-0F3BD8EED028}" type="datetimeFigureOut">
              <a:rPr lang="en-US" smtClean="0"/>
              <a:t>3/31/2025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82EF64C-9CD3-9AC0-DBF8-020322A6D7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B29B09C-F63F-66CC-BEDD-CC07290177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CCADC8-DACA-4887-91D2-80D3F2C82D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603347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26796AE-EE6B-5298-4491-7FFB2492DA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C0FDCF-B244-4746-923D-0F3BD8EED028}" type="datetimeFigureOut">
              <a:rPr lang="en-US" smtClean="0"/>
              <a:t>3/31/2025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EDE5171-DB50-612F-7E8E-973F9FC384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5362855-A545-16F7-ACF0-DC760E1F89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CCADC8-DACA-4887-91D2-80D3F2C82D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743207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7D1585-161C-54A6-31DB-C8147E12BE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0848394-1051-4041-A755-B7FA28111D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CF71591-204E-0C51-CC31-9FA2EBF00F2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C09350E-65B2-6D49-9CF9-9173508825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C0FDCF-B244-4746-923D-0F3BD8EED028}" type="datetimeFigureOut">
              <a:rPr lang="en-US" smtClean="0"/>
              <a:t>3/31/2025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75B0586-9399-8165-EAD0-47CF54433E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AE331F3-ECE6-FF49-3096-C8CB03904E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CCADC8-DACA-4887-91D2-80D3F2C82D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21527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0D9E1B-0996-E7A8-991F-9B72EBAE8C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B0B3C99-8A45-15CA-9516-611073AE0C6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311C473-42DE-9218-85D4-A3E25220876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A3C797F-8C61-DC43-B31E-83C5BA62C1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C0FDCF-B244-4746-923D-0F3BD8EED028}" type="datetimeFigureOut">
              <a:rPr lang="en-US" smtClean="0"/>
              <a:t>3/31/2025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963E87C-0BC2-6589-5E19-17FAF2399A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1304E52-3A4C-90D2-8BFB-C386FFB36C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CCADC8-DACA-4887-91D2-80D3F2C82D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996339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41AAC1-B60E-0E97-FA01-A62110F0CA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DB87013-3D4C-05EE-E41E-6A88D0FEFE4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0E3008D-784C-D884-A304-04517E0E91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C0FDCF-B244-4746-923D-0F3BD8EED028}" type="datetimeFigureOut">
              <a:rPr lang="en-US" smtClean="0"/>
              <a:t>3/31/2025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EAC321C-8523-DE82-AE15-1B6490956A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035D3AE-908C-BEF9-80C2-37BA19BA80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CCADC8-DACA-4887-91D2-80D3F2C82D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617178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5017BFF-6F58-6DD9-74D8-0A7969CCCA8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765180D-60E0-3E7A-B5A1-E80D94F461A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09B8A11-4B91-1685-51A8-35D9D1DAC3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C0FDCF-B244-4746-923D-0F3BD8EED028}" type="datetimeFigureOut">
              <a:rPr lang="en-US" smtClean="0"/>
              <a:t>3/31/2025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4446200-C1FF-18CF-90BC-4DB0D86FC7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6168226-BFCD-BB2C-B5C0-843AAB1AB2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CCADC8-DACA-4887-91D2-80D3F2C82D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481098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8A09192-DE06-BC57-0012-625ECB8F3B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BC0C9E2-2FCD-000E-BFD7-1F54EC91609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9726A11-7922-7918-A541-70079AEF4A4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2C0FDCF-B244-4746-923D-0F3BD8EED028}" type="datetimeFigureOut">
              <a:rPr lang="en-US" smtClean="0"/>
              <a:t>3/31/2025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A79B1F2-27B2-AF90-1D63-87278439B7B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B25661C-D746-AF96-8BE6-60B4053A03E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3CCADC8-DACA-4887-91D2-80D3F2C82D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784969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64219884-1757-D4FB-040D-D7C9D6B15D2F}"/>
              </a:ext>
            </a:extLst>
          </p:cNvPr>
          <p:cNvSpPr/>
          <p:nvPr/>
        </p:nvSpPr>
        <p:spPr>
          <a:xfrm>
            <a:off x="641350" y="361950"/>
            <a:ext cx="11366500" cy="613410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marL="457200" indent="-457200">
              <a:buFontTx/>
              <a:buChar char="-"/>
            </a:pPr>
            <a:r>
              <a:rPr lang="en-US" sz="2800" dirty="0" err="1"/>
              <a:t>Hàng</a:t>
            </a:r>
            <a:r>
              <a:rPr lang="en-US" sz="2800" dirty="0"/>
              <a:t> </a:t>
            </a:r>
            <a:r>
              <a:rPr lang="en-US" sz="2800" dirty="0" err="1"/>
              <a:t>đợi</a:t>
            </a:r>
            <a:r>
              <a:rPr lang="en-US" sz="2800" dirty="0"/>
              <a:t> (Queue):</a:t>
            </a:r>
          </a:p>
          <a:p>
            <a:r>
              <a:rPr lang="en-US" sz="2800" dirty="0" err="1"/>
              <a:t>Là</a:t>
            </a:r>
            <a:r>
              <a:rPr lang="en-US" sz="2800" dirty="0"/>
              <a:t> CTDL </a:t>
            </a:r>
            <a:r>
              <a:rPr lang="en-US" sz="2800" dirty="0" err="1"/>
              <a:t>hoạt</a:t>
            </a:r>
            <a:r>
              <a:rPr lang="en-US" sz="2800" dirty="0"/>
              <a:t> </a:t>
            </a:r>
            <a:r>
              <a:rPr lang="en-US" sz="2800" dirty="0" err="1"/>
              <a:t>động</a:t>
            </a:r>
            <a:r>
              <a:rPr lang="en-US" sz="2800" dirty="0"/>
              <a:t> </a:t>
            </a:r>
            <a:r>
              <a:rPr lang="en-US" sz="2800" dirty="0" err="1"/>
              <a:t>theo</a:t>
            </a:r>
            <a:r>
              <a:rPr lang="en-US" sz="2800" dirty="0"/>
              <a:t> </a:t>
            </a:r>
            <a:r>
              <a:rPr lang="en-US" sz="2800" dirty="0" err="1"/>
              <a:t>quy</a:t>
            </a:r>
            <a:r>
              <a:rPr lang="en-US" sz="2800" dirty="0"/>
              <a:t> </a:t>
            </a:r>
            <a:r>
              <a:rPr lang="en-US" sz="2800" dirty="0" err="1"/>
              <a:t>tắc</a:t>
            </a:r>
            <a:r>
              <a:rPr lang="en-US" sz="2800" dirty="0"/>
              <a:t> FIFO. Các </a:t>
            </a:r>
            <a:r>
              <a:rPr lang="en-US" sz="2800" dirty="0" err="1"/>
              <a:t>tương</a:t>
            </a:r>
            <a:r>
              <a:rPr lang="en-US" sz="2800" dirty="0"/>
              <a:t> </a:t>
            </a:r>
            <a:r>
              <a:rPr lang="en-US" sz="2800" dirty="0" err="1"/>
              <a:t>tác</a:t>
            </a:r>
            <a:r>
              <a:rPr lang="en-US" sz="2800" dirty="0"/>
              <a:t> </a:t>
            </a:r>
            <a:r>
              <a:rPr lang="en-US" sz="2800" dirty="0" err="1"/>
              <a:t>với</a:t>
            </a:r>
            <a:r>
              <a:rPr lang="en-US" sz="2800" dirty="0"/>
              <a:t> </a:t>
            </a:r>
            <a:r>
              <a:rPr lang="en-US" sz="2800" dirty="0" err="1"/>
              <a:t>Hàng</a:t>
            </a:r>
            <a:r>
              <a:rPr lang="en-US" sz="2800" dirty="0"/>
              <a:t> </a:t>
            </a:r>
            <a:r>
              <a:rPr lang="en-US" sz="2800" dirty="0" err="1"/>
              <a:t>đợi</a:t>
            </a:r>
            <a:r>
              <a:rPr lang="en-US" sz="2800" dirty="0"/>
              <a:t> </a:t>
            </a:r>
            <a:r>
              <a:rPr lang="en-US" sz="2800" dirty="0" err="1"/>
              <a:t>sẽ</a:t>
            </a:r>
            <a:r>
              <a:rPr lang="en-US" sz="2800" dirty="0"/>
              <a:t> </a:t>
            </a:r>
            <a:r>
              <a:rPr lang="en-US" sz="2800" dirty="0" err="1"/>
              <a:t>thực</a:t>
            </a:r>
            <a:r>
              <a:rPr lang="en-US" sz="2800" dirty="0"/>
              <a:t> </a:t>
            </a:r>
            <a:r>
              <a:rPr lang="en-US" sz="2800" dirty="0" err="1"/>
              <a:t>hiện</a:t>
            </a:r>
            <a:r>
              <a:rPr lang="en-US" sz="2800" dirty="0"/>
              <a:t> ở 2 </a:t>
            </a:r>
            <a:r>
              <a:rPr lang="en-US" sz="2800" dirty="0" err="1"/>
              <a:t>đầu</a:t>
            </a:r>
            <a:r>
              <a:rPr lang="en-US" sz="2800" dirty="0"/>
              <a:t> </a:t>
            </a:r>
            <a:r>
              <a:rPr lang="en-US" sz="2800" dirty="0" err="1"/>
              <a:t>gọi</a:t>
            </a:r>
            <a:r>
              <a:rPr lang="en-US" sz="2800" dirty="0"/>
              <a:t> </a:t>
            </a:r>
            <a:r>
              <a:rPr lang="en-US" sz="2800" dirty="0" err="1"/>
              <a:t>là</a:t>
            </a:r>
            <a:r>
              <a:rPr lang="en-US" sz="2800" dirty="0"/>
              <a:t> Front </a:t>
            </a:r>
            <a:r>
              <a:rPr lang="en-US" sz="2800" dirty="0" err="1"/>
              <a:t>và</a:t>
            </a:r>
            <a:r>
              <a:rPr lang="en-US" sz="2800" dirty="0"/>
              <a:t> Rear, First </a:t>
            </a:r>
            <a:r>
              <a:rPr lang="en-US" sz="2800" dirty="0" err="1"/>
              <a:t>và</a:t>
            </a:r>
            <a:r>
              <a:rPr lang="en-US" sz="2800" dirty="0"/>
              <a:t> Last, …</a:t>
            </a:r>
          </a:p>
          <a:p>
            <a:pPr marL="457200" indent="-457200">
              <a:buFontTx/>
              <a:buChar char="-"/>
            </a:pPr>
            <a:r>
              <a:rPr lang="en-US" sz="2800" dirty="0" err="1"/>
              <a:t>Tương</a:t>
            </a:r>
            <a:r>
              <a:rPr lang="en-US" sz="2800" dirty="0"/>
              <a:t> </a:t>
            </a:r>
            <a:r>
              <a:rPr lang="en-US" sz="2800" dirty="0" err="1"/>
              <a:t>tác</a:t>
            </a:r>
            <a:r>
              <a:rPr lang="en-US" sz="2800" dirty="0"/>
              <a:t> </a:t>
            </a:r>
            <a:r>
              <a:rPr lang="en-US" sz="2800" dirty="0" err="1"/>
              <a:t>với</a:t>
            </a:r>
            <a:r>
              <a:rPr lang="en-US" sz="2800" dirty="0"/>
              <a:t> </a:t>
            </a:r>
            <a:r>
              <a:rPr lang="en-US" sz="2800" dirty="0" err="1"/>
              <a:t>hàng</a:t>
            </a:r>
            <a:r>
              <a:rPr lang="en-US" sz="2800" dirty="0"/>
              <a:t>  </a:t>
            </a:r>
            <a:r>
              <a:rPr lang="en-US" sz="2800" dirty="0" err="1"/>
              <a:t>đợi</a:t>
            </a:r>
            <a:r>
              <a:rPr lang="en-US" sz="2800" dirty="0"/>
              <a:t>:</a:t>
            </a:r>
          </a:p>
          <a:p>
            <a:r>
              <a:rPr lang="en-US" sz="2800" dirty="0" err="1"/>
              <a:t>isEmpty</a:t>
            </a:r>
            <a:r>
              <a:rPr lang="en-US" sz="2800" dirty="0"/>
              <a:t>, </a:t>
            </a:r>
            <a:r>
              <a:rPr lang="en-US" sz="2800" dirty="0" err="1"/>
              <a:t>isFull</a:t>
            </a:r>
            <a:r>
              <a:rPr lang="en-US" sz="2800" dirty="0"/>
              <a:t>, </a:t>
            </a:r>
          </a:p>
          <a:p>
            <a:r>
              <a:rPr lang="en-US" sz="2800" dirty="0"/>
              <a:t>Get (Pop), Add (Push), Edit, Del</a:t>
            </a:r>
          </a:p>
          <a:p>
            <a:pPr marL="457200" indent="-457200">
              <a:buFontTx/>
              <a:buChar char="-"/>
            </a:pPr>
            <a:r>
              <a:rPr lang="en-US" sz="2800" dirty="0"/>
              <a:t>Cài </a:t>
            </a:r>
            <a:r>
              <a:rPr lang="en-US" sz="2800" dirty="0" err="1"/>
              <a:t>đặt</a:t>
            </a:r>
            <a:r>
              <a:rPr lang="en-US" sz="2800" dirty="0"/>
              <a:t> </a:t>
            </a:r>
            <a:r>
              <a:rPr lang="en-US" sz="2800" dirty="0" err="1"/>
              <a:t>Hàng</a:t>
            </a:r>
            <a:r>
              <a:rPr lang="en-US" sz="2800" dirty="0"/>
              <a:t> </a:t>
            </a:r>
            <a:r>
              <a:rPr lang="en-US" sz="2800" dirty="0" err="1"/>
              <a:t>đợi</a:t>
            </a:r>
            <a:r>
              <a:rPr lang="en-US" sz="2800" dirty="0"/>
              <a:t>:</a:t>
            </a:r>
          </a:p>
          <a:p>
            <a:r>
              <a:rPr lang="en-US" sz="2800" dirty="0" err="1"/>
              <a:t>Sử</a:t>
            </a:r>
            <a:r>
              <a:rPr lang="en-US" sz="2800" dirty="0"/>
              <a:t> </a:t>
            </a:r>
            <a:r>
              <a:rPr lang="en-US" sz="2800" dirty="0" err="1"/>
              <a:t>dụng</a:t>
            </a:r>
            <a:r>
              <a:rPr lang="en-US" sz="2800" dirty="0"/>
              <a:t> </a:t>
            </a:r>
            <a:r>
              <a:rPr lang="en-US" sz="2800" dirty="0" err="1"/>
              <a:t>cơ</a:t>
            </a:r>
            <a:r>
              <a:rPr lang="en-US" sz="2800" dirty="0"/>
              <a:t> </a:t>
            </a:r>
            <a:r>
              <a:rPr lang="en-US" sz="2800" dirty="0" err="1"/>
              <a:t>sở</a:t>
            </a:r>
            <a:r>
              <a:rPr lang="en-US" sz="2800" dirty="0"/>
              <a:t> </a:t>
            </a:r>
            <a:r>
              <a:rPr lang="en-US" sz="2800" dirty="0" err="1"/>
              <a:t>mảng</a:t>
            </a:r>
            <a:r>
              <a:rPr lang="en-US" sz="2800" dirty="0"/>
              <a:t> </a:t>
            </a:r>
            <a:r>
              <a:rPr lang="en-US" sz="2800" dirty="0" err="1"/>
              <a:t>để</a:t>
            </a:r>
            <a:r>
              <a:rPr lang="en-US" sz="2800" dirty="0"/>
              <a:t> </a:t>
            </a:r>
            <a:r>
              <a:rPr lang="en-US" sz="2800" dirty="0" err="1"/>
              <a:t>cài</a:t>
            </a:r>
            <a:r>
              <a:rPr lang="en-US" sz="2800" dirty="0"/>
              <a:t> </a:t>
            </a:r>
            <a:r>
              <a:rPr lang="en-US" sz="2800" dirty="0" err="1"/>
              <a:t>đặt</a:t>
            </a:r>
            <a:r>
              <a:rPr lang="en-US" sz="2800" dirty="0"/>
              <a:t>.</a:t>
            </a:r>
          </a:p>
          <a:p>
            <a:r>
              <a:rPr lang="en-US" sz="2800" dirty="0"/>
              <a:t>int Q[100];</a:t>
            </a:r>
          </a:p>
        </p:txBody>
      </p:sp>
    </p:spTree>
    <p:extLst>
      <p:ext uri="{BB962C8B-B14F-4D97-AF65-F5344CB8AC3E}">
        <p14:creationId xmlns:p14="http://schemas.microsoft.com/office/powerpoint/2010/main" val="101991292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0322FC48-63F3-ED4E-B890-C3A15266A3F9}"/>
              </a:ext>
            </a:extLst>
          </p:cNvPr>
          <p:cNvSpPr/>
          <p:nvPr/>
        </p:nvSpPr>
        <p:spPr>
          <a:xfrm>
            <a:off x="264297" y="455613"/>
            <a:ext cx="8051800" cy="107315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E85AF60-75D5-753C-459A-4C2BEA1398E0}"/>
              </a:ext>
            </a:extLst>
          </p:cNvPr>
          <p:cNvSpPr/>
          <p:nvPr/>
        </p:nvSpPr>
        <p:spPr>
          <a:xfrm>
            <a:off x="8798011" y="271849"/>
            <a:ext cx="3129692" cy="637501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BE86A5B-91CB-9AE0-6C2C-1A85635C3E22}"/>
              </a:ext>
            </a:extLst>
          </p:cNvPr>
          <p:cNvSpPr/>
          <p:nvPr/>
        </p:nvSpPr>
        <p:spPr>
          <a:xfrm>
            <a:off x="1708958" y="2960688"/>
            <a:ext cx="1333500" cy="774700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1316D17-DAED-8BC8-A21B-F11CE4992AF8}"/>
              </a:ext>
            </a:extLst>
          </p:cNvPr>
          <p:cNvSpPr/>
          <p:nvPr/>
        </p:nvSpPr>
        <p:spPr>
          <a:xfrm>
            <a:off x="1449933" y="4144963"/>
            <a:ext cx="1333500" cy="774700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4B12918-1C68-6CEC-693C-247F2A1E5F4C}"/>
              </a:ext>
            </a:extLst>
          </p:cNvPr>
          <p:cNvSpPr/>
          <p:nvPr/>
        </p:nvSpPr>
        <p:spPr>
          <a:xfrm>
            <a:off x="2478461" y="623373"/>
            <a:ext cx="1333500" cy="774700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5372152-654B-0FA5-D531-504C49DBCEA8}"/>
              </a:ext>
            </a:extLst>
          </p:cNvPr>
          <p:cNvSpPr/>
          <p:nvPr/>
        </p:nvSpPr>
        <p:spPr>
          <a:xfrm>
            <a:off x="99148" y="1677988"/>
            <a:ext cx="2057057" cy="647700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dirty="0"/>
              <a:t>Front = 0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299303CB-20C6-F878-72D0-941A92D469A2}"/>
              </a:ext>
            </a:extLst>
          </p:cNvPr>
          <p:cNvSpPr/>
          <p:nvPr/>
        </p:nvSpPr>
        <p:spPr>
          <a:xfrm>
            <a:off x="4991651" y="217488"/>
            <a:ext cx="1333500" cy="774700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29456F89-AACF-695D-A751-F3D2933D4D77}"/>
              </a:ext>
            </a:extLst>
          </p:cNvPr>
          <p:cNvSpPr/>
          <p:nvPr/>
        </p:nvSpPr>
        <p:spPr>
          <a:xfrm>
            <a:off x="2365461" y="1671638"/>
            <a:ext cx="2057057" cy="647700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dirty="0"/>
              <a:t>Rear = 1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6BFA454-D1EB-CB58-39C1-F0BF32D39C57}"/>
              </a:ext>
            </a:extLst>
          </p:cNvPr>
          <p:cNvSpPr/>
          <p:nvPr/>
        </p:nvSpPr>
        <p:spPr>
          <a:xfrm>
            <a:off x="616158" y="604838"/>
            <a:ext cx="1333500" cy="774700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dirty="0"/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164822594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50</TotalTime>
  <Words>88</Words>
  <Application>Microsoft Office PowerPoint</Application>
  <PresentationFormat>Widescreen</PresentationFormat>
  <Paragraphs>15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Aptos</vt:lpstr>
      <vt:lpstr>Aptos Display</vt:lpstr>
      <vt:lpstr>Arial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Duong YT</dc:creator>
  <cp:lastModifiedBy>Duong YT</cp:lastModifiedBy>
  <cp:revision>3</cp:revision>
  <dcterms:created xsi:type="dcterms:W3CDTF">2025-03-29T04:33:54Z</dcterms:created>
  <dcterms:modified xsi:type="dcterms:W3CDTF">2025-03-31T10:07:07Z</dcterms:modified>
</cp:coreProperties>
</file>