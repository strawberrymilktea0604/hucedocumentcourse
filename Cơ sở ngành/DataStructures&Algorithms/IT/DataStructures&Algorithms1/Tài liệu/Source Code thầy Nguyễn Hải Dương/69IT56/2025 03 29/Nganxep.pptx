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94660"/>
  </p:normalViewPr>
  <p:slideViewPr>
    <p:cSldViewPr snapToGrid="0">
      <p:cViewPr varScale="1">
        <p:scale>
          <a:sx n="76" d="100"/>
          <a:sy n="76" d="100"/>
        </p:scale>
        <p:origin x="4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C4173-5BA0-881D-54BC-DE1784D17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C4FBE-6359-43B7-165F-5181B918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28935-73F7-2B6E-0E0D-568C0D4F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0BE25-DFA9-A710-8D29-2E914133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7137E-0959-5D4D-44C2-94BAA34A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0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29DB-5116-9631-1041-01E87FE2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BBFF-9638-6630-3BB5-91480661E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DE859-34AE-980F-B536-1E927D6A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1E92D-B220-EDBA-7E30-E6E31361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6F818-CEF7-2D5B-9544-206C3C74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5CC9-8439-A055-0C99-4AE72A27D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16EE1-DD18-0694-9981-827AE7A6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0DF2-C988-131F-4732-4208DA4C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41F90-645B-5A5B-0DDE-D4B00C76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C5B7-82B2-26A5-D387-48258CDF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4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3A29-5E90-1881-F582-CAB84CAF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3C39-49B1-69EC-A7EC-B7C02CF51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87E72-39E3-2226-988E-FA26BB20E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C1BC0-6621-694C-7D8D-4327E7D4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9F03-F84F-2B18-CCAB-1635FBAA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AE647-33D3-E51A-658C-052E80C4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ECFC-8ADF-68C8-126B-31F8CD29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5564C-6B95-C6FA-B85D-461893E4F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1DC12-9574-6FFF-3B31-7A4D46605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42A81-9CDE-044C-F303-4091DF278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56502-B755-F665-2FFC-9653A9CC8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6D6C9-1B3B-B85E-F2F7-170C2244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7F344-792E-EE24-538F-91605681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86780-678F-B495-C5AC-61067EB1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514C-8F2E-F1D4-F567-E7B27EF2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063AD-AB6D-DBB8-792E-4B19D802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EF64C-9CD3-9AC0-DBF8-020322A6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9B09C-F63F-66CC-BEDD-CC072901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796AE-EE6B-5298-4491-7FFB2492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E5171-DB50-612F-7E8E-973F9FC3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2855-A545-16F7-ACF0-DC760E1F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3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1585-161C-54A6-31DB-C8147E12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8394-1051-4041-A755-B7FA2811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71591-204E-0C51-CC31-9FA2EBF00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9350E-65B2-6D49-9CF9-91735088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B0586-9399-8165-EAD0-47CF5443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31F3-ECE6-FF49-3096-C8CB0390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9E1B-0996-E7A8-991F-9B72EBAE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B3C99-8A45-15CA-9516-611073AE0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1C473-42DE-9218-85D4-A3E252208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797F-8C61-DC43-B31E-83C5BA62C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3E87C-0BC2-6589-5E19-17FAF239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04E52-3A4C-90D2-8BFB-C386FFB3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6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AAC1-B60E-0E97-FA01-A62110F0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87013-3D4C-05EE-E41E-6A88D0FEF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008D-784C-D884-A304-04517E0E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C321C-8523-DE82-AE15-1B649095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5D3AE-908C-BEF9-80C2-37BA19BA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7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17BFF-6F58-6DD9-74D8-0A7969CCC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5180D-60E0-3E7A-B5A1-E80D94F46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B8A11-4B91-1685-51A8-35D9D1DA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46200-C1FF-18CF-90BC-4DB0D86F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68226-BFCD-BB2C-B5C0-843AAB1A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1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09192-DE06-BC57-0012-625ECB8F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0C9E2-2FCD-000E-BFD7-1F54EC91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26A11-7922-7918-A541-70079AEF4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0FDCF-B244-4746-923D-0F3BD8EED0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B1F2-27B2-AF90-1D63-87278439B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661C-D746-AF96-8BE6-60B4053A0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4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219884-1757-D4FB-040D-D7C9D6B15D2F}"/>
              </a:ext>
            </a:extLst>
          </p:cNvPr>
          <p:cNvSpPr/>
          <p:nvPr/>
        </p:nvSpPr>
        <p:spPr>
          <a:xfrm>
            <a:off x="641350" y="361950"/>
            <a:ext cx="11366500" cy="6134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sz="2800" dirty="0" err="1"/>
              <a:t>Ngăn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(Stack):</a:t>
            </a:r>
          </a:p>
          <a:p>
            <a:r>
              <a:rPr lang="en-US" sz="2800" dirty="0" err="1"/>
              <a:t>Là</a:t>
            </a:r>
            <a:r>
              <a:rPr lang="en-US" sz="2800" dirty="0"/>
              <a:t> CTDL </a:t>
            </a:r>
            <a:r>
              <a:rPr lang="en-US" sz="2800" dirty="0" err="1"/>
              <a:t>hoạt</a:t>
            </a:r>
            <a:r>
              <a:rPr lang="en-US" sz="2800" dirty="0"/>
              <a:t> </a:t>
            </a:r>
            <a:r>
              <a:rPr lang="en-US" sz="2800" dirty="0" err="1"/>
              <a:t>động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quy</a:t>
            </a:r>
            <a:r>
              <a:rPr lang="en-US" sz="2800" dirty="0"/>
              <a:t> </a:t>
            </a:r>
            <a:r>
              <a:rPr lang="en-US" sz="2800" dirty="0" err="1"/>
              <a:t>tắc</a:t>
            </a:r>
            <a:r>
              <a:rPr lang="en-US" sz="2800" dirty="0"/>
              <a:t> LIFO. Các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Ngăn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đều</a:t>
            </a:r>
            <a:r>
              <a:rPr lang="en-US" sz="2800" dirty="0"/>
              <a:t> ở 1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Đỉnh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ngăn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– Top.</a:t>
            </a:r>
          </a:p>
          <a:p>
            <a:pPr marL="457200" indent="-457200">
              <a:buFontTx/>
              <a:buChar char="-"/>
            </a:pP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ngăn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:</a:t>
            </a:r>
          </a:p>
          <a:p>
            <a:r>
              <a:rPr lang="en-US" sz="2800" dirty="0" err="1"/>
              <a:t>isEmpty</a:t>
            </a:r>
            <a:r>
              <a:rPr lang="en-US" sz="2800" dirty="0"/>
              <a:t>, </a:t>
            </a:r>
            <a:r>
              <a:rPr lang="en-US" sz="2800" dirty="0" err="1"/>
              <a:t>isFull</a:t>
            </a:r>
            <a:r>
              <a:rPr lang="en-US" sz="2800" dirty="0"/>
              <a:t>, </a:t>
            </a:r>
          </a:p>
          <a:p>
            <a:r>
              <a:rPr lang="en-US" sz="2800" dirty="0"/>
              <a:t>Get (Pop), Add (Push), Edit, Del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Cài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Ngăn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:</a:t>
            </a:r>
          </a:p>
          <a:p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sở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.</a:t>
            </a:r>
          </a:p>
          <a:p>
            <a:r>
              <a:rPr lang="en-US" sz="2800" dirty="0"/>
              <a:t>int A[100];</a:t>
            </a:r>
          </a:p>
        </p:txBody>
      </p:sp>
    </p:spTree>
    <p:extLst>
      <p:ext uri="{BB962C8B-B14F-4D97-AF65-F5344CB8AC3E}">
        <p14:creationId xmlns:p14="http://schemas.microsoft.com/office/powerpoint/2010/main" val="101991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22FC48-63F3-ED4E-B890-C3A15266A3F9}"/>
              </a:ext>
            </a:extLst>
          </p:cNvPr>
          <p:cNvSpPr/>
          <p:nvPr/>
        </p:nvSpPr>
        <p:spPr>
          <a:xfrm>
            <a:off x="3416300" y="333375"/>
            <a:ext cx="8051800" cy="107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5AF60-75D5-753C-459A-4C2BEA1398E0}"/>
              </a:ext>
            </a:extLst>
          </p:cNvPr>
          <p:cNvSpPr/>
          <p:nvPr/>
        </p:nvSpPr>
        <p:spPr>
          <a:xfrm>
            <a:off x="1104900" y="869950"/>
            <a:ext cx="1765300" cy="511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86A5B-91CB-9AE0-6C2C-1A85635C3E22}"/>
              </a:ext>
            </a:extLst>
          </p:cNvPr>
          <p:cNvSpPr/>
          <p:nvPr/>
        </p:nvSpPr>
        <p:spPr>
          <a:xfrm>
            <a:off x="1273175" y="5037931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16D17-DAED-8BC8-A21B-F11CE4992AF8}"/>
              </a:ext>
            </a:extLst>
          </p:cNvPr>
          <p:cNvSpPr/>
          <p:nvPr/>
        </p:nvSpPr>
        <p:spPr>
          <a:xfrm>
            <a:off x="7442200" y="2344737"/>
            <a:ext cx="1333500" cy="7747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12918-1C68-6CEC-693C-247F2A1E5F4C}"/>
              </a:ext>
            </a:extLst>
          </p:cNvPr>
          <p:cNvSpPr/>
          <p:nvPr/>
        </p:nvSpPr>
        <p:spPr>
          <a:xfrm>
            <a:off x="1285875" y="4087813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372152-654B-0FA5-D531-504C49DBCEA8}"/>
              </a:ext>
            </a:extLst>
          </p:cNvPr>
          <p:cNvSpPr/>
          <p:nvPr/>
        </p:nvSpPr>
        <p:spPr>
          <a:xfrm>
            <a:off x="2984500" y="3173411"/>
            <a:ext cx="1638300" cy="647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Top =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9303CB-20C6-F878-72D0-941A92D469A2}"/>
              </a:ext>
            </a:extLst>
          </p:cNvPr>
          <p:cNvSpPr/>
          <p:nvPr/>
        </p:nvSpPr>
        <p:spPr>
          <a:xfrm>
            <a:off x="1295400" y="3109911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822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2025-03-29T04:33:54Z</dcterms:created>
  <dcterms:modified xsi:type="dcterms:W3CDTF">2025-03-29T04:34:13Z</dcterms:modified>
</cp:coreProperties>
</file>