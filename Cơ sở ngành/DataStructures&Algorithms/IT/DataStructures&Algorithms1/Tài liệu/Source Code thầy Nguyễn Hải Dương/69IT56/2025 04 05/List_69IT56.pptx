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2D06-5418-6831-9E9C-93884879E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C40FE-C628-5381-94BA-DD3CDB4D5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0DF69-FD26-2247-5AC9-50568878B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5F216-85F6-233B-F1B2-6A13D7CD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ED4FE-1A4B-0D3D-7BD4-A4B667BB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7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2C83-CABA-20CB-6737-24915203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3DBE-2573-E49D-63C2-D2C27B912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DD37B-EEC6-CF99-6E3C-588871DB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5B1EC-1D4C-CEE3-EF5E-EF687D80E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CC47D-B1E6-F6E7-DF8A-C7B50B1A6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0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AD08F-EB96-F195-2B75-481CAB613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02BDC-009F-0CD1-ED72-72F988B9C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54797-3788-99B0-2415-82386A72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C9678-72C8-5B8E-CBF5-7BF98464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3E55-590D-4333-BB8D-2E469116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73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0CBE-5492-2D3C-D216-EAEF8163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DE2AA-8EA9-B391-F551-7B3A07D7D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98D98-B641-75DB-CA01-37E50242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72C64-8336-0635-6034-1F8730E50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8504D-6B4A-A0DA-7E53-4EF04DDA6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40EF2-4F23-C8EE-7D0C-71A2A2DC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0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B5407-E96C-F89E-AB4A-872C394B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295B0-2E70-2CC4-72CB-04347FF49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A2C41-2E31-9F1A-EF69-014B5D033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CA0262-E6A2-0FF4-8A8E-AD5A3339E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5D2573-F53B-BC44-4A06-81C526D8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2D691C-45C8-AEBB-DE4B-BF3759231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326229-AB47-D9F5-F5B4-9EFC2286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E5B082-DC8A-D70F-CBF2-0D37A393A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CAE6-DA12-388E-B11A-C0A4A9A8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B8550-5E65-60D6-27BE-1342E6ADD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46E87-5FCE-4275-E18C-54CAA05F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70117-315B-0C91-DA34-276258B8F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0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BC70A-7912-23FF-1DD0-BC113C0B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495079-BA06-5A8F-1F4E-C7F686D8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29ACD-FF68-5381-5870-0256837C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4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3B1A-820A-E90A-ADF3-21036A26C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04F6B-1AF2-B639-6973-6CA054F67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F2805-10F0-369D-12C1-18DFD833C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19D47-ADF1-55A4-78F7-0C280386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CA8CE-27F5-E747-F64D-E432E1FB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5279D-4F07-CE55-19C3-26973C36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FDFC-9C3A-D07A-9100-2DE1E98F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DCC4E-A25A-9732-2233-EE258BB47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5C5C6-CE5F-640D-97C6-7B9E00C92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0B725-A5F7-3A82-DC4D-981589D04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76941-836E-F38F-39C9-5B7AE5C8F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320EC-5C5A-F7C0-A659-79BA077A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6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0D45-EDC4-19F7-B166-559078C12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11166-B50F-E8F8-1EAE-0FFA68E5C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0BA00-1F14-E2F6-DB95-5B82E6DD1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77709-3E69-0964-6176-505755D4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E493A-EA3D-2E88-FB98-5E14BF6A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1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EC1947-658D-934C-9C26-042054DBDC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0C003-4CC0-D8CB-9763-95169BEB2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AA24A-3C84-4272-D0E7-2A33D51A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FCD60-858A-FCD8-4B2A-262C1B2A7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6D4AA-B884-C120-1962-7706E7B0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2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41970-1D79-0ED5-D9F5-8B69A0ABE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2D9AB-6E53-790D-D421-D306FBAA4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671AA-49F6-C4B1-8EF2-5E74B2436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2B73F-15D8-42A9-B2E4-95476016BF1E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5FD47-10C8-76FE-D63F-0E065536A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77A61-FA7D-4B87-DD25-DFBD84635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2F040-EFB9-4043-9993-B47964C9C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43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F4DC34-93B2-C603-5B1B-6DFF1FE857E1}"/>
              </a:ext>
            </a:extLst>
          </p:cNvPr>
          <p:cNvSpPr/>
          <p:nvPr/>
        </p:nvSpPr>
        <p:spPr>
          <a:xfrm>
            <a:off x="224828" y="224073"/>
            <a:ext cx="11742344" cy="6409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Danh </a:t>
            </a:r>
            <a:r>
              <a:rPr lang="en-US" b="1" dirty="0" err="1"/>
              <a:t>sách</a:t>
            </a:r>
            <a:r>
              <a:rPr lang="en-US" b="1" dirty="0"/>
              <a:t> (List)</a:t>
            </a:r>
          </a:p>
          <a:p>
            <a:pPr marL="342900" indent="-342900">
              <a:buAutoNum type="arabicPeriod"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Là</a:t>
            </a:r>
            <a:r>
              <a:rPr lang="en-US" dirty="0"/>
              <a:t> CTDL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đương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1 </a:t>
            </a:r>
            <a:r>
              <a:rPr lang="en-US" dirty="0" err="1"/>
              <a:t>chiều</a:t>
            </a:r>
            <a:r>
              <a:rPr lang="en-US" dirty="0"/>
              <a:t>.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ý </a:t>
            </a:r>
            <a:r>
              <a:rPr lang="en-US" dirty="0" err="1"/>
              <a:t>nghĩa</a:t>
            </a:r>
            <a:r>
              <a:rPr lang="en-US" dirty="0"/>
              <a:t>: 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chi </a:t>
            </a:r>
            <a:r>
              <a:rPr lang="en-US" dirty="0" err="1"/>
              <a:t>tiết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=&gt;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struct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1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br>
              <a:rPr lang="en-US" dirty="0"/>
            </a:br>
            <a:r>
              <a:rPr lang="en-US" dirty="0"/>
              <a:t>int A[100];</a:t>
            </a:r>
            <a:br>
              <a:rPr lang="en-US" dirty="0"/>
            </a:br>
            <a:r>
              <a:rPr lang="en-US" dirty="0"/>
              <a:t>struct SV{</a:t>
            </a:r>
            <a:br>
              <a:rPr lang="en-US" dirty="0"/>
            </a:br>
            <a:r>
              <a:rPr lang="en-US" dirty="0"/>
              <a:t>	int MSSV;</a:t>
            </a:r>
            <a:br>
              <a:rPr lang="en-US" dirty="0"/>
            </a:br>
            <a:r>
              <a:rPr lang="en-US" dirty="0"/>
              <a:t>	string </a:t>
            </a:r>
            <a:r>
              <a:rPr lang="en-US" dirty="0" err="1"/>
              <a:t>HoTen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string </a:t>
            </a:r>
            <a:r>
              <a:rPr lang="en-US" dirty="0" err="1"/>
              <a:t>DiaChi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SV DSSV[100];</a:t>
            </a:r>
            <a:br>
              <a:rPr lang="en-US" dirty="0"/>
            </a:b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“.”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1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br>
              <a:rPr lang="en-US" dirty="0"/>
            </a:br>
            <a:r>
              <a:rPr lang="en-US" dirty="0"/>
              <a:t>DSSV[0].MSSV;</a:t>
            </a:r>
            <a:br>
              <a:rPr lang="en-US" dirty="0"/>
            </a:br>
            <a:r>
              <a:rPr lang="en-US" dirty="0"/>
              <a:t>int x = 5;</a:t>
            </a:r>
            <a:br>
              <a:rPr lang="en-US" dirty="0"/>
            </a:br>
            <a:r>
              <a:rPr lang="en-US" dirty="0"/>
              <a:t>SV sv1;</a:t>
            </a:r>
            <a:br>
              <a:rPr lang="en-US" dirty="0"/>
            </a:br>
            <a:r>
              <a:rPr lang="en-US" dirty="0"/>
              <a:t>sv1.MSSV = “123”;</a:t>
            </a:r>
          </a:p>
          <a:p>
            <a:pPr marL="342900" indent="-342900">
              <a:buAutoNum type="arabicPeriod"/>
            </a:pP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isEmpty</a:t>
            </a:r>
            <a:r>
              <a:rPr lang="en-US" dirty="0"/>
              <a:t>, </a:t>
            </a:r>
            <a:r>
              <a:rPr lang="en-US" dirty="0" err="1"/>
              <a:t>isFull</a:t>
            </a:r>
            <a:r>
              <a:rPr lang="en-US" dirty="0"/>
              <a:t>, Add/Insert, Get, Edit, Del.</a:t>
            </a:r>
          </a:p>
          <a:p>
            <a:pPr marL="342900" indent="-342900">
              <a:buAutoNum type="arabicPeriod"/>
            </a:pP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: </a:t>
            </a:r>
            <a:r>
              <a:rPr lang="en-US" dirty="0" err="1"/>
              <a:t>Cở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/ Con </a:t>
            </a:r>
            <a:r>
              <a:rPr lang="en-US" dirty="0" err="1"/>
              <a:t>trỏ</a:t>
            </a:r>
            <a:r>
              <a:rPr lang="en-US" dirty="0"/>
              <a:t>.</a:t>
            </a:r>
          </a:p>
          <a:p>
            <a:pPr marL="342900" indent="-342900">
              <a:buAutoNum type="arabicPeriod"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: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: 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,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Danh </a:t>
            </a:r>
            <a:r>
              <a:rPr lang="en-US" dirty="0" err="1"/>
              <a:t>sách</a:t>
            </a:r>
            <a:r>
              <a:rPr lang="en-US" dirty="0"/>
              <a:t>: 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. =&gt; 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, 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đôi</a:t>
            </a:r>
            <a:r>
              <a:rPr lang="en-US" dirty="0"/>
              <a:t>, 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(</a:t>
            </a:r>
            <a:r>
              <a:rPr lang="en-US" dirty="0" err="1"/>
              <a:t>đơn</a:t>
            </a:r>
            <a:r>
              <a:rPr lang="en-US" dirty="0"/>
              <a:t>/</a:t>
            </a:r>
            <a:r>
              <a:rPr lang="en-US" dirty="0" err="1"/>
              <a:t>đôi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7355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2D197D-CD29-B27D-048C-4A9807A1A7D2}"/>
              </a:ext>
            </a:extLst>
          </p:cNvPr>
          <p:cNvSpPr/>
          <p:nvPr/>
        </p:nvSpPr>
        <p:spPr>
          <a:xfrm>
            <a:off x="7527957" y="199174"/>
            <a:ext cx="4445251" cy="63826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E2D641-0B6D-7B01-53DB-B7572082DC86}"/>
              </a:ext>
            </a:extLst>
          </p:cNvPr>
          <p:cNvGrpSpPr/>
          <p:nvPr/>
        </p:nvGrpSpPr>
        <p:grpSpPr>
          <a:xfrm>
            <a:off x="8012315" y="432303"/>
            <a:ext cx="1158843" cy="443620"/>
            <a:chOff x="561315" y="271604"/>
            <a:chExt cx="1158843" cy="4436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C72A9E4-D67A-7626-9B2C-1DDC8262FD99}"/>
                </a:ext>
              </a:extLst>
            </p:cNvPr>
            <p:cNvSpPr/>
            <p:nvPr/>
          </p:nvSpPr>
          <p:spPr>
            <a:xfrm>
              <a:off x="561315" y="271604"/>
              <a:ext cx="778598" cy="44362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67E039-F55F-CB16-A488-465D4902443C}"/>
                </a:ext>
              </a:extLst>
            </p:cNvPr>
            <p:cNvSpPr/>
            <p:nvPr/>
          </p:nvSpPr>
          <p:spPr>
            <a:xfrm>
              <a:off x="1358019" y="271604"/>
              <a:ext cx="362139" cy="44362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B05F8F-FD09-8258-F9AA-DA1284AFD88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9171158" y="654113"/>
            <a:ext cx="1638680" cy="125390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3EA5227-CD53-B825-2092-D38568CA399A}"/>
              </a:ext>
            </a:extLst>
          </p:cNvPr>
          <p:cNvGrpSpPr/>
          <p:nvPr/>
        </p:nvGrpSpPr>
        <p:grpSpPr>
          <a:xfrm>
            <a:off x="10293789" y="1908018"/>
            <a:ext cx="1158843" cy="443620"/>
            <a:chOff x="561315" y="271604"/>
            <a:chExt cx="1158843" cy="44362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5FE5428-744D-EF5F-4A19-649C985B16E6}"/>
                </a:ext>
              </a:extLst>
            </p:cNvPr>
            <p:cNvSpPr/>
            <p:nvPr/>
          </p:nvSpPr>
          <p:spPr>
            <a:xfrm>
              <a:off x="561315" y="271604"/>
              <a:ext cx="778598" cy="44362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7B7B071-EE67-4AF2-772B-1BBCE3F7D090}"/>
                </a:ext>
              </a:extLst>
            </p:cNvPr>
            <p:cNvSpPr/>
            <p:nvPr/>
          </p:nvSpPr>
          <p:spPr>
            <a:xfrm>
              <a:off x="1358019" y="271604"/>
              <a:ext cx="362139" cy="44362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3C3A45-E92C-30F0-ADFF-FB9223A41F1C}"/>
              </a:ext>
            </a:extLst>
          </p:cNvPr>
          <p:cNvGrpSpPr/>
          <p:nvPr/>
        </p:nvGrpSpPr>
        <p:grpSpPr>
          <a:xfrm>
            <a:off x="8410666" y="3390521"/>
            <a:ext cx="1158843" cy="443620"/>
            <a:chOff x="561315" y="271604"/>
            <a:chExt cx="1158843" cy="44362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6CA27B7-E779-074C-3713-D69F2BC7E253}"/>
                </a:ext>
              </a:extLst>
            </p:cNvPr>
            <p:cNvSpPr/>
            <p:nvPr/>
          </p:nvSpPr>
          <p:spPr>
            <a:xfrm>
              <a:off x="561315" y="271604"/>
              <a:ext cx="778598" cy="44362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3590333-18D8-03FF-03E8-E1747C7ECAA5}"/>
                </a:ext>
              </a:extLst>
            </p:cNvPr>
            <p:cNvSpPr/>
            <p:nvPr/>
          </p:nvSpPr>
          <p:spPr>
            <a:xfrm>
              <a:off x="1358019" y="271604"/>
              <a:ext cx="362139" cy="44362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EE5CB3F-31CC-36B7-432C-C074BBD33627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9596667" y="2351638"/>
            <a:ext cx="1674896" cy="126069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EC36136-B8AA-2CC2-7477-8EA92E335DDC}"/>
              </a:ext>
            </a:extLst>
          </p:cNvPr>
          <p:cNvCxnSpPr>
            <a:cxnSpLocks/>
            <a:stCxn id="27" idx="0"/>
            <a:endCxn id="4" idx="2"/>
          </p:cNvCxnSpPr>
          <p:nvPr/>
        </p:nvCxnSpPr>
        <p:spPr>
          <a:xfrm flipH="1" flipV="1">
            <a:off x="8401614" y="875923"/>
            <a:ext cx="398351" cy="251459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0271658-E657-5D29-BAD9-B9FEF55C4606}"/>
              </a:ext>
            </a:extLst>
          </p:cNvPr>
          <p:cNvCxnSpPr>
            <a:cxnSpLocks/>
          </p:cNvCxnSpPr>
          <p:nvPr/>
        </p:nvCxnSpPr>
        <p:spPr>
          <a:xfrm flipH="1" flipV="1">
            <a:off x="9153052" y="432303"/>
            <a:ext cx="2083430" cy="147571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C4ABBA2-EB01-E9C8-C3F2-1BC5C31AE70A}"/>
              </a:ext>
            </a:extLst>
          </p:cNvPr>
          <p:cNvCxnSpPr>
            <a:cxnSpLocks/>
          </p:cNvCxnSpPr>
          <p:nvPr/>
        </p:nvCxnSpPr>
        <p:spPr>
          <a:xfrm flipV="1">
            <a:off x="9596667" y="2448395"/>
            <a:ext cx="1806164" cy="137895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0883A0F-5660-ED5D-E314-DB40C613330D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90089" y="875923"/>
            <a:ext cx="86002" cy="251459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346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244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2025-04-05T06:41:07Z</dcterms:created>
  <dcterms:modified xsi:type="dcterms:W3CDTF">2025-04-05T07:30:04Z</dcterms:modified>
</cp:coreProperties>
</file>