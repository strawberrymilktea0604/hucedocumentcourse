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0F98-DC41-93FB-3831-8243E655A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91AF1-9529-8B30-DDEE-3C8886079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E944-6819-6240-DE91-BEDABEE4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1A783-5BD6-DA8B-1B5D-C6CA49B6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61BDF-D692-8BF1-AC7E-AC48DFDC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9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6259-20F0-816A-C11B-ABF53043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A795-74C7-C5A0-A178-69EF71207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9E256-EAD0-447A-69B5-73900304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2DBA1-7F8E-206B-ED40-1850E602D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D18D8-389C-FCBE-A4F0-02C4E5CA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0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70B2-470D-6C16-DBCA-EA661779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A312-BC94-A358-E483-B76E73919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2E026-6D22-1396-FD7F-8C44CD8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39E1D-7BD2-1F46-B4A7-B5E6ABB0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11D9-0ED3-CFE4-78B8-5F77E468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8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0EF1-2C0C-F0D0-38BC-F472DB4D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9366-6B94-E80A-604B-A97CA0B2D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80F83-23AE-BF03-ED4C-FA2DDC6D1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B48A8-FBFC-3E51-691A-59041232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CA3C5-2570-DDBA-7752-7FCE1212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65652-01CF-5DC4-1627-A5AD633C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E184-D5D2-DC3C-35EC-D16950B4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07F30-F855-24EC-9755-C21E13BB9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36B12-4822-8099-DC5F-7F7850DF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64BBA-3C93-B8D5-62F5-D5A025B0D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491B4-78F2-3950-E7ED-0C67EBDFE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93A69-3EFF-2EC6-9DA4-FD6B9687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5ED8B-3214-1676-2797-DA427A55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86C3A-11DD-56C7-F5F4-7A0E4BEB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2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95C6-0FE8-AB9D-0E32-DAC7C3B2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F640D-8DA4-785F-DE6E-7F30C097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83396-8766-5769-E1A9-A294F5741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C9A8A-7B54-DFEF-ECB3-70038689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1F60E-73FF-5920-DC9F-7EDBC12D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6F86B-D57C-0235-FE80-6985BDFE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6A98D-F4EA-483C-6996-5E46C78E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4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A951-666C-FE90-9E7E-CD3FF9C8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4BAD4-70F8-9F34-915C-980B5751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169BF-99E8-0278-2C7B-773D84225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D0D06-C9F4-B2CB-9DF4-E169290A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C9845-B400-980B-298B-0BF35772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1E24-BB60-0A27-8A5A-A247C0E5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4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3F62-E93E-31C1-FF3B-B221E980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B6D65-DEB4-E655-9034-BD94EC845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6B7CF-4E42-B01A-493E-0B671DA07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7129F-F169-EDF0-F133-1F34F84A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73265-4C76-A0E9-3207-64B9048B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E0115-5BFC-84BF-BEF0-CC6E6118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8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4712-1309-89C7-59D0-FCF8AA02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58460-9EF7-8651-75B3-E4AD8C57D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B16B-86B6-3A41-D48E-5AF138E6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C348D-2F20-7E21-60F9-7CB73EBD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8C0D-140C-78C8-056B-3AFAF06F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AE419-9E9D-0AE2-C7E9-4A2EC854C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CC380-2594-7548-6435-90D092168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4EBAA-D459-F58D-D3D9-9B9497B8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1099-FF86-3F13-CDEB-582ED2BD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CEE1E-6772-D167-CCBD-6BF613F3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6164A-DF28-AFA1-C7AB-82DC4EE0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B3E58-933E-994F-EBAB-018B16F92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8DD2-1B13-523F-37AF-0DFEFD989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E902F-DCCA-4812-962C-B1E12C777FD9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38191-9025-D497-C979-C021596F9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4CF1D-9CEE-7CBA-4196-0DA57AEA4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33E2D-DA1C-4EF3-8E40-1EC8BFC46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7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53CD37-DB9B-6F26-B03D-8C5E382CDB53}"/>
              </a:ext>
            </a:extLst>
          </p:cNvPr>
          <p:cNvSpPr/>
          <p:nvPr/>
        </p:nvSpPr>
        <p:spPr>
          <a:xfrm>
            <a:off x="518984" y="370703"/>
            <a:ext cx="11207578" cy="60671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err="1"/>
              <a:t>Phần</a:t>
            </a:r>
            <a:r>
              <a:rPr lang="en-US" sz="2800" dirty="0"/>
              <a:t> 2: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  <a:p>
            <a:pPr marL="571500" indent="-571500">
              <a:buAutoNum type="romanUcPeriod"/>
            </a:pPr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br>
              <a:rPr lang="en-US" sz="2800" dirty="0"/>
            </a:b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: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1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br>
              <a:rPr lang="en-US" sz="2800" dirty="0"/>
            </a:b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máy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: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mà</a:t>
            </a:r>
            <a:r>
              <a:rPr lang="en-US" sz="2800" dirty="0"/>
              <a:t> </a:t>
            </a:r>
            <a:r>
              <a:rPr lang="en-US" sz="2800" dirty="0" err="1"/>
              <a:t>máy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hiểu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.</a:t>
            </a:r>
          </a:p>
          <a:p>
            <a:pPr marL="571500" indent="-571500">
              <a:buAutoNum type="romanUcPeriod"/>
            </a:pPr>
            <a:r>
              <a:rPr lang="en-US" sz="2800" dirty="0"/>
              <a:t>Các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chất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hữu</a:t>
            </a:r>
            <a:r>
              <a:rPr lang="en-US" sz="2800" dirty="0"/>
              <a:t> </a:t>
            </a:r>
            <a:r>
              <a:rPr lang="en-US" sz="2800" dirty="0" err="1"/>
              <a:t>hạn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 </a:t>
            </a:r>
            <a:r>
              <a:rPr lang="en-US" sz="2800" dirty="0" err="1"/>
              <a:t>đắn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r>
              <a:rPr lang="en-US" sz="2800" dirty="0"/>
              <a:t>, …</a:t>
            </a:r>
          </a:p>
          <a:p>
            <a:pPr marL="571500" indent="-571500">
              <a:buAutoNum type="romanUcPeriod"/>
            </a:pPr>
            <a:r>
              <a:rPr lang="en-US" sz="2800" dirty="0"/>
              <a:t>Các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tuần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,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rẽ</a:t>
            </a:r>
            <a:r>
              <a:rPr lang="en-US" sz="2800" dirty="0"/>
              <a:t> </a:t>
            </a:r>
            <a:r>
              <a:rPr lang="en-US" sz="2800" dirty="0" err="1"/>
              <a:t>nhánh</a:t>
            </a:r>
            <a:r>
              <a:rPr lang="en-US" sz="2800" dirty="0"/>
              <a:t>,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.</a:t>
            </a:r>
          </a:p>
          <a:p>
            <a:pPr marL="571500" indent="-571500">
              <a:buAutoNum type="romanUcPeriod"/>
            </a:pP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8343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5AA0-6D39-1CB8-4F5C-6218653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843749-6EE3-4973-C672-BD3369208F3B}"/>
              </a:ext>
            </a:extLst>
          </p:cNvPr>
          <p:cNvSpPr/>
          <p:nvPr/>
        </p:nvSpPr>
        <p:spPr>
          <a:xfrm>
            <a:off x="518984" y="370703"/>
            <a:ext cx="11207578" cy="60671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IV.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r>
              <a:rPr lang="en-US" sz="2800" dirty="0"/>
              <a:t>: Thay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đảm</a:t>
            </a:r>
            <a:r>
              <a:rPr lang="en-US" sz="2800" dirty="0"/>
              <a:t> </a:t>
            </a:r>
            <a:r>
              <a:rPr lang="en-US" sz="2800" dirty="0" err="1"/>
              <a:t>bảo</a:t>
            </a:r>
            <a:r>
              <a:rPr lang="en-US" sz="2800" dirty="0"/>
              <a:t> 1 </a:t>
            </a:r>
            <a:r>
              <a:rPr lang="en-US" sz="2800" dirty="0" err="1"/>
              <a:t>quy</a:t>
            </a:r>
            <a:r>
              <a:rPr lang="en-US" sz="2800" dirty="0"/>
              <a:t> </a:t>
            </a:r>
            <a:r>
              <a:rPr lang="en-US" sz="2800" dirty="0" err="1"/>
              <a:t>luật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- Các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: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thường</a:t>
            </a:r>
            <a:r>
              <a:rPr lang="en-US" sz="2800" dirty="0"/>
              <a:t> (Selection Sort),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nổi</a:t>
            </a:r>
            <a:r>
              <a:rPr lang="en-US" sz="2800" dirty="0"/>
              <a:t> </a:t>
            </a:r>
            <a:r>
              <a:rPr lang="en-US" sz="2800" dirty="0" err="1"/>
              <a:t>bọt</a:t>
            </a:r>
            <a:r>
              <a:rPr lang="en-US" sz="2800" dirty="0"/>
              <a:t> (Bubble sort),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chèn</a:t>
            </a:r>
            <a:r>
              <a:rPr lang="en-US" sz="2800" dirty="0"/>
              <a:t> (Insert sort), …</a:t>
            </a:r>
            <a:br>
              <a:rPr lang="en-US" sz="2800" dirty="0"/>
            </a:br>
            <a:r>
              <a:rPr lang="en-US" sz="2800" dirty="0"/>
              <a:t>- Selection sort: </a:t>
            </a:r>
            <a:r>
              <a:rPr lang="en-US" sz="2800" dirty="0" err="1"/>
              <a:t>Tư</a:t>
            </a:r>
            <a:r>
              <a:rPr lang="en-US" sz="2800" dirty="0"/>
              <a:t> </a:t>
            </a:r>
            <a:r>
              <a:rPr lang="en-US" sz="2800" dirty="0" err="1"/>
              <a:t>tưởng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: </a:t>
            </a:r>
            <a:r>
              <a:rPr lang="en-US" sz="2800" dirty="0" err="1">
                <a:highlight>
                  <a:srgbClr val="FFFF00"/>
                </a:highlight>
              </a:rPr>
              <a:t>Đem</a:t>
            </a:r>
            <a:r>
              <a:rPr lang="en-US" sz="2800" dirty="0">
                <a:highlight>
                  <a:srgbClr val="FFFF00"/>
                </a:highlight>
              </a:rPr>
              <a:t> so </a:t>
            </a:r>
            <a:r>
              <a:rPr lang="en-US" sz="2800" dirty="0" err="1">
                <a:highlight>
                  <a:srgbClr val="FFFF00"/>
                </a:highlight>
              </a:rPr>
              <a:t>sánh</a:t>
            </a:r>
            <a:r>
              <a:rPr lang="en-US" sz="2800" dirty="0">
                <a:highlight>
                  <a:srgbClr val="FFFF00"/>
                </a:highlight>
              </a:rPr>
              <a:t> 1 </a:t>
            </a:r>
            <a:r>
              <a:rPr lang="en-US" sz="2800" dirty="0" err="1">
                <a:highlight>
                  <a:srgbClr val="FFFF00"/>
                </a:highlight>
              </a:rPr>
              <a:t>phần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tử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với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tất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cả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các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phần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tử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còn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lại</a:t>
            </a:r>
            <a:r>
              <a:rPr lang="en-US" sz="2800" dirty="0"/>
              <a:t>,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thỏa</a:t>
            </a:r>
            <a:r>
              <a:rPr lang="en-US" sz="2800" dirty="0"/>
              <a:t> </a:t>
            </a:r>
            <a:r>
              <a:rPr lang="en-US" sz="2800" dirty="0" err="1"/>
              <a:t>mãn</a:t>
            </a:r>
            <a:r>
              <a:rPr lang="en-US" sz="2800" dirty="0"/>
              <a:t> </a:t>
            </a:r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r>
              <a:rPr lang="en-US" sz="2800" dirty="0"/>
              <a:t>, Sau 1 </a:t>
            </a:r>
            <a:r>
              <a:rPr lang="en-US" sz="2800" dirty="0" err="1"/>
              <a:t>lần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ở </a:t>
            </a:r>
            <a:r>
              <a:rPr lang="en-US" sz="2800" dirty="0" err="1"/>
              <a:t>đúng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nó</a:t>
            </a:r>
            <a:r>
              <a:rPr lang="en-US" sz="2800" dirty="0"/>
              <a:t> -&gt; </a:t>
            </a:r>
            <a:r>
              <a:rPr lang="en-US" sz="2800" dirty="0" err="1"/>
              <a:t>loại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khỏi</a:t>
            </a:r>
            <a:r>
              <a:rPr lang="en-US" sz="2800" dirty="0"/>
              <a:t> </a:t>
            </a:r>
            <a:r>
              <a:rPr lang="en-US" sz="2800" dirty="0" err="1"/>
              <a:t>danh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.</a:t>
            </a:r>
          </a:p>
          <a:p>
            <a:r>
              <a:rPr lang="en-US" sz="2800" dirty="0"/>
              <a:t>- Buble sort: </a:t>
            </a:r>
            <a:r>
              <a:rPr lang="en-US" sz="2800" dirty="0" err="1"/>
              <a:t>Tư</a:t>
            </a:r>
            <a:r>
              <a:rPr lang="en-US" sz="2800" dirty="0"/>
              <a:t> </a:t>
            </a:r>
            <a:r>
              <a:rPr lang="en-US" sz="2800" dirty="0" err="1"/>
              <a:t>tưởng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: </a:t>
            </a:r>
            <a:r>
              <a:rPr lang="en-US" sz="2800" dirty="0" err="1">
                <a:highlight>
                  <a:srgbClr val="FFFF00"/>
                </a:highlight>
              </a:rPr>
              <a:t>Đem</a:t>
            </a:r>
            <a:r>
              <a:rPr lang="en-US" sz="2800" dirty="0">
                <a:highlight>
                  <a:srgbClr val="FFFF00"/>
                </a:highlight>
              </a:rPr>
              <a:t> so </a:t>
            </a:r>
            <a:r>
              <a:rPr lang="en-US" sz="2800" dirty="0" err="1">
                <a:highlight>
                  <a:srgbClr val="FFFF00"/>
                </a:highlight>
              </a:rPr>
              <a:t>sánh</a:t>
            </a:r>
            <a:r>
              <a:rPr lang="en-US" sz="2800" dirty="0">
                <a:highlight>
                  <a:srgbClr val="FFFF00"/>
                </a:highlight>
              </a:rPr>
              <a:t> 2 </a:t>
            </a:r>
            <a:r>
              <a:rPr lang="en-US" sz="2800" dirty="0" err="1">
                <a:highlight>
                  <a:srgbClr val="FFFF00"/>
                </a:highlight>
              </a:rPr>
              <a:t>phần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tử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cạnh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</a:rPr>
              <a:t>nhau</a:t>
            </a:r>
            <a:r>
              <a:rPr lang="en-US" sz="2800" dirty="0"/>
              <a:t>,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thỏa</a:t>
            </a:r>
            <a:r>
              <a:rPr lang="en-US" sz="2800" dirty="0"/>
              <a:t> </a:t>
            </a:r>
            <a:r>
              <a:rPr lang="en-US" sz="2800" dirty="0" err="1"/>
              <a:t>mãn</a:t>
            </a:r>
            <a:r>
              <a:rPr lang="en-US" sz="2800" dirty="0"/>
              <a:t> </a:t>
            </a:r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chỗ</a:t>
            </a:r>
            <a:r>
              <a:rPr lang="en-US" sz="2800" dirty="0"/>
              <a:t>, Sau 1 </a:t>
            </a:r>
            <a:r>
              <a:rPr lang="en-US" sz="2800" dirty="0" err="1"/>
              <a:t>lần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ở </a:t>
            </a:r>
            <a:r>
              <a:rPr lang="en-US" sz="2800" dirty="0" err="1"/>
              <a:t>đúng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nó</a:t>
            </a:r>
            <a:r>
              <a:rPr lang="en-US" sz="2800" dirty="0"/>
              <a:t> -&gt; </a:t>
            </a:r>
            <a:r>
              <a:rPr lang="en-US" sz="2800" dirty="0" err="1"/>
              <a:t>loại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khỏi</a:t>
            </a:r>
            <a:r>
              <a:rPr lang="en-US" sz="2800" dirty="0"/>
              <a:t> </a:t>
            </a:r>
            <a:r>
              <a:rPr lang="en-US" sz="2800" dirty="0" err="1"/>
              <a:t>danh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2415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13C1EC-CDAC-0912-2ACF-C4686B367DE9}"/>
              </a:ext>
            </a:extLst>
          </p:cNvPr>
          <p:cNvSpPr/>
          <p:nvPr/>
        </p:nvSpPr>
        <p:spPr>
          <a:xfrm>
            <a:off x="580767" y="951468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E3523-CA0A-82A3-5337-6AC0209DE2A4}"/>
              </a:ext>
            </a:extLst>
          </p:cNvPr>
          <p:cNvSpPr/>
          <p:nvPr/>
        </p:nvSpPr>
        <p:spPr>
          <a:xfrm>
            <a:off x="1569308" y="951468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83067-A249-68C1-F7ED-D1C1B69AC9FB}"/>
              </a:ext>
            </a:extLst>
          </p:cNvPr>
          <p:cNvSpPr/>
          <p:nvPr/>
        </p:nvSpPr>
        <p:spPr>
          <a:xfrm>
            <a:off x="2601097" y="951467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BBFCA4-9C19-1738-2891-6AAA16AAF0D2}"/>
              </a:ext>
            </a:extLst>
          </p:cNvPr>
          <p:cNvSpPr/>
          <p:nvPr/>
        </p:nvSpPr>
        <p:spPr>
          <a:xfrm>
            <a:off x="3632886" y="951467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B7252-1DDF-21AC-A83E-660CFBC181C2}"/>
              </a:ext>
            </a:extLst>
          </p:cNvPr>
          <p:cNvSpPr/>
          <p:nvPr/>
        </p:nvSpPr>
        <p:spPr>
          <a:xfrm>
            <a:off x="4615248" y="951466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36D642-27AB-4615-EB29-CA147C5C8098}"/>
              </a:ext>
            </a:extLst>
          </p:cNvPr>
          <p:cNvSpPr/>
          <p:nvPr/>
        </p:nvSpPr>
        <p:spPr>
          <a:xfrm>
            <a:off x="6096000" y="1458095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A8B02-EC42-9308-707C-3E0A359C5B16}"/>
              </a:ext>
            </a:extLst>
          </p:cNvPr>
          <p:cNvSpPr/>
          <p:nvPr/>
        </p:nvSpPr>
        <p:spPr>
          <a:xfrm>
            <a:off x="308919" y="37070"/>
            <a:ext cx="7735330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 </a:t>
            </a:r>
            <a:r>
              <a:rPr lang="en-US" sz="3600" dirty="0" err="1"/>
              <a:t>chọn</a:t>
            </a:r>
            <a:r>
              <a:rPr lang="en-US" sz="3600" dirty="0"/>
              <a:t> </a:t>
            </a:r>
            <a:r>
              <a:rPr lang="en-US" sz="3600" dirty="0" err="1"/>
              <a:t>tăng</a:t>
            </a:r>
            <a:r>
              <a:rPr lang="en-US" sz="3600" dirty="0"/>
              <a:t> </a:t>
            </a:r>
            <a:r>
              <a:rPr lang="en-US" sz="3600" dirty="0" err="1"/>
              <a:t>dần</a:t>
            </a:r>
            <a:r>
              <a:rPr lang="en-US" sz="36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A7EA24-EFE9-3D15-5F0A-3B15B9B289B2}"/>
              </a:ext>
            </a:extLst>
          </p:cNvPr>
          <p:cNvSpPr/>
          <p:nvPr/>
        </p:nvSpPr>
        <p:spPr>
          <a:xfrm>
            <a:off x="7203989" y="1099750"/>
            <a:ext cx="4534931" cy="5511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n=6;</a:t>
            </a:r>
          </a:p>
          <a:p>
            <a:pPr algn="ctr"/>
            <a:r>
              <a:rPr lang="en-US" sz="3600" dirty="0" err="1"/>
              <a:t>i</a:t>
            </a:r>
            <a:r>
              <a:rPr lang="en-US" sz="3600" dirty="0"/>
              <a:t> = 4;</a:t>
            </a:r>
          </a:p>
          <a:p>
            <a:pPr algn="ctr"/>
            <a:r>
              <a:rPr lang="en-US" sz="3600" dirty="0" err="1"/>
              <a:t>Lấy</a:t>
            </a:r>
            <a:r>
              <a:rPr lang="en-US" sz="3600" dirty="0"/>
              <a:t> A[</a:t>
            </a:r>
            <a:r>
              <a:rPr lang="en-US" sz="3600" dirty="0" err="1"/>
              <a:t>i</a:t>
            </a:r>
            <a:r>
              <a:rPr lang="en-US" sz="3600" dirty="0"/>
              <a:t>] so </a:t>
            </a:r>
            <a:r>
              <a:rPr lang="en-US" sz="3600" dirty="0" err="1"/>
              <a:t>sánh</a:t>
            </a:r>
            <a:r>
              <a:rPr lang="en-US" sz="3600" dirty="0"/>
              <a:t> </a:t>
            </a:r>
            <a:r>
              <a:rPr lang="en-US" sz="3600" dirty="0" err="1"/>
              <a:t>với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phần</a:t>
            </a:r>
            <a:r>
              <a:rPr lang="en-US" sz="3600" dirty="0"/>
              <a:t> </a:t>
            </a:r>
            <a:r>
              <a:rPr lang="en-US" sz="3600" dirty="0" err="1"/>
              <a:t>tử</a:t>
            </a:r>
            <a:r>
              <a:rPr lang="en-US" sz="3600" dirty="0"/>
              <a:t> </a:t>
            </a:r>
            <a:r>
              <a:rPr lang="en-US" sz="3600" dirty="0" err="1"/>
              <a:t>còn</a:t>
            </a:r>
            <a:r>
              <a:rPr lang="en-US" sz="3600" dirty="0"/>
              <a:t> </a:t>
            </a:r>
            <a:r>
              <a:rPr lang="en-US" sz="3600" dirty="0" err="1"/>
              <a:t>lại</a:t>
            </a:r>
            <a:endParaRPr lang="en-US" sz="3600" dirty="0"/>
          </a:p>
          <a:p>
            <a:pPr algn="ctr"/>
            <a:r>
              <a:rPr lang="en-US" sz="3600" dirty="0"/>
              <a:t>j = 5 = i+1</a:t>
            </a:r>
          </a:p>
          <a:p>
            <a:pPr algn="ctr"/>
            <a:r>
              <a:rPr lang="en-US" sz="3600" dirty="0"/>
              <a:t>So </a:t>
            </a:r>
            <a:r>
              <a:rPr lang="en-US" sz="3600" dirty="0" err="1"/>
              <a:t>sánh</a:t>
            </a:r>
            <a:r>
              <a:rPr lang="en-US" sz="3600" dirty="0"/>
              <a:t> A[</a:t>
            </a:r>
            <a:r>
              <a:rPr lang="en-US" sz="3600" dirty="0" err="1"/>
              <a:t>i</a:t>
            </a:r>
            <a:r>
              <a:rPr lang="en-US" sz="3600" dirty="0"/>
              <a:t>] </a:t>
            </a:r>
            <a:r>
              <a:rPr lang="en-US" sz="3600" dirty="0" err="1"/>
              <a:t>với</a:t>
            </a:r>
            <a:r>
              <a:rPr lang="en-US" sz="3600" dirty="0"/>
              <a:t> A[j]</a:t>
            </a:r>
            <a:br>
              <a:rPr lang="en-US" sz="3600" dirty="0"/>
            </a:br>
            <a:r>
              <a:rPr lang="en-US" sz="3600" dirty="0" err="1"/>
              <a:t>khi</a:t>
            </a:r>
            <a:r>
              <a:rPr lang="en-US" sz="3600" dirty="0"/>
              <a:t> </a:t>
            </a:r>
            <a:r>
              <a:rPr lang="en-US" sz="3600" dirty="0" err="1"/>
              <a:t>i</a:t>
            </a:r>
            <a:r>
              <a:rPr lang="en-US" sz="3600" dirty="0"/>
              <a:t>=0 j </a:t>
            </a:r>
            <a:r>
              <a:rPr lang="en-US" sz="3600" dirty="0" err="1"/>
              <a:t>chạy</a:t>
            </a:r>
            <a:r>
              <a:rPr lang="en-US" sz="3600" dirty="0"/>
              <a:t> </a:t>
            </a:r>
            <a:r>
              <a:rPr lang="en-US" sz="3600" dirty="0" err="1"/>
              <a:t>từ</a:t>
            </a:r>
            <a:r>
              <a:rPr lang="en-US" sz="3600" dirty="0"/>
              <a:t> 1-5</a:t>
            </a:r>
          </a:p>
        </p:txBody>
      </p:sp>
    </p:spTree>
    <p:extLst>
      <p:ext uri="{BB962C8B-B14F-4D97-AF65-F5344CB8AC3E}">
        <p14:creationId xmlns:p14="http://schemas.microsoft.com/office/powerpoint/2010/main" val="139511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1431-6841-277F-2F3B-09FEB3DF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96BE10-8538-824C-4892-62926808AC4B}"/>
              </a:ext>
            </a:extLst>
          </p:cNvPr>
          <p:cNvSpPr/>
          <p:nvPr/>
        </p:nvSpPr>
        <p:spPr>
          <a:xfrm>
            <a:off x="3508029" y="1093565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E6DDB-6045-3626-C909-9A625356819A}"/>
              </a:ext>
            </a:extLst>
          </p:cNvPr>
          <p:cNvSpPr/>
          <p:nvPr/>
        </p:nvSpPr>
        <p:spPr>
          <a:xfrm>
            <a:off x="5273631" y="1093563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F4A2A-CA4F-B996-C879-73A15D4D97BE}"/>
              </a:ext>
            </a:extLst>
          </p:cNvPr>
          <p:cNvSpPr/>
          <p:nvPr/>
        </p:nvSpPr>
        <p:spPr>
          <a:xfrm>
            <a:off x="615258" y="1149162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95BAA-3835-9697-802A-EC5051C3FFFE}"/>
              </a:ext>
            </a:extLst>
          </p:cNvPr>
          <p:cNvSpPr/>
          <p:nvPr/>
        </p:nvSpPr>
        <p:spPr>
          <a:xfrm>
            <a:off x="2575740" y="1149162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E71D6-D63B-1914-5727-EAD00024F03F}"/>
              </a:ext>
            </a:extLst>
          </p:cNvPr>
          <p:cNvSpPr/>
          <p:nvPr/>
        </p:nvSpPr>
        <p:spPr>
          <a:xfrm>
            <a:off x="6205920" y="1093564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9B503-C5CC-AE98-6D9B-3DB92C45133E}"/>
              </a:ext>
            </a:extLst>
          </p:cNvPr>
          <p:cNvSpPr/>
          <p:nvPr/>
        </p:nvSpPr>
        <p:spPr>
          <a:xfrm>
            <a:off x="1613327" y="1149163"/>
            <a:ext cx="803189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DE3338-218D-94BB-9F22-761BCB3070C8}"/>
              </a:ext>
            </a:extLst>
          </p:cNvPr>
          <p:cNvSpPr/>
          <p:nvPr/>
        </p:nvSpPr>
        <p:spPr>
          <a:xfrm>
            <a:off x="345989" y="148264"/>
            <a:ext cx="7735330" cy="667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 </a:t>
            </a:r>
            <a:r>
              <a:rPr lang="en-US" sz="3600" dirty="0" err="1"/>
              <a:t>nổi</a:t>
            </a:r>
            <a:r>
              <a:rPr lang="en-US" sz="3600" dirty="0"/>
              <a:t> </a:t>
            </a:r>
            <a:r>
              <a:rPr lang="en-US" sz="3600" dirty="0" err="1"/>
              <a:t>bọt</a:t>
            </a:r>
            <a:r>
              <a:rPr lang="en-US" sz="3600" dirty="0"/>
              <a:t> </a:t>
            </a:r>
            <a:r>
              <a:rPr lang="en-US" sz="3600" dirty="0" err="1"/>
              <a:t>tăng</a:t>
            </a:r>
            <a:r>
              <a:rPr lang="en-US" sz="3600" dirty="0"/>
              <a:t> </a:t>
            </a:r>
            <a:r>
              <a:rPr lang="en-US" sz="3600" dirty="0" err="1"/>
              <a:t>dần</a:t>
            </a:r>
            <a:r>
              <a:rPr lang="en-US" sz="36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BF614-CBDB-A203-C789-8DF76E128759}"/>
              </a:ext>
            </a:extLst>
          </p:cNvPr>
          <p:cNvSpPr/>
          <p:nvPr/>
        </p:nvSpPr>
        <p:spPr>
          <a:xfrm>
            <a:off x="7438768" y="988539"/>
            <a:ext cx="4534931" cy="5511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n=6;</a:t>
            </a:r>
          </a:p>
          <a:p>
            <a:pPr algn="ctr"/>
            <a:r>
              <a:rPr lang="en-US" sz="3600" dirty="0" err="1"/>
              <a:t>i</a:t>
            </a:r>
            <a:r>
              <a:rPr lang="en-US" sz="3600" dirty="0"/>
              <a:t> = 1;</a:t>
            </a:r>
          </a:p>
          <a:p>
            <a:pPr algn="ctr"/>
            <a:r>
              <a:rPr lang="en-US" sz="3600" dirty="0" err="1"/>
              <a:t>Lấy</a:t>
            </a:r>
            <a:r>
              <a:rPr lang="en-US" sz="3600" dirty="0"/>
              <a:t> A[</a:t>
            </a:r>
            <a:r>
              <a:rPr lang="en-US" sz="3600" dirty="0" err="1"/>
              <a:t>i</a:t>
            </a:r>
            <a:r>
              <a:rPr lang="en-US" sz="3600" dirty="0"/>
              <a:t>] so </a:t>
            </a:r>
            <a:r>
              <a:rPr lang="en-US" sz="3600" dirty="0" err="1"/>
              <a:t>sánh</a:t>
            </a:r>
            <a:r>
              <a:rPr lang="en-US" sz="3600" dirty="0"/>
              <a:t> </a:t>
            </a:r>
            <a:r>
              <a:rPr lang="en-US" sz="3600" dirty="0" err="1"/>
              <a:t>với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phần</a:t>
            </a:r>
            <a:r>
              <a:rPr lang="en-US" sz="3600" dirty="0"/>
              <a:t> </a:t>
            </a:r>
            <a:r>
              <a:rPr lang="en-US" sz="3600" dirty="0" err="1"/>
              <a:t>tử</a:t>
            </a:r>
            <a:r>
              <a:rPr lang="en-US" sz="3600" dirty="0"/>
              <a:t> </a:t>
            </a:r>
            <a:r>
              <a:rPr lang="en-US" sz="3600" dirty="0" err="1"/>
              <a:t>còn</a:t>
            </a:r>
            <a:r>
              <a:rPr lang="en-US" sz="3600" dirty="0"/>
              <a:t> </a:t>
            </a:r>
            <a:r>
              <a:rPr lang="en-US" sz="3600" dirty="0" err="1"/>
              <a:t>lại</a:t>
            </a:r>
            <a:endParaRPr lang="en-US" sz="3600" dirty="0"/>
          </a:p>
          <a:p>
            <a:pPr algn="ctr"/>
            <a:r>
              <a:rPr lang="en-US" sz="3600" dirty="0"/>
              <a:t>j = 4</a:t>
            </a:r>
          </a:p>
          <a:p>
            <a:pPr algn="ctr"/>
            <a:r>
              <a:rPr lang="en-US" sz="3600" dirty="0"/>
              <a:t>So </a:t>
            </a:r>
            <a:r>
              <a:rPr lang="en-US" sz="3600" dirty="0" err="1"/>
              <a:t>sánh</a:t>
            </a:r>
            <a:r>
              <a:rPr lang="en-US" sz="3600" dirty="0"/>
              <a:t> A[</a:t>
            </a:r>
            <a:r>
              <a:rPr lang="en-US" sz="3600" dirty="0" err="1"/>
              <a:t>i</a:t>
            </a:r>
            <a:r>
              <a:rPr lang="en-US" sz="3600" dirty="0"/>
              <a:t>] </a:t>
            </a:r>
            <a:r>
              <a:rPr lang="en-US" sz="3600" dirty="0" err="1"/>
              <a:t>với</a:t>
            </a:r>
            <a:r>
              <a:rPr lang="en-US" sz="3600" dirty="0"/>
              <a:t> A[j]</a:t>
            </a:r>
            <a:br>
              <a:rPr lang="en-US" sz="3600" dirty="0"/>
            </a:br>
            <a:r>
              <a:rPr lang="en-US" sz="3600" dirty="0" err="1"/>
              <a:t>khi</a:t>
            </a:r>
            <a:r>
              <a:rPr lang="en-US" sz="3600" dirty="0"/>
              <a:t> </a:t>
            </a:r>
            <a:r>
              <a:rPr lang="en-US" sz="3600" dirty="0" err="1"/>
              <a:t>i</a:t>
            </a:r>
            <a:r>
              <a:rPr lang="en-US" sz="3600" dirty="0"/>
              <a:t>=0 j </a:t>
            </a:r>
            <a:r>
              <a:rPr lang="en-US" sz="3600" dirty="0" err="1"/>
              <a:t>chạy</a:t>
            </a:r>
            <a:r>
              <a:rPr lang="en-US" sz="3600" dirty="0"/>
              <a:t> </a:t>
            </a:r>
            <a:r>
              <a:rPr lang="en-US" sz="3600" dirty="0" err="1"/>
              <a:t>từ</a:t>
            </a:r>
            <a:r>
              <a:rPr lang="en-US" sz="3600" dirty="0"/>
              <a:t> 1-5</a:t>
            </a:r>
          </a:p>
        </p:txBody>
      </p:sp>
    </p:spTree>
    <p:extLst>
      <p:ext uri="{BB962C8B-B14F-4D97-AF65-F5344CB8AC3E}">
        <p14:creationId xmlns:p14="http://schemas.microsoft.com/office/powerpoint/2010/main" val="394939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402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2025-04-28T09:04:23Z</dcterms:created>
  <dcterms:modified xsi:type="dcterms:W3CDTF">2025-04-28T10:08:14Z</dcterms:modified>
</cp:coreProperties>
</file>