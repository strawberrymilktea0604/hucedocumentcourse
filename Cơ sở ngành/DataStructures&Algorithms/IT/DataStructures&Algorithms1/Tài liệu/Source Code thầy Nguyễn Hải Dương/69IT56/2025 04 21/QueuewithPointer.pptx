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1" autoAdjust="0"/>
    <p:restoredTop sz="94660"/>
  </p:normalViewPr>
  <p:slideViewPr>
    <p:cSldViewPr snapToGrid="0">
      <p:cViewPr varScale="1">
        <p:scale>
          <a:sx n="78" d="100"/>
          <a:sy n="78" d="100"/>
        </p:scale>
        <p:origin x="4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1493D-4E75-54D7-A241-65A57CE01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4D4270-3575-51CB-D6ED-EA3B23D13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9A5BE-914D-33A4-6ACF-7535CE161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09EFA-711F-499D-BDC5-9B42F97A84F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5E39F-23AC-4A78-A5AB-AE70D5473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0CD5B-9C36-BF19-C538-1627958CF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FEA4B-1BFF-4309-9869-3AF1FA25B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096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B898C-A43A-E0B7-38C0-563F38DD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ACAD8-5844-032D-7B32-1F5AEC159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1367C-3F0B-7126-C24C-6ADDC965D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09EFA-711F-499D-BDC5-9B42F97A84F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EEBA7-E93F-B0E0-908E-BDFF65A82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89286-D9AB-97A2-3A2C-6B65B665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FEA4B-1BFF-4309-9869-3AF1FA25B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614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03183-EE4B-1775-80C8-E3F35AB4E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5E955D-76A6-5DD4-BFA2-349CE5B69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CBFFB-B094-1C31-3833-10A24A11A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09EFA-711F-499D-BDC5-9B42F97A84F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27CC0-B67C-EA37-FEEC-7BF335B18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6CBAE-BF94-B583-5451-0132CA8BF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FEA4B-1BFF-4309-9869-3AF1FA25B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604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B9570-95B6-E120-7942-F0E021399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5A55E-6415-240E-1A41-C86F2CCEB4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EF34A8-A66E-8DBC-634D-66ADBF272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A52464-12B2-FBE4-644C-3D8950AF1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09EFA-711F-499D-BDC5-9B42F97A84F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B16C7-7349-97BA-25B8-7D4940DBE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30346-0E75-92D7-A3E9-AAD7F2104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FEA4B-1BFF-4309-9869-3AF1FA25B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35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3F5FF-667F-E90D-C8D0-03BF58D0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7DC1E-40A5-2EE3-5641-C272BF4B2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BB028F-D173-A130-3FEA-A8B99EDEE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DE7204-DC25-961F-AC29-229DF1E07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897B2F-C55D-44E9-7974-1937B8EED2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B436CB-A5F7-53A8-D920-0E20968A5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09EFA-711F-499D-BDC5-9B42F97A84F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4A45C1-4FB4-0F66-5CEF-92BCCD354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4125A9-9DCF-8515-28FB-3298C7006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FEA4B-1BFF-4309-9869-3AF1FA25B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91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C5C87-FF88-E61B-AE07-FE13CA2E6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0CCEBB-321E-6338-B9DF-B9CBB67F7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09EFA-711F-499D-BDC5-9B42F97A84F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545ED7-6D73-C667-6819-BD1EC7D20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7C5B3-5B67-C598-CB29-D2408DEBE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FEA4B-1BFF-4309-9869-3AF1FA25B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68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9D8106-9286-E07F-0D3F-BB6BE860D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09EFA-711F-499D-BDC5-9B42F97A84F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A55845-2B2E-91DC-BEE7-B0C23434B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B6173-E9FC-F5AA-0A65-12D121B6F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FEA4B-1BFF-4309-9869-3AF1FA25B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406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468A-1809-B043-7864-65C3CE78F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80878-E92A-3C79-5B36-2E56698A0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59E28-1517-E103-6577-97832E79E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4A572-0E20-149B-D0DC-A0EA8E7BD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09EFA-711F-499D-BDC5-9B42F97A84F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6E7C3-5550-81E8-1947-ABA23445B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E5193-9720-25FF-72EA-27129B817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FEA4B-1BFF-4309-9869-3AF1FA25B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43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6CA2A-9531-7AEB-C977-2C2D0A209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B7A9D3-3FFB-2055-30EA-983ACD2D8D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7A728-930F-7ED5-8639-AE088A4ED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DE0AD-DA57-14F1-D2AA-BD4B9F643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09EFA-711F-499D-BDC5-9B42F97A84F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6DD2FE-452E-3510-10FD-C4B10CB86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54E43-A0C1-3C39-9E7D-B23D7BAD6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FEA4B-1BFF-4309-9869-3AF1FA25B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675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9FC6D-9E8A-9C3F-F5EF-E41CDD0DF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06F5BA-F4DC-CDE9-AA3E-E7D8D819F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D493B-D0B8-D6DA-BAAE-1524E24CE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09EFA-711F-499D-BDC5-9B42F97A84F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FFC7F-E5CC-1080-B0E1-8D4926D71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AA294-ED38-2EA0-3564-5BF5B289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FEA4B-1BFF-4309-9869-3AF1FA25B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752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8D4FCA-82CA-7890-44D9-A02CED057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E17CC-F8FF-D8CC-D6BC-4FC2A5A5C7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CC21B-A664-423E-8677-77AF68ED4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09EFA-711F-499D-BDC5-9B42F97A84F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D900C-D01B-5E44-5206-BBD2A64A5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658E3-7312-0B9C-4B69-64A54047D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FEA4B-1BFF-4309-9869-3AF1FA25B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72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7E2D67-82FC-C3AB-178E-047820B66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60469-9208-FA84-54F2-D0D39BDD9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4686C-E901-1CD1-A23A-41A849DFC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B09EFA-711F-499D-BDC5-9B42F97A84F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A59B1-2AAB-150D-709B-A8CD088284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46106-A333-6D0A-9470-AA70ADDD7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9FEA4B-1BFF-4309-9869-3AF1FA25B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648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42C4906-02E4-2990-204B-BC996632F078}"/>
              </a:ext>
            </a:extLst>
          </p:cNvPr>
          <p:cNvSpPr/>
          <p:nvPr/>
        </p:nvSpPr>
        <p:spPr>
          <a:xfrm>
            <a:off x="698158" y="1013255"/>
            <a:ext cx="1346886" cy="74140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C89E83D-4471-52AE-9F68-6BA9E0173A8C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185350" y="1383958"/>
            <a:ext cx="512808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0CA00D7-3665-6852-6BAD-C87FA04683C9}"/>
              </a:ext>
            </a:extLst>
          </p:cNvPr>
          <p:cNvSpPr/>
          <p:nvPr/>
        </p:nvSpPr>
        <p:spPr>
          <a:xfrm>
            <a:off x="2798808" y="827903"/>
            <a:ext cx="1346886" cy="74140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48E7CFF-BC6B-55BE-5B9A-BF214AADBB8E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2286000" y="1198606"/>
            <a:ext cx="512808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A455C25-C713-CBFA-0B26-5F5676DD4B3D}"/>
              </a:ext>
            </a:extLst>
          </p:cNvPr>
          <p:cNvSpPr/>
          <p:nvPr/>
        </p:nvSpPr>
        <p:spPr>
          <a:xfrm>
            <a:off x="4615251" y="852617"/>
            <a:ext cx="1346886" cy="74140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273DE0E-FA28-2810-18C0-DB8346D20D94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4102443" y="1223320"/>
            <a:ext cx="512808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024F715-63A5-218F-2D81-F0A44EA5832C}"/>
              </a:ext>
            </a:extLst>
          </p:cNvPr>
          <p:cNvSpPr/>
          <p:nvPr/>
        </p:nvSpPr>
        <p:spPr>
          <a:xfrm>
            <a:off x="1068861" y="3842951"/>
            <a:ext cx="1346886" cy="74140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2F76A48-6D87-761F-515D-D0B102F572C9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2415747" y="4188940"/>
            <a:ext cx="518984" cy="24714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5756407-7656-6371-E845-2E9D0E0E2645}"/>
              </a:ext>
            </a:extLst>
          </p:cNvPr>
          <p:cNvSpPr/>
          <p:nvPr/>
        </p:nvSpPr>
        <p:spPr>
          <a:xfrm>
            <a:off x="2932671" y="3842951"/>
            <a:ext cx="1346886" cy="74140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2768ABF-EABE-C291-77B0-353D4EB17C23}"/>
              </a:ext>
            </a:extLst>
          </p:cNvPr>
          <p:cNvSpPr/>
          <p:nvPr/>
        </p:nvSpPr>
        <p:spPr>
          <a:xfrm>
            <a:off x="4749114" y="3867665"/>
            <a:ext cx="1346886" cy="74140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823AAFE-DB34-003B-5941-DDBA4365CAD3}"/>
              </a:ext>
            </a:extLst>
          </p:cNvPr>
          <p:cNvCxnSpPr>
            <a:cxnSpLocks/>
            <a:stCxn id="33" idx="3"/>
            <a:endCxn id="61" idx="1"/>
          </p:cNvCxnSpPr>
          <p:nvPr/>
        </p:nvCxnSpPr>
        <p:spPr>
          <a:xfrm flipV="1">
            <a:off x="6096000" y="4127157"/>
            <a:ext cx="1461187" cy="111211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D22C37D-1BDD-5F26-A6D4-A68B5B86C09F}"/>
              </a:ext>
            </a:extLst>
          </p:cNvPr>
          <p:cNvCxnSpPr>
            <a:cxnSpLocks/>
            <a:stCxn id="31" idx="3"/>
            <a:endCxn id="33" idx="1"/>
          </p:cNvCxnSpPr>
          <p:nvPr/>
        </p:nvCxnSpPr>
        <p:spPr>
          <a:xfrm>
            <a:off x="4279557" y="4213654"/>
            <a:ext cx="469557" cy="24714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6459A5B-022F-F75C-3E80-DE55DB7158D2}"/>
              </a:ext>
            </a:extLst>
          </p:cNvPr>
          <p:cNvSpPr/>
          <p:nvPr/>
        </p:nvSpPr>
        <p:spPr>
          <a:xfrm>
            <a:off x="2798808" y="2273645"/>
            <a:ext cx="1346886" cy="74140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front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540ACBF-7A7F-DEBC-53AA-74DDF60D0A4A}"/>
              </a:ext>
            </a:extLst>
          </p:cNvPr>
          <p:cNvCxnSpPr>
            <a:cxnSpLocks/>
          </p:cNvCxnSpPr>
          <p:nvPr/>
        </p:nvCxnSpPr>
        <p:spPr>
          <a:xfrm flipV="1">
            <a:off x="3470191" y="1569309"/>
            <a:ext cx="0" cy="704336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48B2364-B8B7-44F4-7974-02DBC8D25C4F}"/>
              </a:ext>
            </a:extLst>
          </p:cNvPr>
          <p:cNvSpPr/>
          <p:nvPr/>
        </p:nvSpPr>
        <p:spPr>
          <a:xfrm>
            <a:off x="10128422" y="2088294"/>
            <a:ext cx="1346886" cy="74140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rear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48D0A43-4044-4C1B-A5F5-3133C1BBF9BA}"/>
              </a:ext>
            </a:extLst>
          </p:cNvPr>
          <p:cNvCxnSpPr>
            <a:cxnSpLocks/>
          </p:cNvCxnSpPr>
          <p:nvPr/>
        </p:nvCxnSpPr>
        <p:spPr>
          <a:xfrm flipV="1">
            <a:off x="10799805" y="1383958"/>
            <a:ext cx="0" cy="704336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EAB27F9E-CC98-D107-1855-6361066A7931}"/>
              </a:ext>
            </a:extLst>
          </p:cNvPr>
          <p:cNvSpPr/>
          <p:nvPr/>
        </p:nvSpPr>
        <p:spPr>
          <a:xfrm>
            <a:off x="2879128" y="5263977"/>
            <a:ext cx="1346886" cy="74140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front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8D89F3A-AF70-04DA-047A-56C09963777B}"/>
              </a:ext>
            </a:extLst>
          </p:cNvPr>
          <p:cNvCxnSpPr>
            <a:cxnSpLocks/>
          </p:cNvCxnSpPr>
          <p:nvPr/>
        </p:nvCxnSpPr>
        <p:spPr>
          <a:xfrm flipV="1">
            <a:off x="3550511" y="4559641"/>
            <a:ext cx="0" cy="704336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F8EC89BE-E5CB-1D20-6FF4-00EDD32358B9}"/>
              </a:ext>
            </a:extLst>
          </p:cNvPr>
          <p:cNvSpPr/>
          <p:nvPr/>
        </p:nvSpPr>
        <p:spPr>
          <a:xfrm>
            <a:off x="10126362" y="4732636"/>
            <a:ext cx="1346886" cy="74140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rear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222EFE6-6D5C-A383-4356-28FEF5B910FC}"/>
              </a:ext>
            </a:extLst>
          </p:cNvPr>
          <p:cNvCxnSpPr>
            <a:cxnSpLocks/>
          </p:cNvCxnSpPr>
          <p:nvPr/>
        </p:nvCxnSpPr>
        <p:spPr>
          <a:xfrm flipV="1">
            <a:off x="10797745" y="4028300"/>
            <a:ext cx="0" cy="704336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0DFCB180-5948-95CF-EFA3-CF441E1BEF7D}"/>
              </a:ext>
            </a:extLst>
          </p:cNvPr>
          <p:cNvSpPr/>
          <p:nvPr/>
        </p:nvSpPr>
        <p:spPr>
          <a:xfrm>
            <a:off x="6444050" y="852619"/>
            <a:ext cx="1346886" cy="74140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3754F0E-110A-8B41-170F-D1E28A2701D6}"/>
              </a:ext>
            </a:extLst>
          </p:cNvPr>
          <p:cNvCxnSpPr>
            <a:cxnSpLocks/>
            <a:stCxn id="55" idx="1"/>
          </p:cNvCxnSpPr>
          <p:nvPr/>
        </p:nvCxnSpPr>
        <p:spPr>
          <a:xfrm flipH="1">
            <a:off x="5931242" y="1223322"/>
            <a:ext cx="512808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359F655-BDD8-223E-C7CB-803093B247F3}"/>
              </a:ext>
            </a:extLst>
          </p:cNvPr>
          <p:cNvSpPr/>
          <p:nvPr/>
        </p:nvSpPr>
        <p:spPr>
          <a:xfrm>
            <a:off x="10128422" y="617841"/>
            <a:ext cx="1346886" cy="74140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AD41FF0-0E2F-58D4-54B3-B1655270B395}"/>
              </a:ext>
            </a:extLst>
          </p:cNvPr>
          <p:cNvCxnSpPr>
            <a:cxnSpLocks/>
            <a:stCxn id="57" idx="1"/>
            <a:endCxn id="55" idx="3"/>
          </p:cNvCxnSpPr>
          <p:nvPr/>
        </p:nvCxnSpPr>
        <p:spPr>
          <a:xfrm flipH="1">
            <a:off x="7790936" y="988544"/>
            <a:ext cx="2337486" cy="234778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FC4776F-75F3-8CBB-6AA6-893B9C1BD6E4}"/>
              </a:ext>
            </a:extLst>
          </p:cNvPr>
          <p:cNvSpPr/>
          <p:nvPr/>
        </p:nvSpPr>
        <p:spPr>
          <a:xfrm>
            <a:off x="7557187" y="3756454"/>
            <a:ext cx="1346886" cy="74140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A1604FC-8147-A33D-8649-0E47F76E124A}"/>
              </a:ext>
            </a:extLst>
          </p:cNvPr>
          <p:cNvCxnSpPr>
            <a:cxnSpLocks/>
            <a:stCxn id="61" idx="3"/>
            <a:endCxn id="65" idx="1"/>
          </p:cNvCxnSpPr>
          <p:nvPr/>
        </p:nvCxnSpPr>
        <p:spPr>
          <a:xfrm flipV="1">
            <a:off x="8904073" y="3657600"/>
            <a:ext cx="1224349" cy="469557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00F5CE87-E6E5-6F18-99EA-9464022D7379}"/>
              </a:ext>
            </a:extLst>
          </p:cNvPr>
          <p:cNvSpPr/>
          <p:nvPr/>
        </p:nvSpPr>
        <p:spPr>
          <a:xfrm>
            <a:off x="10128422" y="3286897"/>
            <a:ext cx="1346886" cy="74140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440F850-6327-41C8-AA86-45C36BFEA5F7}"/>
              </a:ext>
            </a:extLst>
          </p:cNvPr>
          <p:cNvCxnSpPr>
            <a:cxnSpLocks/>
            <a:stCxn id="65" idx="3"/>
          </p:cNvCxnSpPr>
          <p:nvPr/>
        </p:nvCxnSpPr>
        <p:spPr>
          <a:xfrm>
            <a:off x="11475308" y="3657600"/>
            <a:ext cx="920577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889412A5-C10E-5735-AB3B-782F4E9138B5}"/>
              </a:ext>
            </a:extLst>
          </p:cNvPr>
          <p:cNvSpPr/>
          <p:nvPr/>
        </p:nvSpPr>
        <p:spPr>
          <a:xfrm>
            <a:off x="8097796" y="5128051"/>
            <a:ext cx="1346886" cy="74140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p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C2D821D-9FB7-9C97-C2D4-BABE232F1F99}"/>
              </a:ext>
            </a:extLst>
          </p:cNvPr>
          <p:cNvCxnSpPr>
            <a:cxnSpLocks/>
          </p:cNvCxnSpPr>
          <p:nvPr/>
        </p:nvCxnSpPr>
        <p:spPr>
          <a:xfrm flipV="1">
            <a:off x="8771239" y="4423715"/>
            <a:ext cx="0" cy="704336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13161F4A-5250-D06C-410E-B208DA49667A}"/>
              </a:ext>
            </a:extLst>
          </p:cNvPr>
          <p:cNvSpPr/>
          <p:nvPr/>
        </p:nvSpPr>
        <p:spPr>
          <a:xfrm>
            <a:off x="325406" y="5338107"/>
            <a:ext cx="2349833" cy="74140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>
                <a:solidFill>
                  <a:schemeClr val="tx1"/>
                </a:solidFill>
              </a:rPr>
              <a:t>nodeFront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3DB7911-A2DA-C129-CA20-23A519B51FF5}"/>
              </a:ext>
            </a:extLst>
          </p:cNvPr>
          <p:cNvCxnSpPr>
            <a:cxnSpLocks/>
          </p:cNvCxnSpPr>
          <p:nvPr/>
        </p:nvCxnSpPr>
        <p:spPr>
          <a:xfrm flipV="1">
            <a:off x="1521945" y="4609066"/>
            <a:ext cx="0" cy="704336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682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4FC5A-0A00-E6E4-324C-063DCB03A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EB2ADF1-C173-9949-0B35-6AB5D6D73D45}"/>
              </a:ext>
            </a:extLst>
          </p:cNvPr>
          <p:cNvSpPr/>
          <p:nvPr/>
        </p:nvSpPr>
        <p:spPr>
          <a:xfrm>
            <a:off x="908224" y="815546"/>
            <a:ext cx="1346886" cy="74140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352A841-DF8F-FE28-692A-73CD92CAB369}"/>
              </a:ext>
            </a:extLst>
          </p:cNvPr>
          <p:cNvCxnSpPr>
            <a:cxnSpLocks/>
          </p:cNvCxnSpPr>
          <p:nvPr/>
        </p:nvCxnSpPr>
        <p:spPr>
          <a:xfrm flipV="1">
            <a:off x="2230397" y="1124464"/>
            <a:ext cx="518984" cy="24714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8B9B351-267E-29F4-8567-5ED00223E4ED}"/>
              </a:ext>
            </a:extLst>
          </p:cNvPr>
          <p:cNvSpPr/>
          <p:nvPr/>
        </p:nvSpPr>
        <p:spPr>
          <a:xfrm>
            <a:off x="2772034" y="815546"/>
            <a:ext cx="1346886" cy="74140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E69E911-B13B-85AF-6CA6-96D21B30955D}"/>
              </a:ext>
            </a:extLst>
          </p:cNvPr>
          <p:cNvSpPr/>
          <p:nvPr/>
        </p:nvSpPr>
        <p:spPr>
          <a:xfrm>
            <a:off x="4588477" y="840260"/>
            <a:ext cx="1346886" cy="74140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A6D36F1-F30D-B295-21A8-1D291493C7D6}"/>
              </a:ext>
            </a:extLst>
          </p:cNvPr>
          <p:cNvCxnSpPr>
            <a:cxnSpLocks/>
            <a:stCxn id="33" idx="3"/>
            <a:endCxn id="65" idx="1"/>
          </p:cNvCxnSpPr>
          <p:nvPr/>
        </p:nvCxnSpPr>
        <p:spPr>
          <a:xfrm flipV="1">
            <a:off x="5935363" y="630195"/>
            <a:ext cx="4032422" cy="580768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E9A6057-82AE-5B38-8D72-2FD0F39CDF57}"/>
              </a:ext>
            </a:extLst>
          </p:cNvPr>
          <p:cNvCxnSpPr>
            <a:cxnSpLocks/>
            <a:stCxn id="31" idx="3"/>
            <a:endCxn id="33" idx="1"/>
          </p:cNvCxnSpPr>
          <p:nvPr/>
        </p:nvCxnSpPr>
        <p:spPr>
          <a:xfrm>
            <a:off x="4118920" y="1186249"/>
            <a:ext cx="469557" cy="24714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3F85ECAD-2025-4FB3-49BB-AD81188C8BC3}"/>
              </a:ext>
            </a:extLst>
          </p:cNvPr>
          <p:cNvSpPr/>
          <p:nvPr/>
        </p:nvSpPr>
        <p:spPr>
          <a:xfrm>
            <a:off x="908224" y="2199500"/>
            <a:ext cx="1346886" cy="74140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front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53E5D66-3660-D5D9-8C94-AFDC00F14E1E}"/>
              </a:ext>
            </a:extLst>
          </p:cNvPr>
          <p:cNvCxnSpPr>
            <a:cxnSpLocks/>
          </p:cNvCxnSpPr>
          <p:nvPr/>
        </p:nvCxnSpPr>
        <p:spPr>
          <a:xfrm flipV="1">
            <a:off x="1550773" y="1519879"/>
            <a:ext cx="0" cy="704336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D07AB8AF-AD74-4272-351C-A5C83D62BE85}"/>
              </a:ext>
            </a:extLst>
          </p:cNvPr>
          <p:cNvSpPr/>
          <p:nvPr/>
        </p:nvSpPr>
        <p:spPr>
          <a:xfrm>
            <a:off x="9965725" y="1705231"/>
            <a:ext cx="1346886" cy="74140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rear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EB835BC-08D8-0163-63A0-E4FB5FF84037}"/>
              </a:ext>
            </a:extLst>
          </p:cNvPr>
          <p:cNvCxnSpPr>
            <a:cxnSpLocks/>
          </p:cNvCxnSpPr>
          <p:nvPr/>
        </p:nvCxnSpPr>
        <p:spPr>
          <a:xfrm flipV="1">
            <a:off x="10637108" y="1000895"/>
            <a:ext cx="0" cy="704336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D96F0D42-0DB2-DEA7-D275-928221698047}"/>
              </a:ext>
            </a:extLst>
          </p:cNvPr>
          <p:cNvSpPr/>
          <p:nvPr/>
        </p:nvSpPr>
        <p:spPr>
          <a:xfrm>
            <a:off x="7554099" y="1556951"/>
            <a:ext cx="1346886" cy="74140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224318D-6AE7-6059-45BA-61EF0F5CA3F1}"/>
              </a:ext>
            </a:extLst>
          </p:cNvPr>
          <p:cNvCxnSpPr>
            <a:cxnSpLocks/>
            <a:stCxn id="61" idx="3"/>
            <a:endCxn id="65" idx="1"/>
          </p:cNvCxnSpPr>
          <p:nvPr/>
        </p:nvCxnSpPr>
        <p:spPr>
          <a:xfrm flipV="1">
            <a:off x="8900985" y="630195"/>
            <a:ext cx="1066800" cy="1297459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6670E4B8-B59F-6FA7-23E7-591552865EF5}"/>
              </a:ext>
            </a:extLst>
          </p:cNvPr>
          <p:cNvSpPr/>
          <p:nvPr/>
        </p:nvSpPr>
        <p:spPr>
          <a:xfrm>
            <a:off x="9967785" y="259492"/>
            <a:ext cx="1346886" cy="74140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32E2F01-774A-BF80-6F9A-9F0D6F1A2F89}"/>
              </a:ext>
            </a:extLst>
          </p:cNvPr>
          <p:cNvCxnSpPr>
            <a:cxnSpLocks/>
            <a:stCxn id="65" idx="3"/>
          </p:cNvCxnSpPr>
          <p:nvPr/>
        </p:nvCxnSpPr>
        <p:spPr>
          <a:xfrm>
            <a:off x="11314671" y="630195"/>
            <a:ext cx="920577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72A3DB5-D4CA-1BFD-441E-08E52E555AB0}"/>
              </a:ext>
            </a:extLst>
          </p:cNvPr>
          <p:cNvSpPr/>
          <p:nvPr/>
        </p:nvSpPr>
        <p:spPr>
          <a:xfrm>
            <a:off x="4588477" y="3781170"/>
            <a:ext cx="1346886" cy="74140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p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9010DAC-9C50-11F4-226B-1EABBBE4779F}"/>
              </a:ext>
            </a:extLst>
          </p:cNvPr>
          <p:cNvCxnSpPr>
            <a:cxnSpLocks/>
          </p:cNvCxnSpPr>
          <p:nvPr/>
        </p:nvCxnSpPr>
        <p:spPr>
          <a:xfrm flipV="1">
            <a:off x="5261920" y="1594024"/>
            <a:ext cx="30894" cy="2187146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D9D60F-6F9A-FA87-7CFE-67ED7DD5BD82}"/>
              </a:ext>
            </a:extLst>
          </p:cNvPr>
          <p:cNvSpPr/>
          <p:nvPr/>
        </p:nvSpPr>
        <p:spPr>
          <a:xfrm>
            <a:off x="7598375" y="4522575"/>
            <a:ext cx="1346886" cy="74140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q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569B8B3-C58F-1273-19DC-6A41BDB8DC87}"/>
              </a:ext>
            </a:extLst>
          </p:cNvPr>
          <p:cNvCxnSpPr>
            <a:cxnSpLocks/>
          </p:cNvCxnSpPr>
          <p:nvPr/>
        </p:nvCxnSpPr>
        <p:spPr>
          <a:xfrm flipV="1">
            <a:off x="8271818" y="2335429"/>
            <a:ext cx="30894" cy="2187146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881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25</Words>
  <Application>Microsoft Office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Duong YT</dc:creator>
  <cp:lastModifiedBy>Duong YT</cp:lastModifiedBy>
  <cp:revision>1</cp:revision>
  <dcterms:created xsi:type="dcterms:W3CDTF">2025-04-21T09:29:18Z</dcterms:created>
  <dcterms:modified xsi:type="dcterms:W3CDTF">2025-04-21T10:01:21Z</dcterms:modified>
</cp:coreProperties>
</file>