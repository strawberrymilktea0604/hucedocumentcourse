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428A-3812-FE28-0BEB-3C5B41507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8393A-255C-5B3A-BC90-FCE80542D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1C98-4D05-689A-2300-C557921E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DDE20-5275-468A-7ED1-BF34855E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5E825-9360-14D9-FE75-0C1F2556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6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B32A-5457-B84C-7643-A0615167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CEC4-2C3F-4D62-DDA9-996B4D950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0EF34-4172-5332-8BD0-0F5C84B3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C9CE0-1F4D-C650-4EC0-CAB3EDE0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7F7F8-480D-9FA0-E605-61CADBA4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3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AEA9-1B3D-C3EF-D634-5150F239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885E3-112F-EFBD-26AF-3E6E9AAB2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AAE1-F3EB-81AC-5E8F-F32A5BE8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6AC32-E8E4-2752-69F2-C503FC63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D9FDE-488B-A8F4-2FE0-FFD8DBA2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1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341A-D3F3-A744-B23C-C554ADF8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BC2AF-8407-E7D3-E76D-77CBAC68E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4C7B4-8859-D027-B678-8F3059AFE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1A9DB-C96C-E8D5-F2B7-ACB3E61B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F5323-7898-B2B5-147D-A38AD75E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F236F-A013-A9BF-8636-C29CF844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6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23C7-09E8-5982-0CF8-884B3FC6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3B2AB-04C0-0E9D-2143-9972BEC63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D15B0-397A-9B27-3C3F-F80770468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6854F-E9E5-A975-B23F-A4B645CF4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A5BE99-65FA-D15C-130A-7F81E30AC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AEF68-D2AB-DD43-02D2-B3499189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74FC9-7655-DE7B-F8F7-4DE56B63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844FA-E6A2-AA8B-BE85-D3B31BF6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4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A328-209F-13B3-0A8A-7F39AD56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6A30A-0751-B8CB-367B-58F4D02C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C42B4-1842-3F48-88C4-9E058E62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4F800-9383-9801-B217-2B0577DC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4E20B-F2A9-B205-5D9B-39AC1C78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A617B-7E72-80F1-A3BF-8DF79D679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589BC-0F30-0C71-CBE2-DE52E306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C0B3-1CC9-4296-E5D7-C03C15C6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D9E4-78BF-F2C5-3011-278B33200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E6089-6489-0DAD-352E-F5CE9335D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89561-C539-BDC1-C372-F15A3DEE0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1F048-8451-8C7E-F1B3-205149C6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C81C1-4C5A-AE1F-3144-0061429A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6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F199-F419-7B15-D798-4149C97E0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2E3B0-7F9C-52FD-DEDD-642AE7DC5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AE532-F8A8-0838-B9F6-8E475BE44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76EE2-34A7-0DF1-5738-665EC2F2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A4332-0B45-1980-3E23-10CA4AC8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5691D-D6D6-0D64-6CD9-EECB87AE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5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5F17-A9A2-C0B4-4AD1-BD75A197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00D85-C479-A679-99FD-922C1577B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D8B1F-A64E-60B4-BA9F-B6452E7F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4B72A-C333-FAA7-A6FF-C2B69027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020E1-5F44-88FC-5BA9-6E37A18B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03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D3EFE-ABC1-5532-DA42-78639DAE4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617E9-715B-373A-176D-90B646B89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0293C-B7AF-01EA-9E3D-1E8CA1C5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F2102-095A-AC09-5ADA-D27132909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C082-409D-F826-535D-24870C8C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9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92790-2AB8-7F80-EF9B-AB5DA2F1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B4B3F-43B5-07BE-C862-6FC98C314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E141E-9543-F57F-989B-8BA17B8BD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18C43-AA88-443F-B490-9A8CEA3DD6D6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DB3FC-42CC-A0FF-D526-FD814FCB4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92C8F-E4E4-7A04-F9E5-3BE3AA5A0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1997E-969B-48CC-AFC5-2F49F57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0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71A9A6-CB63-CADE-9AFC-17C5F59A1E79}"/>
              </a:ext>
            </a:extLst>
          </p:cNvPr>
          <p:cNvSpPr/>
          <p:nvPr/>
        </p:nvSpPr>
        <p:spPr>
          <a:xfrm>
            <a:off x="437536" y="501446"/>
            <a:ext cx="11316930" cy="5855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/>
              <a:t>Cài đặt ngăn xếp bằng con trỏ</a:t>
            </a:r>
          </a:p>
          <a:p>
            <a:pPr marL="457200" indent="-457200">
              <a:buFontTx/>
              <a:buChar char="-"/>
            </a:pPr>
            <a:r>
              <a:rPr lang="en-US" sz="2800"/>
              <a:t>Các kiến thức cần có: Hiểu về con trỏ, Hiểu về ngăn xếp.</a:t>
            </a:r>
          </a:p>
          <a:p>
            <a:pPr marL="457200" indent="-457200">
              <a:buFontTx/>
              <a:buChar char="-"/>
            </a:pPr>
            <a:r>
              <a:rPr lang="en-US" sz="2800"/>
              <a:t>Cấu trúc dữ liệu để cài đặt ngăn xếp bằng con trỏ:</a:t>
            </a:r>
          </a:p>
        </p:txBody>
      </p:sp>
    </p:spTree>
    <p:extLst>
      <p:ext uri="{BB962C8B-B14F-4D97-AF65-F5344CB8AC3E}">
        <p14:creationId xmlns:p14="http://schemas.microsoft.com/office/powerpoint/2010/main" val="239757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C09552-BEAC-BA00-488F-FD29BEF367B6}"/>
              </a:ext>
            </a:extLst>
          </p:cNvPr>
          <p:cNvSpPr/>
          <p:nvPr/>
        </p:nvSpPr>
        <p:spPr>
          <a:xfrm>
            <a:off x="988141" y="383458"/>
            <a:ext cx="10412361" cy="3588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D98F75-B819-99B8-B71F-7B45DFADBF48}"/>
              </a:ext>
            </a:extLst>
          </p:cNvPr>
          <p:cNvSpPr/>
          <p:nvPr/>
        </p:nvSpPr>
        <p:spPr>
          <a:xfrm>
            <a:off x="1143000" y="5515897"/>
            <a:ext cx="1349477" cy="5309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978E6A-40A2-3E22-FE9B-6020CE3085EF}"/>
              </a:ext>
            </a:extLst>
          </p:cNvPr>
          <p:cNvSpPr/>
          <p:nvPr/>
        </p:nvSpPr>
        <p:spPr>
          <a:xfrm>
            <a:off x="9478287" y="4918584"/>
            <a:ext cx="2676839" cy="1467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Struct Node{</a:t>
            </a:r>
          </a:p>
          <a:p>
            <a:r>
              <a:rPr lang="en-US"/>
              <a:t>	int  val;</a:t>
            </a:r>
          </a:p>
          <a:p>
            <a:r>
              <a:rPr lang="en-US"/>
              <a:t>	Node* Link;</a:t>
            </a:r>
          </a:p>
          <a:p>
            <a:r>
              <a:rPr lang="en-US"/>
              <a:t>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892697-E440-385E-3E3C-3DB261F88735}"/>
              </a:ext>
            </a:extLst>
          </p:cNvPr>
          <p:cNvSpPr/>
          <p:nvPr/>
        </p:nvSpPr>
        <p:spPr>
          <a:xfrm>
            <a:off x="8071294" y="4542503"/>
            <a:ext cx="1349477" cy="5309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14E0FE-7A38-9A01-1887-977B39DBB5E6}"/>
              </a:ext>
            </a:extLst>
          </p:cNvPr>
          <p:cNvSpPr/>
          <p:nvPr/>
        </p:nvSpPr>
        <p:spPr>
          <a:xfrm>
            <a:off x="4042650" y="583492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42C06E-AF13-C9EE-3CEC-EE3AE57FEB42}"/>
              </a:ext>
            </a:extLst>
          </p:cNvPr>
          <p:cNvSpPr/>
          <p:nvPr/>
        </p:nvSpPr>
        <p:spPr>
          <a:xfrm>
            <a:off x="5934739" y="812091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87A36B-3830-7796-696D-483D27D91D23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8746032" y="3782964"/>
            <a:ext cx="1" cy="759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86FE99-3046-4FF9-BF4E-EA1B8FA1F922}"/>
              </a:ext>
            </a:extLst>
          </p:cNvPr>
          <p:cNvSpPr/>
          <p:nvPr/>
        </p:nvSpPr>
        <p:spPr>
          <a:xfrm>
            <a:off x="9785770" y="1592829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09D1DC-5219-58DE-4E00-559AD1826F46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6723780" y="1158678"/>
            <a:ext cx="3121260" cy="759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69832A-EAAF-A417-8896-A49544AEC988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 flipV="1">
            <a:off x="4831691" y="930079"/>
            <a:ext cx="1103048" cy="2285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F15A7A-634A-824A-E067-B4733BA31B1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266984" y="777073"/>
            <a:ext cx="775666" cy="1530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8183774-650F-B653-00B8-1A62EEF835FC}"/>
              </a:ext>
            </a:extLst>
          </p:cNvPr>
          <p:cNvSpPr/>
          <p:nvPr/>
        </p:nvSpPr>
        <p:spPr>
          <a:xfrm>
            <a:off x="8351512" y="3115599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D4E1A9-92FA-90A1-E254-7347E03ACC9C}"/>
              </a:ext>
            </a:extLst>
          </p:cNvPr>
          <p:cNvCxnSpPr>
            <a:cxnSpLocks/>
            <a:stCxn id="33" idx="0"/>
            <a:endCxn id="15" idx="2"/>
          </p:cNvCxnSpPr>
          <p:nvPr/>
        </p:nvCxnSpPr>
        <p:spPr>
          <a:xfrm flipV="1">
            <a:off x="8746033" y="2286003"/>
            <a:ext cx="1434258" cy="829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950FB1D-62E8-9CA4-73AE-35F1EBB82795}"/>
              </a:ext>
            </a:extLst>
          </p:cNvPr>
          <p:cNvSpPr/>
          <p:nvPr/>
        </p:nvSpPr>
        <p:spPr>
          <a:xfrm>
            <a:off x="9505552" y="3096426"/>
            <a:ext cx="1349477" cy="5309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C2817B9-6B69-449D-59AF-C5CC4A69F6DF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10180290" y="2336887"/>
            <a:ext cx="1" cy="759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6A9C2AA-8F7A-F401-31EB-8EDD69B641F0}"/>
              </a:ext>
            </a:extLst>
          </p:cNvPr>
          <p:cNvSpPr/>
          <p:nvPr/>
        </p:nvSpPr>
        <p:spPr>
          <a:xfrm>
            <a:off x="3914708" y="4162733"/>
            <a:ext cx="3481847" cy="23118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Khai báo 1 con trỏ q = p-&gt;Link;</a:t>
            </a:r>
          </a:p>
          <a:p>
            <a:r>
              <a:rPr lang="en-US"/>
              <a:t>Gặp phần tử trước phần tử cần xoá thì thực hiện lệnh:</a:t>
            </a:r>
          </a:p>
          <a:p>
            <a:r>
              <a:rPr lang="en-US"/>
              <a:t>p-&gt;Link = q-&gt;Link</a:t>
            </a:r>
          </a:p>
          <a:p>
            <a:endParaRPr lang="en-US"/>
          </a:p>
          <a:p>
            <a:r>
              <a:rPr lang="en-US"/>
              <a:t>Free(q);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8516DC3-3E21-A70B-EAA5-986B2E9C8B05}"/>
              </a:ext>
            </a:extLst>
          </p:cNvPr>
          <p:cNvSpPr/>
          <p:nvPr/>
        </p:nvSpPr>
        <p:spPr>
          <a:xfrm>
            <a:off x="1817738" y="3448177"/>
            <a:ext cx="1349477" cy="5309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ACE5E1B-B538-E863-53E3-E62A7EC3C178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2492476" y="2688638"/>
            <a:ext cx="1" cy="759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13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8B0C3-8341-171C-8327-A328276C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109E7B-3A33-BF76-BD19-CE7E89FC7525}"/>
              </a:ext>
            </a:extLst>
          </p:cNvPr>
          <p:cNvSpPr/>
          <p:nvPr/>
        </p:nvSpPr>
        <p:spPr>
          <a:xfrm>
            <a:off x="988141" y="383458"/>
            <a:ext cx="10412361" cy="42770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056FB7-6C25-D25F-44D5-DAAB60C1AE0B}"/>
              </a:ext>
            </a:extLst>
          </p:cNvPr>
          <p:cNvSpPr/>
          <p:nvPr/>
        </p:nvSpPr>
        <p:spPr>
          <a:xfrm>
            <a:off x="1143000" y="5515897"/>
            <a:ext cx="1349477" cy="5309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173ED4-009D-A413-7A57-7758B627E843}"/>
              </a:ext>
            </a:extLst>
          </p:cNvPr>
          <p:cNvSpPr/>
          <p:nvPr/>
        </p:nvSpPr>
        <p:spPr>
          <a:xfrm>
            <a:off x="9478287" y="4918584"/>
            <a:ext cx="2676839" cy="14674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Struct Node{</a:t>
            </a:r>
          </a:p>
          <a:p>
            <a:r>
              <a:rPr lang="en-US"/>
              <a:t>	int  val;</a:t>
            </a:r>
          </a:p>
          <a:p>
            <a:r>
              <a:rPr lang="en-US"/>
              <a:t>	Node* Link;</a:t>
            </a:r>
          </a:p>
          <a:p>
            <a:r>
              <a:rPr lang="en-US"/>
              <a:t>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00FB18-09FC-7019-7D12-3F27C8C2CE07}"/>
              </a:ext>
            </a:extLst>
          </p:cNvPr>
          <p:cNvSpPr/>
          <p:nvPr/>
        </p:nvSpPr>
        <p:spPr>
          <a:xfrm>
            <a:off x="8911713" y="4270575"/>
            <a:ext cx="1349477" cy="5309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354E4F-D7EB-327F-4702-80B23C932DC8}"/>
              </a:ext>
            </a:extLst>
          </p:cNvPr>
          <p:cNvSpPr/>
          <p:nvPr/>
        </p:nvSpPr>
        <p:spPr>
          <a:xfrm>
            <a:off x="2023292" y="870158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282EB6-06B8-C06A-733F-6A597A016944}"/>
              </a:ext>
            </a:extLst>
          </p:cNvPr>
          <p:cNvSpPr/>
          <p:nvPr/>
        </p:nvSpPr>
        <p:spPr>
          <a:xfrm>
            <a:off x="4439260" y="3082413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7F6F0D-83E7-865E-3E28-D0488EE3CCCB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9586451" y="3511036"/>
            <a:ext cx="1" cy="759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BE7A54-4009-B97C-1DBE-A23CC4C6EFBF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421626" y="3344197"/>
            <a:ext cx="1017634" cy="84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663ED7B-C6E0-8346-49EE-9B467A412DE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417813" y="1563332"/>
            <a:ext cx="2390161" cy="1519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7BEAA9-F3B0-9817-170C-B96837499624}"/>
              </a:ext>
            </a:extLst>
          </p:cNvPr>
          <p:cNvSpPr/>
          <p:nvPr/>
        </p:nvSpPr>
        <p:spPr>
          <a:xfrm>
            <a:off x="6667798" y="573347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5CFC64-C4C2-C35F-1580-3B5931D380C1}"/>
              </a:ext>
            </a:extLst>
          </p:cNvPr>
          <p:cNvSpPr/>
          <p:nvPr/>
        </p:nvSpPr>
        <p:spPr>
          <a:xfrm>
            <a:off x="9083766" y="2785602"/>
            <a:ext cx="789041" cy="6931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868B6A-9959-FAC4-D4A1-3CC28DCA057C}"/>
              </a:ext>
            </a:extLst>
          </p:cNvPr>
          <p:cNvCxnSpPr>
            <a:cxnSpLocks/>
            <a:stCxn id="16" idx="1"/>
            <a:endCxn id="14" idx="2"/>
          </p:cNvCxnSpPr>
          <p:nvPr/>
        </p:nvCxnSpPr>
        <p:spPr>
          <a:xfrm flipH="1" flipV="1">
            <a:off x="7062319" y="1266521"/>
            <a:ext cx="2021447" cy="1865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93D64A-BA6D-3476-FB9E-F31791269458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524203" y="919934"/>
            <a:ext cx="1143595" cy="693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B1A4B7-034D-74A7-088D-26BBFAC147A2}"/>
              </a:ext>
            </a:extLst>
          </p:cNvPr>
          <p:cNvSpPr/>
          <p:nvPr/>
        </p:nvSpPr>
        <p:spPr>
          <a:xfrm>
            <a:off x="1743074" y="2300749"/>
            <a:ext cx="1349477" cy="53094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First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ECD33B7-309E-F8FA-35B8-3BC1F72AD10F}"/>
              </a:ext>
            </a:extLst>
          </p:cNvPr>
          <p:cNvCxnSpPr>
            <a:cxnSpLocks/>
            <a:stCxn id="25" idx="0"/>
            <a:endCxn id="8" idx="2"/>
          </p:cNvCxnSpPr>
          <p:nvPr/>
        </p:nvCxnSpPr>
        <p:spPr>
          <a:xfrm flipV="1">
            <a:off x="2417813" y="1563332"/>
            <a:ext cx="0" cy="7374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44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110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2025-04-19T06:02:50Z</dcterms:created>
  <dcterms:modified xsi:type="dcterms:W3CDTF">2025-04-19T07:35:05Z</dcterms:modified>
</cp:coreProperties>
</file>