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0554" autoAdjust="0"/>
  </p:normalViewPr>
  <p:slideViewPr>
    <p:cSldViewPr snapToGrid="0">
      <p:cViewPr varScale="1">
        <p:scale>
          <a:sx n="74" d="100"/>
          <a:sy n="74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0E70-5A68-30CA-CD08-F1ED56C0E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DD316-6C34-14B5-C8E1-DE68A89C4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6A1BE-DF4E-ABB1-4711-2A622B84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239AF-D184-5F06-5E41-D2644388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12250-CFF1-A893-918B-FD35E46C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7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3E899-E105-D82F-A21B-65C25A60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303F8-7279-6CD5-8627-1FE981A1A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C872F-8C55-9F86-F81C-AB32E738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A94EB-7322-86AD-965E-1D603F53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B6FED-C651-3F89-7A2D-7578657E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7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0053-1314-C9B9-1070-6B1A942CF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DBF2D-C9D7-8369-D7D0-91219775E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BDD47-EA44-67B7-B825-67B5403C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13B05-3074-A287-37D4-C75FC1B1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39697-757D-CDDB-9BFD-D399DB62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9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4BB15-0212-0910-DD44-025DF046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2F43B-C761-6286-C727-2978396D0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C7E04-63DE-092A-7D76-1677EBFE7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6C34D-4DE0-4CC5-9330-3B472DD05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02DCD-EE57-7667-6E59-44C806403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8F595-71E3-89C8-9737-E8DC46D0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35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C6AC-8C67-2A59-9FAE-03C1C216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B29C7-5F1F-718D-FB80-DCFA736A3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8AB3B-2654-C563-0D8A-4B6E7518E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9F067A-53B1-775F-6E60-773ED21D3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6BF2AC-86BE-43D5-528F-2102472EC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7CBC79-1EC4-3E57-7C04-09F6F8E9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5CFFB-2946-9CA6-8E5E-FCDF63FC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2A1D6B-9C3F-73E7-4A54-AC131585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94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0539-81D8-8CEC-A661-FC07B01DC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77D85-3579-62A6-D738-401E6093A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8D1AC-CD93-D455-8B38-9B35DA2D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A5258-38A9-D918-3267-C4093CCB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4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6AC16-A589-73F5-FD41-039F8D30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8502D5-D8C2-F001-39BB-BBFE7ACE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DDD64-E13C-3FC0-43E9-A1ECAE5A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4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F627-0049-85FD-796A-10C8F0F48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5856E-3838-EF9A-09B7-6B230BCB7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6F94A-A941-4898-0605-5395FBEF2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2B220-B547-76A4-BA13-DB83DC39A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AEAE5-AB41-216B-D001-75C944AC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237AE-D998-8A95-E8F8-29DE8D31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3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F3D5-0FA4-F574-5F4F-089B6FE4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3F7B64-2225-15DC-4C81-77F4DEC98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A373C-FC23-BF43-09BF-F8E76B293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8FB91-080B-D621-2066-16EE1146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93419-B2CA-E7CF-A7B6-30564E81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AE46E-8E06-9C08-E7EE-47134BD6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4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24EF-5D33-F73C-6992-2DA1D02D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F5B06-57A7-E5A3-1C2F-F6837CEBB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C7537-6245-E6A6-5894-0169A4749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2BA35-F790-82DF-FF88-78D5F2CB6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9D258-4CC7-13E2-A90E-29A2C32A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8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3B3BF7-F24E-24EE-920E-3FAEE91F36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097B6-827B-E74D-0287-664A54BCE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F2D22-82A4-7B21-E861-8D3DC8C2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CB6B7-B203-17C0-37B2-4B0113CD6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0574-6FB0-25FC-58ED-0D20831A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75376-52F4-D1F7-7666-1CDD39E2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AB8ED-AA45-2D6B-5DDC-A7204EF2A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1931-AA7A-17AB-BE9C-D5C3AAFB4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5A9CF-FBDE-464A-BC58-92383A876D8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E1045-5266-01D8-A405-898969366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77C17-C170-ED8D-7094-C9DF543ED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07C76-6FE6-4FBE-861E-27F00A7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8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99EC02-236A-3652-422F-1D2364BA878C}"/>
              </a:ext>
            </a:extLst>
          </p:cNvPr>
          <p:cNvSpPr/>
          <p:nvPr/>
        </p:nvSpPr>
        <p:spPr>
          <a:xfrm>
            <a:off x="1285102" y="951470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643318-A6E4-EBF4-83E3-D8DB037F3AF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46637" y="1340708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C7D465-D9B9-28DC-1AF8-995C39168B1C}"/>
              </a:ext>
            </a:extLst>
          </p:cNvPr>
          <p:cNvSpPr/>
          <p:nvPr/>
        </p:nvSpPr>
        <p:spPr>
          <a:xfrm>
            <a:off x="1371600" y="5072449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239538-9C6C-8DD6-558D-66901792D65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952368" y="5850925"/>
            <a:ext cx="0" cy="457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93C218-3332-005A-11C3-B020A3FED38B}"/>
              </a:ext>
            </a:extLst>
          </p:cNvPr>
          <p:cNvSpPr/>
          <p:nvPr/>
        </p:nvSpPr>
        <p:spPr>
          <a:xfrm>
            <a:off x="1371600" y="3836773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D59954-E9F6-A700-A333-7111F3A2E350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952368" y="4615249"/>
            <a:ext cx="0" cy="457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9230FA-B05B-9105-BA9E-0BA1045FC878}"/>
              </a:ext>
            </a:extLst>
          </p:cNvPr>
          <p:cNvSpPr/>
          <p:nvPr/>
        </p:nvSpPr>
        <p:spPr>
          <a:xfrm>
            <a:off x="1371600" y="2622721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C739D8-5077-9358-740D-E9D2D8DA71EE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952368" y="3401197"/>
            <a:ext cx="0" cy="457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B6F5369-65B2-C029-2FB8-C93E7E6F1565}"/>
              </a:ext>
            </a:extLst>
          </p:cNvPr>
          <p:cNvSpPr/>
          <p:nvPr/>
        </p:nvSpPr>
        <p:spPr>
          <a:xfrm>
            <a:off x="3016594" y="951470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26382B-7DA2-AF55-EA07-785B3817445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178129" y="1340708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F9458C-5511-1D39-B9A8-32507A1B991C}"/>
              </a:ext>
            </a:extLst>
          </p:cNvPr>
          <p:cNvSpPr/>
          <p:nvPr/>
        </p:nvSpPr>
        <p:spPr>
          <a:xfrm>
            <a:off x="4795968" y="951470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FFD5DC-B0E7-377E-53DF-9990A196F1AB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5957503" y="1340708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3F8D7C-F899-C5BE-E9F5-02040572AFA6}"/>
              </a:ext>
            </a:extLst>
          </p:cNvPr>
          <p:cNvSpPr/>
          <p:nvPr/>
        </p:nvSpPr>
        <p:spPr>
          <a:xfrm>
            <a:off x="7361368" y="3447535"/>
            <a:ext cx="1161535" cy="7784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DB4629-F98C-7D46-19AC-4EB505F72CDA}"/>
              </a:ext>
            </a:extLst>
          </p:cNvPr>
          <p:cNvCxnSpPr>
            <a:cxnSpLocks/>
          </p:cNvCxnSpPr>
          <p:nvPr/>
        </p:nvCxnSpPr>
        <p:spPr>
          <a:xfrm>
            <a:off x="8522903" y="3620873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E7AC8C-5E58-00B7-6794-4F9259AE4216}"/>
              </a:ext>
            </a:extLst>
          </p:cNvPr>
          <p:cNvCxnSpPr>
            <a:cxnSpLocks/>
          </p:cNvCxnSpPr>
          <p:nvPr/>
        </p:nvCxnSpPr>
        <p:spPr>
          <a:xfrm flipH="1">
            <a:off x="6696075" y="3982823"/>
            <a:ext cx="66529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276F2B3-311E-5ED5-F565-804192B07480}"/>
              </a:ext>
            </a:extLst>
          </p:cNvPr>
          <p:cNvSpPr/>
          <p:nvPr/>
        </p:nvSpPr>
        <p:spPr>
          <a:xfrm>
            <a:off x="5581994" y="3469159"/>
            <a:ext cx="1161535" cy="7784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4D42708-CE62-DDF6-6F61-D5F5DB907028}"/>
              </a:ext>
            </a:extLst>
          </p:cNvPr>
          <p:cNvCxnSpPr>
            <a:cxnSpLocks/>
          </p:cNvCxnSpPr>
          <p:nvPr/>
        </p:nvCxnSpPr>
        <p:spPr>
          <a:xfrm>
            <a:off x="6743529" y="3642497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F11BE6-398D-3256-694D-172E1A763D67}"/>
              </a:ext>
            </a:extLst>
          </p:cNvPr>
          <p:cNvCxnSpPr>
            <a:cxnSpLocks/>
          </p:cNvCxnSpPr>
          <p:nvPr/>
        </p:nvCxnSpPr>
        <p:spPr>
          <a:xfrm flipH="1">
            <a:off x="4916701" y="4004447"/>
            <a:ext cx="66529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C687837-A4B1-0D05-8242-22768EA40A39}"/>
              </a:ext>
            </a:extLst>
          </p:cNvPr>
          <p:cNvSpPr/>
          <p:nvPr/>
        </p:nvSpPr>
        <p:spPr>
          <a:xfrm>
            <a:off x="9140742" y="3401197"/>
            <a:ext cx="1161535" cy="7784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2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E83F15E-C188-2BC7-2AEA-FF3EEE8E8016}"/>
              </a:ext>
            </a:extLst>
          </p:cNvPr>
          <p:cNvCxnSpPr>
            <a:cxnSpLocks/>
          </p:cNvCxnSpPr>
          <p:nvPr/>
        </p:nvCxnSpPr>
        <p:spPr>
          <a:xfrm>
            <a:off x="10302277" y="3574535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AA7EF0-FCDE-3A05-4983-A3D1D269F45A}"/>
              </a:ext>
            </a:extLst>
          </p:cNvPr>
          <p:cNvCxnSpPr>
            <a:cxnSpLocks/>
          </p:cNvCxnSpPr>
          <p:nvPr/>
        </p:nvCxnSpPr>
        <p:spPr>
          <a:xfrm flipH="1">
            <a:off x="8475449" y="3936485"/>
            <a:ext cx="66529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D9AF8DC-F730-2CA3-E826-996DE7FFA374}"/>
              </a:ext>
            </a:extLst>
          </p:cNvPr>
          <p:cNvSpPr/>
          <p:nvPr/>
        </p:nvSpPr>
        <p:spPr>
          <a:xfrm>
            <a:off x="8475449" y="1844245"/>
            <a:ext cx="1161535" cy="77847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3290AA-80E8-7C77-079B-BA62F160AF95}"/>
              </a:ext>
            </a:extLst>
          </p:cNvPr>
          <p:cNvCxnSpPr>
            <a:cxnSpLocks/>
          </p:cNvCxnSpPr>
          <p:nvPr/>
        </p:nvCxnSpPr>
        <p:spPr>
          <a:xfrm>
            <a:off x="9636984" y="2017583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2D43727-3890-4702-1D19-CE8AF314CDB4}"/>
              </a:ext>
            </a:extLst>
          </p:cNvPr>
          <p:cNvCxnSpPr>
            <a:cxnSpLocks/>
          </p:cNvCxnSpPr>
          <p:nvPr/>
        </p:nvCxnSpPr>
        <p:spPr>
          <a:xfrm flipH="1">
            <a:off x="7810156" y="2379533"/>
            <a:ext cx="66529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5972DB2-1A87-5189-D6FF-EF51F04BD0F1}"/>
              </a:ext>
            </a:extLst>
          </p:cNvPr>
          <p:cNvSpPr/>
          <p:nvPr/>
        </p:nvSpPr>
        <p:spPr>
          <a:xfrm>
            <a:off x="5581994" y="5072449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C151B5B-8C0D-89B7-8321-D0B72DAB9B7B}"/>
              </a:ext>
            </a:extLst>
          </p:cNvPr>
          <p:cNvCxnSpPr>
            <a:cxnSpLocks/>
            <a:stCxn id="49" idx="0"/>
            <a:endCxn id="28" idx="2"/>
          </p:cNvCxnSpPr>
          <p:nvPr/>
        </p:nvCxnSpPr>
        <p:spPr>
          <a:xfrm flipV="1">
            <a:off x="6162762" y="4247635"/>
            <a:ext cx="0" cy="8248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B46F785-7A3A-BCAE-205E-CFD730083DFF}"/>
              </a:ext>
            </a:extLst>
          </p:cNvPr>
          <p:cNvSpPr/>
          <p:nvPr/>
        </p:nvSpPr>
        <p:spPr>
          <a:xfrm>
            <a:off x="9140742" y="4958149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6C602C1-485A-9C72-EA8A-D37DC0C3FC85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9721510" y="4133335"/>
            <a:ext cx="0" cy="8248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199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5CE9-D091-6E55-ABCE-54CC9CC19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640A03B-185D-25DC-DA73-FD0A5B7086AA}"/>
              </a:ext>
            </a:extLst>
          </p:cNvPr>
          <p:cNvSpPr/>
          <p:nvPr/>
        </p:nvSpPr>
        <p:spPr>
          <a:xfrm>
            <a:off x="2777010" y="3432089"/>
            <a:ext cx="1161535" cy="7784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5A7EB4-A424-7C66-D8EF-73EF8D7244CF}"/>
              </a:ext>
            </a:extLst>
          </p:cNvPr>
          <p:cNvCxnSpPr>
            <a:cxnSpLocks/>
          </p:cNvCxnSpPr>
          <p:nvPr/>
        </p:nvCxnSpPr>
        <p:spPr>
          <a:xfrm>
            <a:off x="3938545" y="3605427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DE2E7C3-84D6-073D-6411-27ECFFA9755B}"/>
              </a:ext>
            </a:extLst>
          </p:cNvPr>
          <p:cNvCxnSpPr>
            <a:cxnSpLocks/>
          </p:cNvCxnSpPr>
          <p:nvPr/>
        </p:nvCxnSpPr>
        <p:spPr>
          <a:xfrm flipH="1" flipV="1">
            <a:off x="1639203" y="3912115"/>
            <a:ext cx="1137807" cy="552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CF058D3-320A-0D87-23FF-E3923AF61C03}"/>
              </a:ext>
            </a:extLst>
          </p:cNvPr>
          <p:cNvSpPr/>
          <p:nvPr/>
        </p:nvSpPr>
        <p:spPr>
          <a:xfrm>
            <a:off x="7349010" y="1978368"/>
            <a:ext cx="1161535" cy="77847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2495D5C-BA59-08FC-09B4-9E2136D15BDD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8510545" y="2138748"/>
            <a:ext cx="185352" cy="129025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485C57E-EC53-3679-C817-3B25FA59F3E9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6916524" y="2500698"/>
            <a:ext cx="432486" cy="9283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06658DF-EC20-56A4-157C-1C2F64DF735B}"/>
              </a:ext>
            </a:extLst>
          </p:cNvPr>
          <p:cNvSpPr/>
          <p:nvPr/>
        </p:nvSpPr>
        <p:spPr>
          <a:xfrm>
            <a:off x="2777010" y="5032290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D8EC8F-8495-CE07-438F-F4FE746BDA1F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3357778" y="4207476"/>
            <a:ext cx="0" cy="8248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7B6825D-EE21-6920-5624-9AEAB3707E2D}"/>
              </a:ext>
            </a:extLst>
          </p:cNvPr>
          <p:cNvSpPr/>
          <p:nvPr/>
        </p:nvSpPr>
        <p:spPr>
          <a:xfrm>
            <a:off x="9894502" y="5042930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4AF6E8-0E6A-BE96-7A01-337DD573AC4A}"/>
              </a:ext>
            </a:extLst>
          </p:cNvPr>
          <p:cNvCxnSpPr>
            <a:cxnSpLocks/>
            <a:stCxn id="54" idx="0"/>
            <a:endCxn id="46" idx="2"/>
          </p:cNvCxnSpPr>
          <p:nvPr/>
        </p:nvCxnSpPr>
        <p:spPr>
          <a:xfrm flipV="1">
            <a:off x="10475270" y="4207476"/>
            <a:ext cx="0" cy="8354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09A14B-B53A-B670-A1D4-73DDF4EA9C6C}"/>
              </a:ext>
            </a:extLst>
          </p:cNvPr>
          <p:cNvSpPr/>
          <p:nvPr/>
        </p:nvSpPr>
        <p:spPr>
          <a:xfrm>
            <a:off x="4556383" y="3429000"/>
            <a:ext cx="1161535" cy="7784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2CB5C5-8BD5-71AE-3749-40C8693E042C}"/>
              </a:ext>
            </a:extLst>
          </p:cNvPr>
          <p:cNvCxnSpPr>
            <a:cxnSpLocks/>
          </p:cNvCxnSpPr>
          <p:nvPr/>
        </p:nvCxnSpPr>
        <p:spPr>
          <a:xfrm>
            <a:off x="5717918" y="3605427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EC5BF9-0DB9-859F-41BC-DDB2DA012AA9}"/>
              </a:ext>
            </a:extLst>
          </p:cNvPr>
          <p:cNvCxnSpPr>
            <a:cxnSpLocks/>
          </p:cNvCxnSpPr>
          <p:nvPr/>
        </p:nvCxnSpPr>
        <p:spPr>
          <a:xfrm flipH="1">
            <a:off x="3891090" y="3967377"/>
            <a:ext cx="66529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8C39EA6-E926-A542-C006-3BB2F20E3A02}"/>
              </a:ext>
            </a:extLst>
          </p:cNvPr>
          <p:cNvSpPr/>
          <p:nvPr/>
        </p:nvSpPr>
        <p:spPr>
          <a:xfrm>
            <a:off x="6335756" y="3429000"/>
            <a:ext cx="1161535" cy="7784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2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48DFE30-BBD2-4FF6-E5D6-523BB4F8E5F5}"/>
              </a:ext>
            </a:extLst>
          </p:cNvPr>
          <p:cNvCxnSpPr>
            <a:cxnSpLocks/>
            <a:endCxn id="40" idx="2"/>
          </p:cNvCxnSpPr>
          <p:nvPr/>
        </p:nvCxnSpPr>
        <p:spPr>
          <a:xfrm flipV="1">
            <a:off x="7497291" y="2756844"/>
            <a:ext cx="432487" cy="8485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DCD66C-D501-7D95-3098-F41954A993F4}"/>
              </a:ext>
            </a:extLst>
          </p:cNvPr>
          <p:cNvCxnSpPr>
            <a:cxnSpLocks/>
          </p:cNvCxnSpPr>
          <p:nvPr/>
        </p:nvCxnSpPr>
        <p:spPr>
          <a:xfrm flipH="1">
            <a:off x="5670463" y="3967377"/>
            <a:ext cx="66529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D06D3B6-D2AC-AAD4-80B4-BE54209339BB}"/>
              </a:ext>
            </a:extLst>
          </p:cNvPr>
          <p:cNvSpPr/>
          <p:nvPr/>
        </p:nvSpPr>
        <p:spPr>
          <a:xfrm>
            <a:off x="8115129" y="3429000"/>
            <a:ext cx="1161535" cy="7784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3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FEB01C3-2EF4-367C-5417-A876CDF850A1}"/>
              </a:ext>
            </a:extLst>
          </p:cNvPr>
          <p:cNvCxnSpPr>
            <a:cxnSpLocks/>
          </p:cNvCxnSpPr>
          <p:nvPr/>
        </p:nvCxnSpPr>
        <p:spPr>
          <a:xfrm>
            <a:off x="9276664" y="3605427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D641ACA-EF4E-50FB-5C63-EBE839D07D7A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7929778" y="2756844"/>
            <a:ext cx="185351" cy="12105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6CABA9F-A403-D19D-8DC8-39FE96B6D592}"/>
              </a:ext>
            </a:extLst>
          </p:cNvPr>
          <p:cNvSpPr/>
          <p:nvPr/>
        </p:nvSpPr>
        <p:spPr>
          <a:xfrm>
            <a:off x="9894502" y="3429000"/>
            <a:ext cx="1161535" cy="7784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4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2D7B959-351D-09CF-9C11-27A5C7B88473}"/>
              </a:ext>
            </a:extLst>
          </p:cNvPr>
          <p:cNvCxnSpPr>
            <a:cxnSpLocks/>
          </p:cNvCxnSpPr>
          <p:nvPr/>
        </p:nvCxnSpPr>
        <p:spPr>
          <a:xfrm>
            <a:off x="11056037" y="3605427"/>
            <a:ext cx="6178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80182F9-EB6E-80F3-BD5D-60ADA73FED23}"/>
              </a:ext>
            </a:extLst>
          </p:cNvPr>
          <p:cNvCxnSpPr>
            <a:cxnSpLocks/>
          </p:cNvCxnSpPr>
          <p:nvPr/>
        </p:nvCxnSpPr>
        <p:spPr>
          <a:xfrm flipH="1">
            <a:off x="9229209" y="3967377"/>
            <a:ext cx="66529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A7EB8EF-1E18-5139-0C8B-4BEE6D64F01E}"/>
              </a:ext>
            </a:extLst>
          </p:cNvPr>
          <p:cNvSpPr/>
          <p:nvPr/>
        </p:nvSpPr>
        <p:spPr>
          <a:xfrm>
            <a:off x="6335756" y="6019460"/>
            <a:ext cx="1161535" cy="778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C230937-795B-2A6B-AB88-02F39E25E6F2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6916524" y="4150501"/>
            <a:ext cx="0" cy="186895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8E95082-90EE-5B8C-7EC1-AC2516847B93}"/>
              </a:ext>
            </a:extLst>
          </p:cNvPr>
          <p:cNvSpPr/>
          <p:nvPr/>
        </p:nvSpPr>
        <p:spPr>
          <a:xfrm>
            <a:off x="5515232" y="435059"/>
            <a:ext cx="3761432" cy="77847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Insert_index</a:t>
            </a:r>
            <a:r>
              <a:rPr lang="en-US" sz="3200" dirty="0"/>
              <a:t> = 3</a:t>
            </a:r>
          </a:p>
        </p:txBody>
      </p:sp>
    </p:spTree>
    <p:extLst>
      <p:ext uri="{BB962C8B-B14F-4D97-AF65-F5344CB8AC3E}">
        <p14:creationId xmlns:p14="http://schemas.microsoft.com/office/powerpoint/2010/main" val="1568699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20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1</cp:revision>
  <dcterms:created xsi:type="dcterms:W3CDTF">2025-04-26T07:08:24Z</dcterms:created>
  <dcterms:modified xsi:type="dcterms:W3CDTF">2025-04-26T07:43:45Z</dcterms:modified>
</cp:coreProperties>
</file>