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97B3-E5DC-6530-5A92-671B194BC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94C84-6741-D041-D237-485674320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EC1D-130F-CA03-3004-A5B1B696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065F-B3D8-BF31-57E7-B2A7411D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E7B3-0D98-1242-845B-9284C6D9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8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02597-D96C-E163-CE24-B1F41F16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99315-75D5-092A-1A1C-A49B70BAC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E46D8-A34A-C575-1A49-FB33D7C3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AB49B-14E8-98F0-2D5A-139CFECF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49C25-8E71-3460-519E-73D19647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9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3AF7-9C87-53A5-0EF8-984684DA7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0D839-130F-E999-3591-8AEB5B5FB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32B9E-FF02-EB96-40DF-A11F6A77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70807-2B5A-275B-44D8-02330886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1BEDD-B52D-A9E7-1EB6-F4AA3571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3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DEE0-FC39-4E4C-B722-7F6FCF96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27D85-CB02-58E6-BEE8-2E18E9FE8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AC7C5-02F6-E695-F043-2480EC8DA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C87D5-839C-FF32-DBC0-087CA526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80833-6E99-EE4D-EAE7-16F8DB03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41C18-FC91-67E0-40AE-530A616C7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1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8775-ABCB-FF94-CD66-744ABCCC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74749-9842-1010-D6C8-E37D499B2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E0F34-7523-D48E-E0CA-FEAACE5BC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231C2-EA57-D54E-3094-1920C43DC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392F8-2908-071A-1FA9-B8136641F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675EF-4C29-A0A8-7693-0F5D6102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50A93-CB12-08AD-D91D-9E6CE8B8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C490E-1F09-0851-A823-87988EBD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42B91-CED8-B40A-013C-E6058036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1A1AC-8C3E-F10E-AEDB-1C1D4C0D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8346F-1ED0-AA65-98F7-14682E40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F9DF2-5E11-9FA7-BE99-D1D1F4475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7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558F9-CF24-A130-0A45-581CEC51B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2CBBD-D003-3915-BE67-C5DA6203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3318F-E220-910E-5575-36781F7B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1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A57C-917E-D61E-96F4-CFBEF3451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D968D-D095-8DB5-4FED-EA9E9FF0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B3CB3-4950-DEE8-BDF5-0675247AE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19660-F12A-5EAB-DF54-AE7522A5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D117D-AE58-D122-89FA-529DD37A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8E896-A2EB-F70A-670F-1462B5C2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77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D009-CBE7-C660-A4F7-214CD09B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1D87C-B8AA-34FB-7F0A-793A08B49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AA23A-DEEF-65EC-88F3-206125C61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B30AE-1DF6-F2AB-6E4C-06CE4DE6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B440F-780E-226F-AADF-CCF20182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732DF-F80A-F304-A703-233A4B4D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5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90D7-5AB2-19AF-AFB2-E0192483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9D13C-3F25-9607-00CE-9646D14BE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E3EEE-93FD-76C8-C9F0-DE088BDB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E76BC-9E4D-F9D8-02C1-A496F356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25107-0058-9002-F97D-C43BD0C4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86CAA-CB97-0E1B-F853-653528D4E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787C6-2E6A-AF04-CFDE-A85D09DC5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4A5D-07F0-7A09-614A-033EA61EC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EABF0-5EDD-F1F7-2566-3FFC527B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406E1-F5C9-67A6-FBAF-971DC6D7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451C16-2D30-1503-8355-44EBECD1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BCD96-CD67-5018-9B1B-1EBA16740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F71F0-CE24-D42D-5D03-5C08E27B0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A8559-5D6D-461A-8524-1D3905D673C1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60027-B54C-F08E-51B9-19B1A88A6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38C5B-A394-BF37-2DFC-1DB0BE42A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E25C0-025A-4A86-9469-7A843A468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4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C9308D-4888-1F87-8B47-9B67287108DE}"/>
              </a:ext>
            </a:extLst>
          </p:cNvPr>
          <p:cNvSpPr/>
          <p:nvPr/>
        </p:nvSpPr>
        <p:spPr>
          <a:xfrm>
            <a:off x="452673" y="280657"/>
            <a:ext cx="7632072" cy="77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E75B20-688A-CAC6-0FB2-E679C60A7933}"/>
              </a:ext>
            </a:extLst>
          </p:cNvPr>
          <p:cNvSpPr/>
          <p:nvPr/>
        </p:nvSpPr>
        <p:spPr>
          <a:xfrm>
            <a:off x="552261" y="425513"/>
            <a:ext cx="597529" cy="47983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A[0]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DB31A7-083C-3A6B-6F72-08BB4C866202}"/>
              </a:ext>
            </a:extLst>
          </p:cNvPr>
          <p:cNvSpPr/>
          <p:nvPr/>
        </p:nvSpPr>
        <p:spPr>
          <a:xfrm>
            <a:off x="1249378" y="425513"/>
            <a:ext cx="597529" cy="47983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A[1]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E35295-CFFF-49D1-C42E-4C4693D90F8A}"/>
              </a:ext>
            </a:extLst>
          </p:cNvPr>
          <p:cNvSpPr/>
          <p:nvPr/>
        </p:nvSpPr>
        <p:spPr>
          <a:xfrm>
            <a:off x="1955548" y="425513"/>
            <a:ext cx="597529" cy="47983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1F1424-A087-EB67-A8A0-FC28DA075E26}"/>
              </a:ext>
            </a:extLst>
          </p:cNvPr>
          <p:cNvSpPr/>
          <p:nvPr/>
        </p:nvSpPr>
        <p:spPr>
          <a:xfrm>
            <a:off x="8407652" y="158436"/>
            <a:ext cx="3657600" cy="6509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973DB-F839-2050-2894-F1E6BEB7D1CF}"/>
              </a:ext>
            </a:extLst>
          </p:cNvPr>
          <p:cNvSpPr/>
          <p:nvPr/>
        </p:nvSpPr>
        <p:spPr>
          <a:xfrm>
            <a:off x="8492151" y="217283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06293-AB19-AFC9-ED9D-6F494E053B7F}"/>
              </a:ext>
            </a:extLst>
          </p:cNvPr>
          <p:cNvSpPr/>
          <p:nvPr/>
        </p:nvSpPr>
        <p:spPr>
          <a:xfrm>
            <a:off x="552260" y="1448553"/>
            <a:ext cx="7632072" cy="5128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Ô nhớ: Là 1 đơn vị lưu trữ dữ liệu nhỏ nhất trong bộ nhớ máy tính</a:t>
            </a:r>
          </a:p>
          <a:p>
            <a:pPr algn="ctr"/>
            <a:r>
              <a:rPr lang="en-US"/>
              <a:t>1 ô nhớ có thể chứa 1bit dữ liệu nhị phân: 1 hoặc 0.</a:t>
            </a:r>
          </a:p>
          <a:p>
            <a:pPr algn="ctr"/>
            <a:r>
              <a:rPr lang="en-US"/>
              <a:t>2[10] </a:t>
            </a:r>
            <a:r>
              <a:rPr lang="en-US">
                <a:sym typeface="Wingdings" panose="05000000000000000000" pitchFamily="2" charset="2"/>
              </a:rPr>
              <a:t> 10[2]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1 ô nhớ có 2 phần: </a:t>
            </a:r>
            <a:br>
              <a:rPr lang="en-US">
                <a:sym typeface="Wingdings" panose="05000000000000000000" pitchFamily="2" charset="2"/>
              </a:rPr>
            </a:br>
            <a:r>
              <a:rPr lang="en-US">
                <a:sym typeface="Wingdings" panose="05000000000000000000" pitchFamily="2" charset="2"/>
              </a:rPr>
              <a:t>- phần dữ liệu: để lưu dữ liệu</a:t>
            </a:r>
            <a:br>
              <a:rPr lang="en-US">
                <a:sym typeface="Wingdings" panose="05000000000000000000" pitchFamily="2" charset="2"/>
              </a:rPr>
            </a:br>
            <a:r>
              <a:rPr lang="en-US">
                <a:sym typeface="Wingdings" panose="05000000000000000000" pitchFamily="2" charset="2"/>
              </a:rPr>
              <a:t>- phần địa chỉ: địa chỉ được HĐH gán cho ô nhớ.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RAM: 4GB = 4 * 2^10 * 2^10 * 2^10 * 8 (bit)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= 4 * 8 * 1024 * 1024 *1024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Nói thêm 1 chút: HĐH x86/x64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X86  HĐH 32bit. Là HĐH có thể quản lý được tối đa 2^32 địa chỉ.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2^32 = 2^2 * 2^10 * 2^10 *2^10 =&gt; quản lý được nhiều nhất 4G địa chỉ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X64  HĐH 64bit.</a:t>
            </a:r>
          </a:p>
          <a:p>
            <a:pPr algn="ctr"/>
            <a:r>
              <a:rPr lang="en-US">
                <a:sym typeface="Wingdings" panose="05000000000000000000" pitchFamily="2" charset="2"/>
              </a:rPr>
              <a:t>2^64 = 2^32 * 2^32 = 2^34 * 2^30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37D7C8-4A72-19BF-9471-0ACF9D14E5C9}"/>
              </a:ext>
            </a:extLst>
          </p:cNvPr>
          <p:cNvSpPr/>
          <p:nvPr/>
        </p:nvSpPr>
        <p:spPr>
          <a:xfrm>
            <a:off x="9020270" y="212757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04C49-87E7-6351-1D9D-FD7EE2C255EF}"/>
              </a:ext>
            </a:extLst>
          </p:cNvPr>
          <p:cNvSpPr/>
          <p:nvPr/>
        </p:nvSpPr>
        <p:spPr>
          <a:xfrm>
            <a:off x="9548390" y="230862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5B877C-C964-36EA-BB3E-A2737292D7FE}"/>
              </a:ext>
            </a:extLst>
          </p:cNvPr>
          <p:cNvSpPr/>
          <p:nvPr/>
        </p:nvSpPr>
        <p:spPr>
          <a:xfrm>
            <a:off x="10076509" y="226336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BC9DEC-3DD4-1056-91A8-470E0C45588D}"/>
              </a:ext>
            </a:extLst>
          </p:cNvPr>
          <p:cNvSpPr/>
          <p:nvPr/>
        </p:nvSpPr>
        <p:spPr>
          <a:xfrm>
            <a:off x="10604629" y="230862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F02985-D344-4CAA-5591-D8F8FC6F4F29}"/>
              </a:ext>
            </a:extLst>
          </p:cNvPr>
          <p:cNvSpPr/>
          <p:nvPr/>
        </p:nvSpPr>
        <p:spPr>
          <a:xfrm>
            <a:off x="11132748" y="226336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30296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4664-1C8B-CF2F-BBFF-14DC98AB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1B54F2-1CC1-2E25-5472-E89ADE86F1B7}"/>
              </a:ext>
            </a:extLst>
          </p:cNvPr>
          <p:cNvSpPr/>
          <p:nvPr/>
        </p:nvSpPr>
        <p:spPr>
          <a:xfrm>
            <a:off x="452673" y="280657"/>
            <a:ext cx="5812325" cy="778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4312D0-530E-B06A-CC9F-AE2694B97BD7}"/>
              </a:ext>
            </a:extLst>
          </p:cNvPr>
          <p:cNvSpPr/>
          <p:nvPr/>
        </p:nvSpPr>
        <p:spPr>
          <a:xfrm>
            <a:off x="552261" y="425513"/>
            <a:ext cx="597529" cy="47983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A[0]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AC4A2A-4B7A-6020-0C35-CE889BD56427}"/>
              </a:ext>
            </a:extLst>
          </p:cNvPr>
          <p:cNvSpPr/>
          <p:nvPr/>
        </p:nvSpPr>
        <p:spPr>
          <a:xfrm>
            <a:off x="1249378" y="425513"/>
            <a:ext cx="597529" cy="47983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A[1]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EAE60C-2432-AA8B-612E-4550FEA69BAC}"/>
              </a:ext>
            </a:extLst>
          </p:cNvPr>
          <p:cNvSpPr/>
          <p:nvPr/>
        </p:nvSpPr>
        <p:spPr>
          <a:xfrm>
            <a:off x="1955548" y="425513"/>
            <a:ext cx="597529" cy="47983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A[2]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4A82DE-1107-FA65-7405-57FF2A4C351E}"/>
              </a:ext>
            </a:extLst>
          </p:cNvPr>
          <p:cNvSpPr/>
          <p:nvPr/>
        </p:nvSpPr>
        <p:spPr>
          <a:xfrm>
            <a:off x="6373639" y="158436"/>
            <a:ext cx="5441133" cy="6509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857B40-93BD-290A-79C4-4F38D629742E}"/>
              </a:ext>
            </a:extLst>
          </p:cNvPr>
          <p:cNvSpPr/>
          <p:nvPr/>
        </p:nvSpPr>
        <p:spPr>
          <a:xfrm>
            <a:off x="6446068" y="239916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EC1F2A-69B7-28A5-B0EF-06FB0CBAA88F}"/>
              </a:ext>
            </a:extLst>
          </p:cNvPr>
          <p:cNvSpPr/>
          <p:nvPr/>
        </p:nvSpPr>
        <p:spPr>
          <a:xfrm>
            <a:off x="6974187" y="235390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A9F078-F980-0D5A-01DE-C73CC211ADAB}"/>
              </a:ext>
            </a:extLst>
          </p:cNvPr>
          <p:cNvSpPr/>
          <p:nvPr/>
        </p:nvSpPr>
        <p:spPr>
          <a:xfrm>
            <a:off x="7502307" y="253495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DAF62-DDFD-5D02-B940-840DDD1F33BD}"/>
              </a:ext>
            </a:extLst>
          </p:cNvPr>
          <p:cNvSpPr/>
          <p:nvPr/>
        </p:nvSpPr>
        <p:spPr>
          <a:xfrm>
            <a:off x="8030426" y="248969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3509E1-6D11-E6DF-1EB6-3B05B5B4C0BB}"/>
              </a:ext>
            </a:extLst>
          </p:cNvPr>
          <p:cNvSpPr/>
          <p:nvPr/>
        </p:nvSpPr>
        <p:spPr>
          <a:xfrm>
            <a:off x="8558546" y="253495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2BA6FD-983A-512A-8413-21CCD58DFDD4}"/>
              </a:ext>
            </a:extLst>
          </p:cNvPr>
          <p:cNvSpPr/>
          <p:nvPr/>
        </p:nvSpPr>
        <p:spPr>
          <a:xfrm>
            <a:off x="9086665" y="248969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5E049D-68F3-9889-38D2-6A069FDA9CC4}"/>
              </a:ext>
            </a:extLst>
          </p:cNvPr>
          <p:cNvSpPr/>
          <p:nvPr/>
        </p:nvSpPr>
        <p:spPr>
          <a:xfrm>
            <a:off x="9637416" y="253495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C366E8-6571-4C78-664F-05BFFB72DC79}"/>
              </a:ext>
            </a:extLst>
          </p:cNvPr>
          <p:cNvSpPr/>
          <p:nvPr/>
        </p:nvSpPr>
        <p:spPr>
          <a:xfrm>
            <a:off x="10165535" y="248969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44E3C3-E6A8-1B13-55FF-40EACB0A36B4}"/>
              </a:ext>
            </a:extLst>
          </p:cNvPr>
          <p:cNvSpPr/>
          <p:nvPr/>
        </p:nvSpPr>
        <p:spPr>
          <a:xfrm>
            <a:off x="10693655" y="253495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1C74D7-0A40-5FBD-1EEF-29FBD1CBEFDA}"/>
              </a:ext>
            </a:extLst>
          </p:cNvPr>
          <p:cNvSpPr/>
          <p:nvPr/>
        </p:nvSpPr>
        <p:spPr>
          <a:xfrm>
            <a:off x="11221774" y="248969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1C240E-97ED-E694-0C81-ACF121EA0273}"/>
              </a:ext>
            </a:extLst>
          </p:cNvPr>
          <p:cNvSpPr/>
          <p:nvPr/>
        </p:nvSpPr>
        <p:spPr>
          <a:xfrm>
            <a:off x="6446068" y="755960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CA865B-A60F-D533-CC68-DF02D9FF8494}"/>
              </a:ext>
            </a:extLst>
          </p:cNvPr>
          <p:cNvSpPr/>
          <p:nvPr/>
        </p:nvSpPr>
        <p:spPr>
          <a:xfrm>
            <a:off x="6974187" y="751434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14D734-E8F0-6681-276F-99481444AA1A}"/>
              </a:ext>
            </a:extLst>
          </p:cNvPr>
          <p:cNvSpPr/>
          <p:nvPr/>
        </p:nvSpPr>
        <p:spPr>
          <a:xfrm>
            <a:off x="7502307" y="769539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59BA0B-6772-0475-364D-B164F7E77103}"/>
              </a:ext>
            </a:extLst>
          </p:cNvPr>
          <p:cNvSpPr/>
          <p:nvPr/>
        </p:nvSpPr>
        <p:spPr>
          <a:xfrm>
            <a:off x="8030426" y="765013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90FA0F-8DF4-0B36-6742-FB1E22DF9278}"/>
              </a:ext>
            </a:extLst>
          </p:cNvPr>
          <p:cNvSpPr/>
          <p:nvPr/>
        </p:nvSpPr>
        <p:spPr>
          <a:xfrm>
            <a:off x="8558546" y="769539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54A35E-1A3E-3204-4C8F-CB0A7D4302D2}"/>
              </a:ext>
            </a:extLst>
          </p:cNvPr>
          <p:cNvSpPr/>
          <p:nvPr/>
        </p:nvSpPr>
        <p:spPr>
          <a:xfrm>
            <a:off x="9086665" y="765013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20C715-4BF5-9AC2-BC3E-41CA42ED30E7}"/>
              </a:ext>
            </a:extLst>
          </p:cNvPr>
          <p:cNvSpPr/>
          <p:nvPr/>
        </p:nvSpPr>
        <p:spPr>
          <a:xfrm>
            <a:off x="9637416" y="769539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BFD5A6-A09A-0617-B2FD-F4E71D876B6D}"/>
              </a:ext>
            </a:extLst>
          </p:cNvPr>
          <p:cNvSpPr/>
          <p:nvPr/>
        </p:nvSpPr>
        <p:spPr>
          <a:xfrm>
            <a:off x="10165535" y="765013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602931-B5EF-3FA0-D830-5FF292B67D5B}"/>
              </a:ext>
            </a:extLst>
          </p:cNvPr>
          <p:cNvSpPr/>
          <p:nvPr/>
        </p:nvSpPr>
        <p:spPr>
          <a:xfrm>
            <a:off x="10693655" y="769539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AFD325-8B95-69C1-CAF8-E627736390EF}"/>
              </a:ext>
            </a:extLst>
          </p:cNvPr>
          <p:cNvSpPr/>
          <p:nvPr/>
        </p:nvSpPr>
        <p:spPr>
          <a:xfrm>
            <a:off x="11221774" y="765013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457612-ACE3-C4E5-6FE1-4E58517FFA26}"/>
              </a:ext>
            </a:extLst>
          </p:cNvPr>
          <p:cNvSpPr/>
          <p:nvPr/>
        </p:nvSpPr>
        <p:spPr>
          <a:xfrm>
            <a:off x="6446068" y="1272004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3E15C0-4F2A-CDDB-4DBC-2581BDD0CFFD}"/>
              </a:ext>
            </a:extLst>
          </p:cNvPr>
          <p:cNvSpPr/>
          <p:nvPr/>
        </p:nvSpPr>
        <p:spPr>
          <a:xfrm>
            <a:off x="6974187" y="1267478"/>
            <a:ext cx="443621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B192C5-3AE1-B748-E4BE-73BDCE697442}"/>
              </a:ext>
            </a:extLst>
          </p:cNvPr>
          <p:cNvSpPr/>
          <p:nvPr/>
        </p:nvSpPr>
        <p:spPr>
          <a:xfrm>
            <a:off x="7502307" y="1285583"/>
            <a:ext cx="443620" cy="41645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60266C-8829-670F-1F26-CC2B5DF582AE}"/>
              </a:ext>
            </a:extLst>
          </p:cNvPr>
          <p:cNvSpPr/>
          <p:nvPr/>
        </p:nvSpPr>
        <p:spPr>
          <a:xfrm>
            <a:off x="8030426" y="1281057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4525DB-E5EF-B36F-0F24-7C7E774047EB}"/>
              </a:ext>
            </a:extLst>
          </p:cNvPr>
          <p:cNvSpPr/>
          <p:nvPr/>
        </p:nvSpPr>
        <p:spPr>
          <a:xfrm>
            <a:off x="8558546" y="1285583"/>
            <a:ext cx="443620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8F1054-BFFA-CD5D-BADB-28AF725D6AD4}"/>
              </a:ext>
            </a:extLst>
          </p:cNvPr>
          <p:cNvSpPr/>
          <p:nvPr/>
        </p:nvSpPr>
        <p:spPr>
          <a:xfrm>
            <a:off x="9086665" y="1281057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C379E9-E821-1C32-710C-3B02D8CF828A}"/>
              </a:ext>
            </a:extLst>
          </p:cNvPr>
          <p:cNvSpPr/>
          <p:nvPr/>
        </p:nvSpPr>
        <p:spPr>
          <a:xfrm>
            <a:off x="9637416" y="1285583"/>
            <a:ext cx="443620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1C1348-D306-5E09-AEFE-1029FBC4BD1F}"/>
              </a:ext>
            </a:extLst>
          </p:cNvPr>
          <p:cNvSpPr/>
          <p:nvPr/>
        </p:nvSpPr>
        <p:spPr>
          <a:xfrm>
            <a:off x="10165535" y="1281057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7BDF93-CCC5-757F-63B3-89582135AA5F}"/>
              </a:ext>
            </a:extLst>
          </p:cNvPr>
          <p:cNvSpPr/>
          <p:nvPr/>
        </p:nvSpPr>
        <p:spPr>
          <a:xfrm>
            <a:off x="10693655" y="1285583"/>
            <a:ext cx="443620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5F8D52-698A-3806-5D30-DE46059D4014}"/>
              </a:ext>
            </a:extLst>
          </p:cNvPr>
          <p:cNvSpPr/>
          <p:nvPr/>
        </p:nvSpPr>
        <p:spPr>
          <a:xfrm>
            <a:off x="11221774" y="1281057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A99E41-8DDA-010A-9CFA-D3AA8C8EF4B6}"/>
              </a:ext>
            </a:extLst>
          </p:cNvPr>
          <p:cNvSpPr/>
          <p:nvPr/>
        </p:nvSpPr>
        <p:spPr>
          <a:xfrm>
            <a:off x="6446068" y="1774469"/>
            <a:ext cx="443620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9AAD5E-6C62-53E6-2B3A-2912D5C02CB2}"/>
              </a:ext>
            </a:extLst>
          </p:cNvPr>
          <p:cNvSpPr/>
          <p:nvPr/>
        </p:nvSpPr>
        <p:spPr>
          <a:xfrm>
            <a:off x="6974187" y="1769943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4483DC-593F-869A-FFCE-48C9188A4BDF}"/>
              </a:ext>
            </a:extLst>
          </p:cNvPr>
          <p:cNvSpPr/>
          <p:nvPr/>
        </p:nvSpPr>
        <p:spPr>
          <a:xfrm>
            <a:off x="7502307" y="1788048"/>
            <a:ext cx="443620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46D6953-F094-B94C-893C-0C70DF3B72BE}"/>
              </a:ext>
            </a:extLst>
          </p:cNvPr>
          <p:cNvSpPr/>
          <p:nvPr/>
        </p:nvSpPr>
        <p:spPr>
          <a:xfrm>
            <a:off x="8030426" y="1783522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82F4B3-45C0-F3EE-3441-C90FB141B2B0}"/>
              </a:ext>
            </a:extLst>
          </p:cNvPr>
          <p:cNvSpPr/>
          <p:nvPr/>
        </p:nvSpPr>
        <p:spPr>
          <a:xfrm>
            <a:off x="8558546" y="1788048"/>
            <a:ext cx="443620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FDDAA9-23C1-978A-7140-3B644B2AB970}"/>
              </a:ext>
            </a:extLst>
          </p:cNvPr>
          <p:cNvSpPr/>
          <p:nvPr/>
        </p:nvSpPr>
        <p:spPr>
          <a:xfrm>
            <a:off x="9086665" y="1783522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703624F-2779-5E33-A6E5-41CBB6123FF4}"/>
              </a:ext>
            </a:extLst>
          </p:cNvPr>
          <p:cNvSpPr/>
          <p:nvPr/>
        </p:nvSpPr>
        <p:spPr>
          <a:xfrm>
            <a:off x="9637416" y="1788048"/>
            <a:ext cx="443620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182299-B266-2820-3164-C3235A3043C7}"/>
              </a:ext>
            </a:extLst>
          </p:cNvPr>
          <p:cNvSpPr/>
          <p:nvPr/>
        </p:nvSpPr>
        <p:spPr>
          <a:xfrm>
            <a:off x="10165535" y="1783522"/>
            <a:ext cx="443621" cy="4164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CD250D-B855-FB4D-55ED-F4022742FB80}"/>
              </a:ext>
            </a:extLst>
          </p:cNvPr>
          <p:cNvSpPr/>
          <p:nvPr/>
        </p:nvSpPr>
        <p:spPr>
          <a:xfrm>
            <a:off x="10693655" y="1788048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B0CBAB7-B205-9A6E-154F-F4D23D8136E9}"/>
              </a:ext>
            </a:extLst>
          </p:cNvPr>
          <p:cNvSpPr/>
          <p:nvPr/>
        </p:nvSpPr>
        <p:spPr>
          <a:xfrm>
            <a:off x="11221774" y="1783522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0DF156-5125-C1D5-B6DC-FC9DEB68084F}"/>
              </a:ext>
            </a:extLst>
          </p:cNvPr>
          <p:cNvSpPr/>
          <p:nvPr/>
        </p:nvSpPr>
        <p:spPr>
          <a:xfrm>
            <a:off x="6446068" y="2290513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C19B98-A5CC-69A7-AD06-7A4B5B9D299C}"/>
              </a:ext>
            </a:extLst>
          </p:cNvPr>
          <p:cNvSpPr/>
          <p:nvPr/>
        </p:nvSpPr>
        <p:spPr>
          <a:xfrm>
            <a:off x="6974187" y="2285987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E8418D-28C8-D171-1F92-F1AD5AFE167E}"/>
              </a:ext>
            </a:extLst>
          </p:cNvPr>
          <p:cNvSpPr/>
          <p:nvPr/>
        </p:nvSpPr>
        <p:spPr>
          <a:xfrm>
            <a:off x="7502307" y="2304092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92495C-F6A9-4DE7-0561-363B2565EE65}"/>
              </a:ext>
            </a:extLst>
          </p:cNvPr>
          <p:cNvSpPr/>
          <p:nvPr/>
        </p:nvSpPr>
        <p:spPr>
          <a:xfrm>
            <a:off x="8030426" y="2299566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DBEA7D0-053E-B7C0-C3AA-2047B57AACFB}"/>
              </a:ext>
            </a:extLst>
          </p:cNvPr>
          <p:cNvSpPr/>
          <p:nvPr/>
        </p:nvSpPr>
        <p:spPr>
          <a:xfrm>
            <a:off x="8558546" y="2304092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5B879CC-AD71-19C0-0BFB-454069B5EDEB}"/>
              </a:ext>
            </a:extLst>
          </p:cNvPr>
          <p:cNvSpPr/>
          <p:nvPr/>
        </p:nvSpPr>
        <p:spPr>
          <a:xfrm>
            <a:off x="9086665" y="2299566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65ED30-99FE-00BF-93CA-97D84D058BEC}"/>
              </a:ext>
            </a:extLst>
          </p:cNvPr>
          <p:cNvSpPr/>
          <p:nvPr/>
        </p:nvSpPr>
        <p:spPr>
          <a:xfrm>
            <a:off x="9637416" y="2304092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DBDBEBD-5168-FACA-7079-C2B9BD1678FB}"/>
              </a:ext>
            </a:extLst>
          </p:cNvPr>
          <p:cNvSpPr/>
          <p:nvPr/>
        </p:nvSpPr>
        <p:spPr>
          <a:xfrm>
            <a:off x="10165535" y="2299566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CB5BE6-347B-02D5-1D9C-0065919FF402}"/>
              </a:ext>
            </a:extLst>
          </p:cNvPr>
          <p:cNvSpPr/>
          <p:nvPr/>
        </p:nvSpPr>
        <p:spPr>
          <a:xfrm>
            <a:off x="10693655" y="2304092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DBBCA82-C6AD-74E2-E883-353859A8BC96}"/>
              </a:ext>
            </a:extLst>
          </p:cNvPr>
          <p:cNvSpPr/>
          <p:nvPr/>
        </p:nvSpPr>
        <p:spPr>
          <a:xfrm>
            <a:off x="11221774" y="2299566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4DC21D3-F47F-669D-FFC9-250DD21AA03D}"/>
              </a:ext>
            </a:extLst>
          </p:cNvPr>
          <p:cNvSpPr/>
          <p:nvPr/>
        </p:nvSpPr>
        <p:spPr>
          <a:xfrm>
            <a:off x="6446068" y="2792978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491E7A3-6E2A-0A29-A21B-EFB3D7216D1C}"/>
              </a:ext>
            </a:extLst>
          </p:cNvPr>
          <p:cNvSpPr/>
          <p:nvPr/>
        </p:nvSpPr>
        <p:spPr>
          <a:xfrm>
            <a:off x="6974187" y="2788452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7C3E4BC-BD99-3630-74DE-FD60CAD568F8}"/>
              </a:ext>
            </a:extLst>
          </p:cNvPr>
          <p:cNvSpPr/>
          <p:nvPr/>
        </p:nvSpPr>
        <p:spPr>
          <a:xfrm>
            <a:off x="7502307" y="2806557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5676C51-FB84-BFAC-65B8-C29C6E305C27}"/>
              </a:ext>
            </a:extLst>
          </p:cNvPr>
          <p:cNvSpPr/>
          <p:nvPr/>
        </p:nvSpPr>
        <p:spPr>
          <a:xfrm>
            <a:off x="8030426" y="2802031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F109E9C-EE1C-FC22-6FE0-D5005F7CD13B}"/>
              </a:ext>
            </a:extLst>
          </p:cNvPr>
          <p:cNvSpPr/>
          <p:nvPr/>
        </p:nvSpPr>
        <p:spPr>
          <a:xfrm>
            <a:off x="8558546" y="2806557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7147139-DA9C-D8EB-DBEB-8212A0068505}"/>
              </a:ext>
            </a:extLst>
          </p:cNvPr>
          <p:cNvSpPr/>
          <p:nvPr/>
        </p:nvSpPr>
        <p:spPr>
          <a:xfrm>
            <a:off x="9086665" y="2802031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7BF75F0-065E-CA0F-8B10-99F684390F8A}"/>
              </a:ext>
            </a:extLst>
          </p:cNvPr>
          <p:cNvSpPr/>
          <p:nvPr/>
        </p:nvSpPr>
        <p:spPr>
          <a:xfrm>
            <a:off x="9637416" y="2806557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E095F6A-6FF7-DB8C-E972-1A99CA016841}"/>
              </a:ext>
            </a:extLst>
          </p:cNvPr>
          <p:cNvSpPr/>
          <p:nvPr/>
        </p:nvSpPr>
        <p:spPr>
          <a:xfrm>
            <a:off x="10165535" y="2802031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76557E1-69FB-A0A4-23E3-D7216D660EA6}"/>
              </a:ext>
            </a:extLst>
          </p:cNvPr>
          <p:cNvSpPr/>
          <p:nvPr/>
        </p:nvSpPr>
        <p:spPr>
          <a:xfrm>
            <a:off x="10693655" y="2806557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06C2013-8229-072B-29BE-970C9675FF9D}"/>
              </a:ext>
            </a:extLst>
          </p:cNvPr>
          <p:cNvSpPr/>
          <p:nvPr/>
        </p:nvSpPr>
        <p:spPr>
          <a:xfrm>
            <a:off x="11221774" y="2802031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31A738E-D601-7ECD-11EF-0B9F345B7341}"/>
              </a:ext>
            </a:extLst>
          </p:cNvPr>
          <p:cNvSpPr/>
          <p:nvPr/>
        </p:nvSpPr>
        <p:spPr>
          <a:xfrm>
            <a:off x="6446068" y="3309022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031654-F711-6C4C-1023-4A1AE82DC28C}"/>
              </a:ext>
            </a:extLst>
          </p:cNvPr>
          <p:cNvSpPr/>
          <p:nvPr/>
        </p:nvSpPr>
        <p:spPr>
          <a:xfrm>
            <a:off x="6974187" y="3304496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A9AFA1B-8700-C1CC-864E-14BFDD166382}"/>
              </a:ext>
            </a:extLst>
          </p:cNvPr>
          <p:cNvSpPr/>
          <p:nvPr/>
        </p:nvSpPr>
        <p:spPr>
          <a:xfrm>
            <a:off x="7502307" y="3322601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BF7DCB2-52F4-331A-47A6-40B79A807DD7}"/>
              </a:ext>
            </a:extLst>
          </p:cNvPr>
          <p:cNvSpPr/>
          <p:nvPr/>
        </p:nvSpPr>
        <p:spPr>
          <a:xfrm>
            <a:off x="8030426" y="3318075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678145-B236-4C73-217A-27E7507933C0}"/>
              </a:ext>
            </a:extLst>
          </p:cNvPr>
          <p:cNvSpPr/>
          <p:nvPr/>
        </p:nvSpPr>
        <p:spPr>
          <a:xfrm>
            <a:off x="8558546" y="3322601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8C4925F-D732-83D1-A333-50359800406F}"/>
              </a:ext>
            </a:extLst>
          </p:cNvPr>
          <p:cNvSpPr/>
          <p:nvPr/>
        </p:nvSpPr>
        <p:spPr>
          <a:xfrm>
            <a:off x="9086665" y="3318075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28F893F-53A0-97ED-01C6-669B20AA0BC6}"/>
              </a:ext>
            </a:extLst>
          </p:cNvPr>
          <p:cNvSpPr/>
          <p:nvPr/>
        </p:nvSpPr>
        <p:spPr>
          <a:xfrm>
            <a:off x="9637416" y="3322601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21392F1-A47C-2083-49DE-6CB826E36B33}"/>
              </a:ext>
            </a:extLst>
          </p:cNvPr>
          <p:cNvSpPr/>
          <p:nvPr/>
        </p:nvSpPr>
        <p:spPr>
          <a:xfrm>
            <a:off x="10165535" y="3318075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A6AD42-AFA0-70FB-9480-58C85A65EABE}"/>
              </a:ext>
            </a:extLst>
          </p:cNvPr>
          <p:cNvSpPr/>
          <p:nvPr/>
        </p:nvSpPr>
        <p:spPr>
          <a:xfrm>
            <a:off x="10693655" y="3322601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84EC26D-D66C-30C9-5BC9-420A4D74B48E}"/>
              </a:ext>
            </a:extLst>
          </p:cNvPr>
          <p:cNvSpPr/>
          <p:nvPr/>
        </p:nvSpPr>
        <p:spPr>
          <a:xfrm>
            <a:off x="11221774" y="3318075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46BB888-E064-D1F4-C01F-C97286DF749A}"/>
              </a:ext>
            </a:extLst>
          </p:cNvPr>
          <p:cNvSpPr/>
          <p:nvPr/>
        </p:nvSpPr>
        <p:spPr>
          <a:xfrm>
            <a:off x="6446068" y="3811487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A9A1DB8-DCBA-5B29-545C-4CFB3CAC5E6B}"/>
              </a:ext>
            </a:extLst>
          </p:cNvPr>
          <p:cNvSpPr/>
          <p:nvPr/>
        </p:nvSpPr>
        <p:spPr>
          <a:xfrm>
            <a:off x="6974187" y="3806961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4F15922-7C17-5D39-890A-12816C3DF18B}"/>
              </a:ext>
            </a:extLst>
          </p:cNvPr>
          <p:cNvSpPr/>
          <p:nvPr/>
        </p:nvSpPr>
        <p:spPr>
          <a:xfrm>
            <a:off x="7502307" y="3825066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5E18DF-38BC-7852-99A4-9B25135CFBD9}"/>
              </a:ext>
            </a:extLst>
          </p:cNvPr>
          <p:cNvSpPr/>
          <p:nvPr/>
        </p:nvSpPr>
        <p:spPr>
          <a:xfrm>
            <a:off x="8030426" y="3820540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BA45850-4D2E-2823-BF57-9435D189B83C}"/>
              </a:ext>
            </a:extLst>
          </p:cNvPr>
          <p:cNvSpPr/>
          <p:nvPr/>
        </p:nvSpPr>
        <p:spPr>
          <a:xfrm>
            <a:off x="8558546" y="3825066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10038C1-A16C-B467-1EB3-EB5A02C6ED92}"/>
              </a:ext>
            </a:extLst>
          </p:cNvPr>
          <p:cNvSpPr/>
          <p:nvPr/>
        </p:nvSpPr>
        <p:spPr>
          <a:xfrm>
            <a:off x="9086665" y="3820540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1009A6F-85C9-F330-413D-932DCA3C6BD7}"/>
              </a:ext>
            </a:extLst>
          </p:cNvPr>
          <p:cNvSpPr/>
          <p:nvPr/>
        </p:nvSpPr>
        <p:spPr>
          <a:xfrm>
            <a:off x="9637416" y="3825066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2A4CF98-75B5-CCAB-8216-7F3B1E308318}"/>
              </a:ext>
            </a:extLst>
          </p:cNvPr>
          <p:cNvSpPr/>
          <p:nvPr/>
        </p:nvSpPr>
        <p:spPr>
          <a:xfrm>
            <a:off x="10165535" y="3820540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68754D7-00B6-5794-3BCF-E8EA38593EF0}"/>
              </a:ext>
            </a:extLst>
          </p:cNvPr>
          <p:cNvSpPr/>
          <p:nvPr/>
        </p:nvSpPr>
        <p:spPr>
          <a:xfrm>
            <a:off x="10693655" y="3825066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6417DAC-3E04-8797-1FA2-9084B5FA87B2}"/>
              </a:ext>
            </a:extLst>
          </p:cNvPr>
          <p:cNvSpPr/>
          <p:nvPr/>
        </p:nvSpPr>
        <p:spPr>
          <a:xfrm>
            <a:off x="11221774" y="3820540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314A69A-D09D-1316-57AB-5C8998502104}"/>
              </a:ext>
            </a:extLst>
          </p:cNvPr>
          <p:cNvSpPr/>
          <p:nvPr/>
        </p:nvSpPr>
        <p:spPr>
          <a:xfrm>
            <a:off x="6446068" y="4327531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F6E71B4-1C1F-D241-2880-0896449B9DEE}"/>
              </a:ext>
            </a:extLst>
          </p:cNvPr>
          <p:cNvSpPr/>
          <p:nvPr/>
        </p:nvSpPr>
        <p:spPr>
          <a:xfrm>
            <a:off x="6974187" y="4323005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190D2A8-0265-EEE0-BC26-47234021016F}"/>
              </a:ext>
            </a:extLst>
          </p:cNvPr>
          <p:cNvSpPr/>
          <p:nvPr/>
        </p:nvSpPr>
        <p:spPr>
          <a:xfrm>
            <a:off x="7502307" y="4341110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24E56DF-D8B2-C846-C963-5DBF7848E65F}"/>
              </a:ext>
            </a:extLst>
          </p:cNvPr>
          <p:cNvSpPr/>
          <p:nvPr/>
        </p:nvSpPr>
        <p:spPr>
          <a:xfrm>
            <a:off x="8030426" y="4336584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E23BA9F-5CB1-882E-874E-93BC2F9BFFC6}"/>
              </a:ext>
            </a:extLst>
          </p:cNvPr>
          <p:cNvSpPr/>
          <p:nvPr/>
        </p:nvSpPr>
        <p:spPr>
          <a:xfrm>
            <a:off x="8558546" y="4341110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6ECB4B5-0756-820C-6CB6-C3590CEB4D25}"/>
              </a:ext>
            </a:extLst>
          </p:cNvPr>
          <p:cNvSpPr/>
          <p:nvPr/>
        </p:nvSpPr>
        <p:spPr>
          <a:xfrm>
            <a:off x="9086665" y="4336584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5325900-1A79-8C59-B32E-E5AD863D62B1}"/>
              </a:ext>
            </a:extLst>
          </p:cNvPr>
          <p:cNvSpPr/>
          <p:nvPr/>
        </p:nvSpPr>
        <p:spPr>
          <a:xfrm>
            <a:off x="9637416" y="4341110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87B31E9-38C5-9A6E-A647-835694C661B7}"/>
              </a:ext>
            </a:extLst>
          </p:cNvPr>
          <p:cNvSpPr/>
          <p:nvPr/>
        </p:nvSpPr>
        <p:spPr>
          <a:xfrm>
            <a:off x="10165535" y="4336584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D53F3CA-DCC3-E2FE-E47F-3A25659026E2}"/>
              </a:ext>
            </a:extLst>
          </p:cNvPr>
          <p:cNvSpPr/>
          <p:nvPr/>
        </p:nvSpPr>
        <p:spPr>
          <a:xfrm>
            <a:off x="10693655" y="4341110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445557D-3E2A-B6D7-8BB7-C1B90D7555E6}"/>
              </a:ext>
            </a:extLst>
          </p:cNvPr>
          <p:cNvSpPr/>
          <p:nvPr/>
        </p:nvSpPr>
        <p:spPr>
          <a:xfrm>
            <a:off x="11221774" y="4336584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A36F382-03A2-EC57-CDF4-A0E2DB4CD93E}"/>
              </a:ext>
            </a:extLst>
          </p:cNvPr>
          <p:cNvSpPr/>
          <p:nvPr/>
        </p:nvSpPr>
        <p:spPr>
          <a:xfrm>
            <a:off x="6446068" y="4829996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B1556FE-28D8-FD66-8A7C-775D3060E559}"/>
              </a:ext>
            </a:extLst>
          </p:cNvPr>
          <p:cNvSpPr/>
          <p:nvPr/>
        </p:nvSpPr>
        <p:spPr>
          <a:xfrm>
            <a:off x="6974187" y="4825470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773C8E6-AB57-0B36-FD72-9E79C92FC3C8}"/>
              </a:ext>
            </a:extLst>
          </p:cNvPr>
          <p:cNvSpPr/>
          <p:nvPr/>
        </p:nvSpPr>
        <p:spPr>
          <a:xfrm>
            <a:off x="7502307" y="4843575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F8ED3D5-B512-3EDE-538A-46778D8FEF97}"/>
              </a:ext>
            </a:extLst>
          </p:cNvPr>
          <p:cNvSpPr/>
          <p:nvPr/>
        </p:nvSpPr>
        <p:spPr>
          <a:xfrm>
            <a:off x="8030426" y="4839049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84F4BAE-6232-57E7-BECD-BEEF01A16D44}"/>
              </a:ext>
            </a:extLst>
          </p:cNvPr>
          <p:cNvSpPr/>
          <p:nvPr/>
        </p:nvSpPr>
        <p:spPr>
          <a:xfrm>
            <a:off x="8558546" y="4843575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DBFF156-AFBC-BDA9-AF4F-2A63272E1F67}"/>
              </a:ext>
            </a:extLst>
          </p:cNvPr>
          <p:cNvSpPr/>
          <p:nvPr/>
        </p:nvSpPr>
        <p:spPr>
          <a:xfrm>
            <a:off x="9086665" y="4839049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676F386-42B2-250A-9013-6322DC03DDAA}"/>
              </a:ext>
            </a:extLst>
          </p:cNvPr>
          <p:cNvSpPr/>
          <p:nvPr/>
        </p:nvSpPr>
        <p:spPr>
          <a:xfrm>
            <a:off x="9637416" y="4843575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9E61963-4C7B-F016-4390-2538CB43EBB4}"/>
              </a:ext>
            </a:extLst>
          </p:cNvPr>
          <p:cNvSpPr/>
          <p:nvPr/>
        </p:nvSpPr>
        <p:spPr>
          <a:xfrm>
            <a:off x="10165535" y="4839049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1C760F7-D3DE-DDB5-FAA1-97F89FB8EBB3}"/>
              </a:ext>
            </a:extLst>
          </p:cNvPr>
          <p:cNvSpPr/>
          <p:nvPr/>
        </p:nvSpPr>
        <p:spPr>
          <a:xfrm>
            <a:off x="10693655" y="4843575"/>
            <a:ext cx="443620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D3A896-AD9F-66EF-DBCD-B479490508DB}"/>
              </a:ext>
            </a:extLst>
          </p:cNvPr>
          <p:cNvSpPr/>
          <p:nvPr/>
        </p:nvSpPr>
        <p:spPr>
          <a:xfrm>
            <a:off x="11221774" y="4839049"/>
            <a:ext cx="443621" cy="41645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C001988-E906-3F71-49E3-2751EF3FBEC5}"/>
              </a:ext>
            </a:extLst>
          </p:cNvPr>
          <p:cNvSpPr/>
          <p:nvPr/>
        </p:nvSpPr>
        <p:spPr>
          <a:xfrm>
            <a:off x="452673" y="1204104"/>
            <a:ext cx="5736879" cy="510163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Mảng A: bao gồm 5 phần tử, mỗi phần tử chiếm 3bit. Sử dụng cơ sở mảng để  cài đặt.</a:t>
            </a:r>
          </a:p>
          <a:p>
            <a:pPr marL="342900" indent="-342900">
              <a:buAutoNum type="arabicPeriod"/>
            </a:pPr>
            <a:r>
              <a:rPr lang="en-US"/>
              <a:t>Tính dung lượng cần để lưu trữ mảng A vào máy tính: 5*3 = 15bit. </a:t>
            </a:r>
            <a:r>
              <a:rPr lang="en-US">
                <a:sym typeface="Wingdings" panose="05000000000000000000" pitchFamily="2" charset="2"/>
              </a:rPr>
              <a:t> 15 ô nhớ liên tiếp.</a:t>
            </a:r>
          </a:p>
          <a:p>
            <a:pPr marL="342900" indent="-342900">
              <a:buAutoNum type="arabicPeriod"/>
            </a:pPr>
            <a:r>
              <a:rPr lang="en-US"/>
              <a:t>Tìm 1 vùng nhớ trên RAM còn trống và đủ để lưu trữ mảng A.</a:t>
            </a:r>
          </a:p>
          <a:p>
            <a:pPr marL="342900" indent="-342900">
              <a:buAutoNum type="arabicPeriod"/>
            </a:pPr>
            <a:r>
              <a:rPr lang="en-US"/>
              <a:t>Gán địa chỉ của ô nhớ bắt đầu vùng nhớ được cấp phát cho A =&gt; Gọi là địa chỉ cơ sở. 23[10]</a:t>
            </a:r>
          </a:p>
          <a:p>
            <a:pPr marL="342900" indent="-342900">
              <a:buAutoNum type="arabicPeriod"/>
            </a:pPr>
            <a:r>
              <a:rPr lang="en-US"/>
              <a:t>=&gt; Địa chỉ kết thúc của vùng nhớ lưu trữ mảng A = 23[10] + 15[10] – 1</a:t>
            </a:r>
          </a:p>
          <a:p>
            <a:pPr marL="342900" indent="-342900">
              <a:buAutoNum type="arabicPeriod"/>
            </a:pPr>
            <a:r>
              <a:rPr lang="en-US"/>
              <a:t>Tính địa chỉ bắt đầu của phần tử A[i]: địa chỉ cơ sở + i*3</a:t>
            </a:r>
          </a:p>
          <a:p>
            <a:r>
              <a:rPr lang="en-US"/>
              <a:t>int A[5];</a:t>
            </a:r>
          </a:p>
          <a:p>
            <a:r>
              <a:rPr lang="en-US"/>
              <a:t>A[0] = 1;</a:t>
            </a:r>
          </a:p>
          <a:p>
            <a:r>
              <a:rPr lang="en-US"/>
              <a:t>A[1] = 2;</a:t>
            </a:r>
          </a:p>
          <a:p>
            <a:r>
              <a:rPr lang="en-US"/>
              <a:t>A[2] = 3; 000000000…011[2]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71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1958A026BDDE419F69A7D7D8E8D764" ma:contentTypeVersion="16" ma:contentTypeDescription="Create a new document." ma:contentTypeScope="" ma:versionID="8e9b0b57a07ac952f7e0a4146b3c0d08">
  <xsd:schema xmlns:xsd="http://www.w3.org/2001/XMLSchema" xmlns:xs="http://www.w3.org/2001/XMLSchema" xmlns:p="http://schemas.microsoft.com/office/2006/metadata/properties" xmlns:ns3="50584d02-9655-44a6-b761-2516e71aa54c" xmlns:ns4="3382923c-31cb-4cf3-9626-3789062f3eec" targetNamespace="http://schemas.microsoft.com/office/2006/metadata/properties" ma:root="true" ma:fieldsID="4dbf7519ccca03fa80889326a5b3b8e9" ns3:_="" ns4:_="">
    <xsd:import namespace="50584d02-9655-44a6-b761-2516e71aa54c"/>
    <xsd:import namespace="3382923c-31cb-4cf3-9626-3789062f3ee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84d02-9655-44a6-b761-2516e71aa5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2923c-31cb-4cf3-9626-3789062f3ee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0584d02-9655-44a6-b761-2516e71aa54c" xsi:nil="true"/>
  </documentManagement>
</p:properties>
</file>

<file path=customXml/itemProps1.xml><?xml version="1.0" encoding="utf-8"?>
<ds:datastoreItem xmlns:ds="http://schemas.openxmlformats.org/officeDocument/2006/customXml" ds:itemID="{637FD1D4-F990-4C40-BCD9-3ED498CA7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584d02-9655-44a6-b761-2516e71aa54c"/>
    <ds:schemaRef ds:uri="3382923c-31cb-4cf3-9626-3789062f3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E8B958-67E0-4054-809D-C79689CA68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BAD477-5333-42DA-AA28-4CD57F8475DA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3382923c-31cb-4cf3-9626-3789062f3eec"/>
    <ds:schemaRef ds:uri="http://schemas.openxmlformats.org/package/2006/metadata/core-properties"/>
    <ds:schemaRef ds:uri="http://www.w3.org/XML/1998/namespace"/>
    <ds:schemaRef ds:uri="50584d02-9655-44a6-b761-2516e71aa54c"/>
    <ds:schemaRef ds:uri="http://schemas.microsoft.com/office/2006/metadata/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443</Words>
  <Application>Microsoft Office PowerPoint</Application>
  <PresentationFormat>Widescreen</PresentationFormat>
  <Paragraphs>133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Hải Dương</dc:creator>
  <cp:lastModifiedBy>Nguyễn Hải Dương</cp:lastModifiedBy>
  <cp:revision>1</cp:revision>
  <dcterms:created xsi:type="dcterms:W3CDTF">2025-03-24T08:45:19Z</dcterms:created>
  <dcterms:modified xsi:type="dcterms:W3CDTF">2025-03-24T10:19:37Z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0x0101003F1958A026BDDE419F69A7D7D8E8D764</vt:lpwstr>
  </property>
</Properties>
</file>