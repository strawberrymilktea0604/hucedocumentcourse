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9" r:id="rId3"/>
    <p:sldId id="260" r:id="rId4"/>
    <p:sldId id="261" r:id="rId5"/>
    <p:sldId id="262" r:id="rId6"/>
    <p:sldId id="263" r:id="rId7"/>
    <p:sldId id="264" r:id="rId8"/>
    <p:sldId id="265" r:id="rId9"/>
    <p:sldId id="266" r:id="rId10"/>
    <p:sldId id="267" r:id="rId11"/>
    <p:sldId id="268" r:id="rId12"/>
    <p:sldId id="269" r:id="rId13"/>
    <p:sldId id="27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C6F652-AA39-48E1-901F-B88B5CD59448}" v="317" dt="2025-08-24T16:02:02.4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0" d="100"/>
          <a:sy n="80" d="100"/>
        </p:scale>
        <p:origin x="120"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uyễn Đắc Dương - 69IT2" userId="33364346-f586-4ade-b077-10045cd510a3" providerId="ADAL" clId="{22C6F652-AA39-48E1-901F-B88B5CD59448}"/>
    <pc:docChg chg="undo redo custSel addSld modSld">
      <pc:chgData name="Nguyễn Đắc Dương - 69IT2" userId="33364346-f586-4ade-b077-10045cd510a3" providerId="ADAL" clId="{22C6F652-AA39-48E1-901F-B88B5CD59448}" dt="2025-08-24T16:02:09.471" v="1282" actId="962"/>
      <pc:docMkLst>
        <pc:docMk/>
      </pc:docMkLst>
      <pc:sldChg chg="addSp modSp mod setBg">
        <pc:chgData name="Nguyễn Đắc Dương - 69IT2" userId="33364346-f586-4ade-b077-10045cd510a3" providerId="ADAL" clId="{22C6F652-AA39-48E1-901F-B88B5CD59448}" dt="2025-08-24T13:52:17.698" v="278" actId="20577"/>
        <pc:sldMkLst>
          <pc:docMk/>
          <pc:sldMk cId="393236337" sldId="258"/>
        </pc:sldMkLst>
        <pc:spChg chg="mod">
          <ac:chgData name="Nguyễn Đắc Dương - 69IT2" userId="33364346-f586-4ade-b077-10045cd510a3" providerId="ADAL" clId="{22C6F652-AA39-48E1-901F-B88B5CD59448}" dt="2025-08-24T13:52:17.698" v="278" actId="20577"/>
          <ac:spMkLst>
            <pc:docMk/>
            <pc:sldMk cId="393236337" sldId="258"/>
            <ac:spMk id="2" creationId="{C1C3186E-0DBE-9C86-A7B7-7C2B43F3C835}"/>
          </ac:spMkLst>
        </pc:spChg>
        <pc:spChg chg="add">
          <ac:chgData name="Nguyễn Đắc Dương - 69IT2" userId="33364346-f586-4ade-b077-10045cd510a3" providerId="ADAL" clId="{22C6F652-AA39-48E1-901F-B88B5CD59448}" dt="2025-08-24T13:52:02.185" v="258" actId="26606"/>
          <ac:spMkLst>
            <pc:docMk/>
            <pc:sldMk cId="393236337" sldId="258"/>
            <ac:spMk id="9" creationId="{06DA9DF9-31F7-4056-B42E-878CC92417B8}"/>
          </ac:spMkLst>
        </pc:spChg>
        <pc:picChg chg="mod">
          <ac:chgData name="Nguyễn Đắc Dương - 69IT2" userId="33364346-f586-4ade-b077-10045cd510a3" providerId="ADAL" clId="{22C6F652-AA39-48E1-901F-B88B5CD59448}" dt="2025-08-24T13:52:02.185" v="258" actId="26606"/>
          <ac:picMkLst>
            <pc:docMk/>
            <pc:sldMk cId="393236337" sldId="258"/>
            <ac:picMk id="4" creationId="{FC8EB1F2-5885-4BBF-DFDF-07D9C4EF1DB7}"/>
          </ac:picMkLst>
        </pc:picChg>
      </pc:sldChg>
      <pc:sldChg chg="modSp">
        <pc:chgData name="Nguyễn Đắc Dương - 69IT2" userId="33364346-f586-4ade-b077-10045cd510a3" providerId="ADAL" clId="{22C6F652-AA39-48E1-901F-B88B5CD59448}" dt="2025-08-24T13:50:23.103" v="75" actId="20577"/>
        <pc:sldMkLst>
          <pc:docMk/>
          <pc:sldMk cId="1255718378" sldId="260"/>
        </pc:sldMkLst>
        <pc:spChg chg="mod">
          <ac:chgData name="Nguyễn Đắc Dương - 69IT2" userId="33364346-f586-4ade-b077-10045cd510a3" providerId="ADAL" clId="{22C6F652-AA39-48E1-901F-B88B5CD59448}" dt="2025-08-24T13:50:23.103" v="75" actId="20577"/>
          <ac:spMkLst>
            <pc:docMk/>
            <pc:sldMk cId="1255718378" sldId="260"/>
            <ac:spMk id="2" creationId="{7AF9D2B5-1921-1541-4A31-0AA1059F98C5}"/>
          </ac:spMkLst>
        </pc:spChg>
      </pc:sldChg>
      <pc:sldChg chg="addSp delSp modSp mod">
        <pc:chgData name="Nguyễn Đắc Dương - 69IT2" userId="33364346-f586-4ade-b077-10045cd510a3" providerId="ADAL" clId="{22C6F652-AA39-48E1-901F-B88B5CD59448}" dt="2025-08-24T15:56:09.684" v="1264" actId="1076"/>
        <pc:sldMkLst>
          <pc:docMk/>
          <pc:sldMk cId="643439698" sldId="261"/>
        </pc:sldMkLst>
        <pc:spChg chg="mod">
          <ac:chgData name="Nguyễn Đắc Dương - 69IT2" userId="33364346-f586-4ade-b077-10045cd510a3" providerId="ADAL" clId="{22C6F652-AA39-48E1-901F-B88B5CD59448}" dt="2025-08-24T15:56:09.684" v="1264" actId="1076"/>
          <ac:spMkLst>
            <pc:docMk/>
            <pc:sldMk cId="643439698" sldId="261"/>
            <ac:spMk id="2" creationId="{2CC3E733-3735-685B-6788-47ABC81F75B2}"/>
          </ac:spMkLst>
        </pc:spChg>
        <pc:spChg chg="del">
          <ac:chgData name="Nguyễn Đắc Dương - 69IT2" userId="33364346-f586-4ade-b077-10045cd510a3" providerId="ADAL" clId="{22C6F652-AA39-48E1-901F-B88B5CD59448}" dt="2025-08-24T13:45:06.489" v="0" actId="26606"/>
          <ac:spMkLst>
            <pc:docMk/>
            <pc:sldMk cId="643439698" sldId="261"/>
            <ac:spMk id="1038" creationId="{B7BD7FCF-A254-4A97-A15C-319B67622677}"/>
          </ac:spMkLst>
        </pc:spChg>
        <pc:spChg chg="del">
          <ac:chgData name="Nguyễn Đắc Dương - 69IT2" userId="33364346-f586-4ade-b077-10045cd510a3" providerId="ADAL" clId="{22C6F652-AA39-48E1-901F-B88B5CD59448}" dt="2025-08-24T13:45:06.489" v="0" actId="26606"/>
          <ac:spMkLst>
            <pc:docMk/>
            <pc:sldMk cId="643439698" sldId="261"/>
            <ac:spMk id="1040" creationId="{52FFAF72-6204-4676-9C6F-9A4CC4D91805}"/>
          </ac:spMkLst>
        </pc:spChg>
        <pc:spChg chg="add">
          <ac:chgData name="Nguyễn Đắc Dương - 69IT2" userId="33364346-f586-4ade-b077-10045cd510a3" providerId="ADAL" clId="{22C6F652-AA39-48E1-901F-B88B5CD59448}" dt="2025-08-24T13:45:06.489" v="0" actId="26606"/>
          <ac:spMkLst>
            <pc:docMk/>
            <pc:sldMk cId="643439698" sldId="261"/>
            <ac:spMk id="1045" creationId="{B7BD7FCF-A254-4A97-A15C-319B67622677}"/>
          </ac:spMkLst>
        </pc:spChg>
        <pc:spChg chg="add">
          <ac:chgData name="Nguyễn Đắc Dương - 69IT2" userId="33364346-f586-4ade-b077-10045cd510a3" providerId="ADAL" clId="{22C6F652-AA39-48E1-901F-B88B5CD59448}" dt="2025-08-24T13:45:06.489" v="0" actId="26606"/>
          <ac:spMkLst>
            <pc:docMk/>
            <pc:sldMk cId="643439698" sldId="261"/>
            <ac:spMk id="1047" creationId="{52FFAF72-6204-4676-9C6F-9A4CC4D91805}"/>
          </ac:spMkLst>
        </pc:spChg>
        <pc:picChg chg="mod">
          <ac:chgData name="Nguyễn Đắc Dương - 69IT2" userId="33364346-f586-4ade-b077-10045cd510a3" providerId="ADAL" clId="{22C6F652-AA39-48E1-901F-B88B5CD59448}" dt="2025-08-24T13:50:00.782" v="26" actId="14100"/>
          <ac:picMkLst>
            <pc:docMk/>
            <pc:sldMk cId="643439698" sldId="261"/>
            <ac:picMk id="1028" creationId="{FE35B388-57ED-0317-9726-5B31DC9176CD}"/>
          </ac:picMkLst>
        </pc:picChg>
      </pc:sldChg>
      <pc:sldChg chg="addSp delSp modSp new mod setBg">
        <pc:chgData name="Nguyễn Đắc Dương - 69IT2" userId="33364346-f586-4ade-b077-10045cd510a3" providerId="ADAL" clId="{22C6F652-AA39-48E1-901F-B88B5CD59448}" dt="2025-08-24T15:54:49.336" v="1254" actId="12"/>
        <pc:sldMkLst>
          <pc:docMk/>
          <pc:sldMk cId="3105255394" sldId="262"/>
        </pc:sldMkLst>
        <pc:spChg chg="mod">
          <ac:chgData name="Nguyễn Đắc Dương - 69IT2" userId="33364346-f586-4ade-b077-10045cd510a3" providerId="ADAL" clId="{22C6F652-AA39-48E1-901F-B88B5CD59448}" dt="2025-08-24T15:52:09.076" v="1226" actId="26606"/>
          <ac:spMkLst>
            <pc:docMk/>
            <pc:sldMk cId="3105255394" sldId="262"/>
            <ac:spMk id="2" creationId="{3332F45D-AF54-38C5-753E-E990CAB80A3E}"/>
          </ac:spMkLst>
        </pc:spChg>
        <pc:spChg chg="del mod">
          <ac:chgData name="Nguyễn Đắc Dương - 69IT2" userId="33364346-f586-4ade-b077-10045cd510a3" providerId="ADAL" clId="{22C6F652-AA39-48E1-901F-B88B5CD59448}" dt="2025-08-24T15:51:53.703" v="1221" actId="26606"/>
          <ac:spMkLst>
            <pc:docMk/>
            <pc:sldMk cId="3105255394" sldId="262"/>
            <ac:spMk id="3" creationId="{5EEB7A9C-7B89-D172-B59D-3154C75CDC71}"/>
          </ac:spMkLst>
        </pc:spChg>
        <pc:spChg chg="add del">
          <ac:chgData name="Nguyễn Đắc Dương - 69IT2" userId="33364346-f586-4ade-b077-10045cd510a3" providerId="ADAL" clId="{22C6F652-AA39-48E1-901F-B88B5CD59448}" dt="2025-08-24T15:52:09.076" v="1226" actId="26606"/>
          <ac:spMkLst>
            <pc:docMk/>
            <pc:sldMk cId="3105255394" sldId="262"/>
            <ac:spMk id="9" creationId="{BACC6370-2D7E-4714-9D71-7542949D7D5D}"/>
          </ac:spMkLst>
        </pc:spChg>
        <pc:spChg chg="add del">
          <ac:chgData name="Nguyễn Đắc Dương - 69IT2" userId="33364346-f586-4ade-b077-10045cd510a3" providerId="ADAL" clId="{22C6F652-AA39-48E1-901F-B88B5CD59448}" dt="2025-08-24T15:52:09.076" v="1226" actId="26606"/>
          <ac:spMkLst>
            <pc:docMk/>
            <pc:sldMk cId="3105255394" sldId="262"/>
            <ac:spMk id="11" creationId="{256B2C21-A230-48C0-8DF1-C46611373C44}"/>
          </ac:spMkLst>
        </pc:spChg>
        <pc:spChg chg="add del">
          <ac:chgData name="Nguyễn Đắc Dương - 69IT2" userId="33364346-f586-4ade-b077-10045cd510a3" providerId="ADAL" clId="{22C6F652-AA39-48E1-901F-B88B5CD59448}" dt="2025-08-24T15:52:09.076" v="1226" actId="26606"/>
          <ac:spMkLst>
            <pc:docMk/>
            <pc:sldMk cId="3105255394" sldId="262"/>
            <ac:spMk id="13" creationId="{3847E18C-932D-4C95-AABA-FEC7C9499AD7}"/>
          </ac:spMkLst>
        </pc:spChg>
        <pc:spChg chg="add del">
          <ac:chgData name="Nguyễn Đắc Dương - 69IT2" userId="33364346-f586-4ade-b077-10045cd510a3" providerId="ADAL" clId="{22C6F652-AA39-48E1-901F-B88B5CD59448}" dt="2025-08-24T15:52:09.076" v="1226" actId="26606"/>
          <ac:spMkLst>
            <pc:docMk/>
            <pc:sldMk cId="3105255394" sldId="262"/>
            <ac:spMk id="15" creationId="{3150CB11-0C61-439E-910F-5787759E72A0}"/>
          </ac:spMkLst>
        </pc:spChg>
        <pc:spChg chg="add del">
          <ac:chgData name="Nguyễn Đắc Dương - 69IT2" userId="33364346-f586-4ade-b077-10045cd510a3" providerId="ADAL" clId="{22C6F652-AA39-48E1-901F-B88B5CD59448}" dt="2025-08-24T15:52:09.076" v="1226" actId="26606"/>
          <ac:spMkLst>
            <pc:docMk/>
            <pc:sldMk cId="3105255394" sldId="262"/>
            <ac:spMk id="17" creationId="{43F8A58B-5155-44CE-A5FF-7647B47D0A7A}"/>
          </ac:spMkLst>
        </pc:spChg>
        <pc:spChg chg="add del">
          <ac:chgData name="Nguyễn Đắc Dương - 69IT2" userId="33364346-f586-4ade-b077-10045cd510a3" providerId="ADAL" clId="{22C6F652-AA39-48E1-901F-B88B5CD59448}" dt="2025-08-24T15:52:09.076" v="1226" actId="26606"/>
          <ac:spMkLst>
            <pc:docMk/>
            <pc:sldMk cId="3105255394" sldId="262"/>
            <ac:spMk id="19" creationId="{443F2ACA-E6D6-4028-82DD-F03C262D5DE6}"/>
          </ac:spMkLst>
        </pc:spChg>
        <pc:spChg chg="add">
          <ac:chgData name="Nguyễn Đắc Dương - 69IT2" userId="33364346-f586-4ade-b077-10045cd510a3" providerId="ADAL" clId="{22C6F652-AA39-48E1-901F-B88B5CD59448}" dt="2025-08-24T15:52:09.076" v="1226" actId="26606"/>
          <ac:spMkLst>
            <pc:docMk/>
            <pc:sldMk cId="3105255394" sldId="262"/>
            <ac:spMk id="24" creationId="{A8384FB5-9ADC-4DDC-881B-597D56F5B15D}"/>
          </ac:spMkLst>
        </pc:spChg>
        <pc:spChg chg="add">
          <ac:chgData name="Nguyễn Đắc Dương - 69IT2" userId="33364346-f586-4ade-b077-10045cd510a3" providerId="ADAL" clId="{22C6F652-AA39-48E1-901F-B88B5CD59448}" dt="2025-08-24T15:52:09.076" v="1226" actId="26606"/>
          <ac:spMkLst>
            <pc:docMk/>
            <pc:sldMk cId="3105255394" sldId="262"/>
            <ac:spMk id="26" creationId="{91E5A9A7-95C6-4F4F-B00E-C82E07FE62EF}"/>
          </ac:spMkLst>
        </pc:spChg>
        <pc:spChg chg="add">
          <ac:chgData name="Nguyễn Đắc Dương - 69IT2" userId="33364346-f586-4ade-b077-10045cd510a3" providerId="ADAL" clId="{22C6F652-AA39-48E1-901F-B88B5CD59448}" dt="2025-08-24T15:52:09.076" v="1226" actId="26606"/>
          <ac:spMkLst>
            <pc:docMk/>
            <pc:sldMk cId="3105255394" sldId="262"/>
            <ac:spMk id="28" creationId="{D07DD2DE-F619-49DD-B5E7-03A290FF4ED1}"/>
          </ac:spMkLst>
        </pc:spChg>
        <pc:spChg chg="add">
          <ac:chgData name="Nguyễn Đắc Dương - 69IT2" userId="33364346-f586-4ade-b077-10045cd510a3" providerId="ADAL" clId="{22C6F652-AA39-48E1-901F-B88B5CD59448}" dt="2025-08-24T15:52:09.076" v="1226" actId="26606"/>
          <ac:spMkLst>
            <pc:docMk/>
            <pc:sldMk cId="3105255394" sldId="262"/>
            <ac:spMk id="30" creationId="{85149191-5F60-4A28-AAFF-039F96B0F3EC}"/>
          </ac:spMkLst>
        </pc:spChg>
        <pc:spChg chg="add">
          <ac:chgData name="Nguyễn Đắc Dương - 69IT2" userId="33364346-f586-4ade-b077-10045cd510a3" providerId="ADAL" clId="{22C6F652-AA39-48E1-901F-B88B5CD59448}" dt="2025-08-24T15:52:09.076" v="1226" actId="26606"/>
          <ac:spMkLst>
            <pc:docMk/>
            <pc:sldMk cId="3105255394" sldId="262"/>
            <ac:spMk id="32" creationId="{F8260ED5-17F7-4158-B241-D51DD4CF1B7E}"/>
          </ac:spMkLst>
        </pc:spChg>
        <pc:graphicFrameChg chg="add mod modGraphic">
          <ac:chgData name="Nguyễn Đắc Dương - 69IT2" userId="33364346-f586-4ade-b077-10045cd510a3" providerId="ADAL" clId="{22C6F652-AA39-48E1-901F-B88B5CD59448}" dt="2025-08-24T15:54:49.336" v="1254" actId="12"/>
          <ac:graphicFrameMkLst>
            <pc:docMk/>
            <pc:sldMk cId="3105255394" sldId="262"/>
            <ac:graphicFrameMk id="5" creationId="{1B1EDCDF-9FB3-96EA-C619-7770757C50B2}"/>
          </ac:graphicFrameMkLst>
        </pc:graphicFrameChg>
      </pc:sldChg>
      <pc:sldChg chg="addSp delSp modSp new mod setBg">
        <pc:chgData name="Nguyễn Đắc Dương - 69IT2" userId="33364346-f586-4ade-b077-10045cd510a3" providerId="ADAL" clId="{22C6F652-AA39-48E1-901F-B88B5CD59448}" dt="2025-08-24T14:18:21.327" v="406" actId="20577"/>
        <pc:sldMkLst>
          <pc:docMk/>
          <pc:sldMk cId="2232506277" sldId="263"/>
        </pc:sldMkLst>
        <pc:spChg chg="mod">
          <ac:chgData name="Nguyễn Đắc Dương - 69IT2" userId="33364346-f586-4ade-b077-10045cd510a3" providerId="ADAL" clId="{22C6F652-AA39-48E1-901F-B88B5CD59448}" dt="2025-08-24T14:18:21.327" v="406" actId="20577"/>
          <ac:spMkLst>
            <pc:docMk/>
            <pc:sldMk cId="2232506277" sldId="263"/>
            <ac:spMk id="2" creationId="{E389D8CB-DCC6-B4C6-8544-72E716D218E6}"/>
          </ac:spMkLst>
        </pc:spChg>
        <pc:spChg chg="add del mod">
          <ac:chgData name="Nguyễn Đắc Dương - 69IT2" userId="33364346-f586-4ade-b077-10045cd510a3" providerId="ADAL" clId="{22C6F652-AA39-48E1-901F-B88B5CD59448}" dt="2025-08-24T14:15:20.397" v="377" actId="26606"/>
          <ac:spMkLst>
            <pc:docMk/>
            <pc:sldMk cId="2232506277" sldId="263"/>
            <ac:spMk id="3" creationId="{A92B1B58-A536-76B7-39A6-DF4BA73F823E}"/>
          </ac:spMkLst>
        </pc:spChg>
        <pc:spChg chg="add del">
          <ac:chgData name="Nguyễn Đắc Dương - 69IT2" userId="33364346-f586-4ade-b077-10045cd510a3" providerId="ADAL" clId="{22C6F652-AA39-48E1-901F-B88B5CD59448}" dt="2025-08-24T14:15:20.397" v="377" actId="26606"/>
          <ac:spMkLst>
            <pc:docMk/>
            <pc:sldMk cId="2232506277" sldId="263"/>
            <ac:spMk id="8" creationId="{09588DA8-065E-4F6F-8EFD-43104AB2E0CF}"/>
          </ac:spMkLst>
        </pc:spChg>
        <pc:spChg chg="add del">
          <ac:chgData name="Nguyễn Đắc Dương - 69IT2" userId="33364346-f586-4ade-b077-10045cd510a3" providerId="ADAL" clId="{22C6F652-AA39-48E1-901F-B88B5CD59448}" dt="2025-08-24T14:15:20.397" v="377" actId="26606"/>
          <ac:spMkLst>
            <pc:docMk/>
            <pc:sldMk cId="2232506277" sldId="263"/>
            <ac:spMk id="10" creationId="{C4285719-470E-454C-AF62-8323075F1F5B}"/>
          </ac:spMkLst>
        </pc:spChg>
        <pc:spChg chg="add del">
          <ac:chgData name="Nguyễn Đắc Dương - 69IT2" userId="33364346-f586-4ade-b077-10045cd510a3" providerId="ADAL" clId="{22C6F652-AA39-48E1-901F-B88B5CD59448}" dt="2025-08-24T14:15:20.397" v="377" actId="26606"/>
          <ac:spMkLst>
            <pc:docMk/>
            <pc:sldMk cId="2232506277" sldId="263"/>
            <ac:spMk id="12" creationId="{CD9FE4EF-C4D8-49A0-B2FF-81D8DB7D8A24}"/>
          </ac:spMkLst>
        </pc:spChg>
        <pc:spChg chg="add del">
          <ac:chgData name="Nguyễn Đắc Dương - 69IT2" userId="33364346-f586-4ade-b077-10045cd510a3" providerId="ADAL" clId="{22C6F652-AA39-48E1-901F-B88B5CD59448}" dt="2025-08-24T14:15:20.397" v="377" actId="26606"/>
          <ac:spMkLst>
            <pc:docMk/>
            <pc:sldMk cId="2232506277" sldId="263"/>
            <ac:spMk id="14" creationId="{4300840D-0A0B-4512-BACA-B439D5B9C57C}"/>
          </ac:spMkLst>
        </pc:spChg>
        <pc:spChg chg="add del">
          <ac:chgData name="Nguyễn Đắc Dương - 69IT2" userId="33364346-f586-4ade-b077-10045cd510a3" providerId="ADAL" clId="{22C6F652-AA39-48E1-901F-B88B5CD59448}" dt="2025-08-24T14:15:20.397" v="377" actId="26606"/>
          <ac:spMkLst>
            <pc:docMk/>
            <pc:sldMk cId="2232506277" sldId="263"/>
            <ac:spMk id="16" creationId="{D2B78728-A580-49A7-84F9-6EF6F583ADE0}"/>
          </ac:spMkLst>
        </pc:spChg>
        <pc:spChg chg="add del">
          <ac:chgData name="Nguyễn Đắc Dương - 69IT2" userId="33364346-f586-4ade-b077-10045cd510a3" providerId="ADAL" clId="{22C6F652-AA39-48E1-901F-B88B5CD59448}" dt="2025-08-24T14:15:20.397" v="377" actId="26606"/>
          <ac:spMkLst>
            <pc:docMk/>
            <pc:sldMk cId="2232506277" sldId="263"/>
            <ac:spMk id="18" creationId="{38FAA1A1-D861-433F-88FA-1E9D6FD31D11}"/>
          </ac:spMkLst>
        </pc:spChg>
        <pc:spChg chg="add del">
          <ac:chgData name="Nguyễn Đắc Dương - 69IT2" userId="33364346-f586-4ade-b077-10045cd510a3" providerId="ADAL" clId="{22C6F652-AA39-48E1-901F-B88B5CD59448}" dt="2025-08-24T14:15:20.397" v="377" actId="26606"/>
          <ac:spMkLst>
            <pc:docMk/>
            <pc:sldMk cId="2232506277" sldId="263"/>
            <ac:spMk id="20" creationId="{8D71EDA1-87BF-4D5D-AB79-F346FD19278A}"/>
          </ac:spMkLst>
        </pc:spChg>
        <pc:spChg chg="add">
          <ac:chgData name="Nguyễn Đắc Dương - 69IT2" userId="33364346-f586-4ade-b077-10045cd510a3" providerId="ADAL" clId="{22C6F652-AA39-48E1-901F-B88B5CD59448}" dt="2025-08-24T14:15:20.397" v="377" actId="26606"/>
          <ac:spMkLst>
            <pc:docMk/>
            <pc:sldMk cId="2232506277" sldId="263"/>
            <ac:spMk id="25" creationId="{1B15ED52-F352-441B-82BF-E0EA34836D08}"/>
          </ac:spMkLst>
        </pc:spChg>
        <pc:spChg chg="add del">
          <ac:chgData name="Nguyễn Đắc Dương - 69IT2" userId="33364346-f586-4ade-b077-10045cd510a3" providerId="ADAL" clId="{22C6F652-AA39-48E1-901F-B88B5CD59448}" dt="2025-08-24T14:15:20.388" v="376" actId="26606"/>
          <ac:spMkLst>
            <pc:docMk/>
            <pc:sldMk cId="2232506277" sldId="263"/>
            <ac:spMk id="27" creationId="{B50AB553-2A96-4A92-96F2-93548E096954}"/>
          </ac:spMkLst>
        </pc:spChg>
        <pc:spChg chg="add">
          <ac:chgData name="Nguyễn Đắc Dương - 69IT2" userId="33364346-f586-4ade-b077-10045cd510a3" providerId="ADAL" clId="{22C6F652-AA39-48E1-901F-B88B5CD59448}" dt="2025-08-24T14:15:20.397" v="377" actId="26606"/>
          <ac:spMkLst>
            <pc:docMk/>
            <pc:sldMk cId="2232506277" sldId="263"/>
            <ac:spMk id="29" creationId="{BC4C4868-CB8F-4AF9-9CDB-8108F2C19B67}"/>
          </ac:spMkLst>
        </pc:spChg>
        <pc:spChg chg="add">
          <ac:chgData name="Nguyễn Đắc Dương - 69IT2" userId="33364346-f586-4ade-b077-10045cd510a3" providerId="ADAL" clId="{22C6F652-AA39-48E1-901F-B88B5CD59448}" dt="2025-08-24T14:15:20.397" v="377" actId="26606"/>
          <ac:spMkLst>
            <pc:docMk/>
            <pc:sldMk cId="2232506277" sldId="263"/>
            <ac:spMk id="30" creationId="{3B2E3793-BFE6-45A2-9B7B-E18844431C99}"/>
          </ac:spMkLst>
        </pc:spChg>
        <pc:spChg chg="add">
          <ac:chgData name="Nguyễn Đắc Dương - 69IT2" userId="33364346-f586-4ade-b077-10045cd510a3" providerId="ADAL" clId="{22C6F652-AA39-48E1-901F-B88B5CD59448}" dt="2025-08-24T14:15:20.397" v="377" actId="26606"/>
          <ac:spMkLst>
            <pc:docMk/>
            <pc:sldMk cId="2232506277" sldId="263"/>
            <ac:spMk id="31" creationId="{375E0459-6403-40CD-989D-56A4407CA12E}"/>
          </ac:spMkLst>
        </pc:spChg>
        <pc:spChg chg="add mod">
          <ac:chgData name="Nguyễn Đắc Dương - 69IT2" userId="33364346-f586-4ade-b077-10045cd510a3" providerId="ADAL" clId="{22C6F652-AA39-48E1-901F-B88B5CD59448}" dt="2025-08-24T14:17:52.590" v="401" actId="27636"/>
          <ac:spMkLst>
            <pc:docMk/>
            <pc:sldMk cId="2232506277" sldId="263"/>
            <ac:spMk id="32" creationId="{A92B1B58-A536-76B7-39A6-DF4BA73F823E}"/>
          </ac:spMkLst>
        </pc:spChg>
        <pc:spChg chg="add">
          <ac:chgData name="Nguyễn Đắc Dương - 69IT2" userId="33364346-f586-4ade-b077-10045cd510a3" providerId="ADAL" clId="{22C6F652-AA39-48E1-901F-B88B5CD59448}" dt="2025-08-24T14:15:20.397" v="377" actId="26606"/>
          <ac:spMkLst>
            <pc:docMk/>
            <pc:sldMk cId="2232506277" sldId="263"/>
            <ac:spMk id="33" creationId="{53E5B1A8-3AC9-4BD1-9BBC-78CA94F2D1BA}"/>
          </ac:spMkLst>
        </pc:spChg>
        <pc:graphicFrameChg chg="add del">
          <ac:chgData name="Nguyễn Đắc Dương - 69IT2" userId="33364346-f586-4ade-b077-10045cd510a3" providerId="ADAL" clId="{22C6F652-AA39-48E1-901F-B88B5CD59448}" dt="2025-08-24T14:15:20.388" v="376" actId="26606"/>
          <ac:graphicFrameMkLst>
            <pc:docMk/>
            <pc:sldMk cId="2232506277" sldId="263"/>
            <ac:graphicFrameMk id="22" creationId="{BA9771CE-1926-0523-5397-D39FD6BB7710}"/>
          </ac:graphicFrameMkLst>
        </pc:graphicFrameChg>
        <pc:picChg chg="add mod">
          <ac:chgData name="Nguyễn Đắc Dương - 69IT2" userId="33364346-f586-4ade-b077-10045cd510a3" providerId="ADAL" clId="{22C6F652-AA39-48E1-901F-B88B5CD59448}" dt="2025-08-24T14:18:01.515" v="402" actId="14100"/>
          <ac:picMkLst>
            <pc:docMk/>
            <pc:sldMk cId="2232506277" sldId="263"/>
            <ac:picMk id="5" creationId="{6B41ABFA-6B14-33C8-90FC-A8CEAECEDEF3}"/>
          </ac:picMkLst>
        </pc:picChg>
        <pc:picChg chg="add del">
          <ac:chgData name="Nguyễn Đắc Dương - 69IT2" userId="33364346-f586-4ade-b077-10045cd510a3" providerId="ADAL" clId="{22C6F652-AA39-48E1-901F-B88B5CD59448}" dt="2025-08-24T14:15:20.388" v="376" actId="26606"/>
          <ac:picMkLst>
            <pc:docMk/>
            <pc:sldMk cId="2232506277" sldId="263"/>
            <ac:picMk id="23" creationId="{C7ADA830-E75E-FDAE-4E4C-04ADC5DC0CD5}"/>
          </ac:picMkLst>
        </pc:picChg>
      </pc:sldChg>
      <pc:sldChg chg="addSp delSp modSp new mod">
        <pc:chgData name="Nguyễn Đắc Dương - 69IT2" userId="33364346-f586-4ade-b077-10045cd510a3" providerId="ADAL" clId="{22C6F652-AA39-48E1-901F-B88B5CD59448}" dt="2025-08-24T15:54:16.959" v="1245" actId="113"/>
        <pc:sldMkLst>
          <pc:docMk/>
          <pc:sldMk cId="2123095919" sldId="264"/>
        </pc:sldMkLst>
        <pc:spChg chg="mod">
          <ac:chgData name="Nguyễn Đắc Dương - 69IT2" userId="33364346-f586-4ade-b077-10045cd510a3" providerId="ADAL" clId="{22C6F652-AA39-48E1-901F-B88B5CD59448}" dt="2025-08-24T14:22:11.488" v="469" actId="113"/>
          <ac:spMkLst>
            <pc:docMk/>
            <pc:sldMk cId="2123095919" sldId="264"/>
            <ac:spMk id="2" creationId="{826EB644-6327-7DF6-64A7-CF353BE3725F}"/>
          </ac:spMkLst>
        </pc:spChg>
        <pc:spChg chg="del mod">
          <ac:chgData name="Nguyễn Đắc Dương - 69IT2" userId="33364346-f586-4ade-b077-10045cd510a3" providerId="ADAL" clId="{22C6F652-AA39-48E1-901F-B88B5CD59448}" dt="2025-08-24T14:26:00.179" v="497" actId="26606"/>
          <ac:spMkLst>
            <pc:docMk/>
            <pc:sldMk cId="2123095919" sldId="264"/>
            <ac:spMk id="3" creationId="{495790F1-2E13-5B68-D63F-2792A181AE0B}"/>
          </ac:spMkLst>
        </pc:spChg>
        <pc:graphicFrameChg chg="add mod">
          <ac:chgData name="Nguyễn Đắc Dương - 69IT2" userId="33364346-f586-4ade-b077-10045cd510a3" providerId="ADAL" clId="{22C6F652-AA39-48E1-901F-B88B5CD59448}" dt="2025-08-24T15:54:16.959" v="1245" actId="113"/>
          <ac:graphicFrameMkLst>
            <pc:docMk/>
            <pc:sldMk cId="2123095919" sldId="264"/>
            <ac:graphicFrameMk id="2052" creationId="{0BF5F8E6-8E6C-12A1-68B0-ADF704284C57}"/>
          </ac:graphicFrameMkLst>
        </pc:graphicFrameChg>
        <pc:picChg chg="add mod">
          <ac:chgData name="Nguyễn Đắc Dương - 69IT2" userId="33364346-f586-4ade-b077-10045cd510a3" providerId="ADAL" clId="{22C6F652-AA39-48E1-901F-B88B5CD59448}" dt="2025-08-24T14:23:05.815" v="479" actId="14100"/>
          <ac:picMkLst>
            <pc:docMk/>
            <pc:sldMk cId="2123095919" sldId="264"/>
            <ac:picMk id="2050" creationId="{B675CECC-BD03-6FAF-6AD1-0853E0EF20C2}"/>
          </ac:picMkLst>
        </pc:picChg>
      </pc:sldChg>
      <pc:sldChg chg="addSp delSp modSp new mod setBg">
        <pc:chgData name="Nguyễn Đắc Dương - 69IT2" userId="33364346-f586-4ade-b077-10045cd510a3" providerId="ADAL" clId="{22C6F652-AA39-48E1-901F-B88B5CD59448}" dt="2025-08-24T15:00:47.486" v="797"/>
        <pc:sldMkLst>
          <pc:docMk/>
          <pc:sldMk cId="1257268399" sldId="265"/>
        </pc:sldMkLst>
        <pc:spChg chg="del mod">
          <ac:chgData name="Nguyễn Đắc Dương - 69IT2" userId="33364346-f586-4ade-b077-10045cd510a3" providerId="ADAL" clId="{22C6F652-AA39-48E1-901F-B88B5CD59448}" dt="2025-08-24T14:26:58.468" v="509" actId="478"/>
          <ac:spMkLst>
            <pc:docMk/>
            <pc:sldMk cId="1257268399" sldId="265"/>
            <ac:spMk id="2" creationId="{CE5DA42F-B002-8602-679F-2D5421BCBFD7}"/>
          </ac:spMkLst>
        </pc:spChg>
        <pc:spChg chg="del">
          <ac:chgData name="Nguyễn Đắc Dương - 69IT2" userId="33364346-f586-4ade-b077-10045cd510a3" providerId="ADAL" clId="{22C6F652-AA39-48E1-901F-B88B5CD59448}" dt="2025-08-24T14:25:34.232" v="496" actId="478"/>
          <ac:spMkLst>
            <pc:docMk/>
            <pc:sldMk cId="1257268399" sldId="265"/>
            <ac:spMk id="3" creationId="{9B5A84C8-56B9-A42D-337F-3BCC75678135}"/>
          </ac:spMkLst>
        </pc:spChg>
        <pc:spChg chg="add mod">
          <ac:chgData name="Nguyễn Đắc Dương - 69IT2" userId="33364346-f586-4ade-b077-10045cd510a3" providerId="ADAL" clId="{22C6F652-AA39-48E1-901F-B88B5CD59448}" dt="2025-08-24T15:00:47.486" v="797"/>
          <ac:spMkLst>
            <pc:docMk/>
            <pc:sldMk cId="1257268399" sldId="265"/>
            <ac:spMk id="5" creationId="{0503202E-39B1-DC44-5686-A7B60212B440}"/>
          </ac:spMkLst>
        </pc:spChg>
        <pc:spChg chg="add mod">
          <ac:chgData name="Nguyễn Đắc Dương - 69IT2" userId="33364346-f586-4ade-b077-10045cd510a3" providerId="ADAL" clId="{22C6F652-AA39-48E1-901F-B88B5CD59448}" dt="2025-08-24T14:30:45.884" v="713" actId="255"/>
          <ac:spMkLst>
            <pc:docMk/>
            <pc:sldMk cId="1257268399" sldId="265"/>
            <ac:spMk id="6" creationId="{B1EDB6A4-24B5-E240-EDA9-29AE4FCE4AB9}"/>
          </ac:spMkLst>
        </pc:spChg>
        <pc:spChg chg="add">
          <ac:chgData name="Nguyễn Đắc Dương - 69IT2" userId="33364346-f586-4ade-b077-10045cd510a3" providerId="ADAL" clId="{22C6F652-AA39-48E1-901F-B88B5CD59448}" dt="2025-08-24T14:30:04.829" v="702" actId="26606"/>
          <ac:spMkLst>
            <pc:docMk/>
            <pc:sldMk cId="1257268399" sldId="265"/>
            <ac:spMk id="3079" creationId="{FFB60E8C-7224-44A4-87A0-46A1711DD2ED}"/>
          </ac:spMkLst>
        </pc:spChg>
        <pc:spChg chg="add">
          <ac:chgData name="Nguyễn Đắc Dương - 69IT2" userId="33364346-f586-4ade-b077-10045cd510a3" providerId="ADAL" clId="{22C6F652-AA39-48E1-901F-B88B5CD59448}" dt="2025-08-24T14:30:04.829" v="702" actId="26606"/>
          <ac:spMkLst>
            <pc:docMk/>
            <pc:sldMk cId="1257268399" sldId="265"/>
            <ac:spMk id="3081" creationId="{5DA32751-37A2-45C0-BE94-63D375E27003}"/>
          </ac:spMkLst>
        </pc:spChg>
        <pc:spChg chg="add">
          <ac:chgData name="Nguyễn Đắc Dương - 69IT2" userId="33364346-f586-4ade-b077-10045cd510a3" providerId="ADAL" clId="{22C6F652-AA39-48E1-901F-B88B5CD59448}" dt="2025-08-24T14:30:04.829" v="702" actId="26606"/>
          <ac:spMkLst>
            <pc:docMk/>
            <pc:sldMk cId="1257268399" sldId="265"/>
            <ac:spMk id="3083" creationId="{E659831F-0D9A-4C63-9EBB-8435B85A440F}"/>
          </ac:spMkLst>
        </pc:spChg>
        <pc:spChg chg="add">
          <ac:chgData name="Nguyễn Đắc Dương - 69IT2" userId="33364346-f586-4ade-b077-10045cd510a3" providerId="ADAL" clId="{22C6F652-AA39-48E1-901F-B88B5CD59448}" dt="2025-08-24T14:30:04.829" v="702" actId="26606"/>
          <ac:spMkLst>
            <pc:docMk/>
            <pc:sldMk cId="1257268399" sldId="265"/>
            <ac:spMk id="3085" creationId="{5A55FBCD-CD42-40F5-8A1B-3203F9CAEEAA}"/>
          </ac:spMkLst>
        </pc:spChg>
        <pc:picChg chg="add mod">
          <ac:chgData name="Nguyễn Đắc Dương - 69IT2" userId="33364346-f586-4ade-b077-10045cd510a3" providerId="ADAL" clId="{22C6F652-AA39-48E1-901F-B88B5CD59448}" dt="2025-08-24T14:30:04.829" v="702" actId="26606"/>
          <ac:picMkLst>
            <pc:docMk/>
            <pc:sldMk cId="1257268399" sldId="265"/>
            <ac:picMk id="3074" creationId="{1BECE019-B794-07F0-CEC5-55D1ECD15A87}"/>
          </ac:picMkLst>
        </pc:picChg>
      </pc:sldChg>
      <pc:sldChg chg="addSp delSp modSp new mod setBg">
        <pc:chgData name="Nguyễn Đắc Dương - 69IT2" userId="33364346-f586-4ade-b077-10045cd510a3" providerId="ADAL" clId="{22C6F652-AA39-48E1-901F-B88B5CD59448}" dt="2025-08-24T15:00:52.828" v="805"/>
        <pc:sldMkLst>
          <pc:docMk/>
          <pc:sldMk cId="2005118762" sldId="266"/>
        </pc:sldMkLst>
        <pc:spChg chg="mod">
          <ac:chgData name="Nguyễn Đắc Dương - 69IT2" userId="33364346-f586-4ade-b077-10045cd510a3" providerId="ADAL" clId="{22C6F652-AA39-48E1-901F-B88B5CD59448}" dt="2025-08-24T15:00:52.828" v="805"/>
          <ac:spMkLst>
            <pc:docMk/>
            <pc:sldMk cId="2005118762" sldId="266"/>
            <ac:spMk id="2" creationId="{FCEC9CC1-F622-166F-2F24-57FB8606332E}"/>
          </ac:spMkLst>
        </pc:spChg>
        <pc:spChg chg="del">
          <ac:chgData name="Nguyễn Đắc Dương - 69IT2" userId="33364346-f586-4ade-b077-10045cd510a3" providerId="ADAL" clId="{22C6F652-AA39-48E1-901F-B88B5CD59448}" dt="2025-08-24T14:32:28.632" v="722"/>
          <ac:spMkLst>
            <pc:docMk/>
            <pc:sldMk cId="2005118762" sldId="266"/>
            <ac:spMk id="3" creationId="{75E1D7BE-0260-AFCB-865F-90481DCA9C38}"/>
          </ac:spMkLst>
        </pc:spChg>
        <pc:spChg chg="add del mod">
          <ac:chgData name="Nguyễn Đắc Dương - 69IT2" userId="33364346-f586-4ade-b077-10045cd510a3" providerId="ADAL" clId="{22C6F652-AA39-48E1-901F-B88B5CD59448}" dt="2025-08-24T14:35:25.777" v="730" actId="478"/>
          <ac:spMkLst>
            <pc:docMk/>
            <pc:sldMk cId="2005118762" sldId="266"/>
            <ac:spMk id="4" creationId="{0D78A2EB-9303-D119-FA8B-01B5E3392C29}"/>
          </ac:spMkLst>
        </pc:spChg>
        <pc:spChg chg="add del mod">
          <ac:chgData name="Nguyễn Đắc Dương - 69IT2" userId="33364346-f586-4ade-b077-10045cd510a3" providerId="ADAL" clId="{22C6F652-AA39-48E1-901F-B88B5CD59448}" dt="2025-08-24T14:37:43.290" v="737"/>
          <ac:spMkLst>
            <pc:docMk/>
            <pc:sldMk cId="2005118762" sldId="266"/>
            <ac:spMk id="5" creationId="{FE89BA33-7321-26A3-F646-A8588239E632}"/>
          </ac:spMkLst>
        </pc:spChg>
        <pc:spChg chg="add del">
          <ac:chgData name="Nguyễn Đắc Dương - 69IT2" userId="33364346-f586-4ade-b077-10045cd510a3" providerId="ADAL" clId="{22C6F652-AA39-48E1-901F-B88B5CD59448}" dt="2025-08-24T14:56:42.843" v="745" actId="26606"/>
          <ac:spMkLst>
            <pc:docMk/>
            <pc:sldMk cId="2005118762" sldId="266"/>
            <ac:spMk id="12" creationId="{A8384FB5-9ADC-4DDC-881B-597D56F5B15D}"/>
          </ac:spMkLst>
        </pc:spChg>
        <pc:spChg chg="add del">
          <ac:chgData name="Nguyễn Đắc Dương - 69IT2" userId="33364346-f586-4ade-b077-10045cd510a3" providerId="ADAL" clId="{22C6F652-AA39-48E1-901F-B88B5CD59448}" dt="2025-08-24T14:56:42.843" v="745" actId="26606"/>
          <ac:spMkLst>
            <pc:docMk/>
            <pc:sldMk cId="2005118762" sldId="266"/>
            <ac:spMk id="14" creationId="{91E5A9A7-95C6-4F4F-B00E-C82E07FE62EF}"/>
          </ac:spMkLst>
        </pc:spChg>
        <pc:spChg chg="add del">
          <ac:chgData name="Nguyễn Đắc Dương - 69IT2" userId="33364346-f586-4ade-b077-10045cd510a3" providerId="ADAL" clId="{22C6F652-AA39-48E1-901F-B88B5CD59448}" dt="2025-08-24T14:56:42.843" v="745" actId="26606"/>
          <ac:spMkLst>
            <pc:docMk/>
            <pc:sldMk cId="2005118762" sldId="266"/>
            <ac:spMk id="16" creationId="{D07DD2DE-F619-49DD-B5E7-03A290FF4ED1}"/>
          </ac:spMkLst>
        </pc:spChg>
        <pc:spChg chg="add del">
          <ac:chgData name="Nguyễn Đắc Dương - 69IT2" userId="33364346-f586-4ade-b077-10045cd510a3" providerId="ADAL" clId="{22C6F652-AA39-48E1-901F-B88B5CD59448}" dt="2025-08-24T14:56:42.843" v="745" actId="26606"/>
          <ac:spMkLst>
            <pc:docMk/>
            <pc:sldMk cId="2005118762" sldId="266"/>
            <ac:spMk id="18" creationId="{85149191-5F60-4A28-AAFF-039F96B0F3EC}"/>
          </ac:spMkLst>
        </pc:spChg>
        <pc:spChg chg="add del">
          <ac:chgData name="Nguyễn Đắc Dương - 69IT2" userId="33364346-f586-4ade-b077-10045cd510a3" providerId="ADAL" clId="{22C6F652-AA39-48E1-901F-B88B5CD59448}" dt="2025-08-24T14:56:42.843" v="745" actId="26606"/>
          <ac:spMkLst>
            <pc:docMk/>
            <pc:sldMk cId="2005118762" sldId="266"/>
            <ac:spMk id="20" creationId="{F8260ED5-17F7-4158-B241-D51DD4CF1B7E}"/>
          </ac:spMkLst>
        </pc:spChg>
        <pc:spChg chg="add">
          <ac:chgData name="Nguyễn Đắc Dương - 69IT2" userId="33364346-f586-4ade-b077-10045cd510a3" providerId="ADAL" clId="{22C6F652-AA39-48E1-901F-B88B5CD59448}" dt="2025-08-24T14:56:42.843" v="745" actId="26606"/>
          <ac:spMkLst>
            <pc:docMk/>
            <pc:sldMk cId="2005118762" sldId="266"/>
            <ac:spMk id="25" creationId="{A8384FB5-9ADC-4DDC-881B-597D56F5B15D}"/>
          </ac:spMkLst>
        </pc:spChg>
        <pc:spChg chg="add">
          <ac:chgData name="Nguyễn Đắc Dương - 69IT2" userId="33364346-f586-4ade-b077-10045cd510a3" providerId="ADAL" clId="{22C6F652-AA39-48E1-901F-B88B5CD59448}" dt="2025-08-24T14:56:42.843" v="745" actId="26606"/>
          <ac:spMkLst>
            <pc:docMk/>
            <pc:sldMk cId="2005118762" sldId="266"/>
            <ac:spMk id="27" creationId="{91E5A9A7-95C6-4F4F-B00E-C82E07FE62EF}"/>
          </ac:spMkLst>
        </pc:spChg>
        <pc:spChg chg="add">
          <ac:chgData name="Nguyễn Đắc Dương - 69IT2" userId="33364346-f586-4ade-b077-10045cd510a3" providerId="ADAL" clId="{22C6F652-AA39-48E1-901F-B88B5CD59448}" dt="2025-08-24T14:56:42.843" v="745" actId="26606"/>
          <ac:spMkLst>
            <pc:docMk/>
            <pc:sldMk cId="2005118762" sldId="266"/>
            <ac:spMk id="29" creationId="{D07DD2DE-F619-49DD-B5E7-03A290FF4ED1}"/>
          </ac:spMkLst>
        </pc:spChg>
        <pc:spChg chg="add">
          <ac:chgData name="Nguyễn Đắc Dương - 69IT2" userId="33364346-f586-4ade-b077-10045cd510a3" providerId="ADAL" clId="{22C6F652-AA39-48E1-901F-B88B5CD59448}" dt="2025-08-24T14:56:42.843" v="745" actId="26606"/>
          <ac:spMkLst>
            <pc:docMk/>
            <pc:sldMk cId="2005118762" sldId="266"/>
            <ac:spMk id="31" creationId="{85149191-5F60-4A28-AAFF-039F96B0F3EC}"/>
          </ac:spMkLst>
        </pc:spChg>
        <pc:spChg chg="add">
          <ac:chgData name="Nguyễn Đắc Dương - 69IT2" userId="33364346-f586-4ade-b077-10045cd510a3" providerId="ADAL" clId="{22C6F652-AA39-48E1-901F-B88B5CD59448}" dt="2025-08-24T14:56:42.843" v="745" actId="26606"/>
          <ac:spMkLst>
            <pc:docMk/>
            <pc:sldMk cId="2005118762" sldId="266"/>
            <ac:spMk id="33" creationId="{F8260ED5-17F7-4158-B241-D51DD4CF1B7E}"/>
          </ac:spMkLst>
        </pc:spChg>
        <pc:picChg chg="add del mod">
          <ac:chgData name="Nguyễn Đắc Dương - 69IT2" userId="33364346-f586-4ade-b077-10045cd510a3" providerId="ADAL" clId="{22C6F652-AA39-48E1-901F-B88B5CD59448}" dt="2025-08-24T14:56:19.242" v="743" actId="478"/>
          <ac:picMkLst>
            <pc:docMk/>
            <pc:sldMk cId="2005118762" sldId="266"/>
            <ac:picMk id="7" creationId="{C2EA6A08-98C6-2259-5DA3-BE79E3A45F8C}"/>
          </ac:picMkLst>
        </pc:picChg>
        <pc:picChg chg="add del mod">
          <ac:chgData name="Nguyễn Đắc Dương - 69IT2" userId="33364346-f586-4ade-b077-10045cd510a3" providerId="ADAL" clId="{22C6F652-AA39-48E1-901F-B88B5CD59448}" dt="2025-08-24T14:56:47.335" v="746" actId="478"/>
          <ac:picMkLst>
            <pc:docMk/>
            <pc:sldMk cId="2005118762" sldId="266"/>
            <ac:picMk id="9" creationId="{732DAB08-9D47-0424-8536-0C33C1768738}"/>
          </ac:picMkLst>
        </pc:picChg>
        <pc:picChg chg="add mod">
          <ac:chgData name="Nguyễn Đắc Dương - 69IT2" userId="33364346-f586-4ade-b077-10045cd510a3" providerId="ADAL" clId="{22C6F652-AA39-48E1-901F-B88B5CD59448}" dt="2025-08-24T14:57:15.125" v="752" actId="14100"/>
          <ac:picMkLst>
            <pc:docMk/>
            <pc:sldMk cId="2005118762" sldId="266"/>
            <ac:picMk id="11" creationId="{BF025A6B-6612-114F-499E-76463882F6A0}"/>
          </ac:picMkLst>
        </pc:picChg>
        <pc:picChg chg="add del mod">
          <ac:chgData name="Nguyễn Đắc Dương - 69IT2" userId="33364346-f586-4ade-b077-10045cd510a3" providerId="ADAL" clId="{22C6F652-AA39-48E1-901F-B88B5CD59448}" dt="2025-08-24T14:34:48.490" v="724" actId="478"/>
          <ac:picMkLst>
            <pc:docMk/>
            <pc:sldMk cId="2005118762" sldId="266"/>
            <ac:picMk id="4098" creationId="{EE2B3090-BFDE-E97B-0317-48D04D022154}"/>
          </ac:picMkLst>
        </pc:picChg>
        <pc:picChg chg="add del">
          <ac:chgData name="Nguyễn Đắc Dương - 69IT2" userId="33364346-f586-4ade-b077-10045cd510a3" providerId="ADAL" clId="{22C6F652-AA39-48E1-901F-B88B5CD59448}" dt="2025-08-24T14:37:43.284" v="735" actId="478"/>
          <ac:picMkLst>
            <pc:docMk/>
            <pc:sldMk cId="2005118762" sldId="266"/>
            <ac:picMk id="4100" creationId="{B4C96DE5-EB68-20B7-3D43-FFC357716AAD}"/>
          </ac:picMkLst>
        </pc:picChg>
      </pc:sldChg>
      <pc:sldChg chg="addSp delSp modSp new mod setBg">
        <pc:chgData name="Nguyễn Đắc Dương - 69IT2" userId="33364346-f586-4ade-b077-10045cd510a3" providerId="ADAL" clId="{22C6F652-AA39-48E1-901F-B88B5CD59448}" dt="2025-08-24T15:00:00.995" v="769" actId="14100"/>
        <pc:sldMkLst>
          <pc:docMk/>
          <pc:sldMk cId="1487381356" sldId="267"/>
        </pc:sldMkLst>
        <pc:spChg chg="mod">
          <ac:chgData name="Nguyễn Đắc Dương - 69IT2" userId="33364346-f586-4ade-b077-10045cd510a3" providerId="ADAL" clId="{22C6F652-AA39-48E1-901F-B88B5CD59448}" dt="2025-08-24T14:59:42.938" v="763" actId="26606"/>
          <ac:spMkLst>
            <pc:docMk/>
            <pc:sldMk cId="1487381356" sldId="267"/>
            <ac:spMk id="2" creationId="{B75AA525-A974-63CE-5FDF-E08D53CBFC06}"/>
          </ac:spMkLst>
        </pc:spChg>
        <pc:spChg chg="del">
          <ac:chgData name="Nguyễn Đắc Dương - 69IT2" userId="33364346-f586-4ade-b077-10045cd510a3" providerId="ADAL" clId="{22C6F652-AA39-48E1-901F-B88B5CD59448}" dt="2025-08-24T14:58:50.088" v="758" actId="22"/>
          <ac:spMkLst>
            <pc:docMk/>
            <pc:sldMk cId="1487381356" sldId="267"/>
            <ac:spMk id="3" creationId="{8A554CC7-906F-B88D-FDE2-AFBA0F175016}"/>
          </ac:spMkLst>
        </pc:spChg>
        <pc:spChg chg="add del">
          <ac:chgData name="Nguyễn Đắc Dương - 69IT2" userId="33364346-f586-4ade-b077-10045cd510a3" providerId="ADAL" clId="{22C6F652-AA39-48E1-901F-B88B5CD59448}" dt="2025-08-24T14:59:41.190" v="760" actId="26606"/>
          <ac:spMkLst>
            <pc:docMk/>
            <pc:sldMk cId="1487381356" sldId="267"/>
            <ac:spMk id="10" creationId="{A8384FB5-9ADC-4DDC-881B-597D56F5B15D}"/>
          </ac:spMkLst>
        </pc:spChg>
        <pc:spChg chg="add del">
          <ac:chgData name="Nguyễn Đắc Dương - 69IT2" userId="33364346-f586-4ade-b077-10045cd510a3" providerId="ADAL" clId="{22C6F652-AA39-48E1-901F-B88B5CD59448}" dt="2025-08-24T14:59:41.190" v="760" actId="26606"/>
          <ac:spMkLst>
            <pc:docMk/>
            <pc:sldMk cId="1487381356" sldId="267"/>
            <ac:spMk id="12" creationId="{91E5A9A7-95C6-4F4F-B00E-C82E07FE62EF}"/>
          </ac:spMkLst>
        </pc:spChg>
        <pc:spChg chg="add del">
          <ac:chgData name="Nguyễn Đắc Dương - 69IT2" userId="33364346-f586-4ade-b077-10045cd510a3" providerId="ADAL" clId="{22C6F652-AA39-48E1-901F-B88B5CD59448}" dt="2025-08-24T14:59:41.190" v="760" actId="26606"/>
          <ac:spMkLst>
            <pc:docMk/>
            <pc:sldMk cId="1487381356" sldId="267"/>
            <ac:spMk id="14" creationId="{D07DD2DE-F619-49DD-B5E7-03A290FF4ED1}"/>
          </ac:spMkLst>
        </pc:spChg>
        <pc:spChg chg="add del">
          <ac:chgData name="Nguyễn Đắc Dương - 69IT2" userId="33364346-f586-4ade-b077-10045cd510a3" providerId="ADAL" clId="{22C6F652-AA39-48E1-901F-B88B5CD59448}" dt="2025-08-24T14:59:41.190" v="760" actId="26606"/>
          <ac:spMkLst>
            <pc:docMk/>
            <pc:sldMk cId="1487381356" sldId="267"/>
            <ac:spMk id="16" creationId="{85149191-5F60-4A28-AAFF-039F96B0F3EC}"/>
          </ac:spMkLst>
        </pc:spChg>
        <pc:spChg chg="add del">
          <ac:chgData name="Nguyễn Đắc Dương - 69IT2" userId="33364346-f586-4ade-b077-10045cd510a3" providerId="ADAL" clId="{22C6F652-AA39-48E1-901F-B88B5CD59448}" dt="2025-08-24T14:59:41.190" v="760" actId="26606"/>
          <ac:spMkLst>
            <pc:docMk/>
            <pc:sldMk cId="1487381356" sldId="267"/>
            <ac:spMk id="18" creationId="{F8260ED5-17F7-4158-B241-D51DD4CF1B7E}"/>
          </ac:spMkLst>
        </pc:spChg>
        <pc:spChg chg="add del">
          <ac:chgData name="Nguyễn Đắc Dương - 69IT2" userId="33364346-f586-4ade-b077-10045cd510a3" providerId="ADAL" clId="{22C6F652-AA39-48E1-901F-B88B5CD59448}" dt="2025-08-24T14:59:42.932" v="762" actId="26606"/>
          <ac:spMkLst>
            <pc:docMk/>
            <pc:sldMk cId="1487381356" sldId="267"/>
            <ac:spMk id="20" creationId="{767334AB-16BD-4EC7-8C6B-4B5171600933}"/>
          </ac:spMkLst>
        </pc:spChg>
        <pc:spChg chg="add del">
          <ac:chgData name="Nguyễn Đắc Dương - 69IT2" userId="33364346-f586-4ade-b077-10045cd510a3" providerId="ADAL" clId="{22C6F652-AA39-48E1-901F-B88B5CD59448}" dt="2025-08-24T14:59:42.932" v="762" actId="26606"/>
          <ac:spMkLst>
            <pc:docMk/>
            <pc:sldMk cId="1487381356" sldId="267"/>
            <ac:spMk id="21" creationId="{A4E37431-20F0-4DD6-84A9-ED2B644943A2}"/>
          </ac:spMkLst>
        </pc:spChg>
        <pc:spChg chg="add del">
          <ac:chgData name="Nguyễn Đắc Dương - 69IT2" userId="33364346-f586-4ade-b077-10045cd510a3" providerId="ADAL" clId="{22C6F652-AA39-48E1-901F-B88B5CD59448}" dt="2025-08-24T14:59:42.932" v="762" actId="26606"/>
          <ac:spMkLst>
            <pc:docMk/>
            <pc:sldMk cId="1487381356" sldId="267"/>
            <ac:spMk id="22" creationId="{0AE98B72-66C6-4AB4-AF0D-BA830DE86393}"/>
          </ac:spMkLst>
        </pc:spChg>
        <pc:spChg chg="add del">
          <ac:chgData name="Nguyễn Đắc Dương - 69IT2" userId="33364346-f586-4ade-b077-10045cd510a3" providerId="ADAL" clId="{22C6F652-AA39-48E1-901F-B88B5CD59448}" dt="2025-08-24T14:59:42.932" v="762" actId="26606"/>
          <ac:spMkLst>
            <pc:docMk/>
            <pc:sldMk cId="1487381356" sldId="267"/>
            <ac:spMk id="23" creationId="{407EAFC6-733F-403D-BB4D-05A3A28742F1}"/>
          </ac:spMkLst>
        </pc:spChg>
        <pc:spChg chg="add del">
          <ac:chgData name="Nguyễn Đắc Dương - 69IT2" userId="33364346-f586-4ade-b077-10045cd510a3" providerId="ADAL" clId="{22C6F652-AA39-48E1-901F-B88B5CD59448}" dt="2025-08-24T14:59:42.932" v="762" actId="26606"/>
          <ac:spMkLst>
            <pc:docMk/>
            <pc:sldMk cId="1487381356" sldId="267"/>
            <ac:spMk id="24" creationId="{17A36730-4CB0-4F61-AD11-A44C9765833F}"/>
          </ac:spMkLst>
        </pc:spChg>
        <pc:spChg chg="add del">
          <ac:chgData name="Nguyễn Đắc Dương - 69IT2" userId="33364346-f586-4ade-b077-10045cd510a3" providerId="ADAL" clId="{22C6F652-AA39-48E1-901F-B88B5CD59448}" dt="2025-08-24T14:59:42.932" v="762" actId="26606"/>
          <ac:spMkLst>
            <pc:docMk/>
            <pc:sldMk cId="1487381356" sldId="267"/>
            <ac:spMk id="25" creationId="{C69C79E1-F916-4929-A4F3-DE763D4BFA57}"/>
          </ac:spMkLst>
        </pc:spChg>
        <pc:spChg chg="add">
          <ac:chgData name="Nguyễn Đắc Dương - 69IT2" userId="33364346-f586-4ade-b077-10045cd510a3" providerId="ADAL" clId="{22C6F652-AA39-48E1-901F-B88B5CD59448}" dt="2025-08-24T14:59:42.938" v="763" actId="26606"/>
          <ac:spMkLst>
            <pc:docMk/>
            <pc:sldMk cId="1487381356" sldId="267"/>
            <ac:spMk id="27" creationId="{A8384FB5-9ADC-4DDC-881B-597D56F5B15D}"/>
          </ac:spMkLst>
        </pc:spChg>
        <pc:spChg chg="add">
          <ac:chgData name="Nguyễn Đắc Dương - 69IT2" userId="33364346-f586-4ade-b077-10045cd510a3" providerId="ADAL" clId="{22C6F652-AA39-48E1-901F-B88B5CD59448}" dt="2025-08-24T14:59:42.938" v="763" actId="26606"/>
          <ac:spMkLst>
            <pc:docMk/>
            <pc:sldMk cId="1487381356" sldId="267"/>
            <ac:spMk id="28" creationId="{91E5A9A7-95C6-4F4F-B00E-C82E07FE62EF}"/>
          </ac:spMkLst>
        </pc:spChg>
        <pc:spChg chg="add">
          <ac:chgData name="Nguyễn Đắc Dương - 69IT2" userId="33364346-f586-4ade-b077-10045cd510a3" providerId="ADAL" clId="{22C6F652-AA39-48E1-901F-B88B5CD59448}" dt="2025-08-24T14:59:42.938" v="763" actId="26606"/>
          <ac:spMkLst>
            <pc:docMk/>
            <pc:sldMk cId="1487381356" sldId="267"/>
            <ac:spMk id="29" creationId="{D07DD2DE-F619-49DD-B5E7-03A290FF4ED1}"/>
          </ac:spMkLst>
        </pc:spChg>
        <pc:spChg chg="add">
          <ac:chgData name="Nguyễn Đắc Dương - 69IT2" userId="33364346-f586-4ade-b077-10045cd510a3" providerId="ADAL" clId="{22C6F652-AA39-48E1-901F-B88B5CD59448}" dt="2025-08-24T14:59:42.938" v="763" actId="26606"/>
          <ac:spMkLst>
            <pc:docMk/>
            <pc:sldMk cId="1487381356" sldId="267"/>
            <ac:spMk id="30" creationId="{85149191-5F60-4A28-AAFF-039F96B0F3EC}"/>
          </ac:spMkLst>
        </pc:spChg>
        <pc:spChg chg="add">
          <ac:chgData name="Nguyễn Đắc Dương - 69IT2" userId="33364346-f586-4ade-b077-10045cd510a3" providerId="ADAL" clId="{22C6F652-AA39-48E1-901F-B88B5CD59448}" dt="2025-08-24T14:59:42.938" v="763" actId="26606"/>
          <ac:spMkLst>
            <pc:docMk/>
            <pc:sldMk cId="1487381356" sldId="267"/>
            <ac:spMk id="31" creationId="{F8260ED5-17F7-4158-B241-D51DD4CF1B7E}"/>
          </ac:spMkLst>
        </pc:spChg>
        <pc:picChg chg="add mod ord">
          <ac:chgData name="Nguyễn Đắc Dương - 69IT2" userId="33364346-f586-4ade-b077-10045cd510a3" providerId="ADAL" clId="{22C6F652-AA39-48E1-901F-B88B5CD59448}" dt="2025-08-24T15:00:00.995" v="769" actId="14100"/>
          <ac:picMkLst>
            <pc:docMk/>
            <pc:sldMk cId="1487381356" sldId="267"/>
            <ac:picMk id="5" creationId="{06F653A7-50B5-FE51-51DB-1B957A4201D8}"/>
          </ac:picMkLst>
        </pc:picChg>
      </pc:sldChg>
      <pc:sldChg chg="addSp delSp modSp new mod setBg">
        <pc:chgData name="Nguyễn Đắc Dương - 69IT2" userId="33364346-f586-4ade-b077-10045cd510a3" providerId="ADAL" clId="{22C6F652-AA39-48E1-901F-B88B5CD59448}" dt="2025-08-24T15:33:07.124" v="1088" actId="2710"/>
        <pc:sldMkLst>
          <pc:docMk/>
          <pc:sldMk cId="3864211917" sldId="268"/>
        </pc:sldMkLst>
        <pc:spChg chg="mod">
          <ac:chgData name="Nguyễn Đắc Dương - 69IT2" userId="33364346-f586-4ade-b077-10045cd510a3" providerId="ADAL" clId="{22C6F652-AA39-48E1-901F-B88B5CD59448}" dt="2025-08-24T15:32:57.038" v="1086" actId="14100"/>
          <ac:spMkLst>
            <pc:docMk/>
            <pc:sldMk cId="3864211917" sldId="268"/>
            <ac:spMk id="2" creationId="{796B9B1F-1E24-39DB-0E9F-EAED413FF85E}"/>
          </ac:spMkLst>
        </pc:spChg>
        <pc:spChg chg="del mod">
          <ac:chgData name="Nguyễn Đắc Dương - 69IT2" userId="33364346-f586-4ade-b077-10045cd510a3" providerId="ADAL" clId="{22C6F652-AA39-48E1-901F-B88B5CD59448}" dt="2025-08-24T15:18:42.089" v="817" actId="22"/>
          <ac:spMkLst>
            <pc:docMk/>
            <pc:sldMk cId="3864211917" sldId="268"/>
            <ac:spMk id="3" creationId="{9C3FD2A6-1F79-DE20-2792-30C390147416}"/>
          </ac:spMkLst>
        </pc:spChg>
        <pc:spChg chg="add mod">
          <ac:chgData name="Nguyễn Đắc Dương - 69IT2" userId="33364346-f586-4ade-b077-10045cd510a3" providerId="ADAL" clId="{22C6F652-AA39-48E1-901F-B88B5CD59448}" dt="2025-08-24T15:31:42.429" v="1062" actId="14100"/>
          <ac:spMkLst>
            <pc:docMk/>
            <pc:sldMk cId="3864211917" sldId="268"/>
            <ac:spMk id="6" creationId="{F8CAE682-81F0-D2F7-41C5-F1EE12D1E27A}"/>
          </ac:spMkLst>
        </pc:spChg>
        <pc:spChg chg="add">
          <ac:chgData name="Nguyễn Đắc Dương - 69IT2" userId="33364346-f586-4ade-b077-10045cd510a3" providerId="ADAL" clId="{22C6F652-AA39-48E1-901F-B88B5CD59448}" dt="2025-08-24T15:20:35.865" v="876"/>
          <ac:spMkLst>
            <pc:docMk/>
            <pc:sldMk cId="3864211917" sldId="268"/>
            <ac:spMk id="7" creationId="{1B044960-46B9-2835-86EB-3885C2389B58}"/>
          </ac:spMkLst>
        </pc:spChg>
        <pc:spChg chg="add">
          <ac:chgData name="Nguyễn Đắc Dương - 69IT2" userId="33364346-f586-4ade-b077-10045cd510a3" providerId="ADAL" clId="{22C6F652-AA39-48E1-901F-B88B5CD59448}" dt="2025-08-24T15:20:43.973" v="877"/>
          <ac:spMkLst>
            <pc:docMk/>
            <pc:sldMk cId="3864211917" sldId="268"/>
            <ac:spMk id="8" creationId="{4C180153-7DEF-C456-CE2B-DD4FC12EFB87}"/>
          </ac:spMkLst>
        </pc:spChg>
        <pc:spChg chg="add">
          <ac:chgData name="Nguyễn Đắc Dương - 69IT2" userId="33364346-f586-4ade-b077-10045cd510a3" providerId="ADAL" clId="{22C6F652-AA39-48E1-901F-B88B5CD59448}" dt="2025-08-24T15:30:32.941" v="1018" actId="26606"/>
          <ac:spMkLst>
            <pc:docMk/>
            <pc:sldMk cId="3864211917" sldId="268"/>
            <ac:spMk id="9" creationId="{C4285719-470E-454C-AF62-8323075F1F5B}"/>
          </ac:spMkLst>
        </pc:spChg>
        <pc:spChg chg="add">
          <ac:chgData name="Nguyễn Đắc Dương - 69IT2" userId="33364346-f586-4ade-b077-10045cd510a3" providerId="ADAL" clId="{22C6F652-AA39-48E1-901F-B88B5CD59448}" dt="2025-08-24T15:30:32.941" v="1018" actId="26606"/>
          <ac:spMkLst>
            <pc:docMk/>
            <pc:sldMk cId="3864211917" sldId="268"/>
            <ac:spMk id="10" creationId="{CD9FE4EF-C4D8-49A0-B2FF-81D8DB7D8A24}"/>
          </ac:spMkLst>
        </pc:spChg>
        <pc:spChg chg="add del">
          <ac:chgData name="Nguyễn Đắc Dương - 69IT2" userId="33364346-f586-4ade-b077-10045cd510a3" providerId="ADAL" clId="{22C6F652-AA39-48E1-901F-B88B5CD59448}" dt="2025-08-24T15:30:24.919" v="1017" actId="26606"/>
          <ac:spMkLst>
            <pc:docMk/>
            <pc:sldMk cId="3864211917" sldId="268"/>
            <ac:spMk id="11" creationId="{C4285719-470E-454C-AF62-8323075F1F5B}"/>
          </ac:spMkLst>
        </pc:spChg>
        <pc:spChg chg="add">
          <ac:chgData name="Nguyễn Đắc Dương - 69IT2" userId="33364346-f586-4ade-b077-10045cd510a3" providerId="ADAL" clId="{22C6F652-AA39-48E1-901F-B88B5CD59448}" dt="2025-08-24T15:30:32.941" v="1018" actId="26606"/>
          <ac:spMkLst>
            <pc:docMk/>
            <pc:sldMk cId="3864211917" sldId="268"/>
            <ac:spMk id="12" creationId="{4300840D-0A0B-4512-BACA-B439D5B9C57C}"/>
          </ac:spMkLst>
        </pc:spChg>
        <pc:spChg chg="add del">
          <ac:chgData name="Nguyễn Đắc Dương - 69IT2" userId="33364346-f586-4ade-b077-10045cd510a3" providerId="ADAL" clId="{22C6F652-AA39-48E1-901F-B88B5CD59448}" dt="2025-08-24T15:30:24.919" v="1017" actId="26606"/>
          <ac:spMkLst>
            <pc:docMk/>
            <pc:sldMk cId="3864211917" sldId="268"/>
            <ac:spMk id="13" creationId="{CD9FE4EF-C4D8-49A0-B2FF-81D8DB7D8A24}"/>
          </ac:spMkLst>
        </pc:spChg>
        <pc:spChg chg="add">
          <ac:chgData name="Nguyễn Đắc Dương - 69IT2" userId="33364346-f586-4ade-b077-10045cd510a3" providerId="ADAL" clId="{22C6F652-AA39-48E1-901F-B88B5CD59448}" dt="2025-08-24T15:30:32.941" v="1018" actId="26606"/>
          <ac:spMkLst>
            <pc:docMk/>
            <pc:sldMk cId="3864211917" sldId="268"/>
            <ac:spMk id="14" creationId="{D2B78728-A580-49A7-84F9-6EF6F583ADE0}"/>
          </ac:spMkLst>
        </pc:spChg>
        <pc:spChg chg="add del">
          <ac:chgData name="Nguyễn Đắc Dương - 69IT2" userId="33364346-f586-4ade-b077-10045cd510a3" providerId="ADAL" clId="{22C6F652-AA39-48E1-901F-B88B5CD59448}" dt="2025-08-24T15:30:24.919" v="1017" actId="26606"/>
          <ac:spMkLst>
            <pc:docMk/>
            <pc:sldMk cId="3864211917" sldId="268"/>
            <ac:spMk id="15" creationId="{4300840D-0A0B-4512-BACA-B439D5B9C57C}"/>
          </ac:spMkLst>
        </pc:spChg>
        <pc:spChg chg="add">
          <ac:chgData name="Nguyễn Đắc Dương - 69IT2" userId="33364346-f586-4ade-b077-10045cd510a3" providerId="ADAL" clId="{22C6F652-AA39-48E1-901F-B88B5CD59448}" dt="2025-08-24T15:30:32.941" v="1018" actId="26606"/>
          <ac:spMkLst>
            <pc:docMk/>
            <pc:sldMk cId="3864211917" sldId="268"/>
            <ac:spMk id="16" creationId="{38FAA1A1-D861-433F-88FA-1E9D6FD31D11}"/>
          </ac:spMkLst>
        </pc:spChg>
        <pc:spChg chg="add del">
          <ac:chgData name="Nguyễn Đắc Dương - 69IT2" userId="33364346-f586-4ade-b077-10045cd510a3" providerId="ADAL" clId="{22C6F652-AA39-48E1-901F-B88B5CD59448}" dt="2025-08-24T15:30:24.919" v="1017" actId="26606"/>
          <ac:spMkLst>
            <pc:docMk/>
            <pc:sldMk cId="3864211917" sldId="268"/>
            <ac:spMk id="17" creationId="{D2B78728-A580-49A7-84F9-6EF6F583ADE0}"/>
          </ac:spMkLst>
        </pc:spChg>
        <pc:spChg chg="add">
          <ac:chgData name="Nguyễn Đắc Dương - 69IT2" userId="33364346-f586-4ade-b077-10045cd510a3" providerId="ADAL" clId="{22C6F652-AA39-48E1-901F-B88B5CD59448}" dt="2025-08-24T15:30:32.941" v="1018" actId="26606"/>
          <ac:spMkLst>
            <pc:docMk/>
            <pc:sldMk cId="3864211917" sldId="268"/>
            <ac:spMk id="18" creationId="{8D71EDA1-87BF-4D5D-AB79-F346FD19278A}"/>
          </ac:spMkLst>
        </pc:spChg>
        <pc:spChg chg="add del">
          <ac:chgData name="Nguyễn Đắc Dương - 69IT2" userId="33364346-f586-4ade-b077-10045cd510a3" providerId="ADAL" clId="{22C6F652-AA39-48E1-901F-B88B5CD59448}" dt="2025-08-24T15:30:24.919" v="1017" actId="26606"/>
          <ac:spMkLst>
            <pc:docMk/>
            <pc:sldMk cId="3864211917" sldId="268"/>
            <ac:spMk id="19" creationId="{38FAA1A1-D861-433F-88FA-1E9D6FD31D11}"/>
          </ac:spMkLst>
        </pc:spChg>
        <pc:spChg chg="add mod">
          <ac:chgData name="Nguyễn Đắc Dương - 69IT2" userId="33364346-f586-4ade-b077-10045cd510a3" providerId="ADAL" clId="{22C6F652-AA39-48E1-901F-B88B5CD59448}" dt="2025-08-24T15:33:07.124" v="1088" actId="2710"/>
          <ac:spMkLst>
            <pc:docMk/>
            <pc:sldMk cId="3864211917" sldId="268"/>
            <ac:spMk id="20" creationId="{A014AF5F-993C-BD0C-42F5-C3CE543DD336}"/>
          </ac:spMkLst>
        </pc:spChg>
        <pc:spChg chg="add del">
          <ac:chgData name="Nguyễn Đắc Dương - 69IT2" userId="33364346-f586-4ade-b077-10045cd510a3" providerId="ADAL" clId="{22C6F652-AA39-48E1-901F-B88B5CD59448}" dt="2025-08-24T15:30:24.919" v="1017" actId="26606"/>
          <ac:spMkLst>
            <pc:docMk/>
            <pc:sldMk cId="3864211917" sldId="268"/>
            <ac:spMk id="21" creationId="{8D71EDA1-87BF-4D5D-AB79-F346FD19278A}"/>
          </ac:spMkLst>
        </pc:spChg>
        <pc:picChg chg="add mod ord">
          <ac:chgData name="Nguyễn Đắc Dương - 69IT2" userId="33364346-f586-4ade-b077-10045cd510a3" providerId="ADAL" clId="{22C6F652-AA39-48E1-901F-B88B5CD59448}" dt="2025-08-24T15:31:49.765" v="1066" actId="14100"/>
          <ac:picMkLst>
            <pc:docMk/>
            <pc:sldMk cId="3864211917" sldId="268"/>
            <ac:picMk id="5" creationId="{20C37ABC-17A7-9E33-B137-E00B1EB18E47}"/>
          </ac:picMkLst>
        </pc:picChg>
      </pc:sldChg>
      <pc:sldChg chg="addSp delSp modSp new mod setBg">
        <pc:chgData name="Nguyễn Đắc Dương - 69IT2" userId="33364346-f586-4ade-b077-10045cd510a3" providerId="ADAL" clId="{22C6F652-AA39-48E1-901F-B88B5CD59448}" dt="2025-08-24T15:42:01.651" v="1214" actId="20577"/>
        <pc:sldMkLst>
          <pc:docMk/>
          <pc:sldMk cId="2015214705" sldId="269"/>
        </pc:sldMkLst>
        <pc:spChg chg="mod">
          <ac:chgData name="Nguyễn Đắc Dương - 69IT2" userId="33364346-f586-4ade-b077-10045cd510a3" providerId="ADAL" clId="{22C6F652-AA39-48E1-901F-B88B5CD59448}" dt="2025-08-24T15:33:34.818" v="1096" actId="113"/>
          <ac:spMkLst>
            <pc:docMk/>
            <pc:sldMk cId="2015214705" sldId="269"/>
            <ac:spMk id="2" creationId="{186EDF7B-E4D1-6311-8AA4-9527AFB44790}"/>
          </ac:spMkLst>
        </pc:spChg>
        <pc:spChg chg="del">
          <ac:chgData name="Nguyễn Đắc Dương - 69IT2" userId="33364346-f586-4ade-b077-10045cd510a3" providerId="ADAL" clId="{22C6F652-AA39-48E1-901F-B88B5CD59448}" dt="2025-08-24T15:29:11.996" v="1006"/>
          <ac:spMkLst>
            <pc:docMk/>
            <pc:sldMk cId="2015214705" sldId="269"/>
            <ac:spMk id="3" creationId="{56A2D5E6-0BAF-A44C-AD84-B88318952585}"/>
          </ac:spMkLst>
        </pc:spChg>
        <pc:spChg chg="add del mod">
          <ac:chgData name="Nguyễn Đắc Dương - 69IT2" userId="33364346-f586-4ade-b077-10045cd510a3" providerId="ADAL" clId="{22C6F652-AA39-48E1-901F-B88B5CD59448}" dt="2025-08-24T15:29:58.282" v="1010" actId="22"/>
          <ac:spMkLst>
            <pc:docMk/>
            <pc:sldMk cId="2015214705" sldId="269"/>
            <ac:spMk id="4" creationId="{16BF0B4D-5E0D-F8FD-5770-4F6F612E75C9}"/>
          </ac:spMkLst>
        </pc:spChg>
        <pc:spChg chg="add mod">
          <ac:chgData name="Nguyễn Đắc Dương - 69IT2" userId="33364346-f586-4ade-b077-10045cd510a3" providerId="ADAL" clId="{22C6F652-AA39-48E1-901F-B88B5CD59448}" dt="2025-08-24T15:42:01.651" v="1214" actId="20577"/>
          <ac:spMkLst>
            <pc:docMk/>
            <pc:sldMk cId="2015214705" sldId="269"/>
            <ac:spMk id="7" creationId="{DE89799A-1895-1EB6-EC2A-BCD3A74188C1}"/>
          </ac:spMkLst>
        </pc:spChg>
        <pc:spChg chg="add del mod">
          <ac:chgData name="Nguyễn Đắc Dương - 69IT2" userId="33364346-f586-4ade-b077-10045cd510a3" providerId="ADAL" clId="{22C6F652-AA39-48E1-901F-B88B5CD59448}" dt="2025-08-24T15:35:50.721" v="1133"/>
          <ac:spMkLst>
            <pc:docMk/>
            <pc:sldMk cId="2015214705" sldId="269"/>
            <ac:spMk id="8" creationId="{F6EA18F6-88BC-9DAE-BB6B-A79258FC5BCF}"/>
          </ac:spMkLst>
        </pc:spChg>
        <pc:spChg chg="add del mod">
          <ac:chgData name="Nguyễn Đắc Dương - 69IT2" userId="33364346-f586-4ade-b077-10045cd510a3" providerId="ADAL" clId="{22C6F652-AA39-48E1-901F-B88B5CD59448}" dt="2025-08-24T15:35:50.722" v="1135"/>
          <ac:spMkLst>
            <pc:docMk/>
            <pc:sldMk cId="2015214705" sldId="269"/>
            <ac:spMk id="9" creationId="{CA0B9286-C9CB-0E90-012F-AD7454BB8091}"/>
          </ac:spMkLst>
        </pc:spChg>
        <pc:spChg chg="add">
          <ac:chgData name="Nguyễn Đắc Dương - 69IT2" userId="33364346-f586-4ade-b077-10045cd510a3" providerId="ADAL" clId="{22C6F652-AA39-48E1-901F-B88B5CD59448}" dt="2025-08-24T15:34:44.595" v="1124"/>
          <ac:spMkLst>
            <pc:docMk/>
            <pc:sldMk cId="2015214705" sldId="269"/>
            <ac:spMk id="10" creationId="{A1B464F4-805B-259A-92C4-38D7F47CED66}"/>
          </ac:spMkLst>
        </pc:spChg>
        <pc:spChg chg="add">
          <ac:chgData name="Nguyễn Đắc Dương - 69IT2" userId="33364346-f586-4ade-b077-10045cd510a3" providerId="ADAL" clId="{22C6F652-AA39-48E1-901F-B88B5CD59448}" dt="2025-08-24T15:30:04.209" v="1013" actId="26606"/>
          <ac:spMkLst>
            <pc:docMk/>
            <pc:sldMk cId="2015214705" sldId="269"/>
            <ac:spMk id="11" creationId="{A8384FB5-9ADC-4DDC-881B-597D56F5B15D}"/>
          </ac:spMkLst>
        </pc:spChg>
        <pc:spChg chg="add">
          <ac:chgData name="Nguyễn Đắc Dương - 69IT2" userId="33364346-f586-4ade-b077-10045cd510a3" providerId="ADAL" clId="{22C6F652-AA39-48E1-901F-B88B5CD59448}" dt="2025-08-24T15:37:40.356" v="1143"/>
          <ac:spMkLst>
            <pc:docMk/>
            <pc:sldMk cId="2015214705" sldId="269"/>
            <ac:spMk id="12" creationId="{97FC266E-1978-B6AE-1A8A-F76FB794C3C3}"/>
          </ac:spMkLst>
        </pc:spChg>
        <pc:spChg chg="add">
          <ac:chgData name="Nguyễn Đắc Dương - 69IT2" userId="33364346-f586-4ade-b077-10045cd510a3" providerId="ADAL" clId="{22C6F652-AA39-48E1-901F-B88B5CD59448}" dt="2025-08-24T15:30:04.209" v="1013" actId="26606"/>
          <ac:spMkLst>
            <pc:docMk/>
            <pc:sldMk cId="2015214705" sldId="269"/>
            <ac:spMk id="13" creationId="{91E5A9A7-95C6-4F4F-B00E-C82E07FE62EF}"/>
          </ac:spMkLst>
        </pc:spChg>
        <pc:spChg chg="add">
          <ac:chgData name="Nguyễn Đắc Dương - 69IT2" userId="33364346-f586-4ade-b077-10045cd510a3" providerId="ADAL" clId="{22C6F652-AA39-48E1-901F-B88B5CD59448}" dt="2025-08-24T15:37:53.824" v="1144"/>
          <ac:spMkLst>
            <pc:docMk/>
            <pc:sldMk cId="2015214705" sldId="269"/>
            <ac:spMk id="14" creationId="{67A4C32E-F644-A5C2-4B3C-2F4657699A12}"/>
          </ac:spMkLst>
        </pc:spChg>
        <pc:spChg chg="add">
          <ac:chgData name="Nguyễn Đắc Dương - 69IT2" userId="33364346-f586-4ade-b077-10045cd510a3" providerId="ADAL" clId="{22C6F652-AA39-48E1-901F-B88B5CD59448}" dt="2025-08-24T15:30:04.209" v="1013" actId="26606"/>
          <ac:spMkLst>
            <pc:docMk/>
            <pc:sldMk cId="2015214705" sldId="269"/>
            <ac:spMk id="15" creationId="{D07DD2DE-F619-49DD-B5E7-03A290FF4ED1}"/>
          </ac:spMkLst>
        </pc:spChg>
        <pc:spChg chg="add mod">
          <ac:chgData name="Nguyễn Đắc Dương - 69IT2" userId="33364346-f586-4ade-b077-10045cd510a3" providerId="ADAL" clId="{22C6F652-AA39-48E1-901F-B88B5CD59448}" dt="2025-08-24T15:37:57.628" v="1146"/>
          <ac:spMkLst>
            <pc:docMk/>
            <pc:sldMk cId="2015214705" sldId="269"/>
            <ac:spMk id="16" creationId="{84030FD5-1A6F-FCA3-CC5C-9F235A5930A5}"/>
          </ac:spMkLst>
        </pc:spChg>
        <pc:spChg chg="add">
          <ac:chgData name="Nguyễn Đắc Dương - 69IT2" userId="33364346-f586-4ade-b077-10045cd510a3" providerId="ADAL" clId="{22C6F652-AA39-48E1-901F-B88B5CD59448}" dt="2025-08-24T15:30:04.209" v="1013" actId="26606"/>
          <ac:spMkLst>
            <pc:docMk/>
            <pc:sldMk cId="2015214705" sldId="269"/>
            <ac:spMk id="17" creationId="{85149191-5F60-4A28-AAFF-039F96B0F3EC}"/>
          </ac:spMkLst>
        </pc:spChg>
        <pc:spChg chg="add">
          <ac:chgData name="Nguyễn Đắc Dương - 69IT2" userId="33364346-f586-4ade-b077-10045cd510a3" providerId="ADAL" clId="{22C6F652-AA39-48E1-901F-B88B5CD59448}" dt="2025-08-24T15:38:05.892" v="1149"/>
          <ac:spMkLst>
            <pc:docMk/>
            <pc:sldMk cId="2015214705" sldId="269"/>
            <ac:spMk id="18" creationId="{B4D50DA7-2369-0662-8759-F95FE0AC4BFC}"/>
          </ac:spMkLst>
        </pc:spChg>
        <pc:spChg chg="add">
          <ac:chgData name="Nguyễn Đắc Dương - 69IT2" userId="33364346-f586-4ade-b077-10045cd510a3" providerId="ADAL" clId="{22C6F652-AA39-48E1-901F-B88B5CD59448}" dt="2025-08-24T15:30:04.209" v="1013" actId="26606"/>
          <ac:spMkLst>
            <pc:docMk/>
            <pc:sldMk cId="2015214705" sldId="269"/>
            <ac:spMk id="19" creationId="{F8260ED5-17F7-4158-B241-D51DD4CF1B7E}"/>
          </ac:spMkLst>
        </pc:spChg>
        <pc:picChg chg="add mod ord">
          <ac:chgData name="Nguyễn Đắc Dương - 69IT2" userId="33364346-f586-4ade-b077-10045cd510a3" providerId="ADAL" clId="{22C6F652-AA39-48E1-901F-B88B5CD59448}" dt="2025-08-24T15:33:21.513" v="1092" actId="14100"/>
          <ac:picMkLst>
            <pc:docMk/>
            <pc:sldMk cId="2015214705" sldId="269"/>
            <ac:picMk id="6" creationId="{B8CEAB33-1117-DC19-D41B-42EC9866B03A}"/>
          </ac:picMkLst>
        </pc:picChg>
        <pc:picChg chg="add del mod">
          <ac:chgData name="Nguyễn Đắc Dương - 69IT2" userId="33364346-f586-4ade-b077-10045cd510a3" providerId="ADAL" clId="{22C6F652-AA39-48E1-901F-B88B5CD59448}" dt="2025-08-24T15:29:27.414" v="1009" actId="478"/>
          <ac:picMkLst>
            <pc:docMk/>
            <pc:sldMk cId="2015214705" sldId="269"/>
            <ac:picMk id="6146" creationId="{CAD31F22-C902-B036-321C-12DE293F1365}"/>
          </ac:picMkLst>
        </pc:picChg>
      </pc:sldChg>
      <pc:sldChg chg="addSp delSp modSp new mod setBg">
        <pc:chgData name="Nguyễn Đắc Dương - 69IT2" userId="33364346-f586-4ade-b077-10045cd510a3" providerId="ADAL" clId="{22C6F652-AA39-48E1-901F-B88B5CD59448}" dt="2025-08-24T16:02:09.471" v="1282" actId="962"/>
        <pc:sldMkLst>
          <pc:docMk/>
          <pc:sldMk cId="3834957727" sldId="270"/>
        </pc:sldMkLst>
        <pc:spChg chg="del">
          <ac:chgData name="Nguyễn Đắc Dương - 69IT2" userId="33364346-f586-4ade-b077-10045cd510a3" providerId="ADAL" clId="{22C6F652-AA39-48E1-901F-B88B5CD59448}" dt="2025-08-24T15:57:12.277" v="1269"/>
          <ac:spMkLst>
            <pc:docMk/>
            <pc:sldMk cId="3834957727" sldId="270"/>
            <ac:spMk id="2" creationId="{EA6DF571-30CA-0467-C616-B20D735538BE}"/>
          </ac:spMkLst>
        </pc:spChg>
        <pc:spChg chg="del">
          <ac:chgData name="Nguyễn Đắc Dương - 69IT2" userId="33364346-f586-4ade-b077-10045cd510a3" providerId="ADAL" clId="{22C6F652-AA39-48E1-901F-B88B5CD59448}" dt="2025-08-24T15:57:05.897" v="1266"/>
          <ac:spMkLst>
            <pc:docMk/>
            <pc:sldMk cId="3834957727" sldId="270"/>
            <ac:spMk id="3" creationId="{BA721084-1DF0-1A3B-D061-AF4168D8F747}"/>
          </ac:spMkLst>
        </pc:spChg>
        <pc:spChg chg="add del mod">
          <ac:chgData name="Nguyễn Đắc Dương - 69IT2" userId="33364346-f586-4ade-b077-10045cd510a3" providerId="ADAL" clId="{22C6F652-AA39-48E1-901F-B88B5CD59448}" dt="2025-08-24T15:57:09.250" v="1267"/>
          <ac:spMkLst>
            <pc:docMk/>
            <pc:sldMk cId="3834957727" sldId="270"/>
            <ac:spMk id="4" creationId="{0E0CA684-4044-821A-4D0C-C26E9E8C827D}"/>
          </ac:spMkLst>
        </pc:spChg>
        <pc:spChg chg="add del mod">
          <ac:chgData name="Nguyễn Đắc Dương - 69IT2" userId="33364346-f586-4ade-b077-10045cd510a3" providerId="ADAL" clId="{22C6F652-AA39-48E1-901F-B88B5CD59448}" dt="2025-08-24T15:57:11.249" v="1268"/>
          <ac:spMkLst>
            <pc:docMk/>
            <pc:sldMk cId="3834957727" sldId="270"/>
            <ac:spMk id="5" creationId="{C35A7B48-BFFC-3C37-C2E3-C0C8E6DF7879}"/>
          </ac:spMkLst>
        </pc:spChg>
        <pc:spChg chg="add del mod">
          <ac:chgData name="Nguyễn Đắc Dương - 69IT2" userId="33364346-f586-4ade-b077-10045cd510a3" providerId="ADAL" clId="{22C6F652-AA39-48E1-901F-B88B5CD59448}" dt="2025-08-24T15:57:20.986" v="1270"/>
          <ac:spMkLst>
            <pc:docMk/>
            <pc:sldMk cId="3834957727" sldId="270"/>
            <ac:spMk id="6" creationId="{C72F6AC2-2DA7-32F4-4C06-DF5658D2D469}"/>
          </ac:spMkLst>
        </pc:spChg>
        <pc:spChg chg="add del mod">
          <ac:chgData name="Nguyễn Đắc Dương - 69IT2" userId="33364346-f586-4ade-b077-10045cd510a3" providerId="ADAL" clId="{22C6F652-AA39-48E1-901F-B88B5CD59448}" dt="2025-08-24T15:57:26.478" v="1271"/>
          <ac:spMkLst>
            <pc:docMk/>
            <pc:sldMk cId="3834957727" sldId="270"/>
            <ac:spMk id="7" creationId="{2B8E73C7-6CFE-7362-0508-5FFD5C46A431}"/>
          </ac:spMkLst>
        </pc:spChg>
        <pc:spChg chg="add del mod">
          <ac:chgData name="Nguyễn Đắc Dương - 69IT2" userId="33364346-f586-4ade-b077-10045cd510a3" providerId="ADAL" clId="{22C6F652-AA39-48E1-901F-B88B5CD59448}" dt="2025-08-24T15:57:33.221" v="1272" actId="478"/>
          <ac:spMkLst>
            <pc:docMk/>
            <pc:sldMk cId="3834957727" sldId="270"/>
            <ac:spMk id="8" creationId="{B15FCDCD-CC12-D726-0C89-EA323F78BD5A}"/>
          </ac:spMkLst>
        </pc:spChg>
        <pc:spChg chg="add del mod">
          <ac:chgData name="Nguyễn Đắc Dương - 69IT2" userId="33364346-f586-4ade-b077-10045cd510a3" providerId="ADAL" clId="{22C6F652-AA39-48E1-901F-B88B5CD59448}" dt="2025-08-24T15:57:33.221" v="1272" actId="478"/>
          <ac:spMkLst>
            <pc:docMk/>
            <pc:sldMk cId="3834957727" sldId="270"/>
            <ac:spMk id="9" creationId="{119603DA-131A-020D-B192-4BA4F2FE9A57}"/>
          </ac:spMkLst>
        </pc:spChg>
        <pc:spChg chg="add del">
          <ac:chgData name="Nguyễn Đắc Dương - 69IT2" userId="33364346-f586-4ade-b077-10045cd510a3" providerId="ADAL" clId="{22C6F652-AA39-48E1-901F-B88B5CD59448}" dt="2025-08-24T15:57:38.484" v="1274" actId="478"/>
          <ac:spMkLst>
            <pc:docMk/>
            <pc:sldMk cId="3834957727" sldId="270"/>
            <ac:spMk id="10" creationId="{BAB0E4C0-0151-930B-A16D-73665D349007}"/>
          </ac:spMkLst>
        </pc:spChg>
        <pc:spChg chg="add mod ord">
          <ac:chgData name="Nguyễn Đắc Dương - 69IT2" userId="33364346-f586-4ade-b077-10045cd510a3" providerId="ADAL" clId="{22C6F652-AA39-48E1-901F-B88B5CD59448}" dt="2025-08-24T16:02:05.026" v="1280" actId="26606"/>
          <ac:spMkLst>
            <pc:docMk/>
            <pc:sldMk cId="3834957727" sldId="270"/>
            <ac:spMk id="11" creationId="{13CC8E8B-AB2C-E1F7-C942-DE966FA67509}"/>
          </ac:spMkLst>
        </pc:spChg>
        <pc:spChg chg="add">
          <ac:chgData name="Nguyễn Đắc Dương - 69IT2" userId="33364346-f586-4ade-b077-10045cd510a3" providerId="ADAL" clId="{22C6F652-AA39-48E1-901F-B88B5CD59448}" dt="2025-08-24T16:02:05.026" v="1280" actId="26606"/>
          <ac:spMkLst>
            <pc:docMk/>
            <pc:sldMk cId="3834957727" sldId="270"/>
            <ac:spMk id="18" creationId="{42A4FC2C-047E-45A5-965D-8E1E3BF09BC6}"/>
          </ac:spMkLst>
        </pc:spChg>
        <pc:picChg chg="add mod">
          <ac:chgData name="Nguyễn Đắc Dương - 69IT2" userId="33364346-f586-4ade-b077-10045cd510a3" providerId="ADAL" clId="{22C6F652-AA39-48E1-901F-B88B5CD59448}" dt="2025-08-24T16:02:09.471" v="1282" actId="962"/>
          <ac:picMkLst>
            <pc:docMk/>
            <pc:sldMk cId="3834957727" sldId="270"/>
            <ac:picMk id="13" creationId="{B073A351-C73B-63C9-B379-F663EF988665}"/>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84971FA-2F76-4206-8E5B-1F069831B11F}" type="doc">
      <dgm:prSet loTypeId="urn:microsoft.com/office/officeart/2005/8/layout/hierarchy1" loCatId="hierarchy" qsTypeId="urn:microsoft.com/office/officeart/2005/8/quickstyle/simple1" qsCatId="simple" csTypeId="urn:microsoft.com/office/officeart/2005/8/colors/colorful2" csCatId="colorful" phldr="1"/>
      <dgm:spPr/>
      <dgm:t>
        <a:bodyPr/>
        <a:lstStyle/>
        <a:p>
          <a:endParaRPr lang="en-US"/>
        </a:p>
      </dgm:t>
    </dgm:pt>
    <dgm:pt modelId="{BD8250BD-C5E7-4F27-BA80-423ECD44EF20}">
      <dgm:prSet custT="1"/>
      <dgm:spPr/>
      <dgm:t>
        <a:bodyPr/>
        <a:lstStyle/>
        <a:p>
          <a:r>
            <a:rPr lang="vi-VN" sz="3200" dirty="0">
              <a:latin typeface="+mj-lt"/>
            </a:rPr>
            <a:t>1.Cây AVL và cách xây dựng cây cân bằng</a:t>
          </a:r>
          <a:endParaRPr lang="en-US" sz="3200" dirty="0">
            <a:latin typeface="+mj-lt"/>
          </a:endParaRPr>
        </a:p>
      </dgm:t>
    </dgm:pt>
    <dgm:pt modelId="{FC566B84-7042-400F-918D-BDF66494F519}" type="parTrans" cxnId="{376A8CFF-FB86-41C7-BDC7-44A63CE64C76}">
      <dgm:prSet/>
      <dgm:spPr/>
      <dgm:t>
        <a:bodyPr/>
        <a:lstStyle/>
        <a:p>
          <a:endParaRPr lang="en-US"/>
        </a:p>
      </dgm:t>
    </dgm:pt>
    <dgm:pt modelId="{9704E63E-1199-4E80-9869-1A72F98A3EEE}" type="sibTrans" cxnId="{376A8CFF-FB86-41C7-BDC7-44A63CE64C76}">
      <dgm:prSet/>
      <dgm:spPr/>
      <dgm:t>
        <a:bodyPr/>
        <a:lstStyle/>
        <a:p>
          <a:endParaRPr lang="en-US"/>
        </a:p>
      </dgm:t>
    </dgm:pt>
    <dgm:pt modelId="{8390E276-F7B8-450B-B34E-0FBAB97493E7}">
      <dgm:prSet custT="1"/>
      <dgm:spPr/>
      <dgm:t>
        <a:bodyPr/>
        <a:lstStyle/>
        <a:p>
          <a:r>
            <a:rPr lang="vi-VN" sz="3200" dirty="0">
              <a:latin typeface="+mj-lt"/>
            </a:rPr>
            <a:t>2.Các trường hợp mất cân bằng và xử lý mất cân bằng</a:t>
          </a:r>
          <a:endParaRPr lang="en-US" sz="3200" dirty="0">
            <a:latin typeface="+mj-lt"/>
          </a:endParaRPr>
        </a:p>
      </dgm:t>
    </dgm:pt>
    <dgm:pt modelId="{9A23E7F8-DD13-4061-B900-D67D8B4FA8D2}" type="parTrans" cxnId="{22C65B57-7CB2-43A5-939C-43DB3D624318}">
      <dgm:prSet/>
      <dgm:spPr/>
      <dgm:t>
        <a:bodyPr/>
        <a:lstStyle/>
        <a:p>
          <a:endParaRPr lang="en-US"/>
        </a:p>
      </dgm:t>
    </dgm:pt>
    <dgm:pt modelId="{3E7485BB-8A2B-4E79-9AF1-7EE9B471B214}" type="sibTrans" cxnId="{22C65B57-7CB2-43A5-939C-43DB3D624318}">
      <dgm:prSet/>
      <dgm:spPr/>
      <dgm:t>
        <a:bodyPr/>
        <a:lstStyle/>
        <a:p>
          <a:endParaRPr lang="en-US"/>
        </a:p>
      </dgm:t>
    </dgm:pt>
    <dgm:pt modelId="{5994E127-8F87-4780-A09F-16429DC9240D}">
      <dgm:prSet custT="1"/>
      <dgm:spPr/>
      <dgm:t>
        <a:bodyPr/>
        <a:lstStyle/>
        <a:p>
          <a:r>
            <a:rPr lang="vi-VN" sz="3200" dirty="0">
              <a:latin typeface="+mj-lt"/>
            </a:rPr>
            <a:t>3.Các phép thao tác tìm kiếm và xóa phần tử trên cây AVL</a:t>
          </a:r>
          <a:endParaRPr lang="en-US" sz="3200" dirty="0">
            <a:latin typeface="+mj-lt"/>
          </a:endParaRPr>
        </a:p>
      </dgm:t>
    </dgm:pt>
    <dgm:pt modelId="{7903B75F-8684-4F9F-8CCB-F100C421A7DA}" type="parTrans" cxnId="{7FF885D6-1F8B-4E6A-8279-4F7BDFA292BD}">
      <dgm:prSet/>
      <dgm:spPr/>
      <dgm:t>
        <a:bodyPr/>
        <a:lstStyle/>
        <a:p>
          <a:endParaRPr lang="en-US"/>
        </a:p>
      </dgm:t>
    </dgm:pt>
    <dgm:pt modelId="{0CF55FE4-1737-495E-A524-4D5F366DCBCB}" type="sibTrans" cxnId="{7FF885D6-1F8B-4E6A-8279-4F7BDFA292BD}">
      <dgm:prSet/>
      <dgm:spPr/>
      <dgm:t>
        <a:bodyPr/>
        <a:lstStyle/>
        <a:p>
          <a:endParaRPr lang="en-US"/>
        </a:p>
      </dgm:t>
    </dgm:pt>
    <dgm:pt modelId="{F47296EE-AB29-4FF1-B3AB-A86A01F3C395}" type="pres">
      <dgm:prSet presAssocID="{B84971FA-2F76-4206-8E5B-1F069831B11F}" presName="hierChild1" presStyleCnt="0">
        <dgm:presLayoutVars>
          <dgm:chPref val="1"/>
          <dgm:dir/>
          <dgm:animOne val="branch"/>
          <dgm:animLvl val="lvl"/>
          <dgm:resizeHandles/>
        </dgm:presLayoutVars>
      </dgm:prSet>
      <dgm:spPr/>
    </dgm:pt>
    <dgm:pt modelId="{C32DD1EC-6DB5-457E-8C85-6BA7219C2412}" type="pres">
      <dgm:prSet presAssocID="{BD8250BD-C5E7-4F27-BA80-423ECD44EF20}" presName="hierRoot1" presStyleCnt="0"/>
      <dgm:spPr/>
    </dgm:pt>
    <dgm:pt modelId="{558DE512-7196-4DFC-9FD7-2FA12BDB66B8}" type="pres">
      <dgm:prSet presAssocID="{BD8250BD-C5E7-4F27-BA80-423ECD44EF20}" presName="composite" presStyleCnt="0"/>
      <dgm:spPr/>
    </dgm:pt>
    <dgm:pt modelId="{1481774A-37E5-45F6-92E4-BBCB90D168AA}" type="pres">
      <dgm:prSet presAssocID="{BD8250BD-C5E7-4F27-BA80-423ECD44EF20}" presName="background" presStyleLbl="node0" presStyleIdx="0" presStyleCnt="3"/>
      <dgm:spPr/>
    </dgm:pt>
    <dgm:pt modelId="{C074376A-F157-42BC-A06E-AA7D3A5C2196}" type="pres">
      <dgm:prSet presAssocID="{BD8250BD-C5E7-4F27-BA80-423ECD44EF20}" presName="text" presStyleLbl="fgAcc0" presStyleIdx="0" presStyleCnt="3" custScaleY="126544">
        <dgm:presLayoutVars>
          <dgm:chPref val="3"/>
        </dgm:presLayoutVars>
      </dgm:prSet>
      <dgm:spPr/>
    </dgm:pt>
    <dgm:pt modelId="{9AED8999-39B1-44E3-8734-0337D6605DC1}" type="pres">
      <dgm:prSet presAssocID="{BD8250BD-C5E7-4F27-BA80-423ECD44EF20}" presName="hierChild2" presStyleCnt="0"/>
      <dgm:spPr/>
    </dgm:pt>
    <dgm:pt modelId="{2984BB29-E0D1-4E00-B56D-2C102F6BBEA6}" type="pres">
      <dgm:prSet presAssocID="{8390E276-F7B8-450B-B34E-0FBAB97493E7}" presName="hierRoot1" presStyleCnt="0"/>
      <dgm:spPr/>
    </dgm:pt>
    <dgm:pt modelId="{7EA8D973-6439-4053-A00C-29F2423B27F1}" type="pres">
      <dgm:prSet presAssocID="{8390E276-F7B8-450B-B34E-0FBAB97493E7}" presName="composite" presStyleCnt="0"/>
      <dgm:spPr/>
    </dgm:pt>
    <dgm:pt modelId="{6D27AFE8-0AA4-4D3E-AA94-9EBE1B05514B}" type="pres">
      <dgm:prSet presAssocID="{8390E276-F7B8-450B-B34E-0FBAB97493E7}" presName="background" presStyleLbl="node0" presStyleIdx="1" presStyleCnt="3"/>
      <dgm:spPr/>
    </dgm:pt>
    <dgm:pt modelId="{1B958A5C-CDE0-4139-A47E-E8698F09FAA7}" type="pres">
      <dgm:prSet presAssocID="{8390E276-F7B8-450B-B34E-0FBAB97493E7}" presName="text" presStyleLbl="fgAcc0" presStyleIdx="1" presStyleCnt="3" custScaleY="125516">
        <dgm:presLayoutVars>
          <dgm:chPref val="3"/>
        </dgm:presLayoutVars>
      </dgm:prSet>
      <dgm:spPr/>
    </dgm:pt>
    <dgm:pt modelId="{E71A2250-2772-42F0-B807-E8B62EDF2B3E}" type="pres">
      <dgm:prSet presAssocID="{8390E276-F7B8-450B-B34E-0FBAB97493E7}" presName="hierChild2" presStyleCnt="0"/>
      <dgm:spPr/>
    </dgm:pt>
    <dgm:pt modelId="{2A7F5E5D-284F-46DA-BDA2-DE20EA20A0A3}" type="pres">
      <dgm:prSet presAssocID="{5994E127-8F87-4780-A09F-16429DC9240D}" presName="hierRoot1" presStyleCnt="0"/>
      <dgm:spPr/>
    </dgm:pt>
    <dgm:pt modelId="{BFC69CF6-425B-4A8C-9859-018F71B83704}" type="pres">
      <dgm:prSet presAssocID="{5994E127-8F87-4780-A09F-16429DC9240D}" presName="composite" presStyleCnt="0"/>
      <dgm:spPr/>
    </dgm:pt>
    <dgm:pt modelId="{B1D65C56-97B7-4471-A75A-FD2AA347D78E}" type="pres">
      <dgm:prSet presAssocID="{5994E127-8F87-4780-A09F-16429DC9240D}" presName="background" presStyleLbl="node0" presStyleIdx="2" presStyleCnt="3"/>
      <dgm:spPr/>
    </dgm:pt>
    <dgm:pt modelId="{908F8DBB-8F9B-4D90-8F1A-3BC6B454A4EE}" type="pres">
      <dgm:prSet presAssocID="{5994E127-8F87-4780-A09F-16429DC9240D}" presName="text" presStyleLbl="fgAcc0" presStyleIdx="2" presStyleCnt="3" custScaleY="126544">
        <dgm:presLayoutVars>
          <dgm:chPref val="3"/>
        </dgm:presLayoutVars>
      </dgm:prSet>
      <dgm:spPr/>
    </dgm:pt>
    <dgm:pt modelId="{299563D5-F1D1-4739-923F-05EA3C594B9D}" type="pres">
      <dgm:prSet presAssocID="{5994E127-8F87-4780-A09F-16429DC9240D}" presName="hierChild2" presStyleCnt="0"/>
      <dgm:spPr/>
    </dgm:pt>
  </dgm:ptLst>
  <dgm:cxnLst>
    <dgm:cxn modelId="{03DFF91F-2B90-465A-BABE-07BA116932F2}" type="presOf" srcId="{BD8250BD-C5E7-4F27-BA80-423ECD44EF20}" destId="{C074376A-F157-42BC-A06E-AA7D3A5C2196}" srcOrd="0" destOrd="0" presId="urn:microsoft.com/office/officeart/2005/8/layout/hierarchy1"/>
    <dgm:cxn modelId="{47127426-353B-4012-941E-E91A91D86B7A}" type="presOf" srcId="{5994E127-8F87-4780-A09F-16429DC9240D}" destId="{908F8DBB-8F9B-4D90-8F1A-3BC6B454A4EE}" srcOrd="0" destOrd="0" presId="urn:microsoft.com/office/officeart/2005/8/layout/hierarchy1"/>
    <dgm:cxn modelId="{22C65B57-7CB2-43A5-939C-43DB3D624318}" srcId="{B84971FA-2F76-4206-8E5B-1F069831B11F}" destId="{8390E276-F7B8-450B-B34E-0FBAB97493E7}" srcOrd="1" destOrd="0" parTransId="{9A23E7F8-DD13-4061-B900-D67D8B4FA8D2}" sibTransId="{3E7485BB-8A2B-4E79-9AF1-7EE9B471B214}"/>
    <dgm:cxn modelId="{9BDC9F8B-149A-4764-8720-1D9808851BA8}" type="presOf" srcId="{8390E276-F7B8-450B-B34E-0FBAB97493E7}" destId="{1B958A5C-CDE0-4139-A47E-E8698F09FAA7}" srcOrd="0" destOrd="0" presId="urn:microsoft.com/office/officeart/2005/8/layout/hierarchy1"/>
    <dgm:cxn modelId="{E39D7696-83D2-4036-90F0-E9584150579A}" type="presOf" srcId="{B84971FA-2F76-4206-8E5B-1F069831B11F}" destId="{F47296EE-AB29-4FF1-B3AB-A86A01F3C395}" srcOrd="0" destOrd="0" presId="urn:microsoft.com/office/officeart/2005/8/layout/hierarchy1"/>
    <dgm:cxn modelId="{7FF885D6-1F8B-4E6A-8279-4F7BDFA292BD}" srcId="{B84971FA-2F76-4206-8E5B-1F069831B11F}" destId="{5994E127-8F87-4780-A09F-16429DC9240D}" srcOrd="2" destOrd="0" parTransId="{7903B75F-8684-4F9F-8CCB-F100C421A7DA}" sibTransId="{0CF55FE4-1737-495E-A524-4D5F366DCBCB}"/>
    <dgm:cxn modelId="{376A8CFF-FB86-41C7-BDC7-44A63CE64C76}" srcId="{B84971FA-2F76-4206-8E5B-1F069831B11F}" destId="{BD8250BD-C5E7-4F27-BA80-423ECD44EF20}" srcOrd="0" destOrd="0" parTransId="{FC566B84-7042-400F-918D-BDF66494F519}" sibTransId="{9704E63E-1199-4E80-9869-1A72F98A3EEE}"/>
    <dgm:cxn modelId="{3C59DE6A-B08E-4320-BC81-6C203EA174D2}" type="presParOf" srcId="{F47296EE-AB29-4FF1-B3AB-A86A01F3C395}" destId="{C32DD1EC-6DB5-457E-8C85-6BA7219C2412}" srcOrd="0" destOrd="0" presId="urn:microsoft.com/office/officeart/2005/8/layout/hierarchy1"/>
    <dgm:cxn modelId="{4AC6D212-E717-4AC1-A5AA-534BCCDB77CC}" type="presParOf" srcId="{C32DD1EC-6DB5-457E-8C85-6BA7219C2412}" destId="{558DE512-7196-4DFC-9FD7-2FA12BDB66B8}" srcOrd="0" destOrd="0" presId="urn:microsoft.com/office/officeart/2005/8/layout/hierarchy1"/>
    <dgm:cxn modelId="{57817A62-1727-4671-9F9B-7D249182219D}" type="presParOf" srcId="{558DE512-7196-4DFC-9FD7-2FA12BDB66B8}" destId="{1481774A-37E5-45F6-92E4-BBCB90D168AA}" srcOrd="0" destOrd="0" presId="urn:microsoft.com/office/officeart/2005/8/layout/hierarchy1"/>
    <dgm:cxn modelId="{F08B99FB-E84C-4E5C-81B1-A87C6B94459A}" type="presParOf" srcId="{558DE512-7196-4DFC-9FD7-2FA12BDB66B8}" destId="{C074376A-F157-42BC-A06E-AA7D3A5C2196}" srcOrd="1" destOrd="0" presId="urn:microsoft.com/office/officeart/2005/8/layout/hierarchy1"/>
    <dgm:cxn modelId="{77885608-1D21-4F2E-B949-484740F5722B}" type="presParOf" srcId="{C32DD1EC-6DB5-457E-8C85-6BA7219C2412}" destId="{9AED8999-39B1-44E3-8734-0337D6605DC1}" srcOrd="1" destOrd="0" presId="urn:microsoft.com/office/officeart/2005/8/layout/hierarchy1"/>
    <dgm:cxn modelId="{4E8143DD-8C42-42F3-8FC4-7ABF6CB692C2}" type="presParOf" srcId="{F47296EE-AB29-4FF1-B3AB-A86A01F3C395}" destId="{2984BB29-E0D1-4E00-B56D-2C102F6BBEA6}" srcOrd="1" destOrd="0" presId="urn:microsoft.com/office/officeart/2005/8/layout/hierarchy1"/>
    <dgm:cxn modelId="{2414E8B8-DE16-4C33-81FC-BB8E8DC8EC02}" type="presParOf" srcId="{2984BB29-E0D1-4E00-B56D-2C102F6BBEA6}" destId="{7EA8D973-6439-4053-A00C-29F2423B27F1}" srcOrd="0" destOrd="0" presId="urn:microsoft.com/office/officeart/2005/8/layout/hierarchy1"/>
    <dgm:cxn modelId="{93962D84-F154-4C3A-8077-9DEF6FAD3564}" type="presParOf" srcId="{7EA8D973-6439-4053-A00C-29F2423B27F1}" destId="{6D27AFE8-0AA4-4D3E-AA94-9EBE1B05514B}" srcOrd="0" destOrd="0" presId="urn:microsoft.com/office/officeart/2005/8/layout/hierarchy1"/>
    <dgm:cxn modelId="{D499B6B5-DB61-4D2D-AF8F-39C7C1510376}" type="presParOf" srcId="{7EA8D973-6439-4053-A00C-29F2423B27F1}" destId="{1B958A5C-CDE0-4139-A47E-E8698F09FAA7}" srcOrd="1" destOrd="0" presId="urn:microsoft.com/office/officeart/2005/8/layout/hierarchy1"/>
    <dgm:cxn modelId="{028516F2-450F-4B7F-BB79-73BD6FD1BD1D}" type="presParOf" srcId="{2984BB29-E0D1-4E00-B56D-2C102F6BBEA6}" destId="{E71A2250-2772-42F0-B807-E8B62EDF2B3E}" srcOrd="1" destOrd="0" presId="urn:microsoft.com/office/officeart/2005/8/layout/hierarchy1"/>
    <dgm:cxn modelId="{16C6CD52-1A14-40AB-BD35-B10C1953331F}" type="presParOf" srcId="{F47296EE-AB29-4FF1-B3AB-A86A01F3C395}" destId="{2A7F5E5D-284F-46DA-BDA2-DE20EA20A0A3}" srcOrd="2" destOrd="0" presId="urn:microsoft.com/office/officeart/2005/8/layout/hierarchy1"/>
    <dgm:cxn modelId="{F023D7A1-AF67-4362-AE11-AC2B92ADB4FC}" type="presParOf" srcId="{2A7F5E5D-284F-46DA-BDA2-DE20EA20A0A3}" destId="{BFC69CF6-425B-4A8C-9859-018F71B83704}" srcOrd="0" destOrd="0" presId="urn:microsoft.com/office/officeart/2005/8/layout/hierarchy1"/>
    <dgm:cxn modelId="{B351F71B-C037-4674-938A-50EE933C82C0}" type="presParOf" srcId="{BFC69CF6-425B-4A8C-9859-018F71B83704}" destId="{B1D65C56-97B7-4471-A75A-FD2AA347D78E}" srcOrd="0" destOrd="0" presId="urn:microsoft.com/office/officeart/2005/8/layout/hierarchy1"/>
    <dgm:cxn modelId="{32D03355-76B2-4566-9141-A98D61B055DF}" type="presParOf" srcId="{BFC69CF6-425B-4A8C-9859-018F71B83704}" destId="{908F8DBB-8F9B-4D90-8F1A-3BC6B454A4EE}" srcOrd="1" destOrd="0" presId="urn:microsoft.com/office/officeart/2005/8/layout/hierarchy1"/>
    <dgm:cxn modelId="{C13CC4E7-7C07-4D22-9579-F03CFA32646F}" type="presParOf" srcId="{2A7F5E5D-284F-46DA-BDA2-DE20EA20A0A3}" destId="{299563D5-F1D1-4739-923F-05EA3C594B9D}"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77524E9-96E3-4DD7-97F3-BB41DC8DDCF7}" type="doc">
      <dgm:prSet loTypeId="urn:microsoft.com/office/officeart/2005/8/layout/vList2" loCatId="list" qsTypeId="urn:microsoft.com/office/officeart/2005/8/quickstyle/simple4" qsCatId="simple" csTypeId="urn:microsoft.com/office/officeart/2005/8/colors/colorful5" csCatId="colorful" phldr="1"/>
      <dgm:spPr/>
      <dgm:t>
        <a:bodyPr/>
        <a:lstStyle/>
        <a:p>
          <a:endParaRPr lang="en-US"/>
        </a:p>
      </dgm:t>
    </dgm:pt>
    <dgm:pt modelId="{F83EDBAC-8B42-438A-8E62-582C55C28889}">
      <dgm:prSet custT="1"/>
      <dgm:spPr/>
      <dgm:t>
        <a:bodyPr/>
        <a:lstStyle/>
        <a:p>
          <a:r>
            <a:rPr lang="vi-VN" sz="3200" dirty="0">
              <a:latin typeface="Times New Roman" panose="02020603050405020304" pitchFamily="18" charset="0"/>
              <a:cs typeface="Times New Roman" panose="02020603050405020304" pitchFamily="18" charset="0"/>
            </a:rPr>
            <a:t>Cách xây dựng Cây AVL</a:t>
          </a:r>
          <a:endParaRPr lang="en-US" sz="3200" dirty="0">
            <a:latin typeface="Times New Roman" panose="02020603050405020304" pitchFamily="18" charset="0"/>
            <a:cs typeface="Times New Roman" panose="02020603050405020304" pitchFamily="18" charset="0"/>
          </a:endParaRPr>
        </a:p>
      </dgm:t>
    </dgm:pt>
    <dgm:pt modelId="{71FAF040-E864-443E-A042-04246208A46A}" type="parTrans" cxnId="{81D8782F-F181-4953-9B23-B0C759D3B73F}">
      <dgm:prSet/>
      <dgm:spPr/>
      <dgm:t>
        <a:bodyPr/>
        <a:lstStyle/>
        <a:p>
          <a:endParaRPr lang="en-US"/>
        </a:p>
      </dgm:t>
    </dgm:pt>
    <dgm:pt modelId="{27591F21-94BE-41CF-A8DA-A602E908BAF5}" type="sibTrans" cxnId="{81D8782F-F181-4953-9B23-B0C759D3B73F}">
      <dgm:prSet/>
      <dgm:spPr/>
      <dgm:t>
        <a:bodyPr/>
        <a:lstStyle/>
        <a:p>
          <a:endParaRPr lang="en-US"/>
        </a:p>
      </dgm:t>
    </dgm:pt>
    <dgm:pt modelId="{07F567EF-3DD3-4FE1-97B9-0FA742E51195}">
      <dgm:prSet custT="1"/>
      <dgm:spPr/>
      <dgm:t>
        <a:bodyPr/>
        <a:lstStyle/>
        <a:p>
          <a:pPr algn="l"/>
          <a:r>
            <a:rPr lang="vi-VN" sz="2400" dirty="0">
              <a:latin typeface="Times New Roman" panose="02020603050405020304" pitchFamily="18" charset="0"/>
              <a:cs typeface="Times New Roman" panose="02020603050405020304" pitchFamily="18" charset="0"/>
            </a:rPr>
            <a:t>Khi thêm hoặc xóa một nút</a:t>
          </a:r>
          <a:endParaRPr lang="en-US" sz="2400" dirty="0">
            <a:latin typeface="Times New Roman" panose="02020603050405020304" pitchFamily="18" charset="0"/>
            <a:cs typeface="Times New Roman" panose="02020603050405020304" pitchFamily="18" charset="0"/>
          </a:endParaRPr>
        </a:p>
      </dgm:t>
    </dgm:pt>
    <dgm:pt modelId="{73846886-CC4E-43BE-898B-6D44325B8DFD}" type="parTrans" cxnId="{73021A48-665F-4AA9-9918-5BB31051E2DB}">
      <dgm:prSet/>
      <dgm:spPr/>
      <dgm:t>
        <a:bodyPr/>
        <a:lstStyle/>
        <a:p>
          <a:endParaRPr lang="en-US"/>
        </a:p>
      </dgm:t>
    </dgm:pt>
    <dgm:pt modelId="{763AA44B-CAD4-4D73-8DBF-D2AABF52A962}" type="sibTrans" cxnId="{73021A48-665F-4AA9-9918-5BB31051E2DB}">
      <dgm:prSet/>
      <dgm:spPr/>
      <dgm:t>
        <a:bodyPr/>
        <a:lstStyle/>
        <a:p>
          <a:endParaRPr lang="en-US"/>
        </a:p>
      </dgm:t>
    </dgm:pt>
    <dgm:pt modelId="{6325BB5F-4AE4-4AD8-8ABE-120A6B353B49}">
      <dgm:prSet custT="1"/>
      <dgm:spPr/>
      <dgm:t>
        <a:bodyPr/>
        <a:lstStyle/>
        <a:p>
          <a:pPr algn="l">
            <a:buNone/>
          </a:pPr>
          <a:r>
            <a:rPr lang="vi-VN" sz="2400" dirty="0">
              <a:latin typeface="Times New Roman" panose="02020603050405020304" pitchFamily="18" charset="0"/>
              <a:cs typeface="Times New Roman" panose="02020603050405020304" pitchFamily="18" charset="0"/>
            </a:rPr>
            <a:t>Kiểm tra chỉ số cân bằng (Balance Factor-BF)</a:t>
          </a:r>
          <a:endParaRPr lang="en-US" sz="2400" dirty="0">
            <a:latin typeface="Times New Roman" panose="02020603050405020304" pitchFamily="18" charset="0"/>
            <a:cs typeface="Times New Roman" panose="02020603050405020304" pitchFamily="18" charset="0"/>
          </a:endParaRPr>
        </a:p>
      </dgm:t>
    </dgm:pt>
    <dgm:pt modelId="{F6A19D10-0D3E-470E-B52C-D30E3898B16C}" type="parTrans" cxnId="{438EBDC7-B72E-441C-BABF-93120A2EDC2E}">
      <dgm:prSet/>
      <dgm:spPr/>
      <dgm:t>
        <a:bodyPr/>
        <a:lstStyle/>
        <a:p>
          <a:endParaRPr lang="en-US"/>
        </a:p>
      </dgm:t>
    </dgm:pt>
    <dgm:pt modelId="{EB809AC2-7C18-4D6C-ACD0-87B68C1DC96F}" type="sibTrans" cxnId="{438EBDC7-B72E-441C-BABF-93120A2EDC2E}">
      <dgm:prSet/>
      <dgm:spPr/>
      <dgm:t>
        <a:bodyPr/>
        <a:lstStyle/>
        <a:p>
          <a:endParaRPr lang="en-US"/>
        </a:p>
      </dgm:t>
    </dgm:pt>
    <dgm:pt modelId="{9630705D-2417-4ADF-9FB8-36AC06A990C7}">
      <dgm:prSet custT="1"/>
      <dgm:spPr/>
      <dgm:t>
        <a:bodyPr/>
        <a:lstStyle/>
        <a:p>
          <a:pPr algn="l"/>
          <a:r>
            <a:rPr lang="vi-VN" sz="2400" dirty="0">
              <a:latin typeface="Times New Roman" panose="02020603050405020304" pitchFamily="18" charset="0"/>
              <a:cs typeface="Times New Roman" panose="02020603050405020304" pitchFamily="18" charset="0"/>
            </a:rPr>
            <a:t>Nếu |BF| &lt;= 1: câu vẫn cân bằng</a:t>
          </a:r>
          <a:endParaRPr lang="en-US" sz="2400" dirty="0">
            <a:latin typeface="Times New Roman" panose="02020603050405020304" pitchFamily="18" charset="0"/>
            <a:cs typeface="Times New Roman" panose="02020603050405020304" pitchFamily="18" charset="0"/>
          </a:endParaRPr>
        </a:p>
      </dgm:t>
    </dgm:pt>
    <dgm:pt modelId="{C956B930-CC0D-4DA1-BE16-D393879D5209}" type="parTrans" cxnId="{B101EDF8-889A-478D-B31D-4ABC5216E9ED}">
      <dgm:prSet/>
      <dgm:spPr/>
      <dgm:t>
        <a:bodyPr/>
        <a:lstStyle/>
        <a:p>
          <a:endParaRPr lang="en-US"/>
        </a:p>
      </dgm:t>
    </dgm:pt>
    <dgm:pt modelId="{E26CD8BF-D4B6-4D0F-BD1C-90778E74C366}" type="sibTrans" cxnId="{B101EDF8-889A-478D-B31D-4ABC5216E9ED}">
      <dgm:prSet/>
      <dgm:spPr/>
      <dgm:t>
        <a:bodyPr/>
        <a:lstStyle/>
        <a:p>
          <a:endParaRPr lang="en-US"/>
        </a:p>
      </dgm:t>
    </dgm:pt>
    <dgm:pt modelId="{C89C555B-A62E-40EA-BE00-A6CC769F6CF6}">
      <dgm:prSet custT="1"/>
      <dgm:spPr/>
      <dgm:t>
        <a:bodyPr/>
        <a:lstStyle/>
        <a:p>
          <a:pPr algn="l"/>
          <a:r>
            <a:rPr lang="vi-VN" sz="2400" dirty="0">
              <a:latin typeface="Times New Roman" panose="02020603050405020304" pitchFamily="18" charset="0"/>
              <a:cs typeface="Times New Roman" panose="02020603050405020304" pitchFamily="18" charset="0"/>
            </a:rPr>
            <a:t>Nếu |BF| &gt;= 1: cây mất cân bằng, cần quay lại để cân bằng</a:t>
          </a:r>
          <a:endParaRPr lang="en-US" sz="2400" dirty="0">
            <a:latin typeface="Times New Roman" panose="02020603050405020304" pitchFamily="18" charset="0"/>
            <a:cs typeface="Times New Roman" panose="02020603050405020304" pitchFamily="18" charset="0"/>
          </a:endParaRPr>
        </a:p>
      </dgm:t>
    </dgm:pt>
    <dgm:pt modelId="{55C01D3F-E9F7-4923-BE7E-F6C6A9265B96}" type="parTrans" cxnId="{CC572C2F-7D4E-4059-91D6-F670F17ED818}">
      <dgm:prSet/>
      <dgm:spPr/>
      <dgm:t>
        <a:bodyPr/>
        <a:lstStyle/>
        <a:p>
          <a:endParaRPr lang="en-US"/>
        </a:p>
      </dgm:t>
    </dgm:pt>
    <dgm:pt modelId="{043C7CA6-38ED-4483-821E-90ECB77155D3}" type="sibTrans" cxnId="{CC572C2F-7D4E-4059-91D6-F670F17ED818}">
      <dgm:prSet/>
      <dgm:spPr/>
      <dgm:t>
        <a:bodyPr/>
        <a:lstStyle/>
        <a:p>
          <a:endParaRPr lang="en-US"/>
        </a:p>
      </dgm:t>
    </dgm:pt>
    <dgm:pt modelId="{69C23686-0B47-4428-AE56-F4F2ED1C0AAE}">
      <dgm:prSet custT="1"/>
      <dgm:spPr/>
      <dgm:t>
        <a:bodyPr/>
        <a:lstStyle/>
        <a:p>
          <a:pPr algn="l">
            <a:buNone/>
          </a:pPr>
          <a:r>
            <a:rPr lang="vi-VN" sz="2000" b="1" dirty="0">
              <a:solidFill>
                <a:srgbClr val="FF0000"/>
              </a:solidFill>
              <a:latin typeface="Times New Roman" panose="02020603050405020304" pitchFamily="18" charset="0"/>
              <a:cs typeface="Times New Roman" panose="02020603050405020304" pitchFamily="18" charset="0"/>
            </a:rPr>
            <a:t>BF = Chiều cao cây con trái – chiều cao cây  con phải </a:t>
          </a:r>
          <a:endParaRPr lang="en-US" sz="2000" dirty="0">
            <a:solidFill>
              <a:srgbClr val="FF0000"/>
            </a:solidFill>
            <a:latin typeface="Times New Roman" panose="02020603050405020304" pitchFamily="18" charset="0"/>
            <a:cs typeface="Times New Roman" panose="02020603050405020304" pitchFamily="18" charset="0"/>
          </a:endParaRPr>
        </a:p>
      </dgm:t>
    </dgm:pt>
    <dgm:pt modelId="{26684997-CAE0-4267-9CB6-C5F5D008161B}" type="parTrans" cxnId="{93BEE415-8F5B-4806-B1A8-1B4F92821A28}">
      <dgm:prSet/>
      <dgm:spPr/>
      <dgm:t>
        <a:bodyPr/>
        <a:lstStyle/>
        <a:p>
          <a:endParaRPr lang="en-US"/>
        </a:p>
      </dgm:t>
    </dgm:pt>
    <dgm:pt modelId="{32A1EB37-2764-497A-8076-5637CFE9A266}" type="sibTrans" cxnId="{93BEE415-8F5B-4806-B1A8-1B4F92821A28}">
      <dgm:prSet/>
      <dgm:spPr/>
      <dgm:t>
        <a:bodyPr/>
        <a:lstStyle/>
        <a:p>
          <a:endParaRPr lang="en-US"/>
        </a:p>
      </dgm:t>
    </dgm:pt>
    <dgm:pt modelId="{49365A6D-2C4D-4C95-BAD7-F6C1928E56F9}">
      <dgm:prSet custT="1"/>
      <dgm:spPr/>
      <dgm:t>
        <a:bodyPr/>
        <a:lstStyle/>
        <a:p>
          <a:pPr algn="l"/>
          <a:r>
            <a:rPr lang="vi-VN" sz="2400" dirty="0">
              <a:latin typeface="Times New Roman" panose="02020603050405020304" pitchFamily="18" charset="0"/>
              <a:cs typeface="Times New Roman" panose="02020603050405020304" pitchFamily="18" charset="0"/>
            </a:rPr>
            <a:t>Bắt đầu tự cây nghị phân tìm kiếm bình thường (BST)</a:t>
          </a:r>
          <a:endParaRPr lang="en-US" sz="2400" dirty="0">
            <a:latin typeface="Times New Roman" panose="02020603050405020304" pitchFamily="18" charset="0"/>
            <a:cs typeface="Times New Roman" panose="02020603050405020304" pitchFamily="18" charset="0"/>
          </a:endParaRPr>
        </a:p>
      </dgm:t>
    </dgm:pt>
    <dgm:pt modelId="{184FF904-F77C-40F3-B837-CCA8DC350860}" type="parTrans" cxnId="{A8F25B01-FC9F-4C7D-BE39-99F2409D6BB7}">
      <dgm:prSet/>
      <dgm:spPr/>
      <dgm:t>
        <a:bodyPr/>
        <a:lstStyle/>
        <a:p>
          <a:endParaRPr lang="en-US"/>
        </a:p>
      </dgm:t>
    </dgm:pt>
    <dgm:pt modelId="{539BEE20-A234-46BD-B290-64E68443C373}" type="sibTrans" cxnId="{A8F25B01-FC9F-4C7D-BE39-99F2409D6BB7}">
      <dgm:prSet/>
      <dgm:spPr/>
      <dgm:t>
        <a:bodyPr/>
        <a:lstStyle/>
        <a:p>
          <a:endParaRPr lang="en-US"/>
        </a:p>
      </dgm:t>
    </dgm:pt>
    <dgm:pt modelId="{EB424A4F-1A78-4548-8EF0-CCD0B71C3EBB}">
      <dgm:prSet custT="1"/>
      <dgm:spPr/>
      <dgm:t>
        <a:bodyPr/>
        <a:lstStyle/>
        <a:p>
          <a:pPr algn="l">
            <a:buNone/>
          </a:pPr>
          <a:r>
            <a:rPr lang="vi-VN" sz="2400" dirty="0">
              <a:latin typeface="Times New Roman" panose="02020603050405020304" pitchFamily="18" charset="0"/>
              <a:cs typeface="Times New Roman" panose="02020603050405020304" pitchFamily="18" charset="0"/>
            </a:rPr>
            <a:t>-Cập nhật lại chiều cao của các nút</a:t>
          </a:r>
          <a:endParaRPr lang="en-US" sz="2400" dirty="0">
            <a:latin typeface="Times New Roman" panose="02020603050405020304" pitchFamily="18" charset="0"/>
            <a:cs typeface="Times New Roman" panose="02020603050405020304" pitchFamily="18" charset="0"/>
          </a:endParaRPr>
        </a:p>
      </dgm:t>
    </dgm:pt>
    <dgm:pt modelId="{651EC0D8-9CBE-49AD-92EF-BCD0CD20A532}" type="parTrans" cxnId="{082924EC-E73A-48D1-9ACE-7C2F837B37B7}">
      <dgm:prSet/>
      <dgm:spPr/>
      <dgm:t>
        <a:bodyPr/>
        <a:lstStyle/>
        <a:p>
          <a:endParaRPr lang="en-US"/>
        </a:p>
      </dgm:t>
    </dgm:pt>
    <dgm:pt modelId="{EA60C378-046D-47AD-B5D2-71E1299938A8}" type="sibTrans" cxnId="{082924EC-E73A-48D1-9ACE-7C2F837B37B7}">
      <dgm:prSet/>
      <dgm:spPr/>
      <dgm:t>
        <a:bodyPr/>
        <a:lstStyle/>
        <a:p>
          <a:endParaRPr lang="en-US"/>
        </a:p>
      </dgm:t>
    </dgm:pt>
    <dgm:pt modelId="{61C19A97-A5A5-4F89-8134-69083604B2DC}" type="pres">
      <dgm:prSet presAssocID="{477524E9-96E3-4DD7-97F3-BB41DC8DDCF7}" presName="linear" presStyleCnt="0">
        <dgm:presLayoutVars>
          <dgm:animLvl val="lvl"/>
          <dgm:resizeHandles val="exact"/>
        </dgm:presLayoutVars>
      </dgm:prSet>
      <dgm:spPr/>
    </dgm:pt>
    <dgm:pt modelId="{C99D8BA3-2F7B-485D-9DC3-F0B19F802ED5}" type="pres">
      <dgm:prSet presAssocID="{F83EDBAC-8B42-438A-8E62-582C55C28889}" presName="parentText" presStyleLbl="node1" presStyleIdx="0" presStyleCnt="1" custScaleY="81798">
        <dgm:presLayoutVars>
          <dgm:chMax val="0"/>
          <dgm:bulletEnabled val="1"/>
        </dgm:presLayoutVars>
      </dgm:prSet>
      <dgm:spPr/>
    </dgm:pt>
    <dgm:pt modelId="{C352B703-03F5-41D5-A330-3BCB35BAECD1}" type="pres">
      <dgm:prSet presAssocID="{F83EDBAC-8B42-438A-8E62-582C55C28889}" presName="childText" presStyleLbl="revTx" presStyleIdx="0" presStyleCnt="1">
        <dgm:presLayoutVars>
          <dgm:bulletEnabled val="1"/>
        </dgm:presLayoutVars>
      </dgm:prSet>
      <dgm:spPr/>
    </dgm:pt>
  </dgm:ptLst>
  <dgm:cxnLst>
    <dgm:cxn modelId="{A8F25B01-FC9F-4C7D-BE39-99F2409D6BB7}" srcId="{F83EDBAC-8B42-438A-8E62-582C55C28889}" destId="{49365A6D-2C4D-4C95-BAD7-F6C1928E56F9}" srcOrd="0" destOrd="0" parTransId="{184FF904-F77C-40F3-B837-CCA8DC350860}" sibTransId="{539BEE20-A234-46BD-B290-64E68443C373}"/>
    <dgm:cxn modelId="{5814D30F-CAF4-45BC-AE40-F0E1CB5A23B2}" type="presOf" srcId="{EB424A4F-1A78-4548-8EF0-CCD0B71C3EBB}" destId="{C352B703-03F5-41D5-A330-3BCB35BAECD1}" srcOrd="0" destOrd="2" presId="urn:microsoft.com/office/officeart/2005/8/layout/vList2"/>
    <dgm:cxn modelId="{93BEE415-8F5B-4806-B1A8-1B4F92821A28}" srcId="{F83EDBAC-8B42-438A-8E62-582C55C28889}" destId="{69C23686-0B47-4428-AE56-F4F2ED1C0AAE}" srcOrd="4" destOrd="0" parTransId="{26684997-CAE0-4267-9CB6-C5F5D008161B}" sibTransId="{32A1EB37-2764-497A-8076-5637CFE9A266}"/>
    <dgm:cxn modelId="{681A6C26-663A-46AA-912E-B323CDF68F9E}" type="presOf" srcId="{F83EDBAC-8B42-438A-8E62-582C55C28889}" destId="{C99D8BA3-2F7B-485D-9DC3-F0B19F802ED5}" srcOrd="0" destOrd="0" presId="urn:microsoft.com/office/officeart/2005/8/layout/vList2"/>
    <dgm:cxn modelId="{CC572C2F-7D4E-4059-91D6-F670F17ED818}" srcId="{F83EDBAC-8B42-438A-8E62-582C55C28889}" destId="{C89C555B-A62E-40EA-BE00-A6CC769F6CF6}" srcOrd="6" destOrd="0" parTransId="{55C01D3F-E9F7-4923-BE7E-F6C6A9265B96}" sibTransId="{043C7CA6-38ED-4483-821E-90ECB77155D3}"/>
    <dgm:cxn modelId="{81D8782F-F181-4953-9B23-B0C759D3B73F}" srcId="{477524E9-96E3-4DD7-97F3-BB41DC8DDCF7}" destId="{F83EDBAC-8B42-438A-8E62-582C55C28889}" srcOrd="0" destOrd="0" parTransId="{71FAF040-E864-443E-A042-04246208A46A}" sibTransId="{27591F21-94BE-41CF-A8DA-A602E908BAF5}"/>
    <dgm:cxn modelId="{3AE0DA30-2A9B-4F4E-A214-8620E7B1268C}" type="presOf" srcId="{69C23686-0B47-4428-AE56-F4F2ED1C0AAE}" destId="{C352B703-03F5-41D5-A330-3BCB35BAECD1}" srcOrd="0" destOrd="4" presId="urn:microsoft.com/office/officeart/2005/8/layout/vList2"/>
    <dgm:cxn modelId="{73021A48-665F-4AA9-9918-5BB31051E2DB}" srcId="{F83EDBAC-8B42-438A-8E62-582C55C28889}" destId="{07F567EF-3DD3-4FE1-97B9-0FA742E51195}" srcOrd="1" destOrd="0" parTransId="{73846886-CC4E-43BE-898B-6D44325B8DFD}" sibTransId="{763AA44B-CAD4-4D73-8DBF-D2AABF52A962}"/>
    <dgm:cxn modelId="{7864CE8C-EF1B-49B4-98CA-A47D82CE3190}" type="presOf" srcId="{C89C555B-A62E-40EA-BE00-A6CC769F6CF6}" destId="{C352B703-03F5-41D5-A330-3BCB35BAECD1}" srcOrd="0" destOrd="6" presId="urn:microsoft.com/office/officeart/2005/8/layout/vList2"/>
    <dgm:cxn modelId="{B25B8E96-A009-419A-A2E8-569F400EF5B4}" type="presOf" srcId="{6325BB5F-4AE4-4AD8-8ABE-120A6B353B49}" destId="{C352B703-03F5-41D5-A330-3BCB35BAECD1}" srcOrd="0" destOrd="3" presId="urn:microsoft.com/office/officeart/2005/8/layout/vList2"/>
    <dgm:cxn modelId="{438EBDC7-B72E-441C-BABF-93120A2EDC2E}" srcId="{F83EDBAC-8B42-438A-8E62-582C55C28889}" destId="{6325BB5F-4AE4-4AD8-8ABE-120A6B353B49}" srcOrd="3" destOrd="0" parTransId="{F6A19D10-0D3E-470E-B52C-D30E3898B16C}" sibTransId="{EB809AC2-7C18-4D6C-ACD0-87B68C1DC96F}"/>
    <dgm:cxn modelId="{CD21AFDA-B640-4DB5-A4D1-AD29CFDD2F5E}" type="presOf" srcId="{477524E9-96E3-4DD7-97F3-BB41DC8DDCF7}" destId="{61C19A97-A5A5-4F89-8134-69083604B2DC}" srcOrd="0" destOrd="0" presId="urn:microsoft.com/office/officeart/2005/8/layout/vList2"/>
    <dgm:cxn modelId="{082924EC-E73A-48D1-9ACE-7C2F837B37B7}" srcId="{F83EDBAC-8B42-438A-8E62-582C55C28889}" destId="{EB424A4F-1A78-4548-8EF0-CCD0B71C3EBB}" srcOrd="2" destOrd="0" parTransId="{651EC0D8-9CBE-49AD-92EF-BCD0CD20A532}" sibTransId="{EA60C378-046D-47AD-B5D2-71E1299938A8}"/>
    <dgm:cxn modelId="{3505CAED-921F-4797-A952-05C99B305B59}" type="presOf" srcId="{9630705D-2417-4ADF-9FB8-36AC06A990C7}" destId="{C352B703-03F5-41D5-A330-3BCB35BAECD1}" srcOrd="0" destOrd="5" presId="urn:microsoft.com/office/officeart/2005/8/layout/vList2"/>
    <dgm:cxn modelId="{650E7BF6-EEFB-4DD6-9D65-2125EA4046BF}" type="presOf" srcId="{49365A6D-2C4D-4C95-BAD7-F6C1928E56F9}" destId="{C352B703-03F5-41D5-A330-3BCB35BAECD1}" srcOrd="0" destOrd="0" presId="urn:microsoft.com/office/officeart/2005/8/layout/vList2"/>
    <dgm:cxn modelId="{B101EDF8-889A-478D-B31D-4ABC5216E9ED}" srcId="{F83EDBAC-8B42-438A-8E62-582C55C28889}" destId="{9630705D-2417-4ADF-9FB8-36AC06A990C7}" srcOrd="5" destOrd="0" parTransId="{C956B930-CC0D-4DA1-BE16-D393879D5209}" sibTransId="{E26CD8BF-D4B6-4D0F-BD1C-90778E74C366}"/>
    <dgm:cxn modelId="{699860FF-C2B1-4E92-828B-07EE157B007C}" type="presOf" srcId="{07F567EF-3DD3-4FE1-97B9-0FA742E51195}" destId="{C352B703-03F5-41D5-A330-3BCB35BAECD1}" srcOrd="0" destOrd="1" presId="urn:microsoft.com/office/officeart/2005/8/layout/vList2"/>
    <dgm:cxn modelId="{B0B26F0F-C0C1-4356-876C-D88536001C4B}" type="presParOf" srcId="{61C19A97-A5A5-4F89-8134-69083604B2DC}" destId="{C99D8BA3-2F7B-485D-9DC3-F0B19F802ED5}" srcOrd="0" destOrd="0" presId="urn:microsoft.com/office/officeart/2005/8/layout/vList2"/>
    <dgm:cxn modelId="{F56D71ED-CAE4-4277-8236-75E1CB13F00A}" type="presParOf" srcId="{61C19A97-A5A5-4F89-8134-69083604B2DC}" destId="{C352B703-03F5-41D5-A330-3BCB35BAECD1}"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0B664BC-759A-4FA1-B00A-0E7FE0BA6D3B}" type="doc">
      <dgm:prSet loTypeId="urn:microsoft.com/office/officeart/2005/8/layout/process4" loCatId="process" qsTypeId="urn:microsoft.com/office/officeart/2005/8/quickstyle/simple1" qsCatId="simple" csTypeId="urn:microsoft.com/office/officeart/2005/8/colors/accent1_2" csCatId="accent1" phldr="1"/>
      <dgm:spPr/>
      <dgm:t>
        <a:bodyPr/>
        <a:lstStyle/>
        <a:p>
          <a:endParaRPr lang="en-US"/>
        </a:p>
      </dgm:t>
    </dgm:pt>
    <dgm:pt modelId="{6D57A746-32F9-444A-8029-449572FA1AE8}">
      <dgm:prSet custT="1"/>
      <dgm:spPr/>
      <dgm:t>
        <a:bodyPr/>
        <a:lstStyle/>
        <a:p>
          <a:r>
            <a:rPr lang="vi-VN" sz="2800" b="0" dirty="0">
              <a:latin typeface="Times New Roman" panose="02020603050405020304" pitchFamily="18" charset="0"/>
              <a:cs typeface="Times New Roman" panose="02020603050405020304" pitchFamily="18" charset="0"/>
            </a:rPr>
            <a:t>a. </a:t>
          </a:r>
          <a:r>
            <a:rPr lang="en-US" sz="2800" b="0" i="0" dirty="0" err="1">
              <a:latin typeface="Times New Roman" panose="02020603050405020304" pitchFamily="18" charset="0"/>
              <a:cs typeface="Times New Roman" panose="02020603050405020304" pitchFamily="18" charset="0"/>
            </a:rPr>
            <a:t>Kỹ</a:t>
          </a:r>
          <a:r>
            <a:rPr lang="en-US" sz="2800" b="0" i="0" dirty="0">
              <a:latin typeface="Times New Roman" panose="02020603050405020304" pitchFamily="18" charset="0"/>
              <a:cs typeface="Times New Roman" panose="02020603050405020304" pitchFamily="18" charset="0"/>
            </a:rPr>
            <a:t> </a:t>
          </a:r>
          <a:r>
            <a:rPr lang="en-US" sz="2800" b="0" i="0" dirty="0" err="1">
              <a:latin typeface="Times New Roman" panose="02020603050405020304" pitchFamily="18" charset="0"/>
              <a:cs typeface="Times New Roman" panose="02020603050405020304" pitchFamily="18" charset="0"/>
            </a:rPr>
            <a:t>thuật</a:t>
          </a:r>
          <a:r>
            <a:rPr lang="en-US" sz="2800" b="0" i="0" dirty="0">
              <a:latin typeface="Times New Roman" panose="02020603050405020304" pitchFamily="18" charset="0"/>
              <a:cs typeface="Times New Roman" panose="02020603050405020304" pitchFamily="18" charset="0"/>
            </a:rPr>
            <a:t> quay </a:t>
          </a:r>
          <a:r>
            <a:rPr lang="en-US" sz="2800" b="0" i="0" dirty="0" err="1">
              <a:latin typeface="Times New Roman" panose="02020603050405020304" pitchFamily="18" charset="0"/>
              <a:cs typeface="Times New Roman" panose="02020603050405020304" pitchFamily="18" charset="0"/>
            </a:rPr>
            <a:t>trái</a:t>
          </a:r>
          <a:r>
            <a:rPr lang="en-US" sz="2800" b="0" i="0" dirty="0">
              <a:latin typeface="Times New Roman" panose="02020603050405020304" pitchFamily="18" charset="0"/>
              <a:cs typeface="Times New Roman" panose="02020603050405020304" pitchFamily="18" charset="0"/>
            </a:rPr>
            <a:t> </a:t>
          </a:r>
          <a:r>
            <a:rPr lang="en-US" sz="2800" b="0" i="0" dirty="0" err="1">
              <a:latin typeface="Times New Roman" panose="02020603050405020304" pitchFamily="18" charset="0"/>
              <a:cs typeface="Times New Roman" panose="02020603050405020304" pitchFamily="18" charset="0"/>
            </a:rPr>
            <a:t>cây</a:t>
          </a:r>
          <a:r>
            <a:rPr lang="en-US" sz="2800" b="0" i="0" dirty="0">
              <a:latin typeface="Times New Roman" panose="02020603050405020304" pitchFamily="18" charset="0"/>
              <a:cs typeface="Times New Roman" panose="02020603050405020304" pitchFamily="18" charset="0"/>
            </a:rPr>
            <a:t> AVL</a:t>
          </a:r>
          <a:endParaRPr lang="en-US" sz="2800" b="0" dirty="0">
            <a:latin typeface="Times New Roman" panose="02020603050405020304" pitchFamily="18" charset="0"/>
            <a:cs typeface="Times New Roman" panose="02020603050405020304" pitchFamily="18" charset="0"/>
          </a:endParaRPr>
        </a:p>
      </dgm:t>
    </dgm:pt>
    <dgm:pt modelId="{41C128F8-5C0E-4E03-92B7-5E733C829E89}" type="parTrans" cxnId="{497091AA-2E53-44EE-8C64-0849E4C199AB}">
      <dgm:prSet/>
      <dgm:spPr/>
      <dgm:t>
        <a:bodyPr/>
        <a:lstStyle/>
        <a:p>
          <a:endParaRPr lang="en-US"/>
        </a:p>
      </dgm:t>
    </dgm:pt>
    <dgm:pt modelId="{1B6DA83F-AD12-45FA-904D-C52446DC4E9F}" type="sibTrans" cxnId="{497091AA-2E53-44EE-8C64-0849E4C199AB}">
      <dgm:prSet/>
      <dgm:spPr/>
      <dgm:t>
        <a:bodyPr/>
        <a:lstStyle/>
        <a:p>
          <a:endParaRPr lang="en-US"/>
        </a:p>
      </dgm:t>
    </dgm:pt>
    <dgm:pt modelId="{02BA1AF1-9B7B-46C4-800D-A3245142E387}">
      <dgm:prSet custT="1"/>
      <dgm:spPr/>
      <dgm:t>
        <a:bodyPr/>
        <a:lstStyle/>
        <a:p>
          <a:pPr algn="l"/>
          <a:r>
            <a:rPr lang="vi-VN" sz="2400" b="0" i="0" dirty="0">
              <a:latin typeface="Times New Roman" panose="02020603050405020304" pitchFamily="18" charset="0"/>
              <a:cs typeface="Times New Roman" panose="02020603050405020304" pitchFamily="18" charset="0"/>
            </a:rPr>
            <a:t>Trong hình minh họa trên, nút A trở nên không cân bằng khi một nút (nút C) được chèn vào cây con bên phải của cây con bên phải của nút A. Chúng ta thực hiện kỹ thuật quay trái để làm A trở thành cây con bên trái của B.</a:t>
          </a:r>
          <a:endParaRPr lang="en-US" sz="2400" dirty="0">
            <a:latin typeface="Times New Roman" panose="02020603050405020304" pitchFamily="18" charset="0"/>
            <a:cs typeface="Times New Roman" panose="02020603050405020304" pitchFamily="18" charset="0"/>
          </a:endParaRPr>
        </a:p>
      </dgm:t>
    </dgm:pt>
    <dgm:pt modelId="{ECA8C0D8-A7C5-405D-9922-A365175CDFFD}" type="parTrans" cxnId="{9E647D80-C9D7-4441-BB23-419273632A5B}">
      <dgm:prSet/>
      <dgm:spPr/>
      <dgm:t>
        <a:bodyPr/>
        <a:lstStyle/>
        <a:p>
          <a:endParaRPr lang="en-US"/>
        </a:p>
      </dgm:t>
    </dgm:pt>
    <dgm:pt modelId="{1A5B1AC2-1EEC-4A86-BB7A-FA585FE84049}" type="sibTrans" cxnId="{9E647D80-C9D7-4441-BB23-419273632A5B}">
      <dgm:prSet/>
      <dgm:spPr/>
      <dgm:t>
        <a:bodyPr/>
        <a:lstStyle/>
        <a:p>
          <a:endParaRPr lang="en-US"/>
        </a:p>
      </dgm:t>
    </dgm:pt>
    <dgm:pt modelId="{255C2026-FD67-4A98-83FA-7816EFCCA55E}" type="pres">
      <dgm:prSet presAssocID="{90B664BC-759A-4FA1-B00A-0E7FE0BA6D3B}" presName="Name0" presStyleCnt="0">
        <dgm:presLayoutVars>
          <dgm:dir/>
          <dgm:animLvl val="lvl"/>
          <dgm:resizeHandles val="exact"/>
        </dgm:presLayoutVars>
      </dgm:prSet>
      <dgm:spPr/>
    </dgm:pt>
    <dgm:pt modelId="{C7E8C4D5-9D74-4E04-87A6-BE0CC72331A1}" type="pres">
      <dgm:prSet presAssocID="{02BA1AF1-9B7B-46C4-800D-A3245142E387}" presName="boxAndChildren" presStyleCnt="0"/>
      <dgm:spPr/>
    </dgm:pt>
    <dgm:pt modelId="{14349201-B8C7-4386-95AC-12A44B9EB08A}" type="pres">
      <dgm:prSet presAssocID="{02BA1AF1-9B7B-46C4-800D-A3245142E387}" presName="parentTextBox" presStyleLbl="node1" presStyleIdx="0" presStyleCnt="2" custScaleY="297751" custLinFactNeighborX="-373" custLinFactNeighborY="3677"/>
      <dgm:spPr/>
    </dgm:pt>
    <dgm:pt modelId="{2F0CE989-8252-4E97-A174-0ADC4E4D649B}" type="pres">
      <dgm:prSet presAssocID="{1B6DA83F-AD12-45FA-904D-C52446DC4E9F}" presName="sp" presStyleCnt="0"/>
      <dgm:spPr/>
    </dgm:pt>
    <dgm:pt modelId="{EB7AE2F4-28BD-43D4-B2A6-7316DE7585C8}" type="pres">
      <dgm:prSet presAssocID="{6D57A746-32F9-444A-8029-449572FA1AE8}" presName="arrowAndChildren" presStyleCnt="0"/>
      <dgm:spPr/>
    </dgm:pt>
    <dgm:pt modelId="{AF173D7A-14F6-4B24-B160-EB0E26A2A9B4}" type="pres">
      <dgm:prSet presAssocID="{6D57A746-32F9-444A-8029-449572FA1AE8}" presName="parentTextArrow" presStyleLbl="node1" presStyleIdx="1" presStyleCnt="2"/>
      <dgm:spPr/>
    </dgm:pt>
  </dgm:ptLst>
  <dgm:cxnLst>
    <dgm:cxn modelId="{A3D5B76F-757F-4D2D-B8A9-3FFAA74968F1}" type="presOf" srcId="{02BA1AF1-9B7B-46C4-800D-A3245142E387}" destId="{14349201-B8C7-4386-95AC-12A44B9EB08A}" srcOrd="0" destOrd="0" presId="urn:microsoft.com/office/officeart/2005/8/layout/process4"/>
    <dgm:cxn modelId="{9E647D80-C9D7-4441-BB23-419273632A5B}" srcId="{90B664BC-759A-4FA1-B00A-0E7FE0BA6D3B}" destId="{02BA1AF1-9B7B-46C4-800D-A3245142E387}" srcOrd="1" destOrd="0" parTransId="{ECA8C0D8-A7C5-405D-9922-A365175CDFFD}" sibTransId="{1A5B1AC2-1EEC-4A86-BB7A-FA585FE84049}"/>
    <dgm:cxn modelId="{497091AA-2E53-44EE-8C64-0849E4C199AB}" srcId="{90B664BC-759A-4FA1-B00A-0E7FE0BA6D3B}" destId="{6D57A746-32F9-444A-8029-449572FA1AE8}" srcOrd="0" destOrd="0" parTransId="{41C128F8-5C0E-4E03-92B7-5E733C829E89}" sibTransId="{1B6DA83F-AD12-45FA-904D-C52446DC4E9F}"/>
    <dgm:cxn modelId="{1EF620D5-3BF7-488C-A82F-154496F949B0}" type="presOf" srcId="{90B664BC-759A-4FA1-B00A-0E7FE0BA6D3B}" destId="{255C2026-FD67-4A98-83FA-7816EFCCA55E}" srcOrd="0" destOrd="0" presId="urn:microsoft.com/office/officeart/2005/8/layout/process4"/>
    <dgm:cxn modelId="{F0E0B9D5-5AA0-47CA-8682-B741CC8F42E3}" type="presOf" srcId="{6D57A746-32F9-444A-8029-449572FA1AE8}" destId="{AF173D7A-14F6-4B24-B160-EB0E26A2A9B4}" srcOrd="0" destOrd="0" presId="urn:microsoft.com/office/officeart/2005/8/layout/process4"/>
    <dgm:cxn modelId="{09C4AB8C-72B1-45F9-A185-FF935EDAAE58}" type="presParOf" srcId="{255C2026-FD67-4A98-83FA-7816EFCCA55E}" destId="{C7E8C4D5-9D74-4E04-87A6-BE0CC72331A1}" srcOrd="0" destOrd="0" presId="urn:microsoft.com/office/officeart/2005/8/layout/process4"/>
    <dgm:cxn modelId="{BDF0C32D-8894-4C0A-8F26-DDEAE21DA83D}" type="presParOf" srcId="{C7E8C4D5-9D74-4E04-87A6-BE0CC72331A1}" destId="{14349201-B8C7-4386-95AC-12A44B9EB08A}" srcOrd="0" destOrd="0" presId="urn:microsoft.com/office/officeart/2005/8/layout/process4"/>
    <dgm:cxn modelId="{4D0F0F7E-8C80-4A4B-B021-93EBC2C402EE}" type="presParOf" srcId="{255C2026-FD67-4A98-83FA-7816EFCCA55E}" destId="{2F0CE989-8252-4E97-A174-0ADC4E4D649B}" srcOrd="1" destOrd="0" presId="urn:microsoft.com/office/officeart/2005/8/layout/process4"/>
    <dgm:cxn modelId="{C8C88B0C-A534-4FE4-A553-9D1B0C653EB4}" type="presParOf" srcId="{255C2026-FD67-4A98-83FA-7816EFCCA55E}" destId="{EB7AE2F4-28BD-43D4-B2A6-7316DE7585C8}" srcOrd="2" destOrd="0" presId="urn:microsoft.com/office/officeart/2005/8/layout/process4"/>
    <dgm:cxn modelId="{9404B95C-4327-4E89-86FC-705FA34AE91F}" type="presParOf" srcId="{EB7AE2F4-28BD-43D4-B2A6-7316DE7585C8}" destId="{AF173D7A-14F6-4B24-B160-EB0E26A2A9B4}"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81774A-37E5-45F6-92E4-BBCB90D168AA}">
      <dsp:nvSpPr>
        <dsp:cNvPr id="0" name=""/>
        <dsp:cNvSpPr/>
      </dsp:nvSpPr>
      <dsp:spPr>
        <a:xfrm>
          <a:off x="0" y="278133"/>
          <a:ext cx="2918936" cy="234552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074376A-F157-42BC-A06E-AA7D3A5C2196}">
      <dsp:nvSpPr>
        <dsp:cNvPr id="0" name=""/>
        <dsp:cNvSpPr/>
      </dsp:nvSpPr>
      <dsp:spPr>
        <a:xfrm>
          <a:off x="324326" y="586243"/>
          <a:ext cx="2918936" cy="234552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vi-VN" sz="3200" kern="1200" dirty="0">
              <a:latin typeface="+mj-lt"/>
            </a:rPr>
            <a:t>1.Cây AVL và cách xây dựng cây cân bằng</a:t>
          </a:r>
          <a:endParaRPr lang="en-US" sz="3200" kern="1200" dirty="0">
            <a:latin typeface="+mj-lt"/>
          </a:endParaRPr>
        </a:p>
      </dsp:txBody>
      <dsp:txXfrm>
        <a:off x="393024" y="654941"/>
        <a:ext cx="2781540" cy="2208128"/>
      </dsp:txXfrm>
    </dsp:sp>
    <dsp:sp modelId="{6D27AFE8-0AA4-4D3E-AA94-9EBE1B05514B}">
      <dsp:nvSpPr>
        <dsp:cNvPr id="0" name=""/>
        <dsp:cNvSpPr/>
      </dsp:nvSpPr>
      <dsp:spPr>
        <a:xfrm>
          <a:off x="3567588" y="278133"/>
          <a:ext cx="2918936" cy="232646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B958A5C-CDE0-4139-A47E-E8698F09FAA7}">
      <dsp:nvSpPr>
        <dsp:cNvPr id="0" name=""/>
        <dsp:cNvSpPr/>
      </dsp:nvSpPr>
      <dsp:spPr>
        <a:xfrm>
          <a:off x="3891915" y="586243"/>
          <a:ext cx="2918936" cy="232646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vi-VN" sz="3200" kern="1200" dirty="0">
              <a:latin typeface="+mj-lt"/>
            </a:rPr>
            <a:t>2.Các trường hợp mất cân bằng và xử lý mất cân bằng</a:t>
          </a:r>
          <a:endParaRPr lang="en-US" sz="3200" kern="1200" dirty="0">
            <a:latin typeface="+mj-lt"/>
          </a:endParaRPr>
        </a:p>
      </dsp:txBody>
      <dsp:txXfrm>
        <a:off x="3960055" y="654383"/>
        <a:ext cx="2782656" cy="2190189"/>
      </dsp:txXfrm>
    </dsp:sp>
    <dsp:sp modelId="{B1D65C56-97B7-4471-A75A-FD2AA347D78E}">
      <dsp:nvSpPr>
        <dsp:cNvPr id="0" name=""/>
        <dsp:cNvSpPr/>
      </dsp:nvSpPr>
      <dsp:spPr>
        <a:xfrm>
          <a:off x="7135177" y="278133"/>
          <a:ext cx="2918936" cy="234552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08F8DBB-8F9B-4D90-8F1A-3BC6B454A4EE}">
      <dsp:nvSpPr>
        <dsp:cNvPr id="0" name=""/>
        <dsp:cNvSpPr/>
      </dsp:nvSpPr>
      <dsp:spPr>
        <a:xfrm>
          <a:off x="7459503" y="586243"/>
          <a:ext cx="2918936" cy="234552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vi-VN" sz="3200" kern="1200" dirty="0">
              <a:latin typeface="+mj-lt"/>
            </a:rPr>
            <a:t>3.Các phép thao tác tìm kiếm và xóa phần tử trên cây AVL</a:t>
          </a:r>
          <a:endParaRPr lang="en-US" sz="3200" kern="1200" dirty="0">
            <a:latin typeface="+mj-lt"/>
          </a:endParaRPr>
        </a:p>
      </dsp:txBody>
      <dsp:txXfrm>
        <a:off x="7528201" y="654941"/>
        <a:ext cx="2781540" cy="220812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9D8BA3-2F7B-485D-9DC3-F0B19F802ED5}">
      <dsp:nvSpPr>
        <dsp:cNvPr id="0" name=""/>
        <dsp:cNvSpPr/>
      </dsp:nvSpPr>
      <dsp:spPr>
        <a:xfrm>
          <a:off x="0" y="748472"/>
          <a:ext cx="6666833" cy="995318"/>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vi-VN" sz="3200" kern="1200" dirty="0">
              <a:latin typeface="Times New Roman" panose="02020603050405020304" pitchFamily="18" charset="0"/>
              <a:cs typeface="Times New Roman" panose="02020603050405020304" pitchFamily="18" charset="0"/>
            </a:rPr>
            <a:t>Cách xây dựng Cây AVL</a:t>
          </a:r>
          <a:endParaRPr lang="en-US" sz="3200" kern="1200" dirty="0">
            <a:latin typeface="Times New Roman" panose="02020603050405020304" pitchFamily="18" charset="0"/>
            <a:cs typeface="Times New Roman" panose="02020603050405020304" pitchFamily="18" charset="0"/>
          </a:endParaRPr>
        </a:p>
      </dsp:txBody>
      <dsp:txXfrm>
        <a:off x="48587" y="797059"/>
        <a:ext cx="6569659" cy="898144"/>
      </dsp:txXfrm>
    </dsp:sp>
    <dsp:sp modelId="{C352B703-03F5-41D5-A330-3BCB35BAECD1}">
      <dsp:nvSpPr>
        <dsp:cNvPr id="0" name=""/>
        <dsp:cNvSpPr/>
      </dsp:nvSpPr>
      <dsp:spPr>
        <a:xfrm>
          <a:off x="0" y="1743790"/>
          <a:ext cx="6666833" cy="32964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1672" tIns="30480" rIns="170688" bIns="30480" numCol="1" spcCol="1270" anchor="t" anchorCtr="0">
          <a:noAutofit/>
        </a:bodyPr>
        <a:lstStyle/>
        <a:p>
          <a:pPr marL="228600" lvl="1" indent="-228600" algn="l" defTabSz="1066800">
            <a:lnSpc>
              <a:spcPct val="90000"/>
            </a:lnSpc>
            <a:spcBef>
              <a:spcPct val="0"/>
            </a:spcBef>
            <a:spcAft>
              <a:spcPct val="20000"/>
            </a:spcAft>
            <a:buChar char="•"/>
          </a:pPr>
          <a:r>
            <a:rPr lang="vi-VN" sz="2400" kern="1200" dirty="0">
              <a:latin typeface="Times New Roman" panose="02020603050405020304" pitchFamily="18" charset="0"/>
              <a:cs typeface="Times New Roman" panose="02020603050405020304" pitchFamily="18" charset="0"/>
            </a:rPr>
            <a:t>Bắt đầu tự cây nghị phân tìm kiếm bình thường (BST)</a:t>
          </a:r>
          <a:endParaRPr lang="en-US" sz="2400" kern="1200" dirty="0">
            <a:latin typeface="Times New Roman" panose="02020603050405020304" pitchFamily="18" charset="0"/>
            <a:cs typeface="Times New Roman" panose="02020603050405020304" pitchFamily="18" charset="0"/>
          </a:endParaRPr>
        </a:p>
        <a:p>
          <a:pPr marL="228600" lvl="1" indent="-228600" algn="l" defTabSz="1066800">
            <a:lnSpc>
              <a:spcPct val="90000"/>
            </a:lnSpc>
            <a:spcBef>
              <a:spcPct val="0"/>
            </a:spcBef>
            <a:spcAft>
              <a:spcPct val="20000"/>
            </a:spcAft>
            <a:buChar char="•"/>
          </a:pPr>
          <a:r>
            <a:rPr lang="vi-VN" sz="2400" kern="1200" dirty="0">
              <a:latin typeface="Times New Roman" panose="02020603050405020304" pitchFamily="18" charset="0"/>
              <a:cs typeface="Times New Roman" panose="02020603050405020304" pitchFamily="18" charset="0"/>
            </a:rPr>
            <a:t>Khi thêm hoặc xóa một nút</a:t>
          </a:r>
          <a:endParaRPr lang="en-US" sz="2400" kern="1200" dirty="0">
            <a:latin typeface="Times New Roman" panose="02020603050405020304" pitchFamily="18" charset="0"/>
            <a:cs typeface="Times New Roman" panose="02020603050405020304" pitchFamily="18" charset="0"/>
          </a:endParaRPr>
        </a:p>
        <a:p>
          <a:pPr marL="228600" lvl="1" indent="-228600" algn="l" defTabSz="1066800">
            <a:lnSpc>
              <a:spcPct val="90000"/>
            </a:lnSpc>
            <a:spcBef>
              <a:spcPct val="0"/>
            </a:spcBef>
            <a:spcAft>
              <a:spcPct val="20000"/>
            </a:spcAft>
            <a:buNone/>
          </a:pPr>
          <a:r>
            <a:rPr lang="vi-VN" sz="2400" kern="1200" dirty="0">
              <a:latin typeface="Times New Roman" panose="02020603050405020304" pitchFamily="18" charset="0"/>
              <a:cs typeface="Times New Roman" panose="02020603050405020304" pitchFamily="18" charset="0"/>
            </a:rPr>
            <a:t>-Cập nhật lại chiều cao của các nút</a:t>
          </a:r>
          <a:endParaRPr lang="en-US" sz="2400" kern="1200" dirty="0">
            <a:latin typeface="Times New Roman" panose="02020603050405020304" pitchFamily="18" charset="0"/>
            <a:cs typeface="Times New Roman" panose="02020603050405020304" pitchFamily="18" charset="0"/>
          </a:endParaRPr>
        </a:p>
        <a:p>
          <a:pPr marL="228600" lvl="1" indent="-228600" algn="l" defTabSz="1066800">
            <a:lnSpc>
              <a:spcPct val="90000"/>
            </a:lnSpc>
            <a:spcBef>
              <a:spcPct val="0"/>
            </a:spcBef>
            <a:spcAft>
              <a:spcPct val="20000"/>
            </a:spcAft>
            <a:buNone/>
          </a:pPr>
          <a:r>
            <a:rPr lang="vi-VN" sz="2400" kern="1200" dirty="0">
              <a:latin typeface="Times New Roman" panose="02020603050405020304" pitchFamily="18" charset="0"/>
              <a:cs typeface="Times New Roman" panose="02020603050405020304" pitchFamily="18" charset="0"/>
            </a:rPr>
            <a:t>Kiểm tra chỉ số cân bằng (Balance Factor-BF)</a:t>
          </a:r>
          <a:endParaRPr lang="en-US" sz="2400" kern="1200" dirty="0">
            <a:latin typeface="Times New Roman" panose="02020603050405020304" pitchFamily="18" charset="0"/>
            <a:cs typeface="Times New Roman" panose="02020603050405020304" pitchFamily="18" charset="0"/>
          </a:endParaRPr>
        </a:p>
        <a:p>
          <a:pPr marL="228600" lvl="1" indent="-228600" algn="l" defTabSz="889000">
            <a:lnSpc>
              <a:spcPct val="90000"/>
            </a:lnSpc>
            <a:spcBef>
              <a:spcPct val="0"/>
            </a:spcBef>
            <a:spcAft>
              <a:spcPct val="20000"/>
            </a:spcAft>
            <a:buNone/>
          </a:pPr>
          <a:r>
            <a:rPr lang="vi-VN" sz="2000" b="1" kern="1200" dirty="0">
              <a:solidFill>
                <a:srgbClr val="FF0000"/>
              </a:solidFill>
              <a:latin typeface="Times New Roman" panose="02020603050405020304" pitchFamily="18" charset="0"/>
              <a:cs typeface="Times New Roman" panose="02020603050405020304" pitchFamily="18" charset="0"/>
            </a:rPr>
            <a:t>BF = Chiều cao cây con trái – chiều cao cây  con phải </a:t>
          </a:r>
          <a:endParaRPr lang="en-US" sz="2000" kern="1200" dirty="0">
            <a:solidFill>
              <a:srgbClr val="FF0000"/>
            </a:solidFill>
            <a:latin typeface="Times New Roman" panose="02020603050405020304" pitchFamily="18" charset="0"/>
            <a:cs typeface="Times New Roman" panose="02020603050405020304" pitchFamily="18" charset="0"/>
          </a:endParaRPr>
        </a:p>
        <a:p>
          <a:pPr marL="228600" lvl="1" indent="-228600" algn="l" defTabSz="1066800">
            <a:lnSpc>
              <a:spcPct val="90000"/>
            </a:lnSpc>
            <a:spcBef>
              <a:spcPct val="0"/>
            </a:spcBef>
            <a:spcAft>
              <a:spcPct val="20000"/>
            </a:spcAft>
            <a:buChar char="•"/>
          </a:pPr>
          <a:r>
            <a:rPr lang="vi-VN" sz="2400" kern="1200" dirty="0">
              <a:latin typeface="Times New Roman" panose="02020603050405020304" pitchFamily="18" charset="0"/>
              <a:cs typeface="Times New Roman" panose="02020603050405020304" pitchFamily="18" charset="0"/>
            </a:rPr>
            <a:t>Nếu |BF| &lt;= 1: câu vẫn cân bằng</a:t>
          </a:r>
          <a:endParaRPr lang="en-US" sz="2400" kern="1200" dirty="0">
            <a:latin typeface="Times New Roman" panose="02020603050405020304" pitchFamily="18" charset="0"/>
            <a:cs typeface="Times New Roman" panose="02020603050405020304" pitchFamily="18" charset="0"/>
          </a:endParaRPr>
        </a:p>
        <a:p>
          <a:pPr marL="228600" lvl="1" indent="-228600" algn="l" defTabSz="1066800">
            <a:lnSpc>
              <a:spcPct val="90000"/>
            </a:lnSpc>
            <a:spcBef>
              <a:spcPct val="0"/>
            </a:spcBef>
            <a:spcAft>
              <a:spcPct val="20000"/>
            </a:spcAft>
            <a:buChar char="•"/>
          </a:pPr>
          <a:r>
            <a:rPr lang="vi-VN" sz="2400" kern="1200" dirty="0">
              <a:latin typeface="Times New Roman" panose="02020603050405020304" pitchFamily="18" charset="0"/>
              <a:cs typeface="Times New Roman" panose="02020603050405020304" pitchFamily="18" charset="0"/>
            </a:rPr>
            <a:t>Nếu |BF| &gt;= 1: cây mất cân bằng, cần quay lại để cân bằng</a:t>
          </a:r>
          <a:endParaRPr lang="en-US" sz="2400" kern="1200" dirty="0">
            <a:latin typeface="Times New Roman" panose="02020603050405020304" pitchFamily="18" charset="0"/>
            <a:cs typeface="Times New Roman" panose="02020603050405020304" pitchFamily="18" charset="0"/>
          </a:endParaRPr>
        </a:p>
      </dsp:txBody>
      <dsp:txXfrm>
        <a:off x="0" y="1743790"/>
        <a:ext cx="6666833" cy="329647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349201-B8C7-4386-95AC-12A44B9EB08A}">
      <dsp:nvSpPr>
        <dsp:cNvPr id="0" name=""/>
        <dsp:cNvSpPr/>
      </dsp:nvSpPr>
      <dsp:spPr>
        <a:xfrm>
          <a:off x="0" y="754449"/>
          <a:ext cx="10220325" cy="147440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l" defTabSz="1066800">
            <a:lnSpc>
              <a:spcPct val="90000"/>
            </a:lnSpc>
            <a:spcBef>
              <a:spcPct val="0"/>
            </a:spcBef>
            <a:spcAft>
              <a:spcPct val="35000"/>
            </a:spcAft>
            <a:buNone/>
          </a:pPr>
          <a:r>
            <a:rPr lang="vi-VN" sz="2400" b="0" i="0" kern="1200" dirty="0">
              <a:latin typeface="Times New Roman" panose="02020603050405020304" pitchFamily="18" charset="0"/>
              <a:cs typeface="Times New Roman" panose="02020603050405020304" pitchFamily="18" charset="0"/>
            </a:rPr>
            <a:t>Trong hình minh họa trên, nút A trở nên không cân bằng khi một nút (nút C) được chèn vào cây con bên phải của cây con bên phải của nút A. Chúng ta thực hiện kỹ thuật quay trái để làm A trở thành cây con bên trái của B.</a:t>
          </a:r>
          <a:endParaRPr lang="en-US" sz="2400" kern="1200" dirty="0">
            <a:latin typeface="Times New Roman" panose="02020603050405020304" pitchFamily="18" charset="0"/>
            <a:cs typeface="Times New Roman" panose="02020603050405020304" pitchFamily="18" charset="0"/>
          </a:endParaRPr>
        </a:p>
      </dsp:txBody>
      <dsp:txXfrm>
        <a:off x="0" y="754449"/>
        <a:ext cx="10220325" cy="1474400"/>
      </dsp:txXfrm>
    </dsp:sp>
    <dsp:sp modelId="{AF173D7A-14F6-4B24-B160-EB0E26A2A9B4}">
      <dsp:nvSpPr>
        <dsp:cNvPr id="0" name=""/>
        <dsp:cNvSpPr/>
      </dsp:nvSpPr>
      <dsp:spPr>
        <a:xfrm rot="10800000">
          <a:off x="0" y="145"/>
          <a:ext cx="10220325" cy="761585"/>
        </a:xfrm>
        <a:prstGeom prst="upArrowCallou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vi-VN" sz="2800" b="0" kern="1200" dirty="0">
              <a:latin typeface="Times New Roman" panose="02020603050405020304" pitchFamily="18" charset="0"/>
              <a:cs typeface="Times New Roman" panose="02020603050405020304" pitchFamily="18" charset="0"/>
            </a:rPr>
            <a:t>a. </a:t>
          </a:r>
          <a:r>
            <a:rPr lang="en-US" sz="2800" b="0" i="0" kern="1200" dirty="0" err="1">
              <a:latin typeface="Times New Roman" panose="02020603050405020304" pitchFamily="18" charset="0"/>
              <a:cs typeface="Times New Roman" panose="02020603050405020304" pitchFamily="18" charset="0"/>
            </a:rPr>
            <a:t>Kỹ</a:t>
          </a:r>
          <a:r>
            <a:rPr lang="en-US" sz="2800" b="0" i="0" kern="1200" dirty="0">
              <a:latin typeface="Times New Roman" panose="02020603050405020304" pitchFamily="18" charset="0"/>
              <a:cs typeface="Times New Roman" panose="02020603050405020304" pitchFamily="18" charset="0"/>
            </a:rPr>
            <a:t> </a:t>
          </a:r>
          <a:r>
            <a:rPr lang="en-US" sz="2800" b="0" i="0" kern="1200" dirty="0" err="1">
              <a:latin typeface="Times New Roman" panose="02020603050405020304" pitchFamily="18" charset="0"/>
              <a:cs typeface="Times New Roman" panose="02020603050405020304" pitchFamily="18" charset="0"/>
            </a:rPr>
            <a:t>thuật</a:t>
          </a:r>
          <a:r>
            <a:rPr lang="en-US" sz="2800" b="0" i="0" kern="1200" dirty="0">
              <a:latin typeface="Times New Roman" panose="02020603050405020304" pitchFamily="18" charset="0"/>
              <a:cs typeface="Times New Roman" panose="02020603050405020304" pitchFamily="18" charset="0"/>
            </a:rPr>
            <a:t> quay </a:t>
          </a:r>
          <a:r>
            <a:rPr lang="en-US" sz="2800" b="0" i="0" kern="1200" dirty="0" err="1">
              <a:latin typeface="Times New Roman" panose="02020603050405020304" pitchFamily="18" charset="0"/>
              <a:cs typeface="Times New Roman" panose="02020603050405020304" pitchFamily="18" charset="0"/>
            </a:rPr>
            <a:t>trái</a:t>
          </a:r>
          <a:r>
            <a:rPr lang="en-US" sz="2800" b="0" i="0" kern="1200" dirty="0">
              <a:latin typeface="Times New Roman" panose="02020603050405020304" pitchFamily="18" charset="0"/>
              <a:cs typeface="Times New Roman" panose="02020603050405020304" pitchFamily="18" charset="0"/>
            </a:rPr>
            <a:t> </a:t>
          </a:r>
          <a:r>
            <a:rPr lang="en-US" sz="2800" b="0" i="0" kern="1200" dirty="0" err="1">
              <a:latin typeface="Times New Roman" panose="02020603050405020304" pitchFamily="18" charset="0"/>
              <a:cs typeface="Times New Roman" panose="02020603050405020304" pitchFamily="18" charset="0"/>
            </a:rPr>
            <a:t>cây</a:t>
          </a:r>
          <a:r>
            <a:rPr lang="en-US" sz="2800" b="0" i="0" kern="1200" dirty="0">
              <a:latin typeface="Times New Roman" panose="02020603050405020304" pitchFamily="18" charset="0"/>
              <a:cs typeface="Times New Roman" panose="02020603050405020304" pitchFamily="18" charset="0"/>
            </a:rPr>
            <a:t> AVL</a:t>
          </a:r>
          <a:endParaRPr lang="en-US" sz="2800" b="0" kern="1200" dirty="0">
            <a:latin typeface="Times New Roman" panose="02020603050405020304" pitchFamily="18" charset="0"/>
            <a:cs typeface="Times New Roman" panose="02020603050405020304" pitchFamily="18" charset="0"/>
          </a:endParaRPr>
        </a:p>
      </dsp:txBody>
      <dsp:txXfrm rot="10800000">
        <a:off x="0" y="145"/>
        <a:ext cx="10220325" cy="494855"/>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84DF1-4AA9-5A67-D47A-0C6920A55D1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E06F6AE-2F85-5F8D-D8A0-4299783C9E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3CABABD-1BE5-E182-0471-5D2B009754D0}"/>
              </a:ext>
            </a:extLst>
          </p:cNvPr>
          <p:cNvSpPr>
            <a:spLocks noGrp="1"/>
          </p:cNvSpPr>
          <p:nvPr>
            <p:ph type="dt" sz="half" idx="10"/>
          </p:nvPr>
        </p:nvSpPr>
        <p:spPr/>
        <p:txBody>
          <a:bodyPr/>
          <a:lstStyle/>
          <a:p>
            <a:fld id="{7B4DFBC3-77E6-451D-B624-3B68D330497A}" type="datetimeFigureOut">
              <a:rPr lang="en-US" smtClean="0"/>
              <a:t>8/24/2025</a:t>
            </a:fld>
            <a:endParaRPr lang="en-US"/>
          </a:p>
        </p:txBody>
      </p:sp>
      <p:sp>
        <p:nvSpPr>
          <p:cNvPr id="5" name="Footer Placeholder 4">
            <a:extLst>
              <a:ext uri="{FF2B5EF4-FFF2-40B4-BE49-F238E27FC236}">
                <a16:creationId xmlns:a16="http://schemas.microsoft.com/office/drawing/2014/main" id="{B27EE775-80B9-08C0-AC67-E1D4EB7CDD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0FEDF9-7235-1E88-3EFF-34CA367DC3F1}"/>
              </a:ext>
            </a:extLst>
          </p:cNvPr>
          <p:cNvSpPr>
            <a:spLocks noGrp="1"/>
          </p:cNvSpPr>
          <p:nvPr>
            <p:ph type="sldNum" sz="quarter" idx="12"/>
          </p:nvPr>
        </p:nvSpPr>
        <p:spPr/>
        <p:txBody>
          <a:bodyPr/>
          <a:lstStyle/>
          <a:p>
            <a:fld id="{C120E7BF-6E54-45C4-B960-8612B053731B}" type="slidenum">
              <a:rPr lang="en-US" smtClean="0"/>
              <a:t>‹#›</a:t>
            </a:fld>
            <a:endParaRPr lang="en-US"/>
          </a:p>
        </p:txBody>
      </p:sp>
    </p:spTree>
    <p:extLst>
      <p:ext uri="{BB962C8B-B14F-4D97-AF65-F5344CB8AC3E}">
        <p14:creationId xmlns:p14="http://schemas.microsoft.com/office/powerpoint/2010/main" val="27588681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4C825-19BE-473F-3CD1-1226B7B3C5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5951E71-E4BC-ABE3-21A5-06F5E1B6A04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74FC38-1852-CB1B-5A6C-983B09BBDB12}"/>
              </a:ext>
            </a:extLst>
          </p:cNvPr>
          <p:cNvSpPr>
            <a:spLocks noGrp="1"/>
          </p:cNvSpPr>
          <p:nvPr>
            <p:ph type="dt" sz="half" idx="10"/>
          </p:nvPr>
        </p:nvSpPr>
        <p:spPr/>
        <p:txBody>
          <a:bodyPr/>
          <a:lstStyle/>
          <a:p>
            <a:fld id="{7B4DFBC3-77E6-451D-B624-3B68D330497A}" type="datetimeFigureOut">
              <a:rPr lang="en-US" smtClean="0"/>
              <a:t>8/24/2025</a:t>
            </a:fld>
            <a:endParaRPr lang="en-US"/>
          </a:p>
        </p:txBody>
      </p:sp>
      <p:sp>
        <p:nvSpPr>
          <p:cNvPr id="5" name="Footer Placeholder 4">
            <a:extLst>
              <a:ext uri="{FF2B5EF4-FFF2-40B4-BE49-F238E27FC236}">
                <a16:creationId xmlns:a16="http://schemas.microsoft.com/office/drawing/2014/main" id="{AF3F5A4F-D369-69D9-EAF8-4C55162471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0EBAD2-1111-FF8F-8D06-D0F56770280B}"/>
              </a:ext>
            </a:extLst>
          </p:cNvPr>
          <p:cNvSpPr>
            <a:spLocks noGrp="1"/>
          </p:cNvSpPr>
          <p:nvPr>
            <p:ph type="sldNum" sz="quarter" idx="12"/>
          </p:nvPr>
        </p:nvSpPr>
        <p:spPr/>
        <p:txBody>
          <a:bodyPr/>
          <a:lstStyle/>
          <a:p>
            <a:fld id="{C120E7BF-6E54-45C4-B960-8612B053731B}" type="slidenum">
              <a:rPr lang="en-US" smtClean="0"/>
              <a:t>‹#›</a:t>
            </a:fld>
            <a:endParaRPr lang="en-US"/>
          </a:p>
        </p:txBody>
      </p:sp>
    </p:spTree>
    <p:extLst>
      <p:ext uri="{BB962C8B-B14F-4D97-AF65-F5344CB8AC3E}">
        <p14:creationId xmlns:p14="http://schemas.microsoft.com/office/powerpoint/2010/main" val="39283400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0D024-D674-05A9-E4F2-295C8E53E79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CB222A1-736D-82F6-7E1A-01FC97E6A03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51639B6-2F55-E844-C473-F354C2937245}"/>
              </a:ext>
            </a:extLst>
          </p:cNvPr>
          <p:cNvSpPr>
            <a:spLocks noGrp="1"/>
          </p:cNvSpPr>
          <p:nvPr>
            <p:ph type="dt" sz="half" idx="10"/>
          </p:nvPr>
        </p:nvSpPr>
        <p:spPr/>
        <p:txBody>
          <a:bodyPr/>
          <a:lstStyle/>
          <a:p>
            <a:fld id="{7B4DFBC3-77E6-451D-B624-3B68D330497A}" type="datetimeFigureOut">
              <a:rPr lang="en-US" smtClean="0"/>
              <a:t>8/24/2025</a:t>
            </a:fld>
            <a:endParaRPr lang="en-US"/>
          </a:p>
        </p:txBody>
      </p:sp>
      <p:sp>
        <p:nvSpPr>
          <p:cNvPr id="5" name="Footer Placeholder 4">
            <a:extLst>
              <a:ext uri="{FF2B5EF4-FFF2-40B4-BE49-F238E27FC236}">
                <a16:creationId xmlns:a16="http://schemas.microsoft.com/office/drawing/2014/main" id="{475E6782-42A0-3081-B735-E953F41D20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AC2F52-BADC-F6DE-409C-DC908DAB248D}"/>
              </a:ext>
            </a:extLst>
          </p:cNvPr>
          <p:cNvSpPr>
            <a:spLocks noGrp="1"/>
          </p:cNvSpPr>
          <p:nvPr>
            <p:ph type="sldNum" sz="quarter" idx="12"/>
          </p:nvPr>
        </p:nvSpPr>
        <p:spPr/>
        <p:txBody>
          <a:bodyPr/>
          <a:lstStyle/>
          <a:p>
            <a:fld id="{C120E7BF-6E54-45C4-B960-8612B053731B}" type="slidenum">
              <a:rPr lang="en-US" smtClean="0"/>
              <a:t>‹#›</a:t>
            </a:fld>
            <a:endParaRPr lang="en-US"/>
          </a:p>
        </p:txBody>
      </p:sp>
    </p:spTree>
    <p:extLst>
      <p:ext uri="{BB962C8B-B14F-4D97-AF65-F5344CB8AC3E}">
        <p14:creationId xmlns:p14="http://schemas.microsoft.com/office/powerpoint/2010/main" val="16043799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E508B-95BE-0D21-668C-70139118068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5B22838-950C-9318-E04C-4C9FDE215CC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0DB97FC-2515-82A0-E4A9-405384F5D89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260DF20-E754-EEA9-B83D-BA86C49DF2EA}"/>
              </a:ext>
            </a:extLst>
          </p:cNvPr>
          <p:cNvSpPr>
            <a:spLocks noGrp="1"/>
          </p:cNvSpPr>
          <p:nvPr>
            <p:ph type="dt" sz="half" idx="10"/>
          </p:nvPr>
        </p:nvSpPr>
        <p:spPr/>
        <p:txBody>
          <a:bodyPr/>
          <a:lstStyle/>
          <a:p>
            <a:fld id="{7B4DFBC3-77E6-451D-B624-3B68D330497A}" type="datetimeFigureOut">
              <a:rPr lang="en-US" smtClean="0"/>
              <a:t>8/24/2025</a:t>
            </a:fld>
            <a:endParaRPr lang="en-US"/>
          </a:p>
        </p:txBody>
      </p:sp>
      <p:sp>
        <p:nvSpPr>
          <p:cNvPr id="6" name="Footer Placeholder 5">
            <a:extLst>
              <a:ext uri="{FF2B5EF4-FFF2-40B4-BE49-F238E27FC236}">
                <a16:creationId xmlns:a16="http://schemas.microsoft.com/office/drawing/2014/main" id="{85F1FE14-B60C-79F0-4E05-17ED7991272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6DFBCC-0DE5-EE91-18DF-58CD4485EA36}"/>
              </a:ext>
            </a:extLst>
          </p:cNvPr>
          <p:cNvSpPr>
            <a:spLocks noGrp="1"/>
          </p:cNvSpPr>
          <p:nvPr>
            <p:ph type="sldNum" sz="quarter" idx="12"/>
          </p:nvPr>
        </p:nvSpPr>
        <p:spPr/>
        <p:txBody>
          <a:bodyPr/>
          <a:lstStyle/>
          <a:p>
            <a:fld id="{C120E7BF-6E54-45C4-B960-8612B053731B}" type="slidenum">
              <a:rPr lang="en-US" smtClean="0"/>
              <a:t>‹#›</a:t>
            </a:fld>
            <a:endParaRPr lang="en-US"/>
          </a:p>
        </p:txBody>
      </p:sp>
    </p:spTree>
    <p:extLst>
      <p:ext uri="{BB962C8B-B14F-4D97-AF65-F5344CB8AC3E}">
        <p14:creationId xmlns:p14="http://schemas.microsoft.com/office/powerpoint/2010/main" val="22508121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E0BD7-F977-C2D4-BF9E-06282CEA10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9B96CF7-0D4E-7D90-F285-FB0B4A9531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BFA92AD-7B4E-06DD-9FFA-320418CD328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CC5C590-6833-17E8-40E5-C8FBBF8018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5F1B79-2088-D8D1-A0CA-F7062884B27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C03989A-489F-3045-6EF2-F6DC3F46EEA8}"/>
              </a:ext>
            </a:extLst>
          </p:cNvPr>
          <p:cNvSpPr>
            <a:spLocks noGrp="1"/>
          </p:cNvSpPr>
          <p:nvPr>
            <p:ph type="dt" sz="half" idx="10"/>
          </p:nvPr>
        </p:nvSpPr>
        <p:spPr/>
        <p:txBody>
          <a:bodyPr/>
          <a:lstStyle/>
          <a:p>
            <a:fld id="{7B4DFBC3-77E6-451D-B624-3B68D330497A}" type="datetimeFigureOut">
              <a:rPr lang="en-US" smtClean="0"/>
              <a:t>8/24/2025</a:t>
            </a:fld>
            <a:endParaRPr lang="en-US"/>
          </a:p>
        </p:txBody>
      </p:sp>
      <p:sp>
        <p:nvSpPr>
          <p:cNvPr id="8" name="Footer Placeholder 7">
            <a:extLst>
              <a:ext uri="{FF2B5EF4-FFF2-40B4-BE49-F238E27FC236}">
                <a16:creationId xmlns:a16="http://schemas.microsoft.com/office/drawing/2014/main" id="{D09704A8-2A55-848D-3E09-2F0793C44B3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9E65C7D-DC42-D588-AD02-3CB4B7B30FDE}"/>
              </a:ext>
            </a:extLst>
          </p:cNvPr>
          <p:cNvSpPr>
            <a:spLocks noGrp="1"/>
          </p:cNvSpPr>
          <p:nvPr>
            <p:ph type="sldNum" sz="quarter" idx="12"/>
          </p:nvPr>
        </p:nvSpPr>
        <p:spPr/>
        <p:txBody>
          <a:bodyPr/>
          <a:lstStyle/>
          <a:p>
            <a:fld id="{C120E7BF-6E54-45C4-B960-8612B053731B}" type="slidenum">
              <a:rPr lang="en-US" smtClean="0"/>
              <a:t>‹#›</a:t>
            </a:fld>
            <a:endParaRPr lang="en-US"/>
          </a:p>
        </p:txBody>
      </p:sp>
    </p:spTree>
    <p:extLst>
      <p:ext uri="{BB962C8B-B14F-4D97-AF65-F5344CB8AC3E}">
        <p14:creationId xmlns:p14="http://schemas.microsoft.com/office/powerpoint/2010/main" val="35139366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B342B-12D6-55C9-D0B8-B422804DBFF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CA52BCF-B182-03F5-B341-2A315D8492AF}"/>
              </a:ext>
            </a:extLst>
          </p:cNvPr>
          <p:cNvSpPr>
            <a:spLocks noGrp="1"/>
          </p:cNvSpPr>
          <p:nvPr>
            <p:ph type="dt" sz="half" idx="10"/>
          </p:nvPr>
        </p:nvSpPr>
        <p:spPr/>
        <p:txBody>
          <a:bodyPr/>
          <a:lstStyle/>
          <a:p>
            <a:fld id="{7B4DFBC3-77E6-451D-B624-3B68D330497A}" type="datetimeFigureOut">
              <a:rPr lang="en-US" smtClean="0"/>
              <a:t>8/24/2025</a:t>
            </a:fld>
            <a:endParaRPr lang="en-US"/>
          </a:p>
        </p:txBody>
      </p:sp>
      <p:sp>
        <p:nvSpPr>
          <p:cNvPr id="4" name="Footer Placeholder 3">
            <a:extLst>
              <a:ext uri="{FF2B5EF4-FFF2-40B4-BE49-F238E27FC236}">
                <a16:creationId xmlns:a16="http://schemas.microsoft.com/office/drawing/2014/main" id="{A70F4B5F-6E78-EF4A-7AE8-6AF619B926F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94333E9-C25D-04B6-EA8F-C2825D0F75FA}"/>
              </a:ext>
            </a:extLst>
          </p:cNvPr>
          <p:cNvSpPr>
            <a:spLocks noGrp="1"/>
          </p:cNvSpPr>
          <p:nvPr>
            <p:ph type="sldNum" sz="quarter" idx="12"/>
          </p:nvPr>
        </p:nvSpPr>
        <p:spPr/>
        <p:txBody>
          <a:bodyPr/>
          <a:lstStyle/>
          <a:p>
            <a:fld id="{C120E7BF-6E54-45C4-B960-8612B053731B}" type="slidenum">
              <a:rPr lang="en-US" smtClean="0"/>
              <a:t>‹#›</a:t>
            </a:fld>
            <a:endParaRPr lang="en-US"/>
          </a:p>
        </p:txBody>
      </p:sp>
    </p:spTree>
    <p:extLst>
      <p:ext uri="{BB962C8B-B14F-4D97-AF65-F5344CB8AC3E}">
        <p14:creationId xmlns:p14="http://schemas.microsoft.com/office/powerpoint/2010/main" val="4057392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D7BEDF-FEF1-F3C7-5B6E-FCC137CF1759}"/>
              </a:ext>
            </a:extLst>
          </p:cNvPr>
          <p:cNvSpPr>
            <a:spLocks noGrp="1"/>
          </p:cNvSpPr>
          <p:nvPr>
            <p:ph type="dt" sz="half" idx="10"/>
          </p:nvPr>
        </p:nvSpPr>
        <p:spPr/>
        <p:txBody>
          <a:bodyPr/>
          <a:lstStyle/>
          <a:p>
            <a:fld id="{7B4DFBC3-77E6-451D-B624-3B68D330497A}" type="datetimeFigureOut">
              <a:rPr lang="en-US" smtClean="0"/>
              <a:t>8/24/2025</a:t>
            </a:fld>
            <a:endParaRPr lang="en-US"/>
          </a:p>
        </p:txBody>
      </p:sp>
      <p:sp>
        <p:nvSpPr>
          <p:cNvPr id="3" name="Footer Placeholder 2">
            <a:extLst>
              <a:ext uri="{FF2B5EF4-FFF2-40B4-BE49-F238E27FC236}">
                <a16:creationId xmlns:a16="http://schemas.microsoft.com/office/drawing/2014/main" id="{EA57057E-EF41-7A7D-7633-0880A3F6C3C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9451E3B-BBD2-DE6E-7DE9-C6946C33AFC8}"/>
              </a:ext>
            </a:extLst>
          </p:cNvPr>
          <p:cNvSpPr>
            <a:spLocks noGrp="1"/>
          </p:cNvSpPr>
          <p:nvPr>
            <p:ph type="sldNum" sz="quarter" idx="12"/>
          </p:nvPr>
        </p:nvSpPr>
        <p:spPr/>
        <p:txBody>
          <a:bodyPr/>
          <a:lstStyle/>
          <a:p>
            <a:fld id="{C120E7BF-6E54-45C4-B960-8612B053731B}" type="slidenum">
              <a:rPr lang="en-US" smtClean="0"/>
              <a:t>‹#›</a:t>
            </a:fld>
            <a:endParaRPr lang="en-US"/>
          </a:p>
        </p:txBody>
      </p:sp>
    </p:spTree>
    <p:extLst>
      <p:ext uri="{BB962C8B-B14F-4D97-AF65-F5344CB8AC3E}">
        <p14:creationId xmlns:p14="http://schemas.microsoft.com/office/powerpoint/2010/main" val="907525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B47F7-DDA6-E38F-A4AD-890F01ADE0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DB7BDED-E244-ED51-16E7-E55744E2BE2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245D392-9E8B-577E-1349-7688C47E38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96DD9B-D369-CCFF-68F1-3C9B6D60CC8F}"/>
              </a:ext>
            </a:extLst>
          </p:cNvPr>
          <p:cNvSpPr>
            <a:spLocks noGrp="1"/>
          </p:cNvSpPr>
          <p:nvPr>
            <p:ph type="dt" sz="half" idx="10"/>
          </p:nvPr>
        </p:nvSpPr>
        <p:spPr/>
        <p:txBody>
          <a:bodyPr/>
          <a:lstStyle/>
          <a:p>
            <a:fld id="{7B4DFBC3-77E6-451D-B624-3B68D330497A}" type="datetimeFigureOut">
              <a:rPr lang="en-US" smtClean="0"/>
              <a:t>8/24/2025</a:t>
            </a:fld>
            <a:endParaRPr lang="en-US"/>
          </a:p>
        </p:txBody>
      </p:sp>
      <p:sp>
        <p:nvSpPr>
          <p:cNvPr id="6" name="Footer Placeholder 5">
            <a:extLst>
              <a:ext uri="{FF2B5EF4-FFF2-40B4-BE49-F238E27FC236}">
                <a16:creationId xmlns:a16="http://schemas.microsoft.com/office/drawing/2014/main" id="{20B81B08-3EB6-CBED-DC47-53EF8AA800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454828-9BDB-4097-4A04-D5B665863D55}"/>
              </a:ext>
            </a:extLst>
          </p:cNvPr>
          <p:cNvSpPr>
            <a:spLocks noGrp="1"/>
          </p:cNvSpPr>
          <p:nvPr>
            <p:ph type="sldNum" sz="quarter" idx="12"/>
          </p:nvPr>
        </p:nvSpPr>
        <p:spPr/>
        <p:txBody>
          <a:bodyPr/>
          <a:lstStyle/>
          <a:p>
            <a:fld id="{C120E7BF-6E54-45C4-B960-8612B053731B}" type="slidenum">
              <a:rPr lang="en-US" smtClean="0"/>
              <a:t>‹#›</a:t>
            </a:fld>
            <a:endParaRPr lang="en-US"/>
          </a:p>
        </p:txBody>
      </p:sp>
    </p:spTree>
    <p:extLst>
      <p:ext uri="{BB962C8B-B14F-4D97-AF65-F5344CB8AC3E}">
        <p14:creationId xmlns:p14="http://schemas.microsoft.com/office/powerpoint/2010/main" val="33950882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FF55F-55B8-8A72-8834-77FD1584EC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306E364-C0FD-BB0E-798E-17FC8DD6E08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2EE508-2122-ED11-E70A-6FEF9653C5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890E35-6C77-F747-87E9-2F336C64E89F}"/>
              </a:ext>
            </a:extLst>
          </p:cNvPr>
          <p:cNvSpPr>
            <a:spLocks noGrp="1"/>
          </p:cNvSpPr>
          <p:nvPr>
            <p:ph type="dt" sz="half" idx="10"/>
          </p:nvPr>
        </p:nvSpPr>
        <p:spPr/>
        <p:txBody>
          <a:bodyPr/>
          <a:lstStyle/>
          <a:p>
            <a:fld id="{7B4DFBC3-77E6-451D-B624-3B68D330497A}" type="datetimeFigureOut">
              <a:rPr lang="en-US" smtClean="0"/>
              <a:t>8/24/2025</a:t>
            </a:fld>
            <a:endParaRPr lang="en-US"/>
          </a:p>
        </p:txBody>
      </p:sp>
      <p:sp>
        <p:nvSpPr>
          <p:cNvPr id="6" name="Footer Placeholder 5">
            <a:extLst>
              <a:ext uri="{FF2B5EF4-FFF2-40B4-BE49-F238E27FC236}">
                <a16:creationId xmlns:a16="http://schemas.microsoft.com/office/drawing/2014/main" id="{FFC88E44-5E17-D8F4-7418-2E17C7C45A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3F6BA3-ADE1-4482-5FA9-306ACD16BC5A}"/>
              </a:ext>
            </a:extLst>
          </p:cNvPr>
          <p:cNvSpPr>
            <a:spLocks noGrp="1"/>
          </p:cNvSpPr>
          <p:nvPr>
            <p:ph type="sldNum" sz="quarter" idx="12"/>
          </p:nvPr>
        </p:nvSpPr>
        <p:spPr/>
        <p:txBody>
          <a:bodyPr/>
          <a:lstStyle/>
          <a:p>
            <a:fld id="{C120E7BF-6E54-45C4-B960-8612B053731B}" type="slidenum">
              <a:rPr lang="en-US" smtClean="0"/>
              <a:t>‹#›</a:t>
            </a:fld>
            <a:endParaRPr lang="en-US"/>
          </a:p>
        </p:txBody>
      </p:sp>
    </p:spTree>
    <p:extLst>
      <p:ext uri="{BB962C8B-B14F-4D97-AF65-F5344CB8AC3E}">
        <p14:creationId xmlns:p14="http://schemas.microsoft.com/office/powerpoint/2010/main" val="21187328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2BF8C-4797-A03D-B94F-BD1F8D546B8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33904F8-840D-5F9E-C99C-77896C77ECE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8C9237-43C5-D755-797A-27B79A0CD8C9}"/>
              </a:ext>
            </a:extLst>
          </p:cNvPr>
          <p:cNvSpPr>
            <a:spLocks noGrp="1"/>
          </p:cNvSpPr>
          <p:nvPr>
            <p:ph type="dt" sz="half" idx="10"/>
          </p:nvPr>
        </p:nvSpPr>
        <p:spPr/>
        <p:txBody>
          <a:bodyPr/>
          <a:lstStyle/>
          <a:p>
            <a:fld id="{7B4DFBC3-77E6-451D-B624-3B68D330497A}" type="datetimeFigureOut">
              <a:rPr lang="en-US" smtClean="0"/>
              <a:t>8/24/2025</a:t>
            </a:fld>
            <a:endParaRPr lang="en-US"/>
          </a:p>
        </p:txBody>
      </p:sp>
      <p:sp>
        <p:nvSpPr>
          <p:cNvPr id="5" name="Footer Placeholder 4">
            <a:extLst>
              <a:ext uri="{FF2B5EF4-FFF2-40B4-BE49-F238E27FC236}">
                <a16:creationId xmlns:a16="http://schemas.microsoft.com/office/drawing/2014/main" id="{B954EAC4-1D2D-BD3B-C423-73582A4F93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18D0A5-24DF-1475-EA46-7CDA41CA2417}"/>
              </a:ext>
            </a:extLst>
          </p:cNvPr>
          <p:cNvSpPr>
            <a:spLocks noGrp="1"/>
          </p:cNvSpPr>
          <p:nvPr>
            <p:ph type="sldNum" sz="quarter" idx="12"/>
          </p:nvPr>
        </p:nvSpPr>
        <p:spPr/>
        <p:txBody>
          <a:bodyPr/>
          <a:lstStyle/>
          <a:p>
            <a:fld id="{C120E7BF-6E54-45C4-B960-8612B053731B}" type="slidenum">
              <a:rPr lang="en-US" smtClean="0"/>
              <a:t>‹#›</a:t>
            </a:fld>
            <a:endParaRPr lang="en-US"/>
          </a:p>
        </p:txBody>
      </p:sp>
    </p:spTree>
    <p:extLst>
      <p:ext uri="{BB962C8B-B14F-4D97-AF65-F5344CB8AC3E}">
        <p14:creationId xmlns:p14="http://schemas.microsoft.com/office/powerpoint/2010/main" val="1536167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3E9A38C-9D55-46D1-BA96-0B487C518CB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E12A039-10E0-4E0A-5F22-C747F23924B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FF820A-2134-E981-F6E9-E67D0C6DFCDD}"/>
              </a:ext>
            </a:extLst>
          </p:cNvPr>
          <p:cNvSpPr>
            <a:spLocks noGrp="1"/>
          </p:cNvSpPr>
          <p:nvPr>
            <p:ph type="dt" sz="half" idx="10"/>
          </p:nvPr>
        </p:nvSpPr>
        <p:spPr/>
        <p:txBody>
          <a:bodyPr/>
          <a:lstStyle/>
          <a:p>
            <a:fld id="{7B4DFBC3-77E6-451D-B624-3B68D330497A}" type="datetimeFigureOut">
              <a:rPr lang="en-US" smtClean="0"/>
              <a:t>8/24/2025</a:t>
            </a:fld>
            <a:endParaRPr lang="en-US"/>
          </a:p>
        </p:txBody>
      </p:sp>
      <p:sp>
        <p:nvSpPr>
          <p:cNvPr id="5" name="Footer Placeholder 4">
            <a:extLst>
              <a:ext uri="{FF2B5EF4-FFF2-40B4-BE49-F238E27FC236}">
                <a16:creationId xmlns:a16="http://schemas.microsoft.com/office/drawing/2014/main" id="{8482CEF4-C7B6-C136-8107-A89078BA19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22CBE3-7686-E931-7E7C-97C115C0A38C}"/>
              </a:ext>
            </a:extLst>
          </p:cNvPr>
          <p:cNvSpPr>
            <a:spLocks noGrp="1"/>
          </p:cNvSpPr>
          <p:nvPr>
            <p:ph type="sldNum" sz="quarter" idx="12"/>
          </p:nvPr>
        </p:nvSpPr>
        <p:spPr/>
        <p:txBody>
          <a:bodyPr/>
          <a:lstStyle/>
          <a:p>
            <a:fld id="{C120E7BF-6E54-45C4-B960-8612B053731B}" type="slidenum">
              <a:rPr lang="en-US" smtClean="0"/>
              <a:t>‹#›</a:t>
            </a:fld>
            <a:endParaRPr lang="en-US"/>
          </a:p>
        </p:txBody>
      </p:sp>
    </p:spTree>
    <p:extLst>
      <p:ext uri="{BB962C8B-B14F-4D97-AF65-F5344CB8AC3E}">
        <p14:creationId xmlns:p14="http://schemas.microsoft.com/office/powerpoint/2010/main" val="2797424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09D514F-3935-57BA-69E0-2A7CF1EFC0B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22100D1-502E-0CC1-AEA7-B5977A332F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C20E30-018E-3181-E895-675ACE34A29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4DFBC3-77E6-451D-B624-3B68D330497A}" type="datetimeFigureOut">
              <a:rPr lang="en-US" smtClean="0"/>
              <a:t>8/24/2025</a:t>
            </a:fld>
            <a:endParaRPr lang="en-US"/>
          </a:p>
        </p:txBody>
      </p:sp>
      <p:sp>
        <p:nvSpPr>
          <p:cNvPr id="5" name="Footer Placeholder 4">
            <a:extLst>
              <a:ext uri="{FF2B5EF4-FFF2-40B4-BE49-F238E27FC236}">
                <a16:creationId xmlns:a16="http://schemas.microsoft.com/office/drawing/2014/main" id="{CA05440B-A722-43ED-BB35-1DC6EFBF2C6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BFC1B66-EF57-235C-9895-3A77F0DBE6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20E7BF-6E54-45C4-B960-8612B053731B}" type="slidenum">
              <a:rPr lang="en-US" smtClean="0"/>
              <a:t>‹#›</a:t>
            </a:fld>
            <a:endParaRPr lang="en-US"/>
          </a:p>
        </p:txBody>
      </p:sp>
    </p:spTree>
    <p:extLst>
      <p:ext uri="{BB962C8B-B14F-4D97-AF65-F5344CB8AC3E}">
        <p14:creationId xmlns:p14="http://schemas.microsoft.com/office/powerpoint/2010/main" val="27008560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4.jpeg"/><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6DA9DF9-31F7-4056-B42E-878CC92417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1C3186E-0DBE-9C86-A7B7-7C2B43F3C835}"/>
              </a:ext>
            </a:extLst>
          </p:cNvPr>
          <p:cNvSpPr>
            <a:spLocks noGrp="1"/>
          </p:cNvSpPr>
          <p:nvPr>
            <p:ph type="ctrTitle"/>
          </p:nvPr>
        </p:nvSpPr>
        <p:spPr>
          <a:xfrm>
            <a:off x="643468" y="643467"/>
            <a:ext cx="4620584" cy="4567137"/>
          </a:xfrm>
        </p:spPr>
        <p:txBody>
          <a:bodyPr>
            <a:normAutofit/>
          </a:bodyPr>
          <a:lstStyle/>
          <a:p>
            <a:pPr algn="l"/>
            <a:r>
              <a:rPr lang="vi-VN" sz="4000" b="1" dirty="0">
                <a:latin typeface="Times New Roman" panose="02020603050405020304" pitchFamily="18" charset="0"/>
                <a:cs typeface="Times New Roman" panose="02020603050405020304" pitchFamily="18" charset="0"/>
              </a:rPr>
              <a:t>       Nhóm 8</a:t>
            </a:r>
            <a:br>
              <a:rPr lang="vi-VN" sz="4000" b="1" dirty="0">
                <a:latin typeface="Times New Roman" panose="02020603050405020304" pitchFamily="18" charset="0"/>
                <a:cs typeface="Times New Roman" panose="02020603050405020304" pitchFamily="18" charset="0"/>
              </a:rPr>
            </a:br>
            <a:r>
              <a:rPr lang="vi-VN" sz="3100" dirty="0">
                <a:latin typeface="Times New Roman" panose="02020603050405020304" pitchFamily="18" charset="0"/>
                <a:cs typeface="Times New Roman" panose="02020603050405020304" pitchFamily="18" charset="0"/>
              </a:rPr>
              <a:t>1.Nguyễn Công Phúc</a:t>
            </a:r>
            <a:br>
              <a:rPr lang="vi-VN" sz="3100" dirty="0">
                <a:latin typeface="Times New Roman" panose="02020603050405020304" pitchFamily="18" charset="0"/>
                <a:cs typeface="Times New Roman" panose="02020603050405020304" pitchFamily="18" charset="0"/>
              </a:rPr>
            </a:br>
            <a:r>
              <a:rPr lang="vi-VN" sz="3100" dirty="0">
                <a:latin typeface="Times New Roman" panose="02020603050405020304" pitchFamily="18" charset="0"/>
                <a:cs typeface="Times New Roman" panose="02020603050405020304" pitchFamily="18" charset="0"/>
              </a:rPr>
              <a:t>2.Nguyễn Ngọc Quang</a:t>
            </a:r>
            <a:br>
              <a:rPr lang="vi-VN" sz="3100" dirty="0">
                <a:latin typeface="Times New Roman" panose="02020603050405020304" pitchFamily="18" charset="0"/>
                <a:cs typeface="Times New Roman" panose="02020603050405020304" pitchFamily="18" charset="0"/>
              </a:rPr>
            </a:br>
            <a:r>
              <a:rPr lang="vi-VN" sz="3100" dirty="0">
                <a:latin typeface="Times New Roman" panose="02020603050405020304" pitchFamily="18" charset="0"/>
                <a:cs typeface="Times New Roman" panose="02020603050405020304" pitchFamily="18" charset="0"/>
              </a:rPr>
              <a:t>3.Nguyễn Quang Bảo</a:t>
            </a:r>
            <a:br>
              <a:rPr lang="vi-VN" sz="3100" dirty="0">
                <a:latin typeface="Times New Roman" panose="02020603050405020304" pitchFamily="18" charset="0"/>
                <a:cs typeface="Times New Roman" panose="02020603050405020304" pitchFamily="18" charset="0"/>
              </a:rPr>
            </a:br>
            <a:r>
              <a:rPr lang="vi-VN" sz="3100" dirty="0">
                <a:latin typeface="Times New Roman" panose="02020603050405020304" pitchFamily="18" charset="0"/>
                <a:cs typeface="Times New Roman" panose="02020603050405020304" pitchFamily="18" charset="0"/>
              </a:rPr>
              <a:t>4.Nguyễn Đắc Dương</a:t>
            </a:r>
            <a:br>
              <a:rPr lang="vi-VN" sz="3100" dirty="0">
                <a:latin typeface="Times New Roman" panose="02020603050405020304" pitchFamily="18" charset="0"/>
                <a:cs typeface="Times New Roman" panose="02020603050405020304" pitchFamily="18" charset="0"/>
              </a:rPr>
            </a:br>
            <a:r>
              <a:rPr lang="vi-VN" sz="3100" dirty="0">
                <a:latin typeface="Times New Roman" panose="02020603050405020304" pitchFamily="18" charset="0"/>
                <a:cs typeface="Times New Roman" panose="02020603050405020304" pitchFamily="18" charset="0"/>
              </a:rPr>
              <a:t>5.Bùi Đức Anh </a:t>
            </a:r>
            <a:br>
              <a:rPr lang="vi-VN" sz="3100" dirty="0">
                <a:latin typeface="Times New Roman" panose="02020603050405020304" pitchFamily="18" charset="0"/>
                <a:cs typeface="Times New Roman" panose="02020603050405020304" pitchFamily="18" charset="0"/>
              </a:rPr>
            </a:br>
            <a:r>
              <a:rPr lang="vi-VN" sz="3100" dirty="0">
                <a:latin typeface="Times New Roman" panose="02020603050405020304" pitchFamily="18" charset="0"/>
                <a:cs typeface="Times New Roman" panose="02020603050405020304" pitchFamily="18" charset="0"/>
              </a:rPr>
              <a:t>6.Trương Tất Giang</a:t>
            </a:r>
            <a:br>
              <a:rPr lang="vi-VN" sz="3100" dirty="0">
                <a:latin typeface="Times New Roman" panose="02020603050405020304" pitchFamily="18" charset="0"/>
                <a:cs typeface="Times New Roman" panose="02020603050405020304" pitchFamily="18" charset="0"/>
              </a:rPr>
            </a:br>
            <a:r>
              <a:rPr lang="vi-VN" sz="3100" dirty="0">
                <a:latin typeface="Times New Roman" panose="02020603050405020304" pitchFamily="18" charset="0"/>
                <a:cs typeface="Times New Roman" panose="02020603050405020304" pitchFamily="18" charset="0"/>
              </a:rPr>
              <a:t>7.Văn Quốc Anh</a:t>
            </a:r>
            <a:br>
              <a:rPr lang="vi-VN" sz="3100" dirty="0">
                <a:latin typeface="Times New Roman" panose="02020603050405020304" pitchFamily="18" charset="0"/>
                <a:cs typeface="Times New Roman" panose="02020603050405020304" pitchFamily="18" charset="0"/>
              </a:rPr>
            </a:br>
            <a:r>
              <a:rPr lang="vi-VN" sz="3100" dirty="0">
                <a:latin typeface="Times New Roman" panose="02020603050405020304" pitchFamily="18" charset="0"/>
                <a:cs typeface="Times New Roman" panose="02020603050405020304" pitchFamily="18" charset="0"/>
              </a:rPr>
              <a:t>8.Cao Đức Anh</a:t>
            </a:r>
            <a:br>
              <a:rPr lang="vi-VN" sz="3100" dirty="0">
                <a:latin typeface="Times New Roman" panose="02020603050405020304" pitchFamily="18" charset="0"/>
                <a:cs typeface="Times New Roman" panose="02020603050405020304" pitchFamily="18" charset="0"/>
              </a:rPr>
            </a:br>
            <a:endParaRPr lang="en-US" sz="31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FC8EB1F2-5885-4BBF-DFDF-07D9C4EF1DB7}"/>
              </a:ext>
            </a:extLst>
          </p:cNvPr>
          <p:cNvPicPr>
            <a:picLocks noChangeAspect="1"/>
          </p:cNvPicPr>
          <p:nvPr/>
        </p:nvPicPr>
        <p:blipFill>
          <a:blip r:embed="rId2"/>
          <a:srcRect l="7147" r="49380"/>
          <a:stretch>
            <a:fillRect/>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393236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EFB72A-B659-7DA0-4595-53A6D68BB1A1}"/>
              </a:ext>
            </a:extLst>
          </p:cNvPr>
          <p:cNvSpPr>
            <a:spLocks noGrp="1"/>
          </p:cNvSpPr>
          <p:nvPr>
            <p:ph type="title"/>
          </p:nvPr>
        </p:nvSpPr>
        <p:spPr>
          <a:xfrm>
            <a:off x="1043631" y="809898"/>
            <a:ext cx="10173010" cy="1554480"/>
          </a:xfrm>
        </p:spPr>
        <p:txBody>
          <a:bodyPr anchor="ctr">
            <a:normAutofit/>
          </a:bodyPr>
          <a:lstStyle/>
          <a:p>
            <a:pPr algn="ctr"/>
            <a:r>
              <a:rPr lang="vi-VN" sz="4800" dirty="0"/>
              <a:t>Mục lục</a:t>
            </a:r>
            <a:endParaRPr lang="en-US" sz="4800" dirty="0"/>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F3E07C36-E786-F713-DFE4-DB7DF17EA14C}"/>
              </a:ext>
            </a:extLst>
          </p:cNvPr>
          <p:cNvGraphicFramePr>
            <a:graphicFrameLocks noGrp="1"/>
          </p:cNvGraphicFramePr>
          <p:nvPr>
            <p:ph idx="1"/>
            <p:extLst>
              <p:ext uri="{D42A27DB-BD31-4B8C-83A1-F6EECF244321}">
                <p14:modId xmlns:p14="http://schemas.microsoft.com/office/powerpoint/2010/main" val="1621245305"/>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58925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7AF9D2B5-1921-1541-4A31-0AA1059F98C5}"/>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kern="1200" dirty="0">
                <a:solidFill>
                  <a:srgbClr val="FFFFFF"/>
                </a:solidFill>
                <a:latin typeface="+mj-lt"/>
                <a:ea typeface="+mj-ea"/>
                <a:cs typeface="+mj-cs"/>
              </a:rPr>
              <a:t>1.Cây AVL </a:t>
            </a:r>
            <a:r>
              <a:rPr lang="en-US" sz="4800" kern="1200" dirty="0" err="1">
                <a:solidFill>
                  <a:srgbClr val="FFFFFF"/>
                </a:solidFill>
                <a:latin typeface="+mj-lt"/>
                <a:ea typeface="+mj-ea"/>
                <a:cs typeface="+mj-cs"/>
              </a:rPr>
              <a:t>và</a:t>
            </a:r>
            <a:r>
              <a:rPr lang="en-US" sz="4800" kern="1200" dirty="0">
                <a:solidFill>
                  <a:srgbClr val="FFFFFF"/>
                </a:solidFill>
                <a:latin typeface="+mj-lt"/>
                <a:ea typeface="+mj-ea"/>
                <a:cs typeface="+mj-cs"/>
              </a:rPr>
              <a:t> </a:t>
            </a:r>
            <a:r>
              <a:rPr lang="en-US" sz="4800" kern="1200" dirty="0" err="1">
                <a:solidFill>
                  <a:srgbClr val="FFFFFF"/>
                </a:solidFill>
                <a:latin typeface="+mj-lt"/>
                <a:ea typeface="+mj-ea"/>
                <a:cs typeface="+mj-cs"/>
              </a:rPr>
              <a:t>cách</a:t>
            </a:r>
            <a:r>
              <a:rPr lang="en-US" sz="4800" kern="1200" dirty="0">
                <a:solidFill>
                  <a:srgbClr val="FFFFFF"/>
                </a:solidFill>
                <a:latin typeface="+mj-lt"/>
                <a:ea typeface="+mj-ea"/>
                <a:cs typeface="+mj-cs"/>
              </a:rPr>
              <a:t> </a:t>
            </a:r>
            <a:r>
              <a:rPr lang="en-US" sz="4800" kern="1200" dirty="0" err="1">
                <a:solidFill>
                  <a:srgbClr val="FFFFFF"/>
                </a:solidFill>
                <a:latin typeface="+mj-lt"/>
                <a:ea typeface="+mj-ea"/>
                <a:cs typeface="+mj-cs"/>
              </a:rPr>
              <a:t>xây</a:t>
            </a:r>
            <a:r>
              <a:rPr lang="en-US" sz="4800" kern="1200" dirty="0">
                <a:solidFill>
                  <a:srgbClr val="FFFFFF"/>
                </a:solidFill>
                <a:latin typeface="+mj-lt"/>
                <a:ea typeface="+mj-ea"/>
                <a:cs typeface="+mj-cs"/>
              </a:rPr>
              <a:t> </a:t>
            </a:r>
            <a:r>
              <a:rPr lang="en-US" sz="4800" kern="1200" dirty="0" err="1">
                <a:solidFill>
                  <a:srgbClr val="FFFFFF"/>
                </a:solidFill>
                <a:latin typeface="+mj-lt"/>
                <a:ea typeface="+mj-ea"/>
                <a:cs typeface="+mj-cs"/>
              </a:rPr>
              <a:t>dựng</a:t>
            </a:r>
            <a:r>
              <a:rPr lang="en-US" sz="4800" kern="1200" dirty="0">
                <a:solidFill>
                  <a:srgbClr val="FFFFFF"/>
                </a:solidFill>
                <a:latin typeface="+mj-lt"/>
                <a:ea typeface="+mj-ea"/>
                <a:cs typeface="+mj-cs"/>
              </a:rPr>
              <a:t> </a:t>
            </a:r>
            <a:r>
              <a:rPr lang="en-US" sz="4800" kern="1200" dirty="0" err="1">
                <a:solidFill>
                  <a:srgbClr val="FFFFFF"/>
                </a:solidFill>
                <a:latin typeface="+mj-lt"/>
                <a:ea typeface="+mj-ea"/>
                <a:cs typeface="+mj-cs"/>
              </a:rPr>
              <a:t>cây</a:t>
            </a:r>
            <a:r>
              <a:rPr lang="en-US" sz="4800" kern="1200" dirty="0">
                <a:solidFill>
                  <a:srgbClr val="FFFFFF"/>
                </a:solidFill>
                <a:latin typeface="+mj-lt"/>
                <a:ea typeface="+mj-ea"/>
                <a:cs typeface="+mj-cs"/>
              </a:rPr>
              <a:t> </a:t>
            </a:r>
            <a:r>
              <a:rPr lang="en-US" sz="4800" kern="1200" dirty="0" err="1">
                <a:solidFill>
                  <a:srgbClr val="FFFFFF"/>
                </a:solidFill>
                <a:latin typeface="+mj-lt"/>
                <a:ea typeface="+mj-ea"/>
                <a:cs typeface="+mj-cs"/>
              </a:rPr>
              <a:t>cân</a:t>
            </a:r>
            <a:r>
              <a:rPr lang="en-US" sz="4800" kern="1200" dirty="0">
                <a:solidFill>
                  <a:srgbClr val="FFFFFF"/>
                </a:solidFill>
                <a:latin typeface="+mj-lt"/>
                <a:ea typeface="+mj-ea"/>
                <a:cs typeface="+mj-cs"/>
              </a:rPr>
              <a:t> </a:t>
            </a:r>
            <a:r>
              <a:rPr lang="vi-VN" sz="4800" kern="1200" dirty="0">
                <a:solidFill>
                  <a:srgbClr val="FFFFFF"/>
                </a:solidFill>
                <a:latin typeface="+mj-lt"/>
                <a:ea typeface="+mj-ea"/>
                <a:cs typeface="+mj-cs"/>
              </a:rPr>
              <a:t>bằng.</a:t>
            </a:r>
            <a:br>
              <a:rPr lang="en-US" sz="4800" kern="1200" dirty="0">
                <a:solidFill>
                  <a:srgbClr val="FFFFFF"/>
                </a:solidFill>
                <a:latin typeface="+mj-lt"/>
                <a:ea typeface="+mj-ea"/>
                <a:cs typeface="+mj-cs"/>
              </a:rPr>
            </a:br>
            <a:endParaRPr lang="en-US" sz="4800" kern="1200" dirty="0">
              <a:solidFill>
                <a:srgbClr val="FFFFFF"/>
              </a:solidFill>
              <a:latin typeface="+mj-lt"/>
              <a:ea typeface="+mj-ea"/>
              <a:cs typeface="+mj-cs"/>
            </a:endParaRPr>
          </a:p>
        </p:txBody>
      </p:sp>
    </p:spTree>
    <p:extLst>
      <p:ext uri="{BB962C8B-B14F-4D97-AF65-F5344CB8AC3E}">
        <p14:creationId xmlns:p14="http://schemas.microsoft.com/office/powerpoint/2010/main" val="1255718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5" name="Rectangle 1044">
            <a:extLst>
              <a:ext uri="{FF2B5EF4-FFF2-40B4-BE49-F238E27FC236}">
                <a16:creationId xmlns:a16="http://schemas.microsoft.com/office/drawing/2014/main" id="{B7BD7FCF-A254-4A97-A15C-319B676226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7" name="Freeform: Shape 1046">
            <a:extLst>
              <a:ext uri="{FF2B5EF4-FFF2-40B4-BE49-F238E27FC236}">
                <a16:creationId xmlns:a16="http://schemas.microsoft.com/office/drawing/2014/main" id="{52FFAF72-6204-4676-9C6F-9A4CC4D918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CC3E733-3735-685B-6788-47ABC81F75B2}"/>
              </a:ext>
            </a:extLst>
          </p:cNvPr>
          <p:cNvSpPr>
            <a:spLocks noGrp="1"/>
          </p:cNvSpPr>
          <p:nvPr>
            <p:ph type="title"/>
          </p:nvPr>
        </p:nvSpPr>
        <p:spPr>
          <a:xfrm>
            <a:off x="368407" y="431271"/>
            <a:ext cx="4620584" cy="5995458"/>
          </a:xfrm>
        </p:spPr>
        <p:txBody>
          <a:bodyPr vert="horz" lIns="91440" tIns="45720" rIns="91440" bIns="45720" rtlCol="0" anchor="b">
            <a:normAutofit/>
          </a:bodyPr>
          <a:lstStyle/>
          <a:p>
            <a:pPr fontAlgn="auto">
              <a:lnSpc>
                <a:spcPct val="100000"/>
              </a:lnSpc>
            </a:pPr>
            <a:r>
              <a:rPr lang="en-US" sz="3200" b="1" i="0" kern="1200" dirty="0">
                <a:solidFill>
                  <a:schemeClr val="tx1"/>
                </a:solidFill>
                <a:effectLst/>
                <a:latin typeface="Times New Roman" panose="02020603050405020304" pitchFamily="18" charset="0"/>
                <a:cs typeface="Times New Roman" panose="02020603050405020304" pitchFamily="18" charset="0"/>
              </a:rPr>
              <a:t>1.1 </a:t>
            </a:r>
            <a:r>
              <a:rPr lang="en-US" sz="3200" b="1" i="0" kern="1200" dirty="0" err="1">
                <a:solidFill>
                  <a:schemeClr val="tx1"/>
                </a:solidFill>
                <a:effectLst/>
                <a:latin typeface="Times New Roman" panose="02020603050405020304" pitchFamily="18" charset="0"/>
                <a:cs typeface="Times New Roman" panose="02020603050405020304" pitchFamily="18" charset="0"/>
              </a:rPr>
              <a:t>Khái</a:t>
            </a:r>
            <a:r>
              <a:rPr lang="en-US" sz="3200" b="1" i="0" kern="1200" dirty="0">
                <a:solidFill>
                  <a:schemeClr val="tx1"/>
                </a:solidFill>
                <a:effectLst/>
                <a:latin typeface="Times New Roman" panose="02020603050405020304" pitchFamily="18" charset="0"/>
                <a:cs typeface="Times New Roman" panose="02020603050405020304" pitchFamily="18" charset="0"/>
              </a:rPr>
              <a:t> </a:t>
            </a:r>
            <a:r>
              <a:rPr lang="en-US" sz="3200" b="1" i="0" kern="1200" dirty="0" err="1">
                <a:solidFill>
                  <a:schemeClr val="tx1"/>
                </a:solidFill>
                <a:effectLst/>
                <a:latin typeface="Times New Roman" panose="02020603050405020304" pitchFamily="18" charset="0"/>
                <a:cs typeface="Times New Roman" panose="02020603050405020304" pitchFamily="18" charset="0"/>
              </a:rPr>
              <a:t>niệm</a:t>
            </a:r>
            <a:r>
              <a:rPr lang="en-US" sz="3200" b="1" i="0" kern="1200" dirty="0">
                <a:solidFill>
                  <a:schemeClr val="tx1"/>
                </a:solidFill>
                <a:effectLst/>
                <a:latin typeface="Times New Roman" panose="02020603050405020304" pitchFamily="18" charset="0"/>
                <a:cs typeface="Times New Roman" panose="02020603050405020304" pitchFamily="18" charset="0"/>
              </a:rPr>
              <a:t>?</a:t>
            </a:r>
            <a:br>
              <a:rPr lang="vi-VN" sz="2000" b="1" i="0" kern="1200" dirty="0">
                <a:solidFill>
                  <a:schemeClr val="tx1"/>
                </a:solidFill>
                <a:effectLst/>
                <a:latin typeface="Times New Roman" panose="02020603050405020304" pitchFamily="18" charset="0"/>
                <a:cs typeface="Times New Roman" panose="02020603050405020304" pitchFamily="18" charset="0"/>
              </a:rPr>
            </a:br>
            <a:br>
              <a:rPr lang="en-US" sz="2000" b="1" kern="1200" dirty="0">
                <a:solidFill>
                  <a:schemeClr val="tx1"/>
                </a:solidFill>
                <a:latin typeface="Times New Roman" panose="02020603050405020304" pitchFamily="18" charset="0"/>
                <a:cs typeface="Times New Roman" panose="02020603050405020304" pitchFamily="18" charset="0"/>
              </a:rPr>
            </a:br>
            <a:r>
              <a:rPr lang="en-US" sz="2000" kern="1200" dirty="0">
                <a:solidFill>
                  <a:schemeClr val="tx1"/>
                </a:solidFill>
                <a:latin typeface="Times New Roman" panose="02020603050405020304" pitchFamily="18" charset="0"/>
                <a:cs typeface="Times New Roman" panose="02020603050405020304" pitchFamily="18" charset="0"/>
              </a:rPr>
              <a:t>-</a:t>
            </a:r>
            <a:r>
              <a:rPr lang="en-US" sz="2000" b="0" i="0" kern="1200" dirty="0" err="1">
                <a:solidFill>
                  <a:schemeClr val="tx1"/>
                </a:solidFill>
                <a:effectLst/>
                <a:latin typeface="Times New Roman" panose="02020603050405020304" pitchFamily="18" charset="0"/>
                <a:cs typeface="Times New Roman" panose="02020603050405020304" pitchFamily="18" charset="0"/>
              </a:rPr>
              <a:t>Cây</a:t>
            </a:r>
            <a:r>
              <a:rPr lang="en-US" sz="2000" b="0" i="0" kern="1200" dirty="0">
                <a:solidFill>
                  <a:schemeClr val="tx1"/>
                </a:solidFill>
                <a:effectLst/>
                <a:latin typeface="Times New Roman" panose="02020603050405020304" pitchFamily="18" charset="0"/>
                <a:cs typeface="Times New Roman" panose="02020603050405020304" pitchFamily="18" charset="0"/>
              </a:rPr>
              <a:t> AVL (</a:t>
            </a:r>
            <a:r>
              <a:rPr lang="en-US" sz="2000" b="0" i="0" kern="1200" dirty="0" err="1">
                <a:solidFill>
                  <a:schemeClr val="tx1"/>
                </a:solidFill>
                <a:effectLst/>
                <a:latin typeface="Times New Roman" panose="02020603050405020304" pitchFamily="18" charset="0"/>
                <a:cs typeface="Times New Roman" panose="02020603050405020304" pitchFamily="18" charset="0"/>
              </a:rPr>
              <a:t>viết</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tắt</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của</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tên</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các</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nhà</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phát</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minh</a:t>
            </a:r>
            <a:r>
              <a:rPr lang="en-US" sz="2000" b="0" i="0" kern="1200" dirty="0">
                <a:solidFill>
                  <a:schemeClr val="tx1"/>
                </a:solidFill>
                <a:effectLst/>
                <a:latin typeface="Times New Roman" panose="02020603050405020304" pitchFamily="18" charset="0"/>
                <a:cs typeface="Times New Roman" panose="02020603050405020304" pitchFamily="18" charset="0"/>
              </a:rPr>
              <a:t> Adelson, </a:t>
            </a:r>
            <a:r>
              <a:rPr lang="en-US" sz="2000" b="0" i="0" kern="1200" dirty="0" err="1">
                <a:solidFill>
                  <a:schemeClr val="tx1"/>
                </a:solidFill>
                <a:effectLst/>
                <a:latin typeface="Times New Roman" panose="02020603050405020304" pitchFamily="18" charset="0"/>
                <a:cs typeface="Times New Roman" panose="02020603050405020304" pitchFamily="18" charset="0"/>
              </a:rPr>
              <a:t>Velski</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và</a:t>
            </a:r>
            <a:r>
              <a:rPr lang="en-US" sz="2000" b="0" i="0" kern="1200" dirty="0">
                <a:solidFill>
                  <a:schemeClr val="tx1"/>
                </a:solidFill>
                <a:effectLst/>
                <a:latin typeface="Times New Roman" panose="02020603050405020304" pitchFamily="18" charset="0"/>
                <a:cs typeface="Times New Roman" panose="02020603050405020304" pitchFamily="18" charset="0"/>
              </a:rPr>
              <a:t> Landis) </a:t>
            </a:r>
            <a:r>
              <a:rPr lang="en-US" sz="2000" b="0" i="0" kern="1200" dirty="0" err="1">
                <a:solidFill>
                  <a:schemeClr val="tx1"/>
                </a:solidFill>
                <a:effectLst/>
                <a:latin typeface="Times New Roman" panose="02020603050405020304" pitchFamily="18" charset="0"/>
                <a:cs typeface="Times New Roman" panose="02020603050405020304" pitchFamily="18" charset="0"/>
              </a:rPr>
              <a:t>là</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cây</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tìm</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kiếm</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nhị</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phân</a:t>
            </a:r>
            <a:r>
              <a:rPr lang="en-US" sz="2000" b="0" i="0" kern="1200" dirty="0">
                <a:solidFill>
                  <a:schemeClr val="tx1"/>
                </a:solidFill>
                <a:effectLst/>
                <a:latin typeface="Times New Roman" panose="02020603050405020304" pitchFamily="18" charset="0"/>
                <a:cs typeface="Times New Roman" panose="02020603050405020304" pitchFamily="18" charset="0"/>
              </a:rPr>
              <a:t> BST </a:t>
            </a:r>
            <a:r>
              <a:rPr lang="en-US" sz="2000" b="0" i="0" kern="1200" dirty="0" err="1">
                <a:solidFill>
                  <a:schemeClr val="tx1"/>
                </a:solidFill>
                <a:effectLst/>
                <a:latin typeface="Times New Roman" panose="02020603050405020304" pitchFamily="18" charset="0"/>
                <a:cs typeface="Times New Roman" panose="02020603050405020304" pitchFamily="18" charset="0"/>
              </a:rPr>
              <a:t>có</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độ</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cân</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bằng</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cao</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Cây</a:t>
            </a:r>
            <a:r>
              <a:rPr lang="en-US" sz="2000" b="0" i="0" kern="1200" dirty="0">
                <a:solidFill>
                  <a:schemeClr val="tx1"/>
                </a:solidFill>
                <a:effectLst/>
                <a:latin typeface="Times New Roman" panose="02020603050405020304" pitchFamily="18" charset="0"/>
                <a:cs typeface="Times New Roman" panose="02020603050405020304" pitchFamily="18" charset="0"/>
              </a:rPr>
              <a:t> AVL </a:t>
            </a:r>
            <a:r>
              <a:rPr lang="en-US" sz="2000" b="0" i="0" kern="1200" dirty="0" err="1">
                <a:solidFill>
                  <a:schemeClr val="tx1"/>
                </a:solidFill>
                <a:effectLst/>
                <a:latin typeface="Times New Roman" panose="02020603050405020304" pitchFamily="18" charset="0"/>
                <a:cs typeface="Times New Roman" panose="02020603050405020304" pitchFamily="18" charset="0"/>
              </a:rPr>
              <a:t>kiểm</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tra</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độ</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cao</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bậc</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của</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các</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cây</a:t>
            </a:r>
            <a:r>
              <a:rPr lang="en-US" sz="2000" b="0" i="0" kern="1200" dirty="0">
                <a:solidFill>
                  <a:schemeClr val="tx1"/>
                </a:solidFill>
                <a:effectLst/>
                <a:latin typeface="Times New Roman" panose="02020603050405020304" pitchFamily="18" charset="0"/>
                <a:cs typeface="Times New Roman" panose="02020603050405020304" pitchFamily="18" charset="0"/>
              </a:rPr>
              <a:t> con </a:t>
            </a:r>
            <a:r>
              <a:rPr lang="en-US" sz="2000" b="0" i="0" kern="1200" dirty="0" err="1">
                <a:solidFill>
                  <a:schemeClr val="tx1"/>
                </a:solidFill>
                <a:effectLst/>
                <a:latin typeface="Times New Roman" panose="02020603050405020304" pitchFamily="18" charset="0"/>
                <a:cs typeface="Times New Roman" panose="02020603050405020304" pitchFamily="18" charset="0"/>
              </a:rPr>
              <a:t>bên</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trái</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và</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cây</a:t>
            </a:r>
            <a:r>
              <a:rPr lang="en-US" sz="2000" b="0" i="0" kern="1200" dirty="0">
                <a:solidFill>
                  <a:schemeClr val="tx1"/>
                </a:solidFill>
                <a:effectLst/>
                <a:latin typeface="Times New Roman" panose="02020603050405020304" pitchFamily="18" charset="0"/>
                <a:cs typeface="Times New Roman" panose="02020603050405020304" pitchFamily="18" charset="0"/>
              </a:rPr>
              <a:t> con </a:t>
            </a:r>
            <a:r>
              <a:rPr lang="en-US" sz="2000" b="0" i="0" kern="1200" dirty="0" err="1">
                <a:solidFill>
                  <a:schemeClr val="tx1"/>
                </a:solidFill>
                <a:effectLst/>
                <a:latin typeface="Times New Roman" panose="02020603050405020304" pitchFamily="18" charset="0"/>
                <a:cs typeface="Times New Roman" panose="02020603050405020304" pitchFamily="18" charset="0"/>
              </a:rPr>
              <a:t>bên</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phải</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và</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bảo</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đảm</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rằng</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hiệu</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số</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giữa</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chúng</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là</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không</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lớn</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hơn</a:t>
            </a:r>
            <a:r>
              <a:rPr lang="en-US" sz="2000" b="0" i="0" kern="1200" dirty="0">
                <a:solidFill>
                  <a:schemeClr val="tx1"/>
                </a:solidFill>
                <a:effectLst/>
                <a:latin typeface="Times New Roman" panose="02020603050405020304" pitchFamily="18" charset="0"/>
                <a:cs typeface="Times New Roman" panose="02020603050405020304" pitchFamily="18" charset="0"/>
              </a:rPr>
              <a:t> 1. </a:t>
            </a:r>
            <a:r>
              <a:rPr lang="en-US" sz="2000" b="0" i="0" kern="1200" dirty="0" err="1">
                <a:solidFill>
                  <a:schemeClr val="tx1"/>
                </a:solidFill>
                <a:effectLst/>
                <a:latin typeface="Times New Roman" panose="02020603050405020304" pitchFamily="18" charset="0"/>
                <a:cs typeface="Times New Roman" panose="02020603050405020304" pitchFamily="18" charset="0"/>
              </a:rPr>
              <a:t>Hiệu</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số</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này</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được</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gọi</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là</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Hệ</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số</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cân</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bằng</a:t>
            </a:r>
            <a:r>
              <a:rPr lang="en-US" sz="2000" b="0" i="0" kern="1200" dirty="0">
                <a:solidFill>
                  <a:schemeClr val="tx1"/>
                </a:solidFill>
                <a:effectLst/>
                <a:latin typeface="Times New Roman" panose="02020603050405020304" pitchFamily="18" charset="0"/>
                <a:cs typeface="Times New Roman" panose="02020603050405020304" pitchFamily="18" charset="0"/>
              </a:rPr>
              <a:t> . </a:t>
            </a:r>
            <a:br>
              <a:rPr lang="en-US" sz="2000" b="0" i="0" kern="1200" dirty="0">
                <a:solidFill>
                  <a:schemeClr val="tx1"/>
                </a:solidFill>
                <a:effectLst/>
                <a:latin typeface="Times New Roman" panose="02020603050405020304" pitchFamily="18" charset="0"/>
                <a:cs typeface="Times New Roman" panose="02020603050405020304" pitchFamily="18" charset="0"/>
              </a:rPr>
            </a:br>
            <a:r>
              <a:rPr lang="en-US" sz="2000" b="0" i="0" kern="1200" dirty="0">
                <a:solidFill>
                  <a:schemeClr val="tx1"/>
                </a:solidFill>
                <a:effectLst/>
                <a:latin typeface="Times New Roman" panose="02020603050405020304" pitchFamily="18" charset="0"/>
                <a:cs typeface="Times New Roman" panose="02020603050405020304" pitchFamily="18" charset="0"/>
              </a:rPr>
              <a:t>-</a:t>
            </a:r>
            <a:r>
              <a:rPr lang="en-US" sz="2000" b="0" i="0" kern="1200" dirty="0" err="1">
                <a:solidFill>
                  <a:schemeClr val="tx1"/>
                </a:solidFill>
                <a:effectLst/>
                <a:latin typeface="Times New Roman" panose="02020603050405020304" pitchFamily="18" charset="0"/>
                <a:cs typeface="Times New Roman" panose="02020603050405020304" pitchFamily="18" charset="0"/>
              </a:rPr>
              <a:t>Hệ</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số</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cân</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bằng</a:t>
            </a:r>
            <a:r>
              <a:rPr lang="en-US" sz="2000" b="0" i="0" kern="1200" dirty="0">
                <a:solidFill>
                  <a:schemeClr val="tx1"/>
                </a:solidFill>
                <a:effectLst/>
                <a:latin typeface="Times New Roman" panose="02020603050405020304" pitchFamily="18" charset="0"/>
                <a:cs typeface="Times New Roman" panose="02020603050405020304" pitchFamily="18" charset="0"/>
              </a:rPr>
              <a:t> = </a:t>
            </a:r>
            <a:r>
              <a:rPr lang="en-US" sz="2000" b="0" i="0" kern="1200" dirty="0" err="1">
                <a:solidFill>
                  <a:schemeClr val="tx1"/>
                </a:solidFill>
                <a:effectLst/>
                <a:latin typeface="Times New Roman" panose="02020603050405020304" pitchFamily="18" charset="0"/>
                <a:cs typeface="Times New Roman" panose="02020603050405020304" pitchFamily="18" charset="0"/>
              </a:rPr>
              <a:t>Chiều</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cao</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của</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cây</a:t>
            </a:r>
            <a:r>
              <a:rPr lang="en-US" sz="2000" b="0" i="0" kern="1200" dirty="0">
                <a:solidFill>
                  <a:schemeClr val="tx1"/>
                </a:solidFill>
                <a:effectLst/>
                <a:latin typeface="Times New Roman" panose="02020603050405020304" pitchFamily="18" charset="0"/>
                <a:cs typeface="Times New Roman" panose="02020603050405020304" pitchFamily="18" charset="0"/>
              </a:rPr>
              <a:t> con </a:t>
            </a:r>
            <a:r>
              <a:rPr lang="en-US" sz="2000" b="0" i="0" kern="1200" dirty="0" err="1">
                <a:solidFill>
                  <a:schemeClr val="tx1"/>
                </a:solidFill>
                <a:effectLst/>
                <a:latin typeface="Times New Roman" panose="02020603050405020304" pitchFamily="18" charset="0"/>
                <a:cs typeface="Times New Roman" panose="02020603050405020304" pitchFamily="18" charset="0"/>
              </a:rPr>
              <a:t>bên</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trái</a:t>
            </a:r>
            <a:r>
              <a:rPr lang="en-US" sz="2000" b="0" i="0" kern="1200" dirty="0">
                <a:solidFill>
                  <a:schemeClr val="tx1"/>
                </a:solidFill>
                <a:effectLst/>
                <a:latin typeface="Times New Roman" panose="02020603050405020304" pitchFamily="18" charset="0"/>
                <a:cs typeface="Times New Roman" panose="02020603050405020304" pitchFamily="18" charset="0"/>
              </a:rPr>
              <a:t> - </a:t>
            </a:r>
            <a:r>
              <a:rPr lang="en-US" sz="2000" b="0" i="0" kern="1200" dirty="0" err="1">
                <a:solidFill>
                  <a:schemeClr val="tx1"/>
                </a:solidFill>
                <a:effectLst/>
                <a:latin typeface="Times New Roman" panose="02020603050405020304" pitchFamily="18" charset="0"/>
                <a:cs typeface="Times New Roman" panose="02020603050405020304" pitchFamily="18" charset="0"/>
              </a:rPr>
              <a:t>Chiều</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cao</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của</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cây</a:t>
            </a:r>
            <a:r>
              <a:rPr lang="en-US" sz="2000" b="0" i="0" kern="1200" dirty="0">
                <a:solidFill>
                  <a:schemeClr val="tx1"/>
                </a:solidFill>
                <a:effectLst/>
                <a:latin typeface="Times New Roman" panose="02020603050405020304" pitchFamily="18" charset="0"/>
                <a:cs typeface="Times New Roman" panose="02020603050405020304" pitchFamily="18" charset="0"/>
              </a:rPr>
              <a:t> con </a:t>
            </a:r>
            <a:r>
              <a:rPr lang="en-US" sz="2000" b="0" i="0" kern="1200" dirty="0" err="1">
                <a:solidFill>
                  <a:schemeClr val="tx1"/>
                </a:solidFill>
                <a:effectLst/>
                <a:latin typeface="Times New Roman" panose="02020603050405020304" pitchFamily="18" charset="0"/>
                <a:cs typeface="Times New Roman" panose="02020603050405020304" pitchFamily="18" charset="0"/>
              </a:rPr>
              <a:t>bên</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phải</a:t>
            </a:r>
            <a:r>
              <a:rPr lang="en-US" sz="2000" b="0" i="0" kern="1200" dirty="0">
                <a:solidFill>
                  <a:schemeClr val="tx1"/>
                </a:solidFill>
                <a:effectLst/>
                <a:latin typeface="Times New Roman" panose="02020603050405020304" pitchFamily="18" charset="0"/>
                <a:cs typeface="Times New Roman" panose="02020603050405020304" pitchFamily="18" charset="0"/>
              </a:rPr>
              <a:t> </a:t>
            </a:r>
            <a:br>
              <a:rPr lang="en-US" sz="2000" b="0" i="0" kern="1200" dirty="0">
                <a:solidFill>
                  <a:schemeClr val="tx1"/>
                </a:solidFill>
                <a:effectLst/>
                <a:latin typeface="Times New Roman" panose="02020603050405020304" pitchFamily="18" charset="0"/>
                <a:cs typeface="Times New Roman" panose="02020603050405020304" pitchFamily="18" charset="0"/>
              </a:rPr>
            </a:br>
            <a:r>
              <a:rPr lang="en-US" sz="2000" b="0" i="0" kern="1200" dirty="0">
                <a:solidFill>
                  <a:schemeClr val="tx1"/>
                </a:solidFill>
                <a:effectLst/>
                <a:latin typeface="Times New Roman" panose="02020603050405020304" pitchFamily="18" charset="0"/>
                <a:cs typeface="Times New Roman" panose="02020603050405020304" pitchFamily="18" charset="0"/>
              </a:rPr>
              <a:t>(</a:t>
            </a:r>
            <a:r>
              <a:rPr lang="en-US" sz="2000" b="0" i="0" kern="1200" dirty="0" err="1">
                <a:solidFill>
                  <a:schemeClr val="tx1"/>
                </a:solidFill>
                <a:effectLst/>
                <a:latin typeface="Times New Roman" panose="02020603050405020304" pitchFamily="18" charset="0"/>
                <a:cs typeface="Times New Roman" panose="02020603050405020304" pitchFamily="18" charset="0"/>
              </a:rPr>
              <a:t>Hoặc</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Hệ</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số</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cân</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bằng</a:t>
            </a:r>
            <a:r>
              <a:rPr lang="en-US" sz="2000" b="0" i="0" kern="1200" dirty="0">
                <a:solidFill>
                  <a:schemeClr val="tx1"/>
                </a:solidFill>
                <a:effectLst/>
                <a:latin typeface="Times New Roman" panose="02020603050405020304" pitchFamily="18" charset="0"/>
                <a:cs typeface="Times New Roman" panose="02020603050405020304" pitchFamily="18" charset="0"/>
              </a:rPr>
              <a:t> = </a:t>
            </a:r>
            <a:r>
              <a:rPr lang="en-US" sz="2000" b="0" i="0" kern="1200" dirty="0" err="1">
                <a:solidFill>
                  <a:schemeClr val="tx1"/>
                </a:solidFill>
                <a:effectLst/>
                <a:latin typeface="Times New Roman" panose="02020603050405020304" pitchFamily="18" charset="0"/>
                <a:cs typeface="Times New Roman" panose="02020603050405020304" pitchFamily="18" charset="0"/>
              </a:rPr>
              <a:t>Chiều</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cao</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của</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cây</a:t>
            </a:r>
            <a:r>
              <a:rPr lang="en-US" sz="2000" b="0" i="0" kern="1200" dirty="0">
                <a:solidFill>
                  <a:schemeClr val="tx1"/>
                </a:solidFill>
                <a:effectLst/>
                <a:latin typeface="Times New Roman" panose="02020603050405020304" pitchFamily="18" charset="0"/>
                <a:cs typeface="Times New Roman" panose="02020603050405020304" pitchFamily="18" charset="0"/>
              </a:rPr>
              <a:t> con </a:t>
            </a:r>
            <a:r>
              <a:rPr lang="en-US" sz="2000" b="0" i="0" kern="1200" dirty="0" err="1">
                <a:solidFill>
                  <a:schemeClr val="tx1"/>
                </a:solidFill>
                <a:effectLst/>
                <a:latin typeface="Times New Roman" panose="02020603050405020304" pitchFamily="18" charset="0"/>
                <a:cs typeface="Times New Roman" panose="02020603050405020304" pitchFamily="18" charset="0"/>
              </a:rPr>
              <a:t>bên</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phải</a:t>
            </a:r>
            <a:r>
              <a:rPr lang="en-US" sz="2000" b="0" i="0" kern="1200" dirty="0">
                <a:solidFill>
                  <a:schemeClr val="tx1"/>
                </a:solidFill>
                <a:effectLst/>
                <a:latin typeface="Times New Roman" panose="02020603050405020304" pitchFamily="18" charset="0"/>
                <a:cs typeface="Times New Roman" panose="02020603050405020304" pitchFamily="18" charset="0"/>
              </a:rPr>
              <a:t> - </a:t>
            </a:r>
            <a:r>
              <a:rPr lang="en-US" sz="2000" b="0" i="0" kern="1200" dirty="0" err="1">
                <a:solidFill>
                  <a:schemeClr val="tx1"/>
                </a:solidFill>
                <a:effectLst/>
                <a:latin typeface="Times New Roman" panose="02020603050405020304" pitchFamily="18" charset="0"/>
                <a:cs typeface="Times New Roman" panose="02020603050405020304" pitchFamily="18" charset="0"/>
              </a:rPr>
              <a:t>Chiều</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cao</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của</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cây</a:t>
            </a:r>
            <a:r>
              <a:rPr lang="en-US" sz="2000" b="0" i="0" kern="1200" dirty="0">
                <a:solidFill>
                  <a:schemeClr val="tx1"/>
                </a:solidFill>
                <a:effectLst/>
                <a:latin typeface="Times New Roman" panose="02020603050405020304" pitchFamily="18" charset="0"/>
                <a:cs typeface="Times New Roman" panose="02020603050405020304" pitchFamily="18" charset="0"/>
              </a:rPr>
              <a:t> con </a:t>
            </a:r>
            <a:r>
              <a:rPr lang="en-US" sz="2000" b="0" i="0" kern="1200" dirty="0" err="1">
                <a:solidFill>
                  <a:schemeClr val="tx1"/>
                </a:solidFill>
                <a:effectLst/>
                <a:latin typeface="Times New Roman" panose="02020603050405020304" pitchFamily="18" charset="0"/>
                <a:cs typeface="Times New Roman" panose="02020603050405020304" pitchFamily="18" charset="0"/>
              </a:rPr>
              <a:t>bên</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trái</a:t>
            </a:r>
            <a:r>
              <a:rPr lang="en-US" sz="2000" b="0" i="0" kern="1200" dirty="0">
                <a:solidFill>
                  <a:schemeClr val="tx1"/>
                </a:solidFill>
                <a:effectLst/>
                <a:latin typeface="Times New Roman" panose="02020603050405020304" pitchFamily="18" charset="0"/>
                <a:cs typeface="Times New Roman" panose="02020603050405020304" pitchFamily="18" charset="0"/>
              </a:rPr>
              <a:t>) </a:t>
            </a:r>
            <a:br>
              <a:rPr lang="en-US" sz="2000" b="0" i="0" kern="1200" dirty="0">
                <a:solidFill>
                  <a:schemeClr val="tx1"/>
                </a:solidFill>
                <a:effectLst/>
                <a:latin typeface="Times New Roman" panose="02020603050405020304" pitchFamily="18" charset="0"/>
                <a:cs typeface="Times New Roman" panose="02020603050405020304" pitchFamily="18" charset="0"/>
              </a:rPr>
            </a:br>
            <a:r>
              <a:rPr lang="en-US" sz="2000" b="0" i="0" kern="1200" dirty="0">
                <a:solidFill>
                  <a:schemeClr val="tx1"/>
                </a:solidFill>
                <a:effectLst/>
                <a:latin typeface="Times New Roman" panose="02020603050405020304" pitchFamily="18" charset="0"/>
                <a:cs typeface="Times New Roman" panose="02020603050405020304" pitchFamily="18" charset="0"/>
              </a:rPr>
              <a:t>-Khi </a:t>
            </a:r>
            <a:r>
              <a:rPr lang="en-US" sz="2000" b="0" i="0" kern="1200" dirty="0" err="1">
                <a:solidFill>
                  <a:schemeClr val="tx1"/>
                </a:solidFill>
                <a:effectLst/>
                <a:latin typeface="Times New Roman" panose="02020603050405020304" pitchFamily="18" charset="0"/>
                <a:cs typeface="Times New Roman" panose="02020603050405020304" pitchFamily="18" charset="0"/>
              </a:rPr>
              <a:t>cây</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cân</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bằng</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hệ</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số</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này</a:t>
            </a:r>
            <a:r>
              <a:rPr lang="en-US" sz="2000" b="0" i="0" kern="1200" dirty="0">
                <a:solidFill>
                  <a:schemeClr val="tx1"/>
                </a:solidFill>
                <a:effectLst/>
                <a:latin typeface="Times New Roman" panose="02020603050405020304" pitchFamily="18" charset="0"/>
                <a:cs typeface="Times New Roman" panose="02020603050405020304" pitchFamily="18" charset="0"/>
              </a:rPr>
              <a:t> = 0 </a:t>
            </a:r>
            <a:r>
              <a:rPr lang="en-US" sz="2000" b="0" i="0" kern="1200" dirty="0" err="1">
                <a:solidFill>
                  <a:schemeClr val="tx1"/>
                </a:solidFill>
                <a:effectLst/>
                <a:latin typeface="Times New Roman" panose="02020603050405020304" pitchFamily="18" charset="0"/>
                <a:cs typeface="Times New Roman" panose="02020603050405020304" pitchFamily="18" charset="0"/>
              </a:rPr>
              <a:t>hoặc</a:t>
            </a:r>
            <a:r>
              <a:rPr lang="en-US" sz="2000" b="0" i="0" kern="1200" dirty="0">
                <a:solidFill>
                  <a:schemeClr val="tx1"/>
                </a:solidFill>
                <a:effectLst/>
                <a:latin typeface="Times New Roman" panose="02020603050405020304" pitchFamily="18" charset="0"/>
                <a:cs typeface="Times New Roman" panose="02020603050405020304" pitchFamily="18" charset="0"/>
              </a:rPr>
              <a:t> ±1. </a:t>
            </a:r>
            <a:r>
              <a:rPr lang="en-US" sz="2000" b="0" i="0" kern="1200" dirty="0" err="1">
                <a:solidFill>
                  <a:schemeClr val="tx1"/>
                </a:solidFill>
                <a:effectLst/>
                <a:latin typeface="Times New Roman" panose="02020603050405020304" pitchFamily="18" charset="0"/>
                <a:cs typeface="Times New Roman" panose="02020603050405020304" pitchFamily="18" charset="0"/>
              </a:rPr>
              <a:t>Tổng</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quát</a:t>
            </a:r>
            <a:r>
              <a:rPr lang="en-US" sz="2000" b="0" i="0" kern="1200" dirty="0">
                <a:solidFill>
                  <a:schemeClr val="tx1"/>
                </a:solidFill>
                <a:effectLst/>
                <a:latin typeface="Times New Roman" panose="02020603050405020304" pitchFamily="18" charset="0"/>
                <a:cs typeface="Times New Roman" panose="02020603050405020304" pitchFamily="18" charset="0"/>
              </a:rPr>
              <a:t> : </a:t>
            </a:r>
            <a:r>
              <a:rPr lang="en-US" sz="2000" b="0" i="0" kern="1200" dirty="0" err="1">
                <a:solidFill>
                  <a:schemeClr val="tx1"/>
                </a:solidFill>
                <a:effectLst/>
                <a:latin typeface="Times New Roman" panose="02020603050405020304" pitchFamily="18" charset="0"/>
                <a:cs typeface="Times New Roman" panose="02020603050405020304" pitchFamily="18" charset="0"/>
              </a:rPr>
              <a:t>cây</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cân</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bằng</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khi</a:t>
            </a:r>
            <a:r>
              <a:rPr lang="en-US" sz="2000" b="0" i="0" kern="1200" dirty="0">
                <a:solidFill>
                  <a:schemeClr val="tx1"/>
                </a:solidFill>
                <a:effectLst/>
                <a:latin typeface="Times New Roman" panose="02020603050405020304" pitchFamily="18" charset="0"/>
                <a:cs typeface="Times New Roman" panose="02020603050405020304" pitchFamily="18" charset="0"/>
              </a:rPr>
              <a:t> </a:t>
            </a:r>
            <a:r>
              <a:rPr lang="en-US" sz="2000" b="0" i="0" kern="1200" dirty="0" err="1">
                <a:solidFill>
                  <a:schemeClr val="tx1"/>
                </a:solidFill>
                <a:effectLst/>
                <a:latin typeface="Times New Roman" panose="02020603050405020304" pitchFamily="18" charset="0"/>
                <a:cs typeface="Times New Roman" panose="02020603050405020304" pitchFamily="18" charset="0"/>
              </a:rPr>
              <a:t>hscb</a:t>
            </a:r>
            <a:r>
              <a:rPr lang="en-US" sz="2000" b="0" i="0" kern="1200" dirty="0">
                <a:solidFill>
                  <a:schemeClr val="tx1"/>
                </a:solidFill>
                <a:effectLst/>
                <a:latin typeface="Times New Roman" panose="02020603050405020304" pitchFamily="18" charset="0"/>
                <a:cs typeface="Times New Roman" panose="02020603050405020304" pitchFamily="18" charset="0"/>
              </a:rPr>
              <a:t> &lt;= ±1 </a:t>
            </a:r>
            <a:br>
              <a:rPr lang="en-US" sz="2000" b="0" i="0" kern="1200" dirty="0">
                <a:solidFill>
                  <a:schemeClr val="tx1"/>
                </a:solidFill>
                <a:effectLst/>
                <a:latin typeface="Times New Roman" panose="02020603050405020304" pitchFamily="18" charset="0"/>
                <a:cs typeface="Times New Roman" panose="02020603050405020304" pitchFamily="18" charset="0"/>
              </a:rPr>
            </a:br>
            <a:endParaRPr lang="en-US" sz="2000" kern="1200" dirty="0">
              <a:solidFill>
                <a:schemeClr val="tx1"/>
              </a:solidFill>
              <a:latin typeface="Times New Roman" panose="02020603050405020304" pitchFamily="18" charset="0"/>
              <a:cs typeface="Times New Roman" panose="02020603050405020304" pitchFamily="18" charset="0"/>
            </a:endParaRPr>
          </a:p>
        </p:txBody>
      </p:sp>
      <p:pic>
        <p:nvPicPr>
          <p:cNvPr id="1028" name="Picture 4" descr="Hình minh họa 3 cây AVL ">
            <a:extLst>
              <a:ext uri="{FF2B5EF4-FFF2-40B4-BE49-F238E27FC236}">
                <a16:creationId xmlns:a16="http://schemas.microsoft.com/office/drawing/2014/main" id="{FE35B388-57ED-0317-9726-5B31DC9176C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962785" y="1114425"/>
            <a:ext cx="5585748" cy="4010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34396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Freeform: Shape 31">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3332F45D-AF54-38C5-753E-E990CAB80A3E}"/>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1.2 Cách xây dựng cây cân bằng.</a:t>
            </a:r>
          </a:p>
        </p:txBody>
      </p:sp>
      <p:graphicFrame>
        <p:nvGraphicFramePr>
          <p:cNvPr id="5" name="Content Placeholder 2">
            <a:extLst>
              <a:ext uri="{FF2B5EF4-FFF2-40B4-BE49-F238E27FC236}">
                <a16:creationId xmlns:a16="http://schemas.microsoft.com/office/drawing/2014/main" id="{1B1EDCDF-9FB3-96EA-C619-7770757C50B2}"/>
              </a:ext>
            </a:extLst>
          </p:cNvPr>
          <p:cNvGraphicFramePr>
            <a:graphicFrameLocks noGrp="1"/>
          </p:cNvGraphicFramePr>
          <p:nvPr>
            <p:ph idx="1"/>
            <p:extLst>
              <p:ext uri="{D42A27DB-BD31-4B8C-83A1-F6EECF244321}">
                <p14:modId xmlns:p14="http://schemas.microsoft.com/office/powerpoint/2010/main" val="2228151063"/>
              </p:ext>
            </p:extLst>
          </p:nvPr>
        </p:nvGraphicFramePr>
        <p:xfrm>
          <a:off x="4781885" y="478712"/>
          <a:ext cx="6666833" cy="57887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052553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89D8CB-DCC6-B4C6-8544-72E716D218E6}"/>
              </a:ext>
            </a:extLst>
          </p:cNvPr>
          <p:cNvSpPr>
            <a:spLocks noGrp="1"/>
          </p:cNvSpPr>
          <p:nvPr>
            <p:ph type="title"/>
          </p:nvPr>
        </p:nvSpPr>
        <p:spPr>
          <a:xfrm>
            <a:off x="127819" y="294538"/>
            <a:ext cx="11139731" cy="1033669"/>
          </a:xfrm>
        </p:spPr>
        <p:txBody>
          <a:bodyPr>
            <a:normAutofit/>
          </a:bodyPr>
          <a:lstStyle/>
          <a:p>
            <a:r>
              <a:rPr lang="vi-VN" sz="4000" dirty="0">
                <a:solidFill>
                  <a:srgbClr val="FFFFFF"/>
                </a:solidFill>
              </a:rPr>
              <a:t>2.Các trường hợp mất cân bằng.</a:t>
            </a:r>
            <a:endParaRPr lang="en-US" sz="4000" dirty="0">
              <a:solidFill>
                <a:srgbClr val="FFFFFF"/>
              </a:solidFill>
            </a:endParaRPr>
          </a:p>
        </p:txBody>
      </p:sp>
      <p:sp>
        <p:nvSpPr>
          <p:cNvPr id="32" name="Content Placeholder 2">
            <a:extLst>
              <a:ext uri="{FF2B5EF4-FFF2-40B4-BE49-F238E27FC236}">
                <a16:creationId xmlns:a16="http://schemas.microsoft.com/office/drawing/2014/main" id="{A92B1B58-A536-76B7-39A6-DF4BA73F823E}"/>
              </a:ext>
            </a:extLst>
          </p:cNvPr>
          <p:cNvSpPr>
            <a:spLocks noGrp="1"/>
          </p:cNvSpPr>
          <p:nvPr>
            <p:ph idx="1"/>
          </p:nvPr>
        </p:nvSpPr>
        <p:spPr>
          <a:xfrm>
            <a:off x="209549" y="1891969"/>
            <a:ext cx="6229347" cy="4842206"/>
          </a:xfrm>
        </p:spPr>
        <p:txBody>
          <a:bodyPr anchor="ctr">
            <a:normAutofit/>
          </a:bodyPr>
          <a:lstStyle/>
          <a:p>
            <a:pPr marL="0" lvl="0" indent="0">
              <a:buSzPts val="1300"/>
              <a:buNone/>
            </a:pPr>
            <a:r>
              <a:rPr lang="vi-VN" sz="1900" kern="0" dirty="0">
                <a:effectLst/>
                <a:latin typeface="+mj-lt"/>
                <a:ea typeface="Times New Roman" panose="02020603050405020304" pitchFamily="18" charset="0"/>
                <a:cs typeface="Times New Roman" panose="02020603050405020304" pitchFamily="18" charset="0"/>
              </a:rPr>
              <a:t>1. Trường hợp Left-Left (LL)</a:t>
            </a:r>
            <a:endParaRPr lang="en-US" sz="1900" kern="100" dirty="0">
              <a:effectLst/>
              <a:latin typeface="+mj-lt"/>
              <a:ea typeface="Aptos" panose="020B0004020202020204" pitchFamily="34" charset="0"/>
              <a:cs typeface="Times New Roman" panose="02020603050405020304" pitchFamily="18" charset="0"/>
            </a:endParaRPr>
          </a:p>
          <a:p>
            <a:pPr marL="342900" lvl="0" indent="-342900">
              <a:buFont typeface="Symbol" panose="05050102010706020507" pitchFamily="18" charset="2"/>
              <a:buChar char=""/>
            </a:pPr>
            <a:r>
              <a:rPr lang="vi-VN" sz="1900" kern="0" dirty="0">
                <a:effectLst/>
                <a:latin typeface="+mj-lt"/>
                <a:ea typeface="Times New Roman" panose="02020603050405020304" pitchFamily="18" charset="0"/>
                <a:cs typeface="Times New Roman" panose="02020603050405020304" pitchFamily="18" charset="0"/>
              </a:rPr>
              <a:t>Xảy ra khi chèn bên trái cảu cây con trái</a:t>
            </a:r>
            <a:endParaRPr lang="en-US" sz="1900" kern="100" dirty="0">
              <a:effectLst/>
              <a:latin typeface="+mj-lt"/>
              <a:ea typeface="Aptos" panose="020B0004020202020204" pitchFamily="34" charset="0"/>
              <a:cs typeface="Times New Roman" panose="02020603050405020304" pitchFamily="18" charset="0"/>
            </a:endParaRPr>
          </a:p>
          <a:p>
            <a:pPr marL="342900" lvl="0" indent="-342900">
              <a:buFont typeface="Symbol" panose="05050102010706020507" pitchFamily="18" charset="2"/>
              <a:buChar char=""/>
            </a:pPr>
            <a:r>
              <a:rPr lang="vi-VN" sz="1900" kern="0" dirty="0">
                <a:effectLst/>
                <a:latin typeface="+mj-lt"/>
                <a:ea typeface="Times New Roman" panose="02020603050405020304" pitchFamily="18" charset="0"/>
                <a:cs typeface="Times New Roman" panose="02020603050405020304" pitchFamily="18" charset="0"/>
              </a:rPr>
              <a:t>Giải pháp: Quay phải</a:t>
            </a:r>
            <a:endParaRPr lang="en-US" sz="1900" kern="100" dirty="0">
              <a:effectLst/>
              <a:latin typeface="+mj-lt"/>
              <a:ea typeface="Aptos" panose="020B0004020202020204" pitchFamily="34" charset="0"/>
              <a:cs typeface="Times New Roman" panose="02020603050405020304" pitchFamily="18" charset="0"/>
            </a:endParaRPr>
          </a:p>
          <a:p>
            <a:pPr marL="0" lvl="0" indent="0">
              <a:buSzPts val="1300"/>
              <a:buNone/>
            </a:pPr>
            <a:r>
              <a:rPr lang="vi-VN" sz="1900" kern="0" dirty="0">
                <a:effectLst/>
                <a:latin typeface="+mj-lt"/>
                <a:ea typeface="Times New Roman" panose="02020603050405020304" pitchFamily="18" charset="0"/>
                <a:cs typeface="Times New Roman" panose="02020603050405020304" pitchFamily="18" charset="0"/>
              </a:rPr>
              <a:t>2. Trường hợp Right-Right (RR)</a:t>
            </a:r>
            <a:endParaRPr lang="en-US" sz="1900" kern="100" dirty="0">
              <a:effectLst/>
              <a:latin typeface="+mj-lt"/>
              <a:ea typeface="Aptos" panose="020B0004020202020204" pitchFamily="34" charset="0"/>
              <a:cs typeface="Times New Roman" panose="02020603050405020304" pitchFamily="18" charset="0"/>
            </a:endParaRPr>
          </a:p>
          <a:p>
            <a:pPr marL="342900" lvl="0" indent="-342900">
              <a:buFont typeface="Symbol" panose="05050102010706020507" pitchFamily="18" charset="2"/>
              <a:buChar char=""/>
            </a:pPr>
            <a:r>
              <a:rPr lang="vi-VN" sz="1900" kern="0" dirty="0">
                <a:effectLst/>
                <a:latin typeface="+mj-lt"/>
                <a:ea typeface="Times New Roman" panose="02020603050405020304" pitchFamily="18" charset="0"/>
                <a:cs typeface="Times New Roman" panose="02020603050405020304" pitchFamily="18" charset="0"/>
              </a:rPr>
              <a:t>Xảy ra khi chèn bên phải của cây phải</a:t>
            </a:r>
            <a:endParaRPr lang="en-US" sz="1900" kern="100" dirty="0">
              <a:effectLst/>
              <a:latin typeface="+mj-lt"/>
              <a:ea typeface="Aptos" panose="020B0004020202020204" pitchFamily="34" charset="0"/>
              <a:cs typeface="Times New Roman" panose="02020603050405020304" pitchFamily="18" charset="0"/>
            </a:endParaRPr>
          </a:p>
          <a:p>
            <a:pPr marL="342900" lvl="0" indent="-342900">
              <a:buFont typeface="Symbol" panose="05050102010706020507" pitchFamily="18" charset="2"/>
              <a:buChar char=""/>
            </a:pPr>
            <a:r>
              <a:rPr lang="vi-VN" sz="1900" kern="0" dirty="0">
                <a:effectLst/>
                <a:latin typeface="+mj-lt"/>
                <a:ea typeface="Times New Roman" panose="02020603050405020304" pitchFamily="18" charset="0"/>
                <a:cs typeface="Times New Roman" panose="02020603050405020304" pitchFamily="18" charset="0"/>
              </a:rPr>
              <a:t>Giải pháp: Quay </a:t>
            </a:r>
            <a:endParaRPr lang="en-US" sz="1900" kern="100" dirty="0">
              <a:effectLst/>
              <a:latin typeface="+mj-lt"/>
              <a:ea typeface="Aptos" panose="020B0004020202020204" pitchFamily="34" charset="0"/>
              <a:cs typeface="Times New Roman" panose="02020603050405020304" pitchFamily="18" charset="0"/>
            </a:endParaRPr>
          </a:p>
          <a:p>
            <a:pPr marL="0" lvl="0" indent="0">
              <a:buSzPts val="1300"/>
              <a:buNone/>
            </a:pPr>
            <a:r>
              <a:rPr lang="vi-VN" sz="1900" kern="0" dirty="0">
                <a:effectLst/>
                <a:latin typeface="+mj-lt"/>
                <a:ea typeface="Times New Roman" panose="02020603050405020304" pitchFamily="18" charset="0"/>
                <a:cs typeface="Times New Roman" panose="02020603050405020304" pitchFamily="18" charset="0"/>
              </a:rPr>
              <a:t>3. Trường hợp Right-Left (RL)</a:t>
            </a:r>
            <a:endParaRPr lang="en-US" sz="1900" kern="100" dirty="0">
              <a:effectLst/>
              <a:latin typeface="+mj-lt"/>
              <a:ea typeface="Aptos" panose="020B0004020202020204" pitchFamily="34" charset="0"/>
              <a:cs typeface="Times New Roman" panose="02020603050405020304" pitchFamily="18" charset="0"/>
            </a:endParaRPr>
          </a:p>
          <a:p>
            <a:pPr marL="342900" lvl="0" indent="-342900">
              <a:buFont typeface="Symbol" panose="05050102010706020507" pitchFamily="18" charset="2"/>
              <a:buChar char=""/>
            </a:pPr>
            <a:r>
              <a:rPr lang="vi-VN" sz="1900" kern="0" dirty="0">
                <a:effectLst/>
                <a:latin typeface="+mj-lt"/>
                <a:ea typeface="Times New Roman" panose="02020603050405020304" pitchFamily="18" charset="0"/>
                <a:cs typeface="Times New Roman" panose="02020603050405020304" pitchFamily="18" charset="0"/>
              </a:rPr>
              <a:t>Xảy ra khi chèn bên trái của cây con phải </a:t>
            </a:r>
            <a:endParaRPr lang="en-US" sz="1900" kern="100" dirty="0">
              <a:effectLst/>
              <a:latin typeface="+mj-lt"/>
              <a:ea typeface="Aptos" panose="020B0004020202020204" pitchFamily="34" charset="0"/>
              <a:cs typeface="Times New Roman" panose="02020603050405020304" pitchFamily="18" charset="0"/>
            </a:endParaRPr>
          </a:p>
          <a:p>
            <a:pPr marL="342900" lvl="0" indent="-342900">
              <a:buFont typeface="Symbol" panose="05050102010706020507" pitchFamily="18" charset="2"/>
              <a:buChar char=""/>
            </a:pPr>
            <a:r>
              <a:rPr lang="vi-VN" sz="1900" kern="0" dirty="0">
                <a:effectLst/>
                <a:latin typeface="+mj-lt"/>
                <a:ea typeface="Times New Roman" panose="02020603050405020304" pitchFamily="18" charset="0"/>
                <a:cs typeface="Times New Roman" panose="02020603050405020304" pitchFamily="18" charset="0"/>
              </a:rPr>
              <a:t>Giải pháp: Quay phải tại cây con phải =&gt; Quay trái tại gốc</a:t>
            </a:r>
            <a:endParaRPr lang="en-US" sz="1900" kern="100" dirty="0">
              <a:effectLst/>
              <a:latin typeface="+mj-lt"/>
              <a:ea typeface="Aptos" panose="020B0004020202020204" pitchFamily="34" charset="0"/>
              <a:cs typeface="Times New Roman" panose="02020603050405020304" pitchFamily="18" charset="0"/>
            </a:endParaRPr>
          </a:p>
          <a:p>
            <a:pPr marL="0" lvl="0" indent="0">
              <a:buSzPts val="1300"/>
              <a:buNone/>
            </a:pPr>
            <a:r>
              <a:rPr lang="vi-VN" sz="1900" kern="0" dirty="0">
                <a:effectLst/>
                <a:latin typeface="+mj-lt"/>
                <a:ea typeface="Times New Roman" panose="02020603050405020304" pitchFamily="18" charset="0"/>
                <a:cs typeface="Times New Roman" panose="02020603050405020304" pitchFamily="18" charset="0"/>
              </a:rPr>
              <a:t>4. Trường hợp Left-Right (LR)</a:t>
            </a:r>
            <a:endParaRPr lang="en-US" sz="1900" kern="100" dirty="0">
              <a:effectLst/>
              <a:latin typeface="+mj-lt"/>
              <a:ea typeface="Aptos" panose="020B0004020202020204" pitchFamily="34" charset="0"/>
              <a:cs typeface="Times New Roman" panose="02020603050405020304" pitchFamily="18" charset="0"/>
            </a:endParaRPr>
          </a:p>
          <a:p>
            <a:pPr marL="342900" lvl="0" indent="-342900">
              <a:buFont typeface="Symbol" panose="05050102010706020507" pitchFamily="18" charset="2"/>
              <a:buChar char=""/>
            </a:pPr>
            <a:r>
              <a:rPr lang="vi-VN" sz="1900" kern="0" dirty="0">
                <a:effectLst/>
                <a:latin typeface="+mj-lt"/>
                <a:ea typeface="Times New Roman" panose="02020603050405020304" pitchFamily="18" charset="0"/>
                <a:cs typeface="Times New Roman" panose="02020603050405020304" pitchFamily="18" charset="0"/>
              </a:rPr>
              <a:t>Xảy ra khi chèn bên trái của cây phải</a:t>
            </a:r>
            <a:endParaRPr lang="en-US" sz="1900" kern="100" dirty="0">
              <a:effectLst/>
              <a:latin typeface="+mj-lt"/>
              <a:ea typeface="Aptos" panose="020B0004020202020204" pitchFamily="34" charset="0"/>
              <a:cs typeface="Times New Roman" panose="02020603050405020304" pitchFamily="18" charset="0"/>
            </a:endParaRPr>
          </a:p>
          <a:p>
            <a:pPr marL="342900" lvl="0" indent="-342900">
              <a:spcAft>
                <a:spcPts val="800"/>
              </a:spcAft>
              <a:buFont typeface="Symbol" panose="05050102010706020507" pitchFamily="18" charset="2"/>
              <a:buChar char=""/>
            </a:pPr>
            <a:r>
              <a:rPr lang="vi-VN" sz="1900" kern="0" dirty="0">
                <a:effectLst/>
                <a:latin typeface="+mj-lt"/>
                <a:ea typeface="Times New Roman" panose="02020603050405020304" pitchFamily="18" charset="0"/>
                <a:cs typeface="Times New Roman" panose="02020603050405020304" pitchFamily="18" charset="0"/>
              </a:rPr>
              <a:t>Giải pháp: Quay trái tại cây con trái =&gt; Quay phải tại gốc</a:t>
            </a:r>
            <a:endParaRPr lang="en-US" sz="1900" kern="100" dirty="0">
              <a:effectLst/>
              <a:latin typeface="+mj-lt"/>
              <a:ea typeface="Aptos" panose="020B0004020202020204" pitchFamily="34" charset="0"/>
              <a:cs typeface="Times New Roman" panose="02020603050405020304" pitchFamily="18" charset="0"/>
            </a:endParaRPr>
          </a:p>
          <a:p>
            <a:endParaRPr lang="en-US" sz="1100" dirty="0"/>
          </a:p>
        </p:txBody>
      </p:sp>
      <p:pic>
        <p:nvPicPr>
          <p:cNvPr id="5" name="Picture 4">
            <a:extLst>
              <a:ext uri="{FF2B5EF4-FFF2-40B4-BE49-F238E27FC236}">
                <a16:creationId xmlns:a16="http://schemas.microsoft.com/office/drawing/2014/main" id="{6B41ABFA-6B14-33C8-90FC-A8CEAECEDEF3}"/>
              </a:ext>
            </a:extLst>
          </p:cNvPr>
          <p:cNvPicPr>
            <a:picLocks noChangeAspect="1"/>
          </p:cNvPicPr>
          <p:nvPr/>
        </p:nvPicPr>
        <p:blipFill>
          <a:blip r:embed="rId2"/>
          <a:stretch>
            <a:fillRect/>
          </a:stretch>
        </p:blipFill>
        <p:spPr>
          <a:xfrm>
            <a:off x="6518787" y="1758621"/>
            <a:ext cx="5882762" cy="4975554"/>
          </a:xfrm>
          <a:prstGeom prst="rect">
            <a:avLst/>
          </a:prstGeom>
        </p:spPr>
      </p:pic>
    </p:spTree>
    <p:extLst>
      <p:ext uri="{BB962C8B-B14F-4D97-AF65-F5344CB8AC3E}">
        <p14:creationId xmlns:p14="http://schemas.microsoft.com/office/powerpoint/2010/main" val="22325062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EB644-6327-7DF6-64A7-CF353BE3725F}"/>
              </a:ext>
            </a:extLst>
          </p:cNvPr>
          <p:cNvSpPr>
            <a:spLocks noGrp="1"/>
          </p:cNvSpPr>
          <p:nvPr>
            <p:ph type="title"/>
          </p:nvPr>
        </p:nvSpPr>
        <p:spPr/>
        <p:txBody>
          <a:bodyPr/>
          <a:lstStyle/>
          <a:p>
            <a:r>
              <a:rPr lang="vi-VN" b="1" dirty="0"/>
              <a:t>2.1 Cách xử lý mất cân bằng</a:t>
            </a:r>
            <a:endParaRPr lang="en-US" b="1" dirty="0"/>
          </a:p>
        </p:txBody>
      </p:sp>
      <p:graphicFrame>
        <p:nvGraphicFramePr>
          <p:cNvPr id="2052" name="Content Placeholder 2">
            <a:extLst>
              <a:ext uri="{FF2B5EF4-FFF2-40B4-BE49-F238E27FC236}">
                <a16:creationId xmlns:a16="http://schemas.microsoft.com/office/drawing/2014/main" id="{0BF5F8E6-8E6C-12A1-68B0-ADF704284C57}"/>
              </a:ext>
            </a:extLst>
          </p:cNvPr>
          <p:cNvGraphicFramePr>
            <a:graphicFrameLocks noGrp="1"/>
          </p:cNvGraphicFramePr>
          <p:nvPr>
            <p:ph idx="1"/>
            <p:extLst>
              <p:ext uri="{D42A27DB-BD31-4B8C-83A1-F6EECF244321}">
                <p14:modId xmlns:p14="http://schemas.microsoft.com/office/powerpoint/2010/main" val="3274476591"/>
              </p:ext>
            </p:extLst>
          </p:nvPr>
        </p:nvGraphicFramePr>
        <p:xfrm>
          <a:off x="438149" y="3681413"/>
          <a:ext cx="10220325" cy="2228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050" name="Picture 2" descr="Kỹ thuật quay trái cây AVL">
            <a:extLst>
              <a:ext uri="{FF2B5EF4-FFF2-40B4-BE49-F238E27FC236}">
                <a16:creationId xmlns:a16="http://schemas.microsoft.com/office/drawing/2014/main" id="{B675CECC-BD03-6FAF-6AD1-0853E0EF20C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57375" y="1666875"/>
            <a:ext cx="7439025" cy="1762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30959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FFB60E8C-7224-44A4-87A0-46A1711DD2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0503202E-39B1-DC44-5686-A7B60212B440}"/>
              </a:ext>
            </a:extLst>
          </p:cNvPr>
          <p:cNvSpPr>
            <a:spLocks noGrp="1"/>
          </p:cNvSpPr>
          <p:nvPr>
            <p:ph type="title"/>
          </p:nvPr>
        </p:nvSpPr>
        <p:spPr>
          <a:xfrm>
            <a:off x="795528" y="386930"/>
            <a:ext cx="10141799" cy="2089570"/>
          </a:xfrm>
        </p:spPr>
        <p:txBody>
          <a:bodyPr vert="horz" lIns="91440" tIns="45720" rIns="91440" bIns="45720" rtlCol="0" anchor="b">
            <a:noAutofit/>
          </a:bodyPr>
          <a:lstStyle/>
          <a:p>
            <a:r>
              <a:rPr lang="vi-VN" sz="3200" b="1" kern="1200" dirty="0">
                <a:solidFill>
                  <a:schemeClr val="tx1"/>
                </a:solidFill>
                <a:latin typeface="Times New Roman" panose="02020603050405020304" pitchFamily="18" charset="0"/>
                <a:cs typeface="Times New Roman" panose="02020603050405020304" pitchFamily="18" charset="0"/>
              </a:rPr>
              <a:t>b</a:t>
            </a:r>
            <a:r>
              <a:rPr lang="en-US" sz="3200" b="1" kern="1200" dirty="0">
                <a:solidFill>
                  <a:schemeClr val="tx1"/>
                </a:solidFill>
                <a:latin typeface="Times New Roman" panose="02020603050405020304" pitchFamily="18" charset="0"/>
                <a:cs typeface="Times New Roman" panose="02020603050405020304" pitchFamily="18" charset="0"/>
              </a:rPr>
              <a:t>.</a:t>
            </a:r>
            <a:r>
              <a:rPr lang="en-US" sz="3200" b="1" i="0" kern="1200" dirty="0">
                <a:solidFill>
                  <a:schemeClr val="tx1"/>
                </a:solidFill>
                <a:effectLst/>
                <a:latin typeface="Times New Roman" panose="02020603050405020304" pitchFamily="18" charset="0"/>
                <a:cs typeface="Times New Roman" panose="02020603050405020304" pitchFamily="18" charset="0"/>
              </a:rPr>
              <a:t> </a:t>
            </a:r>
            <a:r>
              <a:rPr lang="en-US" sz="3200" b="1" i="0" kern="1200" dirty="0" err="1">
                <a:solidFill>
                  <a:schemeClr val="tx1"/>
                </a:solidFill>
                <a:effectLst/>
                <a:latin typeface="Times New Roman" panose="02020603050405020304" pitchFamily="18" charset="0"/>
                <a:cs typeface="Times New Roman" panose="02020603050405020304" pitchFamily="18" charset="0"/>
              </a:rPr>
              <a:t>Kỹ</a:t>
            </a:r>
            <a:r>
              <a:rPr lang="en-US" sz="3200" b="1" i="0" kern="1200" dirty="0">
                <a:solidFill>
                  <a:schemeClr val="tx1"/>
                </a:solidFill>
                <a:effectLst/>
                <a:latin typeface="Times New Roman" panose="02020603050405020304" pitchFamily="18" charset="0"/>
                <a:cs typeface="Times New Roman" panose="02020603050405020304" pitchFamily="18" charset="0"/>
              </a:rPr>
              <a:t> </a:t>
            </a:r>
            <a:r>
              <a:rPr lang="en-US" sz="3200" b="1" i="0" kern="1200" dirty="0" err="1">
                <a:solidFill>
                  <a:schemeClr val="tx1"/>
                </a:solidFill>
                <a:effectLst/>
                <a:latin typeface="Times New Roman" panose="02020603050405020304" pitchFamily="18" charset="0"/>
                <a:cs typeface="Times New Roman" panose="02020603050405020304" pitchFamily="18" charset="0"/>
              </a:rPr>
              <a:t>thuật</a:t>
            </a:r>
            <a:r>
              <a:rPr lang="en-US" sz="3200" b="1" i="0" kern="1200" dirty="0">
                <a:solidFill>
                  <a:schemeClr val="tx1"/>
                </a:solidFill>
                <a:effectLst/>
                <a:latin typeface="Times New Roman" panose="02020603050405020304" pitchFamily="18" charset="0"/>
                <a:cs typeface="Times New Roman" panose="02020603050405020304" pitchFamily="18" charset="0"/>
              </a:rPr>
              <a:t> quay </a:t>
            </a:r>
            <a:r>
              <a:rPr lang="en-US" sz="3200" b="1" i="0" kern="1200" dirty="0" err="1">
                <a:solidFill>
                  <a:schemeClr val="tx1"/>
                </a:solidFill>
                <a:effectLst/>
                <a:latin typeface="Times New Roman" panose="02020603050405020304" pitchFamily="18" charset="0"/>
                <a:cs typeface="Times New Roman" panose="02020603050405020304" pitchFamily="18" charset="0"/>
              </a:rPr>
              <a:t>phải</a:t>
            </a:r>
            <a:r>
              <a:rPr lang="en-US" sz="3200" b="1" i="0" kern="1200" dirty="0">
                <a:solidFill>
                  <a:schemeClr val="tx1"/>
                </a:solidFill>
                <a:effectLst/>
                <a:latin typeface="Times New Roman" panose="02020603050405020304" pitchFamily="18" charset="0"/>
                <a:cs typeface="Times New Roman" panose="02020603050405020304" pitchFamily="18" charset="0"/>
              </a:rPr>
              <a:t> </a:t>
            </a:r>
            <a:r>
              <a:rPr lang="en-US" sz="3200" b="1" i="0" kern="1200" dirty="0" err="1">
                <a:solidFill>
                  <a:schemeClr val="tx1"/>
                </a:solidFill>
                <a:effectLst/>
                <a:latin typeface="Times New Roman" panose="02020603050405020304" pitchFamily="18" charset="0"/>
                <a:cs typeface="Times New Roman" panose="02020603050405020304" pitchFamily="18" charset="0"/>
              </a:rPr>
              <a:t>cây</a:t>
            </a:r>
            <a:r>
              <a:rPr lang="en-US" sz="3200" b="1" i="0" kern="1200" dirty="0">
                <a:solidFill>
                  <a:schemeClr val="tx1"/>
                </a:solidFill>
                <a:effectLst/>
                <a:latin typeface="Times New Roman" panose="02020603050405020304" pitchFamily="18" charset="0"/>
                <a:cs typeface="Times New Roman" panose="02020603050405020304" pitchFamily="18" charset="0"/>
              </a:rPr>
              <a:t> AVL</a:t>
            </a:r>
            <a:br>
              <a:rPr lang="en-US" sz="2400" b="1" i="0" kern="1200" dirty="0">
                <a:solidFill>
                  <a:schemeClr val="tx1"/>
                </a:solidFill>
                <a:effectLst/>
                <a:latin typeface="Times New Roman" panose="02020603050405020304" pitchFamily="18" charset="0"/>
                <a:cs typeface="Times New Roman" panose="02020603050405020304" pitchFamily="18" charset="0"/>
              </a:rPr>
            </a:br>
            <a:r>
              <a:rPr lang="en-US" sz="2400" b="0" i="0" kern="1200" dirty="0" err="1">
                <a:solidFill>
                  <a:schemeClr val="tx1"/>
                </a:solidFill>
                <a:effectLst/>
                <a:latin typeface="Times New Roman" panose="02020603050405020304" pitchFamily="18" charset="0"/>
                <a:cs typeface="Times New Roman" panose="02020603050405020304" pitchFamily="18" charset="0"/>
              </a:rPr>
              <a:t>Cây</a:t>
            </a:r>
            <a:r>
              <a:rPr lang="en-US" sz="2400" b="0" i="0" kern="1200" dirty="0">
                <a:solidFill>
                  <a:schemeClr val="tx1"/>
                </a:solidFill>
                <a:effectLst/>
                <a:latin typeface="Times New Roman" panose="02020603050405020304" pitchFamily="18" charset="0"/>
                <a:cs typeface="Times New Roman" panose="02020603050405020304" pitchFamily="18" charset="0"/>
              </a:rPr>
              <a:t> AVL </a:t>
            </a:r>
            <a:r>
              <a:rPr lang="en-US" sz="2400" b="0" i="0" kern="1200" dirty="0" err="1">
                <a:solidFill>
                  <a:schemeClr val="tx1"/>
                </a:solidFill>
                <a:effectLst/>
                <a:latin typeface="Times New Roman" panose="02020603050405020304" pitchFamily="18" charset="0"/>
                <a:cs typeface="Times New Roman" panose="02020603050405020304" pitchFamily="18" charset="0"/>
              </a:rPr>
              <a:t>trở</a:t>
            </a:r>
            <a:r>
              <a:rPr lang="en-US" sz="2400" b="0" i="0" kern="1200" dirty="0">
                <a:solidFill>
                  <a:schemeClr val="tx1"/>
                </a:solidFill>
                <a:effectLst/>
                <a:latin typeface="Times New Roman" panose="02020603050405020304" pitchFamily="18" charset="0"/>
                <a:cs typeface="Times New Roman" panose="02020603050405020304" pitchFamily="18" charset="0"/>
              </a:rPr>
              <a:t> </a:t>
            </a:r>
            <a:r>
              <a:rPr lang="en-US" sz="2400" b="0" i="0" kern="1200" dirty="0" err="1">
                <a:solidFill>
                  <a:schemeClr val="tx1"/>
                </a:solidFill>
                <a:effectLst/>
                <a:latin typeface="Times New Roman" panose="02020603050405020304" pitchFamily="18" charset="0"/>
                <a:cs typeface="Times New Roman" panose="02020603050405020304" pitchFamily="18" charset="0"/>
              </a:rPr>
              <a:t>nên</a:t>
            </a:r>
            <a:r>
              <a:rPr lang="en-US" sz="2400" b="0" i="0" kern="1200" dirty="0">
                <a:solidFill>
                  <a:schemeClr val="tx1"/>
                </a:solidFill>
                <a:effectLst/>
                <a:latin typeface="Times New Roman" panose="02020603050405020304" pitchFamily="18" charset="0"/>
                <a:cs typeface="Times New Roman" panose="02020603050405020304" pitchFamily="18" charset="0"/>
              </a:rPr>
              <a:t> </a:t>
            </a:r>
            <a:r>
              <a:rPr lang="en-US" sz="2400" b="0" i="0" kern="1200" dirty="0" err="1">
                <a:solidFill>
                  <a:schemeClr val="tx1"/>
                </a:solidFill>
                <a:effectLst/>
                <a:latin typeface="Times New Roman" panose="02020603050405020304" pitchFamily="18" charset="0"/>
                <a:cs typeface="Times New Roman" panose="02020603050405020304" pitchFamily="18" charset="0"/>
              </a:rPr>
              <a:t>không</a:t>
            </a:r>
            <a:r>
              <a:rPr lang="en-US" sz="2400" b="0" i="0" kern="1200" dirty="0">
                <a:solidFill>
                  <a:schemeClr val="tx1"/>
                </a:solidFill>
                <a:effectLst/>
                <a:latin typeface="Times New Roman" panose="02020603050405020304" pitchFamily="18" charset="0"/>
                <a:cs typeface="Times New Roman" panose="02020603050405020304" pitchFamily="18" charset="0"/>
              </a:rPr>
              <a:t> </a:t>
            </a:r>
            <a:r>
              <a:rPr lang="en-US" sz="2400" b="0" i="0" kern="1200" dirty="0" err="1">
                <a:solidFill>
                  <a:schemeClr val="tx1"/>
                </a:solidFill>
                <a:effectLst/>
                <a:latin typeface="Times New Roman" panose="02020603050405020304" pitchFamily="18" charset="0"/>
                <a:cs typeface="Times New Roman" panose="02020603050405020304" pitchFamily="18" charset="0"/>
              </a:rPr>
              <a:t>cân</a:t>
            </a:r>
            <a:r>
              <a:rPr lang="en-US" sz="2400" b="0" i="0" kern="1200" dirty="0">
                <a:solidFill>
                  <a:schemeClr val="tx1"/>
                </a:solidFill>
                <a:effectLst/>
                <a:latin typeface="Times New Roman" panose="02020603050405020304" pitchFamily="18" charset="0"/>
                <a:cs typeface="Times New Roman" panose="02020603050405020304" pitchFamily="18" charset="0"/>
              </a:rPr>
              <a:t> </a:t>
            </a:r>
            <a:r>
              <a:rPr lang="en-US" sz="2400" b="0" i="0" kern="1200" dirty="0" err="1">
                <a:solidFill>
                  <a:schemeClr val="tx1"/>
                </a:solidFill>
                <a:effectLst/>
                <a:latin typeface="Times New Roman" panose="02020603050405020304" pitchFamily="18" charset="0"/>
                <a:cs typeface="Times New Roman" panose="02020603050405020304" pitchFamily="18" charset="0"/>
              </a:rPr>
              <a:t>bằng</a:t>
            </a:r>
            <a:r>
              <a:rPr lang="en-US" sz="2400" b="0" i="0" kern="1200" dirty="0">
                <a:solidFill>
                  <a:schemeClr val="tx1"/>
                </a:solidFill>
                <a:effectLst/>
                <a:latin typeface="Times New Roman" panose="02020603050405020304" pitchFamily="18" charset="0"/>
                <a:cs typeface="Times New Roman" panose="02020603050405020304" pitchFamily="18" charset="0"/>
              </a:rPr>
              <a:t> </a:t>
            </a:r>
            <a:r>
              <a:rPr lang="en-US" sz="2400" b="0" i="0" kern="1200" dirty="0" err="1">
                <a:solidFill>
                  <a:schemeClr val="tx1"/>
                </a:solidFill>
                <a:effectLst/>
                <a:latin typeface="Times New Roman" panose="02020603050405020304" pitchFamily="18" charset="0"/>
                <a:cs typeface="Times New Roman" panose="02020603050405020304" pitchFamily="18" charset="0"/>
              </a:rPr>
              <a:t>nếu</a:t>
            </a:r>
            <a:r>
              <a:rPr lang="en-US" sz="2400" b="0" i="0" kern="1200" dirty="0">
                <a:solidFill>
                  <a:schemeClr val="tx1"/>
                </a:solidFill>
                <a:effectLst/>
                <a:latin typeface="Times New Roman" panose="02020603050405020304" pitchFamily="18" charset="0"/>
                <a:cs typeface="Times New Roman" panose="02020603050405020304" pitchFamily="18" charset="0"/>
              </a:rPr>
              <a:t> </a:t>
            </a:r>
            <a:r>
              <a:rPr lang="en-US" sz="2400" b="0" i="0" kern="1200" dirty="0" err="1">
                <a:solidFill>
                  <a:schemeClr val="tx1"/>
                </a:solidFill>
                <a:effectLst/>
                <a:latin typeface="Times New Roman" panose="02020603050405020304" pitchFamily="18" charset="0"/>
                <a:cs typeface="Times New Roman" panose="02020603050405020304" pitchFamily="18" charset="0"/>
              </a:rPr>
              <a:t>một</a:t>
            </a:r>
            <a:r>
              <a:rPr lang="en-US" sz="2400" b="0" i="0" kern="1200" dirty="0">
                <a:solidFill>
                  <a:schemeClr val="tx1"/>
                </a:solidFill>
                <a:effectLst/>
                <a:latin typeface="Times New Roman" panose="02020603050405020304" pitchFamily="18" charset="0"/>
                <a:cs typeface="Times New Roman" panose="02020603050405020304" pitchFamily="18" charset="0"/>
              </a:rPr>
              <a:t> </a:t>
            </a:r>
            <a:r>
              <a:rPr lang="en-US" sz="2400" b="0" i="0" kern="1200" dirty="0" err="1">
                <a:solidFill>
                  <a:schemeClr val="tx1"/>
                </a:solidFill>
                <a:effectLst/>
                <a:latin typeface="Times New Roman" panose="02020603050405020304" pitchFamily="18" charset="0"/>
                <a:cs typeface="Times New Roman" panose="02020603050405020304" pitchFamily="18" charset="0"/>
              </a:rPr>
              <a:t>nút</a:t>
            </a:r>
            <a:r>
              <a:rPr lang="en-US" sz="2400" b="0" i="0" kern="1200" dirty="0">
                <a:solidFill>
                  <a:schemeClr val="tx1"/>
                </a:solidFill>
                <a:effectLst/>
                <a:latin typeface="Times New Roman" panose="02020603050405020304" pitchFamily="18" charset="0"/>
                <a:cs typeface="Times New Roman" panose="02020603050405020304" pitchFamily="18" charset="0"/>
              </a:rPr>
              <a:t> </a:t>
            </a:r>
            <a:r>
              <a:rPr lang="en-US" sz="2400" b="0" i="0" kern="1200" dirty="0" err="1">
                <a:solidFill>
                  <a:schemeClr val="tx1"/>
                </a:solidFill>
                <a:effectLst/>
                <a:latin typeface="Times New Roman" panose="02020603050405020304" pitchFamily="18" charset="0"/>
                <a:cs typeface="Times New Roman" panose="02020603050405020304" pitchFamily="18" charset="0"/>
              </a:rPr>
              <a:t>được</a:t>
            </a:r>
            <a:r>
              <a:rPr lang="en-US" sz="2400" b="0" i="0" kern="1200" dirty="0">
                <a:solidFill>
                  <a:schemeClr val="tx1"/>
                </a:solidFill>
                <a:effectLst/>
                <a:latin typeface="Times New Roman" panose="02020603050405020304" pitchFamily="18" charset="0"/>
                <a:cs typeface="Times New Roman" panose="02020603050405020304" pitchFamily="18" charset="0"/>
              </a:rPr>
              <a:t> </a:t>
            </a:r>
            <a:r>
              <a:rPr lang="en-US" sz="2400" b="0" i="0" kern="1200" dirty="0" err="1">
                <a:solidFill>
                  <a:schemeClr val="tx1"/>
                </a:solidFill>
                <a:effectLst/>
                <a:latin typeface="Times New Roman" panose="02020603050405020304" pitchFamily="18" charset="0"/>
                <a:cs typeface="Times New Roman" panose="02020603050405020304" pitchFamily="18" charset="0"/>
              </a:rPr>
              <a:t>chèn</a:t>
            </a:r>
            <a:r>
              <a:rPr lang="en-US" sz="2400" b="0" i="0" kern="1200" dirty="0">
                <a:solidFill>
                  <a:schemeClr val="tx1"/>
                </a:solidFill>
                <a:effectLst/>
                <a:latin typeface="Times New Roman" panose="02020603050405020304" pitchFamily="18" charset="0"/>
                <a:cs typeface="Times New Roman" panose="02020603050405020304" pitchFamily="18" charset="0"/>
              </a:rPr>
              <a:t> </a:t>
            </a:r>
            <a:r>
              <a:rPr lang="en-US" sz="2400" b="0" i="0" kern="1200" dirty="0" err="1">
                <a:solidFill>
                  <a:schemeClr val="tx1"/>
                </a:solidFill>
                <a:effectLst/>
                <a:latin typeface="Times New Roman" panose="02020603050405020304" pitchFamily="18" charset="0"/>
                <a:cs typeface="Times New Roman" panose="02020603050405020304" pitchFamily="18" charset="0"/>
              </a:rPr>
              <a:t>vào</a:t>
            </a:r>
            <a:r>
              <a:rPr lang="en-US" sz="2400" b="0" i="0" kern="1200" dirty="0">
                <a:solidFill>
                  <a:schemeClr val="tx1"/>
                </a:solidFill>
                <a:effectLst/>
                <a:latin typeface="Times New Roman" panose="02020603050405020304" pitchFamily="18" charset="0"/>
                <a:cs typeface="Times New Roman" panose="02020603050405020304" pitchFamily="18" charset="0"/>
              </a:rPr>
              <a:t> </a:t>
            </a:r>
            <a:r>
              <a:rPr lang="en-US" sz="2400" b="0" i="0" kern="1200" dirty="0" err="1">
                <a:solidFill>
                  <a:schemeClr val="tx1"/>
                </a:solidFill>
                <a:effectLst/>
                <a:latin typeface="Times New Roman" panose="02020603050405020304" pitchFamily="18" charset="0"/>
                <a:cs typeface="Times New Roman" panose="02020603050405020304" pitchFamily="18" charset="0"/>
              </a:rPr>
              <a:t>cây</a:t>
            </a:r>
            <a:r>
              <a:rPr lang="en-US" sz="2400" b="0" i="0" kern="1200" dirty="0">
                <a:solidFill>
                  <a:schemeClr val="tx1"/>
                </a:solidFill>
                <a:effectLst/>
                <a:latin typeface="Times New Roman" panose="02020603050405020304" pitchFamily="18" charset="0"/>
                <a:cs typeface="Times New Roman" panose="02020603050405020304" pitchFamily="18" charset="0"/>
              </a:rPr>
              <a:t> con </a:t>
            </a:r>
            <a:r>
              <a:rPr lang="en-US" sz="2400" b="0" i="0" kern="1200" dirty="0" err="1">
                <a:solidFill>
                  <a:schemeClr val="tx1"/>
                </a:solidFill>
                <a:effectLst/>
                <a:latin typeface="Times New Roman" panose="02020603050405020304" pitchFamily="18" charset="0"/>
                <a:cs typeface="Times New Roman" panose="02020603050405020304" pitchFamily="18" charset="0"/>
              </a:rPr>
              <a:t>bên</a:t>
            </a:r>
            <a:r>
              <a:rPr lang="en-US" sz="2400" b="0" i="0" kern="1200" dirty="0">
                <a:solidFill>
                  <a:schemeClr val="tx1"/>
                </a:solidFill>
                <a:effectLst/>
                <a:latin typeface="Times New Roman" panose="02020603050405020304" pitchFamily="18" charset="0"/>
                <a:cs typeface="Times New Roman" panose="02020603050405020304" pitchFamily="18" charset="0"/>
              </a:rPr>
              <a:t> </a:t>
            </a:r>
            <a:r>
              <a:rPr lang="en-US" sz="2400" b="0" i="0" kern="1200" dirty="0" err="1">
                <a:solidFill>
                  <a:schemeClr val="tx1"/>
                </a:solidFill>
                <a:effectLst/>
                <a:latin typeface="Times New Roman" panose="02020603050405020304" pitchFamily="18" charset="0"/>
                <a:cs typeface="Times New Roman" panose="02020603050405020304" pitchFamily="18" charset="0"/>
              </a:rPr>
              <a:t>trái</a:t>
            </a:r>
            <a:r>
              <a:rPr lang="en-US" sz="2400" b="0" i="0" kern="1200" dirty="0">
                <a:solidFill>
                  <a:schemeClr val="tx1"/>
                </a:solidFill>
                <a:effectLst/>
                <a:latin typeface="Times New Roman" panose="02020603050405020304" pitchFamily="18" charset="0"/>
                <a:cs typeface="Times New Roman" panose="02020603050405020304" pitchFamily="18" charset="0"/>
              </a:rPr>
              <a:t> </a:t>
            </a:r>
            <a:r>
              <a:rPr lang="en-US" sz="2400" b="0" i="0" kern="1200" dirty="0" err="1">
                <a:solidFill>
                  <a:schemeClr val="tx1"/>
                </a:solidFill>
                <a:effectLst/>
                <a:latin typeface="Times New Roman" panose="02020603050405020304" pitchFamily="18" charset="0"/>
                <a:cs typeface="Times New Roman" panose="02020603050405020304" pitchFamily="18" charset="0"/>
              </a:rPr>
              <a:t>của</a:t>
            </a:r>
            <a:r>
              <a:rPr lang="en-US" sz="2400" b="0" i="0" kern="1200" dirty="0">
                <a:solidFill>
                  <a:schemeClr val="tx1"/>
                </a:solidFill>
                <a:effectLst/>
                <a:latin typeface="Times New Roman" panose="02020603050405020304" pitchFamily="18" charset="0"/>
                <a:cs typeface="Times New Roman" panose="02020603050405020304" pitchFamily="18" charset="0"/>
              </a:rPr>
              <a:t> </a:t>
            </a:r>
            <a:r>
              <a:rPr lang="en-US" sz="2400" b="0" i="0" kern="1200" dirty="0" err="1">
                <a:solidFill>
                  <a:schemeClr val="tx1"/>
                </a:solidFill>
                <a:effectLst/>
                <a:latin typeface="Times New Roman" panose="02020603050405020304" pitchFamily="18" charset="0"/>
                <a:cs typeface="Times New Roman" panose="02020603050405020304" pitchFamily="18" charset="0"/>
              </a:rPr>
              <a:t>cây</a:t>
            </a:r>
            <a:r>
              <a:rPr lang="en-US" sz="2400" b="0" i="0" kern="1200" dirty="0">
                <a:solidFill>
                  <a:schemeClr val="tx1"/>
                </a:solidFill>
                <a:effectLst/>
                <a:latin typeface="Times New Roman" panose="02020603050405020304" pitchFamily="18" charset="0"/>
                <a:cs typeface="Times New Roman" panose="02020603050405020304" pitchFamily="18" charset="0"/>
              </a:rPr>
              <a:t> con </a:t>
            </a:r>
            <a:r>
              <a:rPr lang="en-US" sz="2400" b="0" i="0" kern="1200" dirty="0" err="1">
                <a:solidFill>
                  <a:schemeClr val="tx1"/>
                </a:solidFill>
                <a:effectLst/>
                <a:latin typeface="Times New Roman" panose="02020603050405020304" pitchFamily="18" charset="0"/>
                <a:cs typeface="Times New Roman" panose="02020603050405020304" pitchFamily="18" charset="0"/>
              </a:rPr>
              <a:t>bên</a:t>
            </a:r>
            <a:r>
              <a:rPr lang="en-US" sz="2400" b="0" i="0" kern="1200" dirty="0">
                <a:solidFill>
                  <a:schemeClr val="tx1"/>
                </a:solidFill>
                <a:effectLst/>
                <a:latin typeface="Times New Roman" panose="02020603050405020304" pitchFamily="18" charset="0"/>
                <a:cs typeface="Times New Roman" panose="02020603050405020304" pitchFamily="18" charset="0"/>
              </a:rPr>
              <a:t> </a:t>
            </a:r>
            <a:r>
              <a:rPr lang="en-US" sz="2400" b="0" i="0" kern="1200" dirty="0" err="1">
                <a:solidFill>
                  <a:schemeClr val="tx1"/>
                </a:solidFill>
                <a:effectLst/>
                <a:latin typeface="Times New Roman" panose="02020603050405020304" pitchFamily="18" charset="0"/>
                <a:cs typeface="Times New Roman" panose="02020603050405020304" pitchFamily="18" charset="0"/>
              </a:rPr>
              <a:t>trái</a:t>
            </a:r>
            <a:r>
              <a:rPr lang="en-US" sz="2400" b="0" i="0" kern="1200" dirty="0">
                <a:solidFill>
                  <a:schemeClr val="tx1"/>
                </a:solidFill>
                <a:effectLst/>
                <a:latin typeface="Times New Roman" panose="02020603050405020304" pitchFamily="18" charset="0"/>
                <a:cs typeface="Times New Roman" panose="02020603050405020304" pitchFamily="18" charset="0"/>
              </a:rPr>
              <a:t>. </a:t>
            </a:r>
            <a:r>
              <a:rPr lang="en-US" sz="2400" b="0" i="0" kern="1200" dirty="0" err="1">
                <a:solidFill>
                  <a:schemeClr val="tx1"/>
                </a:solidFill>
                <a:effectLst/>
                <a:latin typeface="Times New Roman" panose="02020603050405020304" pitchFamily="18" charset="0"/>
                <a:cs typeface="Times New Roman" panose="02020603050405020304" pitchFamily="18" charset="0"/>
              </a:rPr>
              <a:t>Để</a:t>
            </a:r>
            <a:r>
              <a:rPr lang="en-US" sz="2400" b="0" i="0" kern="1200" dirty="0">
                <a:solidFill>
                  <a:schemeClr val="tx1"/>
                </a:solidFill>
                <a:effectLst/>
                <a:latin typeface="Times New Roman" panose="02020603050405020304" pitchFamily="18" charset="0"/>
                <a:cs typeface="Times New Roman" panose="02020603050405020304" pitchFamily="18" charset="0"/>
              </a:rPr>
              <a:t> </a:t>
            </a:r>
            <a:r>
              <a:rPr lang="en-US" sz="2400" b="0" i="0" kern="1200" dirty="0" err="1">
                <a:solidFill>
                  <a:schemeClr val="tx1"/>
                </a:solidFill>
                <a:effectLst/>
                <a:latin typeface="Times New Roman" panose="02020603050405020304" pitchFamily="18" charset="0"/>
                <a:cs typeface="Times New Roman" panose="02020603050405020304" pitchFamily="18" charset="0"/>
              </a:rPr>
              <a:t>cây</a:t>
            </a:r>
            <a:r>
              <a:rPr lang="en-US" sz="2400" b="0" i="0" kern="1200" dirty="0">
                <a:solidFill>
                  <a:schemeClr val="tx1"/>
                </a:solidFill>
                <a:effectLst/>
                <a:latin typeface="Times New Roman" panose="02020603050405020304" pitchFamily="18" charset="0"/>
                <a:cs typeface="Times New Roman" panose="02020603050405020304" pitchFamily="18" charset="0"/>
              </a:rPr>
              <a:t> </a:t>
            </a:r>
            <a:r>
              <a:rPr lang="en-US" sz="2400" b="0" i="0" kern="1200" dirty="0" err="1">
                <a:solidFill>
                  <a:schemeClr val="tx1"/>
                </a:solidFill>
                <a:effectLst/>
                <a:latin typeface="Times New Roman" panose="02020603050405020304" pitchFamily="18" charset="0"/>
                <a:cs typeface="Times New Roman" panose="02020603050405020304" pitchFamily="18" charset="0"/>
              </a:rPr>
              <a:t>cân</a:t>
            </a:r>
            <a:r>
              <a:rPr lang="en-US" sz="2400" b="0" i="0" kern="1200" dirty="0">
                <a:solidFill>
                  <a:schemeClr val="tx1"/>
                </a:solidFill>
                <a:effectLst/>
                <a:latin typeface="Times New Roman" panose="02020603050405020304" pitchFamily="18" charset="0"/>
                <a:cs typeface="Times New Roman" panose="02020603050405020304" pitchFamily="18" charset="0"/>
              </a:rPr>
              <a:t> </a:t>
            </a:r>
            <a:r>
              <a:rPr lang="en-US" sz="2400" b="0" i="0" kern="1200" dirty="0" err="1">
                <a:solidFill>
                  <a:schemeClr val="tx1"/>
                </a:solidFill>
                <a:effectLst/>
                <a:latin typeface="Times New Roman" panose="02020603050405020304" pitchFamily="18" charset="0"/>
                <a:cs typeface="Times New Roman" panose="02020603050405020304" pitchFamily="18" charset="0"/>
              </a:rPr>
              <a:t>bằng</a:t>
            </a:r>
            <a:r>
              <a:rPr lang="en-US" sz="2400" b="0" i="0" kern="1200" dirty="0">
                <a:solidFill>
                  <a:schemeClr val="tx1"/>
                </a:solidFill>
                <a:effectLst/>
                <a:latin typeface="Times New Roman" panose="02020603050405020304" pitchFamily="18" charset="0"/>
                <a:cs typeface="Times New Roman" panose="02020603050405020304" pitchFamily="18" charset="0"/>
              </a:rPr>
              <a:t>, </a:t>
            </a:r>
            <a:r>
              <a:rPr lang="en-US" sz="2400" b="0" i="0" kern="1200" dirty="0" err="1">
                <a:solidFill>
                  <a:schemeClr val="tx1"/>
                </a:solidFill>
                <a:effectLst/>
                <a:latin typeface="Times New Roman" panose="02020603050405020304" pitchFamily="18" charset="0"/>
                <a:cs typeface="Times New Roman" panose="02020603050405020304" pitchFamily="18" charset="0"/>
              </a:rPr>
              <a:t>chúng</a:t>
            </a:r>
            <a:r>
              <a:rPr lang="en-US" sz="2400" b="0" i="0" kern="1200" dirty="0">
                <a:solidFill>
                  <a:schemeClr val="tx1"/>
                </a:solidFill>
                <a:effectLst/>
                <a:latin typeface="Times New Roman" panose="02020603050405020304" pitchFamily="18" charset="0"/>
                <a:cs typeface="Times New Roman" panose="02020603050405020304" pitchFamily="18" charset="0"/>
              </a:rPr>
              <a:t> ta </a:t>
            </a:r>
            <a:r>
              <a:rPr lang="en-US" sz="2400" b="0" i="0" kern="1200" dirty="0" err="1">
                <a:solidFill>
                  <a:schemeClr val="tx1"/>
                </a:solidFill>
                <a:effectLst/>
                <a:latin typeface="Times New Roman" panose="02020603050405020304" pitchFamily="18" charset="0"/>
                <a:cs typeface="Times New Roman" panose="02020603050405020304" pitchFamily="18" charset="0"/>
              </a:rPr>
              <a:t>thực</a:t>
            </a:r>
            <a:r>
              <a:rPr lang="en-US" sz="2400" b="0" i="0" kern="1200" dirty="0">
                <a:solidFill>
                  <a:schemeClr val="tx1"/>
                </a:solidFill>
                <a:effectLst/>
                <a:latin typeface="Times New Roman" panose="02020603050405020304" pitchFamily="18" charset="0"/>
                <a:cs typeface="Times New Roman" panose="02020603050405020304" pitchFamily="18" charset="0"/>
              </a:rPr>
              <a:t> </a:t>
            </a:r>
            <a:r>
              <a:rPr lang="en-US" sz="2400" b="0" i="0" kern="1200" dirty="0" err="1">
                <a:solidFill>
                  <a:schemeClr val="tx1"/>
                </a:solidFill>
                <a:effectLst/>
                <a:latin typeface="Times New Roman" panose="02020603050405020304" pitchFamily="18" charset="0"/>
                <a:cs typeface="Times New Roman" panose="02020603050405020304" pitchFamily="18" charset="0"/>
              </a:rPr>
              <a:t>hiện</a:t>
            </a:r>
            <a:r>
              <a:rPr lang="en-US" sz="2400" b="0" i="0" kern="1200" dirty="0">
                <a:solidFill>
                  <a:schemeClr val="tx1"/>
                </a:solidFill>
                <a:effectLst/>
                <a:latin typeface="Times New Roman" panose="02020603050405020304" pitchFamily="18" charset="0"/>
                <a:cs typeface="Times New Roman" panose="02020603050405020304" pitchFamily="18" charset="0"/>
              </a:rPr>
              <a:t> </a:t>
            </a:r>
            <a:r>
              <a:rPr lang="en-US" sz="2400" b="0" i="0" kern="1200" dirty="0" err="1">
                <a:solidFill>
                  <a:schemeClr val="tx1"/>
                </a:solidFill>
                <a:effectLst/>
                <a:latin typeface="Times New Roman" panose="02020603050405020304" pitchFamily="18" charset="0"/>
                <a:cs typeface="Times New Roman" panose="02020603050405020304" pitchFamily="18" charset="0"/>
              </a:rPr>
              <a:t>kỹ</a:t>
            </a:r>
            <a:r>
              <a:rPr lang="en-US" sz="2400" b="0" i="0" kern="1200" dirty="0">
                <a:solidFill>
                  <a:schemeClr val="tx1"/>
                </a:solidFill>
                <a:effectLst/>
                <a:latin typeface="Times New Roman" panose="02020603050405020304" pitchFamily="18" charset="0"/>
                <a:cs typeface="Times New Roman" panose="02020603050405020304" pitchFamily="18" charset="0"/>
              </a:rPr>
              <a:t> </a:t>
            </a:r>
            <a:r>
              <a:rPr lang="en-US" sz="2400" b="0" i="0" kern="1200" dirty="0" err="1">
                <a:solidFill>
                  <a:schemeClr val="tx1"/>
                </a:solidFill>
                <a:effectLst/>
                <a:latin typeface="Times New Roman" panose="02020603050405020304" pitchFamily="18" charset="0"/>
                <a:cs typeface="Times New Roman" panose="02020603050405020304" pitchFamily="18" charset="0"/>
              </a:rPr>
              <a:t>thuật</a:t>
            </a:r>
            <a:r>
              <a:rPr lang="en-US" sz="2400" b="0" i="0" kern="1200" dirty="0">
                <a:solidFill>
                  <a:schemeClr val="tx1"/>
                </a:solidFill>
                <a:effectLst/>
                <a:latin typeface="Times New Roman" panose="02020603050405020304" pitchFamily="18" charset="0"/>
                <a:cs typeface="Times New Roman" panose="02020603050405020304" pitchFamily="18" charset="0"/>
              </a:rPr>
              <a:t> quay </a:t>
            </a:r>
            <a:r>
              <a:rPr lang="en-US" sz="2400" b="0" i="0" kern="1200" dirty="0" err="1">
                <a:solidFill>
                  <a:schemeClr val="tx1"/>
                </a:solidFill>
                <a:effectLst/>
                <a:latin typeface="Times New Roman" panose="02020603050405020304" pitchFamily="18" charset="0"/>
                <a:cs typeface="Times New Roman" panose="02020603050405020304" pitchFamily="18" charset="0"/>
              </a:rPr>
              <a:t>phải</a:t>
            </a:r>
            <a:r>
              <a:rPr lang="en-US" sz="2400" b="0" i="0" kern="1200" dirty="0">
                <a:solidFill>
                  <a:schemeClr val="tx1"/>
                </a:solidFill>
                <a:effectLst/>
                <a:latin typeface="Times New Roman" panose="02020603050405020304" pitchFamily="18" charset="0"/>
                <a:cs typeface="Times New Roman" panose="02020603050405020304" pitchFamily="18" charset="0"/>
              </a:rPr>
              <a:t> </a:t>
            </a:r>
            <a:r>
              <a:rPr lang="en-US" sz="2400" b="0" i="0" kern="1200" dirty="0" err="1">
                <a:solidFill>
                  <a:schemeClr val="tx1"/>
                </a:solidFill>
                <a:effectLst/>
                <a:latin typeface="Times New Roman" panose="02020603050405020304" pitchFamily="18" charset="0"/>
                <a:cs typeface="Times New Roman" panose="02020603050405020304" pitchFamily="18" charset="0"/>
              </a:rPr>
              <a:t>như</a:t>
            </a:r>
            <a:r>
              <a:rPr lang="en-US" sz="2400" b="0" i="0" kern="1200" dirty="0">
                <a:solidFill>
                  <a:schemeClr val="tx1"/>
                </a:solidFill>
                <a:effectLst/>
                <a:latin typeface="Times New Roman" panose="02020603050405020304" pitchFamily="18" charset="0"/>
                <a:cs typeface="Times New Roman" panose="02020603050405020304" pitchFamily="18" charset="0"/>
              </a:rPr>
              <a:t> </a:t>
            </a:r>
            <a:r>
              <a:rPr lang="en-US" sz="2400" b="0" i="0" kern="1200" dirty="0" err="1">
                <a:solidFill>
                  <a:schemeClr val="tx1"/>
                </a:solidFill>
                <a:effectLst/>
                <a:latin typeface="Times New Roman" panose="02020603050405020304" pitchFamily="18" charset="0"/>
                <a:cs typeface="Times New Roman" panose="02020603050405020304" pitchFamily="18" charset="0"/>
              </a:rPr>
              <a:t>sau</a:t>
            </a:r>
            <a:r>
              <a:rPr lang="en-US" sz="2400" b="0" i="0" kern="1200" dirty="0">
                <a:solidFill>
                  <a:schemeClr val="tx1"/>
                </a:solidFill>
                <a:effectLst/>
                <a:latin typeface="Times New Roman" panose="02020603050405020304" pitchFamily="18" charset="0"/>
                <a:cs typeface="Times New Roman" panose="02020603050405020304" pitchFamily="18" charset="0"/>
              </a:rPr>
              <a:t>:</a:t>
            </a:r>
            <a:br>
              <a:rPr lang="en-US" sz="2400" b="0" i="0" kern="1200" dirty="0">
                <a:solidFill>
                  <a:schemeClr val="tx1"/>
                </a:solidFill>
                <a:effectLst/>
                <a:latin typeface="Times New Roman" panose="02020603050405020304" pitchFamily="18" charset="0"/>
                <a:cs typeface="Times New Roman" panose="02020603050405020304" pitchFamily="18" charset="0"/>
              </a:rPr>
            </a:br>
            <a:br>
              <a:rPr lang="en-US" sz="2400" b="0" i="0" kern="1200" dirty="0">
                <a:solidFill>
                  <a:schemeClr val="tx1"/>
                </a:solidFill>
                <a:effectLst/>
                <a:latin typeface="Times New Roman" panose="02020603050405020304" pitchFamily="18" charset="0"/>
                <a:cs typeface="Times New Roman" panose="02020603050405020304" pitchFamily="18" charset="0"/>
              </a:rPr>
            </a:br>
            <a:endParaRPr lang="en-US" sz="2400" kern="1200" dirty="0">
              <a:solidFill>
                <a:schemeClr val="tx1"/>
              </a:solidFill>
              <a:latin typeface="Times New Roman" panose="02020603050405020304" pitchFamily="18" charset="0"/>
              <a:cs typeface="Times New Roman" panose="02020603050405020304" pitchFamily="18" charset="0"/>
            </a:endParaRPr>
          </a:p>
        </p:txBody>
      </p:sp>
      <p:sp>
        <p:nvSpPr>
          <p:cNvPr id="3081" name="Rectangle 3080">
            <a:extLst>
              <a:ext uri="{FF2B5EF4-FFF2-40B4-BE49-F238E27FC236}">
                <a16:creationId xmlns:a16="http://schemas.microsoft.com/office/drawing/2014/main" id="{5DA32751-37A2-45C0-BE94-63D375E270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3" name="Rectangle 308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Kỹ thuật quay phải cây AVL">
            <a:extLst>
              <a:ext uri="{FF2B5EF4-FFF2-40B4-BE49-F238E27FC236}">
                <a16:creationId xmlns:a16="http://schemas.microsoft.com/office/drawing/2014/main" id="{1BECE019-B794-07F0-CEC5-55D1ECD15A8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35295" y="3448349"/>
            <a:ext cx="5150277" cy="186697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1EDB6A4-24B5-E240-EDA9-29AE4FCE4AB9}"/>
              </a:ext>
            </a:extLst>
          </p:cNvPr>
          <p:cNvSpPr txBox="1"/>
          <p:nvPr/>
        </p:nvSpPr>
        <p:spPr>
          <a:xfrm>
            <a:off x="6196879" y="2268690"/>
            <a:ext cx="4530898" cy="3639450"/>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2400" b="0" i="0" dirty="0" err="1">
                <a:effectLst/>
                <a:latin typeface="Times New Roman" panose="02020603050405020304" pitchFamily="18" charset="0"/>
                <a:cs typeface="Times New Roman" panose="02020603050405020304" pitchFamily="18" charset="0"/>
              </a:rPr>
              <a:t>Như</a:t>
            </a:r>
            <a:r>
              <a:rPr lang="en-US" sz="2400" b="0" i="0" dirty="0">
                <a:effectLst/>
                <a:latin typeface="Times New Roman" panose="02020603050405020304" pitchFamily="18" charset="0"/>
                <a:cs typeface="Times New Roman" panose="02020603050405020304" pitchFamily="18" charset="0"/>
              </a:rPr>
              <a:t> </a:t>
            </a:r>
            <a:r>
              <a:rPr lang="en-US" sz="2400" b="0" i="0" dirty="0" err="1">
                <a:effectLst/>
                <a:latin typeface="Times New Roman" panose="02020603050405020304" pitchFamily="18" charset="0"/>
                <a:cs typeface="Times New Roman" panose="02020603050405020304" pitchFamily="18" charset="0"/>
              </a:rPr>
              <a:t>hình</a:t>
            </a:r>
            <a:r>
              <a:rPr lang="en-US" sz="2400" b="0" i="0" dirty="0">
                <a:effectLst/>
                <a:latin typeface="Times New Roman" panose="02020603050405020304" pitchFamily="18" charset="0"/>
                <a:cs typeface="Times New Roman" panose="02020603050405020304" pitchFamily="18" charset="0"/>
              </a:rPr>
              <a:t> </a:t>
            </a:r>
            <a:r>
              <a:rPr lang="en-US" sz="2400" b="0" i="0" dirty="0" err="1">
                <a:effectLst/>
                <a:latin typeface="Times New Roman" panose="02020603050405020304" pitchFamily="18" charset="0"/>
                <a:cs typeface="Times New Roman" panose="02020603050405020304" pitchFamily="18" charset="0"/>
              </a:rPr>
              <a:t>minh</a:t>
            </a:r>
            <a:r>
              <a:rPr lang="en-US" sz="2400" b="0" i="0" dirty="0">
                <a:effectLst/>
                <a:latin typeface="Times New Roman" panose="02020603050405020304" pitchFamily="18" charset="0"/>
                <a:cs typeface="Times New Roman" panose="02020603050405020304" pitchFamily="18" charset="0"/>
              </a:rPr>
              <a:t> </a:t>
            </a:r>
            <a:r>
              <a:rPr lang="en-US" sz="2400" b="0" i="0" dirty="0" err="1">
                <a:effectLst/>
                <a:latin typeface="Times New Roman" panose="02020603050405020304" pitchFamily="18" charset="0"/>
                <a:cs typeface="Times New Roman" panose="02020603050405020304" pitchFamily="18" charset="0"/>
              </a:rPr>
              <a:t>họa</a:t>
            </a:r>
            <a:r>
              <a:rPr lang="en-US" sz="2400" b="0" i="0" dirty="0">
                <a:effectLst/>
                <a:latin typeface="Times New Roman" panose="02020603050405020304" pitchFamily="18" charset="0"/>
                <a:cs typeface="Times New Roman" panose="02020603050405020304" pitchFamily="18" charset="0"/>
              </a:rPr>
              <a:t>, </a:t>
            </a:r>
            <a:r>
              <a:rPr lang="en-US" sz="2400" b="0" i="0" dirty="0" err="1">
                <a:effectLst/>
                <a:latin typeface="Times New Roman" panose="02020603050405020304" pitchFamily="18" charset="0"/>
                <a:cs typeface="Times New Roman" panose="02020603050405020304" pitchFamily="18" charset="0"/>
              </a:rPr>
              <a:t>nút</a:t>
            </a:r>
            <a:r>
              <a:rPr lang="en-US" sz="2400" b="0" i="0" dirty="0">
                <a:effectLst/>
                <a:latin typeface="Times New Roman" panose="02020603050405020304" pitchFamily="18" charset="0"/>
                <a:cs typeface="Times New Roman" panose="02020603050405020304" pitchFamily="18" charset="0"/>
              </a:rPr>
              <a:t> </a:t>
            </a:r>
            <a:r>
              <a:rPr lang="en-US" sz="2400" b="0" i="0" dirty="0" err="1">
                <a:effectLst/>
                <a:latin typeface="Times New Roman" panose="02020603050405020304" pitchFamily="18" charset="0"/>
                <a:cs typeface="Times New Roman" panose="02020603050405020304" pitchFamily="18" charset="0"/>
              </a:rPr>
              <a:t>không</a:t>
            </a:r>
            <a:r>
              <a:rPr lang="en-US" sz="2400" b="0" i="0" dirty="0">
                <a:effectLst/>
                <a:latin typeface="Times New Roman" panose="02020603050405020304" pitchFamily="18" charset="0"/>
                <a:cs typeface="Times New Roman" panose="02020603050405020304" pitchFamily="18" charset="0"/>
              </a:rPr>
              <a:t> </a:t>
            </a:r>
            <a:r>
              <a:rPr lang="en-US" sz="2400" b="0" i="0" dirty="0" err="1">
                <a:effectLst/>
                <a:latin typeface="Times New Roman" panose="02020603050405020304" pitchFamily="18" charset="0"/>
                <a:cs typeface="Times New Roman" panose="02020603050405020304" pitchFamily="18" charset="0"/>
              </a:rPr>
              <a:t>cân</a:t>
            </a:r>
            <a:r>
              <a:rPr lang="en-US" sz="2400" b="0" i="0" dirty="0">
                <a:effectLst/>
                <a:latin typeface="Times New Roman" panose="02020603050405020304" pitchFamily="18" charset="0"/>
                <a:cs typeface="Times New Roman" panose="02020603050405020304" pitchFamily="18" charset="0"/>
              </a:rPr>
              <a:t> </a:t>
            </a:r>
            <a:r>
              <a:rPr lang="en-US" sz="2400" b="0" i="0" dirty="0" err="1">
                <a:effectLst/>
                <a:latin typeface="Times New Roman" panose="02020603050405020304" pitchFamily="18" charset="0"/>
                <a:cs typeface="Times New Roman" panose="02020603050405020304" pitchFamily="18" charset="0"/>
              </a:rPr>
              <a:t>bằng</a:t>
            </a:r>
            <a:r>
              <a:rPr lang="en-US" sz="2400" b="0" i="0" dirty="0">
                <a:effectLst/>
                <a:latin typeface="Times New Roman" panose="02020603050405020304" pitchFamily="18" charset="0"/>
                <a:cs typeface="Times New Roman" panose="02020603050405020304" pitchFamily="18" charset="0"/>
              </a:rPr>
              <a:t> </a:t>
            </a:r>
            <a:r>
              <a:rPr lang="en-US" sz="2400" b="0" i="0" dirty="0" err="1">
                <a:effectLst/>
                <a:latin typeface="Times New Roman" panose="02020603050405020304" pitchFamily="18" charset="0"/>
                <a:cs typeface="Times New Roman" panose="02020603050405020304" pitchFamily="18" charset="0"/>
              </a:rPr>
              <a:t>sẽ</a:t>
            </a:r>
            <a:r>
              <a:rPr lang="en-US" sz="2400" b="0" i="0" dirty="0">
                <a:effectLst/>
                <a:latin typeface="Times New Roman" panose="02020603050405020304" pitchFamily="18" charset="0"/>
                <a:cs typeface="Times New Roman" panose="02020603050405020304" pitchFamily="18" charset="0"/>
              </a:rPr>
              <a:t> </a:t>
            </a:r>
            <a:r>
              <a:rPr lang="en-US" sz="2400" b="0" i="0" dirty="0" err="1">
                <a:effectLst/>
                <a:latin typeface="Times New Roman" panose="02020603050405020304" pitchFamily="18" charset="0"/>
                <a:cs typeface="Times New Roman" panose="02020603050405020304" pitchFamily="18" charset="0"/>
              </a:rPr>
              <a:t>trở</a:t>
            </a:r>
            <a:r>
              <a:rPr lang="en-US" sz="2400" b="0" i="0" dirty="0">
                <a:effectLst/>
                <a:latin typeface="Times New Roman" panose="02020603050405020304" pitchFamily="18" charset="0"/>
                <a:cs typeface="Times New Roman" panose="02020603050405020304" pitchFamily="18" charset="0"/>
              </a:rPr>
              <a:t> </a:t>
            </a:r>
            <a:r>
              <a:rPr lang="en-US" sz="2400" b="0" i="0" dirty="0" err="1">
                <a:effectLst/>
                <a:latin typeface="Times New Roman" panose="02020603050405020304" pitchFamily="18" charset="0"/>
                <a:cs typeface="Times New Roman" panose="02020603050405020304" pitchFamily="18" charset="0"/>
              </a:rPr>
              <a:t>thành</a:t>
            </a:r>
            <a:r>
              <a:rPr lang="en-US" sz="2400" b="0" i="0" dirty="0">
                <a:effectLst/>
                <a:latin typeface="Times New Roman" panose="02020603050405020304" pitchFamily="18" charset="0"/>
                <a:cs typeface="Times New Roman" panose="02020603050405020304" pitchFamily="18" charset="0"/>
              </a:rPr>
              <a:t> </a:t>
            </a:r>
            <a:r>
              <a:rPr lang="en-US" sz="2400" b="0" i="0" dirty="0" err="1">
                <a:effectLst/>
                <a:latin typeface="Times New Roman" panose="02020603050405020304" pitchFamily="18" charset="0"/>
                <a:cs typeface="Times New Roman" panose="02020603050405020304" pitchFamily="18" charset="0"/>
              </a:rPr>
              <a:t>cây</a:t>
            </a:r>
            <a:r>
              <a:rPr lang="en-US" sz="2400" b="0" i="0" dirty="0">
                <a:effectLst/>
                <a:latin typeface="Times New Roman" panose="02020603050405020304" pitchFamily="18" charset="0"/>
                <a:cs typeface="Times New Roman" panose="02020603050405020304" pitchFamily="18" charset="0"/>
              </a:rPr>
              <a:t> con </a:t>
            </a:r>
            <a:r>
              <a:rPr lang="en-US" sz="2400" b="0" i="0" dirty="0" err="1">
                <a:effectLst/>
                <a:latin typeface="Times New Roman" panose="02020603050405020304" pitchFamily="18" charset="0"/>
                <a:cs typeface="Times New Roman" panose="02020603050405020304" pitchFamily="18" charset="0"/>
              </a:rPr>
              <a:t>bên</a:t>
            </a:r>
            <a:r>
              <a:rPr lang="en-US" sz="2400" b="0" i="0" dirty="0">
                <a:effectLst/>
                <a:latin typeface="Times New Roman" panose="02020603050405020304" pitchFamily="18" charset="0"/>
                <a:cs typeface="Times New Roman" panose="02020603050405020304" pitchFamily="18" charset="0"/>
              </a:rPr>
              <a:t> </a:t>
            </a:r>
            <a:r>
              <a:rPr lang="en-US" sz="2400" b="0" i="0" dirty="0" err="1">
                <a:effectLst/>
                <a:latin typeface="Times New Roman" panose="02020603050405020304" pitchFamily="18" charset="0"/>
                <a:cs typeface="Times New Roman" panose="02020603050405020304" pitchFamily="18" charset="0"/>
              </a:rPr>
              <a:t>phải</a:t>
            </a:r>
            <a:r>
              <a:rPr lang="en-US" sz="2400" b="0" i="0" dirty="0">
                <a:effectLst/>
                <a:latin typeface="Times New Roman" panose="02020603050405020304" pitchFamily="18" charset="0"/>
                <a:cs typeface="Times New Roman" panose="02020603050405020304" pitchFamily="18" charset="0"/>
              </a:rPr>
              <a:t> </a:t>
            </a:r>
            <a:r>
              <a:rPr lang="en-US" sz="2400" b="0" i="0" dirty="0" err="1">
                <a:effectLst/>
                <a:latin typeface="Times New Roman" panose="02020603050405020304" pitchFamily="18" charset="0"/>
                <a:cs typeface="Times New Roman" panose="02020603050405020304" pitchFamily="18" charset="0"/>
              </a:rPr>
              <a:t>của</a:t>
            </a:r>
            <a:r>
              <a:rPr lang="en-US" sz="2400" b="0" i="0" dirty="0">
                <a:effectLst/>
                <a:latin typeface="Times New Roman" panose="02020603050405020304" pitchFamily="18" charset="0"/>
                <a:cs typeface="Times New Roman" panose="02020603050405020304" pitchFamily="18" charset="0"/>
              </a:rPr>
              <a:t> </a:t>
            </a:r>
            <a:r>
              <a:rPr lang="en-US" sz="2400" b="0" i="0" dirty="0" err="1">
                <a:effectLst/>
                <a:latin typeface="Times New Roman" panose="02020603050405020304" pitchFamily="18" charset="0"/>
                <a:cs typeface="Times New Roman" panose="02020603050405020304" pitchFamily="18" charset="0"/>
              </a:rPr>
              <a:t>cây</a:t>
            </a:r>
            <a:r>
              <a:rPr lang="en-US" sz="2400" b="0" i="0" dirty="0">
                <a:effectLst/>
                <a:latin typeface="Times New Roman" panose="02020603050405020304" pitchFamily="18" charset="0"/>
                <a:cs typeface="Times New Roman" panose="02020603050405020304" pitchFamily="18" charset="0"/>
              </a:rPr>
              <a:t> con </a:t>
            </a:r>
            <a:r>
              <a:rPr lang="en-US" sz="2400" b="0" i="0" dirty="0" err="1">
                <a:effectLst/>
                <a:latin typeface="Times New Roman" panose="02020603050405020304" pitchFamily="18" charset="0"/>
                <a:cs typeface="Times New Roman" panose="02020603050405020304" pitchFamily="18" charset="0"/>
              </a:rPr>
              <a:t>bên</a:t>
            </a:r>
            <a:r>
              <a:rPr lang="en-US" sz="2400" b="0" i="0" dirty="0">
                <a:effectLst/>
                <a:latin typeface="Times New Roman" panose="02020603050405020304" pitchFamily="18" charset="0"/>
                <a:cs typeface="Times New Roman" panose="02020603050405020304" pitchFamily="18" charset="0"/>
              </a:rPr>
              <a:t> </a:t>
            </a:r>
            <a:r>
              <a:rPr lang="en-US" sz="2400" b="0" i="0" dirty="0" err="1">
                <a:effectLst/>
                <a:latin typeface="Times New Roman" panose="02020603050405020304" pitchFamily="18" charset="0"/>
                <a:cs typeface="Times New Roman" panose="02020603050405020304" pitchFamily="18" charset="0"/>
              </a:rPr>
              <a:t>trái</a:t>
            </a:r>
            <a:r>
              <a:rPr lang="en-US" sz="2400" b="0" i="0" dirty="0">
                <a:effectLst/>
                <a:latin typeface="Times New Roman" panose="02020603050405020304" pitchFamily="18" charset="0"/>
                <a:cs typeface="Times New Roman" panose="02020603050405020304" pitchFamily="18" charset="0"/>
              </a:rPr>
              <a:t> </a:t>
            </a:r>
            <a:r>
              <a:rPr lang="en-US" sz="2400" b="0" i="0" dirty="0" err="1">
                <a:effectLst/>
                <a:latin typeface="Times New Roman" panose="02020603050405020304" pitchFamily="18" charset="0"/>
                <a:cs typeface="Times New Roman" panose="02020603050405020304" pitchFamily="18" charset="0"/>
              </a:rPr>
              <a:t>của</a:t>
            </a:r>
            <a:r>
              <a:rPr lang="en-US" sz="2400" b="0" i="0" dirty="0">
                <a:effectLst/>
                <a:latin typeface="Times New Roman" panose="02020603050405020304" pitchFamily="18" charset="0"/>
                <a:cs typeface="Times New Roman" panose="02020603050405020304" pitchFamily="18" charset="0"/>
              </a:rPr>
              <a:t> </a:t>
            </a:r>
            <a:r>
              <a:rPr lang="en-US" sz="2400" b="0" i="0" dirty="0" err="1">
                <a:effectLst/>
                <a:latin typeface="Times New Roman" panose="02020603050405020304" pitchFamily="18" charset="0"/>
                <a:cs typeface="Times New Roman" panose="02020603050405020304" pitchFamily="18" charset="0"/>
              </a:rPr>
              <a:t>nó</a:t>
            </a:r>
            <a:r>
              <a:rPr lang="en-US" sz="2400" b="0" i="0" dirty="0">
                <a:effectLst/>
                <a:latin typeface="Times New Roman" panose="02020603050405020304" pitchFamily="18" charset="0"/>
                <a:cs typeface="Times New Roman" panose="02020603050405020304" pitchFamily="18" charset="0"/>
              </a:rPr>
              <a:t> </a:t>
            </a:r>
            <a:r>
              <a:rPr lang="en-US" sz="2400" b="0" i="0" dirty="0" err="1">
                <a:effectLst/>
                <a:latin typeface="Times New Roman" panose="02020603050405020304" pitchFamily="18" charset="0"/>
                <a:cs typeface="Times New Roman" panose="02020603050405020304" pitchFamily="18" charset="0"/>
              </a:rPr>
              <a:t>bằng</a:t>
            </a:r>
            <a:r>
              <a:rPr lang="en-US" sz="2400" b="0" i="0" dirty="0">
                <a:effectLst/>
                <a:latin typeface="Times New Roman" panose="02020603050405020304" pitchFamily="18" charset="0"/>
                <a:cs typeface="Times New Roman" panose="02020603050405020304" pitchFamily="18" charset="0"/>
              </a:rPr>
              <a:t> </a:t>
            </a:r>
            <a:r>
              <a:rPr lang="en-US" sz="2400" b="0" i="0" dirty="0" err="1">
                <a:effectLst/>
                <a:latin typeface="Times New Roman" panose="02020603050405020304" pitchFamily="18" charset="0"/>
                <a:cs typeface="Times New Roman" panose="02020603050405020304" pitchFamily="18" charset="0"/>
              </a:rPr>
              <a:t>kỹ</a:t>
            </a:r>
            <a:r>
              <a:rPr lang="en-US" sz="2400" b="0" i="0" dirty="0">
                <a:effectLst/>
                <a:latin typeface="Times New Roman" panose="02020603050405020304" pitchFamily="18" charset="0"/>
                <a:cs typeface="Times New Roman" panose="02020603050405020304" pitchFamily="18" charset="0"/>
              </a:rPr>
              <a:t> </a:t>
            </a:r>
            <a:r>
              <a:rPr lang="en-US" sz="2400" b="0" i="0" dirty="0" err="1">
                <a:effectLst/>
                <a:latin typeface="Times New Roman" panose="02020603050405020304" pitchFamily="18" charset="0"/>
                <a:cs typeface="Times New Roman" panose="02020603050405020304" pitchFamily="18" charset="0"/>
              </a:rPr>
              <a:t>thuật</a:t>
            </a:r>
            <a:r>
              <a:rPr lang="en-US" sz="2400" b="0" i="0" dirty="0">
                <a:effectLst/>
                <a:latin typeface="Times New Roman" panose="02020603050405020304" pitchFamily="18" charset="0"/>
                <a:cs typeface="Times New Roman" panose="02020603050405020304" pitchFamily="18" charset="0"/>
              </a:rPr>
              <a:t> quay </a:t>
            </a:r>
            <a:r>
              <a:rPr lang="en-US" sz="2400" b="0" i="0" dirty="0" err="1">
                <a:effectLst/>
                <a:latin typeface="Times New Roman" panose="02020603050405020304" pitchFamily="18" charset="0"/>
                <a:cs typeface="Times New Roman" panose="02020603050405020304" pitchFamily="18" charset="0"/>
              </a:rPr>
              <a:t>phải</a:t>
            </a:r>
            <a:r>
              <a:rPr lang="en-US" sz="2400" b="0" i="0" dirty="0">
                <a:effectLst/>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
        <p:nvSpPr>
          <p:cNvPr id="3085" name="Rectangle 3084">
            <a:extLst>
              <a:ext uri="{FF2B5EF4-FFF2-40B4-BE49-F238E27FC236}">
                <a16:creationId xmlns:a16="http://schemas.microsoft.com/office/drawing/2014/main" id="{5A55FBCD-CD42-40F5-8A1B-3203F9CAEE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572683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Freeform: Shape 32">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FCEC9CC1-F622-166F-2F24-57FB8606332E}"/>
              </a:ext>
            </a:extLst>
          </p:cNvPr>
          <p:cNvSpPr>
            <a:spLocks noGrp="1"/>
          </p:cNvSpPr>
          <p:nvPr>
            <p:ph type="title"/>
          </p:nvPr>
        </p:nvSpPr>
        <p:spPr>
          <a:xfrm>
            <a:off x="660041" y="460893"/>
            <a:ext cx="2880828" cy="5378119"/>
          </a:xfrm>
        </p:spPr>
        <p:txBody>
          <a:bodyPr vert="horz" lIns="91440" tIns="45720" rIns="91440" bIns="45720" rtlCol="0" anchor="t">
            <a:normAutofit/>
          </a:bodyPr>
          <a:lstStyle/>
          <a:p>
            <a:r>
              <a:rPr lang="vi-VN" sz="3200" b="1" i="0" kern="1200" dirty="0">
                <a:solidFill>
                  <a:srgbClr val="FFFFFF"/>
                </a:solidFill>
                <a:effectLst/>
                <a:latin typeface="Times New Roman" panose="02020603050405020304" pitchFamily="18" charset="0"/>
                <a:cs typeface="Times New Roman" panose="02020603050405020304" pitchFamily="18" charset="0"/>
              </a:rPr>
              <a:t>c</a:t>
            </a:r>
            <a:r>
              <a:rPr lang="en-US" sz="3200" b="1" i="0" kern="1200" dirty="0">
                <a:solidFill>
                  <a:srgbClr val="FFFFFF"/>
                </a:solidFill>
                <a:effectLst/>
                <a:latin typeface="Times New Roman" panose="02020603050405020304" pitchFamily="18" charset="0"/>
                <a:cs typeface="Times New Roman" panose="02020603050405020304" pitchFamily="18" charset="0"/>
              </a:rPr>
              <a:t>.</a:t>
            </a:r>
            <a:r>
              <a:rPr lang="vi-VN" sz="3200" b="1" i="0" kern="1200" dirty="0">
                <a:solidFill>
                  <a:srgbClr val="FFFFFF"/>
                </a:solidFill>
                <a:effectLst/>
                <a:latin typeface="Times New Roman" panose="02020603050405020304" pitchFamily="18" charset="0"/>
                <a:cs typeface="Times New Roman" panose="02020603050405020304" pitchFamily="18" charset="0"/>
              </a:rPr>
              <a:t> </a:t>
            </a:r>
            <a:r>
              <a:rPr lang="en-US" sz="3200" b="1" i="0" kern="1200" dirty="0" err="1">
                <a:solidFill>
                  <a:srgbClr val="FFFFFF"/>
                </a:solidFill>
                <a:effectLst/>
                <a:latin typeface="Times New Roman" panose="02020603050405020304" pitchFamily="18" charset="0"/>
                <a:cs typeface="Times New Roman" panose="02020603050405020304" pitchFamily="18" charset="0"/>
              </a:rPr>
              <a:t>Kỹ</a:t>
            </a:r>
            <a:r>
              <a:rPr lang="en-US" sz="3200" b="1" i="0" kern="1200" dirty="0">
                <a:solidFill>
                  <a:srgbClr val="FFFFFF"/>
                </a:solidFill>
                <a:effectLst/>
                <a:latin typeface="Times New Roman" panose="02020603050405020304" pitchFamily="18" charset="0"/>
                <a:cs typeface="Times New Roman" panose="02020603050405020304" pitchFamily="18" charset="0"/>
              </a:rPr>
              <a:t> </a:t>
            </a:r>
            <a:r>
              <a:rPr lang="en-US" sz="3200" b="1" i="0" kern="1200" dirty="0" err="1">
                <a:solidFill>
                  <a:srgbClr val="FFFFFF"/>
                </a:solidFill>
                <a:effectLst/>
                <a:latin typeface="Times New Roman" panose="02020603050405020304" pitchFamily="18" charset="0"/>
                <a:cs typeface="Times New Roman" panose="02020603050405020304" pitchFamily="18" charset="0"/>
              </a:rPr>
              <a:t>thuật</a:t>
            </a:r>
            <a:r>
              <a:rPr lang="en-US" sz="3200" b="1" i="0" kern="1200" dirty="0">
                <a:solidFill>
                  <a:srgbClr val="FFFFFF"/>
                </a:solidFill>
                <a:effectLst/>
                <a:latin typeface="Times New Roman" panose="02020603050405020304" pitchFamily="18" charset="0"/>
                <a:cs typeface="Times New Roman" panose="02020603050405020304" pitchFamily="18" charset="0"/>
              </a:rPr>
              <a:t> quay </a:t>
            </a:r>
            <a:r>
              <a:rPr lang="en-US" sz="3200" b="1" i="0" kern="1200" dirty="0" err="1">
                <a:solidFill>
                  <a:srgbClr val="FFFFFF"/>
                </a:solidFill>
                <a:effectLst/>
                <a:latin typeface="Times New Roman" panose="02020603050405020304" pitchFamily="18" charset="0"/>
                <a:cs typeface="Times New Roman" panose="02020603050405020304" pitchFamily="18" charset="0"/>
              </a:rPr>
              <a:t>trái-phải</a:t>
            </a:r>
            <a:r>
              <a:rPr lang="en-US" sz="3200" b="1" i="0" kern="1200" dirty="0">
                <a:solidFill>
                  <a:srgbClr val="FFFFFF"/>
                </a:solidFill>
                <a:effectLst/>
                <a:latin typeface="Times New Roman" panose="02020603050405020304" pitchFamily="18" charset="0"/>
                <a:cs typeface="Times New Roman" panose="02020603050405020304" pitchFamily="18" charset="0"/>
              </a:rPr>
              <a:t> </a:t>
            </a:r>
            <a:r>
              <a:rPr lang="en-US" sz="3200" b="1" i="0" kern="1200" dirty="0" err="1">
                <a:solidFill>
                  <a:srgbClr val="FFFFFF"/>
                </a:solidFill>
                <a:effectLst/>
                <a:latin typeface="Times New Roman" panose="02020603050405020304" pitchFamily="18" charset="0"/>
                <a:cs typeface="Times New Roman" panose="02020603050405020304" pitchFamily="18" charset="0"/>
              </a:rPr>
              <a:t>cây</a:t>
            </a:r>
            <a:r>
              <a:rPr lang="en-US" sz="3200" b="1" i="0" kern="1200" dirty="0">
                <a:solidFill>
                  <a:srgbClr val="FFFFFF"/>
                </a:solidFill>
                <a:effectLst/>
                <a:latin typeface="Times New Roman" panose="02020603050405020304" pitchFamily="18" charset="0"/>
                <a:cs typeface="Times New Roman" panose="02020603050405020304" pitchFamily="18" charset="0"/>
              </a:rPr>
              <a:t> AVL</a:t>
            </a:r>
            <a:br>
              <a:rPr lang="en-US" sz="4000" b="1" i="0" kern="1200" dirty="0">
                <a:solidFill>
                  <a:srgbClr val="FFFFFF"/>
                </a:solidFill>
                <a:effectLst/>
                <a:latin typeface="+mj-lt"/>
                <a:ea typeface="+mj-ea"/>
                <a:cs typeface="+mj-cs"/>
              </a:rPr>
            </a:br>
            <a:endParaRPr lang="en-US" sz="4000" kern="1200" dirty="0">
              <a:solidFill>
                <a:srgbClr val="FFFFFF"/>
              </a:solidFill>
              <a:latin typeface="+mj-lt"/>
              <a:ea typeface="+mj-ea"/>
              <a:cs typeface="+mj-cs"/>
            </a:endParaRPr>
          </a:p>
        </p:txBody>
      </p:sp>
      <p:pic>
        <p:nvPicPr>
          <p:cNvPr id="11" name="Picture 10">
            <a:extLst>
              <a:ext uri="{FF2B5EF4-FFF2-40B4-BE49-F238E27FC236}">
                <a16:creationId xmlns:a16="http://schemas.microsoft.com/office/drawing/2014/main" id="{BF025A6B-6612-114F-499E-76463882F6A0}"/>
              </a:ext>
            </a:extLst>
          </p:cNvPr>
          <p:cNvPicPr>
            <a:picLocks noChangeAspect="1"/>
          </p:cNvPicPr>
          <p:nvPr/>
        </p:nvPicPr>
        <p:blipFill>
          <a:blip r:embed="rId2"/>
          <a:stretch>
            <a:fillRect/>
          </a:stretch>
        </p:blipFill>
        <p:spPr>
          <a:xfrm>
            <a:off x="2247903" y="-17820"/>
            <a:ext cx="9486893" cy="6554957"/>
          </a:xfrm>
          <a:prstGeom prst="rect">
            <a:avLst/>
          </a:prstGeom>
        </p:spPr>
      </p:pic>
    </p:spTree>
    <p:extLst>
      <p:ext uri="{BB962C8B-B14F-4D97-AF65-F5344CB8AC3E}">
        <p14:creationId xmlns:p14="http://schemas.microsoft.com/office/powerpoint/2010/main" val="20051187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Freeform: Shape 30">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B75AA525-A974-63CE-5FDF-E08D53CBFC06}"/>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b="1" i="0" kern="1200">
                <a:solidFill>
                  <a:srgbClr val="FFFFFF"/>
                </a:solidFill>
                <a:effectLst/>
                <a:latin typeface="+mj-lt"/>
                <a:ea typeface="+mj-ea"/>
                <a:cs typeface="+mj-cs"/>
              </a:rPr>
              <a:t>d.Kỹ thuật quay phải-trái cây AVL</a:t>
            </a:r>
            <a:br>
              <a:rPr lang="en-US" sz="4000" b="1" i="0" kern="1200">
                <a:solidFill>
                  <a:srgbClr val="FFFFFF"/>
                </a:solidFill>
                <a:effectLst/>
                <a:latin typeface="+mj-lt"/>
                <a:ea typeface="+mj-ea"/>
                <a:cs typeface="+mj-cs"/>
              </a:rPr>
            </a:br>
            <a:endParaRPr lang="en-US" sz="4000" kern="1200">
              <a:solidFill>
                <a:srgbClr val="FFFFFF"/>
              </a:solidFill>
              <a:latin typeface="+mj-lt"/>
              <a:ea typeface="+mj-ea"/>
              <a:cs typeface="+mj-cs"/>
            </a:endParaRPr>
          </a:p>
        </p:txBody>
      </p:sp>
      <p:pic>
        <p:nvPicPr>
          <p:cNvPr id="5" name="Content Placeholder 4">
            <a:extLst>
              <a:ext uri="{FF2B5EF4-FFF2-40B4-BE49-F238E27FC236}">
                <a16:creationId xmlns:a16="http://schemas.microsoft.com/office/drawing/2014/main" id="{06F653A7-50B5-FE51-51DB-1B957A4201D8}"/>
              </a:ext>
            </a:extLst>
          </p:cNvPr>
          <p:cNvPicPr>
            <a:picLocks noGrp="1" noChangeAspect="1"/>
          </p:cNvPicPr>
          <p:nvPr>
            <p:ph idx="1"/>
          </p:nvPr>
        </p:nvPicPr>
        <p:blipFill>
          <a:blip r:embed="rId2"/>
          <a:stretch>
            <a:fillRect/>
          </a:stretch>
        </p:blipFill>
        <p:spPr>
          <a:xfrm>
            <a:off x="4346678" y="171449"/>
            <a:ext cx="7654822" cy="6704369"/>
          </a:xfrm>
          <a:prstGeom prst="rect">
            <a:avLst/>
          </a:prstGeom>
        </p:spPr>
      </p:pic>
    </p:spTree>
    <p:extLst>
      <p:ext uri="{BB962C8B-B14F-4D97-AF65-F5344CB8AC3E}">
        <p14:creationId xmlns:p14="http://schemas.microsoft.com/office/powerpoint/2010/main" val="14873813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Rectangle 17">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6B9B1F-1E24-39DB-0E9F-EAED413FF85E}"/>
              </a:ext>
            </a:extLst>
          </p:cNvPr>
          <p:cNvSpPr>
            <a:spLocks noGrp="1"/>
          </p:cNvSpPr>
          <p:nvPr>
            <p:ph type="title"/>
          </p:nvPr>
        </p:nvSpPr>
        <p:spPr>
          <a:xfrm>
            <a:off x="93333" y="167756"/>
            <a:ext cx="3201366" cy="2501979"/>
          </a:xfrm>
        </p:spPr>
        <p:txBody>
          <a:bodyPr vert="horz" lIns="91440" tIns="45720" rIns="91440" bIns="45720" rtlCol="0" anchor="b">
            <a:normAutofit/>
          </a:bodyPr>
          <a:lstStyle/>
          <a:p>
            <a:r>
              <a:rPr lang="en-US" sz="3200" b="1" kern="1200" dirty="0">
                <a:solidFill>
                  <a:srgbClr val="FFFFFF"/>
                </a:solidFill>
                <a:latin typeface="Times New Roman" panose="02020603050405020304" pitchFamily="18" charset="0"/>
                <a:cs typeface="Times New Roman" panose="02020603050405020304" pitchFamily="18" charset="0"/>
              </a:rPr>
              <a:t>3.Các </a:t>
            </a:r>
            <a:r>
              <a:rPr lang="en-US" sz="3200" b="1" kern="1200" dirty="0" err="1">
                <a:solidFill>
                  <a:srgbClr val="FFFFFF"/>
                </a:solidFill>
                <a:latin typeface="Times New Roman" panose="02020603050405020304" pitchFamily="18" charset="0"/>
                <a:cs typeface="Times New Roman" panose="02020603050405020304" pitchFamily="18" charset="0"/>
              </a:rPr>
              <a:t>phép</a:t>
            </a:r>
            <a:r>
              <a:rPr lang="en-US" sz="3200" b="1" kern="1200" dirty="0">
                <a:solidFill>
                  <a:srgbClr val="FFFFFF"/>
                </a:solidFill>
                <a:latin typeface="Times New Roman" panose="02020603050405020304" pitchFamily="18" charset="0"/>
                <a:cs typeface="Times New Roman" panose="02020603050405020304" pitchFamily="18" charset="0"/>
              </a:rPr>
              <a:t> </a:t>
            </a:r>
            <a:r>
              <a:rPr lang="en-US" sz="3200" b="1" kern="1200" dirty="0" err="1">
                <a:solidFill>
                  <a:srgbClr val="FFFFFF"/>
                </a:solidFill>
                <a:latin typeface="Times New Roman" panose="02020603050405020304" pitchFamily="18" charset="0"/>
                <a:cs typeface="Times New Roman" panose="02020603050405020304" pitchFamily="18" charset="0"/>
              </a:rPr>
              <a:t>thao</a:t>
            </a:r>
            <a:r>
              <a:rPr lang="en-US" sz="3200" b="1" kern="1200" dirty="0">
                <a:solidFill>
                  <a:srgbClr val="FFFFFF"/>
                </a:solidFill>
                <a:latin typeface="Times New Roman" panose="02020603050405020304" pitchFamily="18" charset="0"/>
                <a:cs typeface="Times New Roman" panose="02020603050405020304" pitchFamily="18" charset="0"/>
              </a:rPr>
              <a:t> </a:t>
            </a:r>
            <a:r>
              <a:rPr lang="en-US" sz="3200" b="1" kern="1200" dirty="0" err="1">
                <a:solidFill>
                  <a:srgbClr val="FFFFFF"/>
                </a:solidFill>
                <a:latin typeface="Times New Roman" panose="02020603050405020304" pitchFamily="18" charset="0"/>
                <a:cs typeface="Times New Roman" panose="02020603050405020304" pitchFamily="18" charset="0"/>
              </a:rPr>
              <a:t>tác</a:t>
            </a:r>
            <a:r>
              <a:rPr lang="en-US" sz="3200" b="1" kern="1200" dirty="0">
                <a:solidFill>
                  <a:srgbClr val="FFFFFF"/>
                </a:solidFill>
                <a:latin typeface="Times New Roman" panose="02020603050405020304" pitchFamily="18" charset="0"/>
                <a:cs typeface="Times New Roman" panose="02020603050405020304" pitchFamily="18" charset="0"/>
              </a:rPr>
              <a:t> </a:t>
            </a:r>
            <a:r>
              <a:rPr lang="en-US" sz="3200" b="1" kern="1200" dirty="0" err="1">
                <a:solidFill>
                  <a:srgbClr val="FFFFFF"/>
                </a:solidFill>
                <a:latin typeface="Times New Roman" panose="02020603050405020304" pitchFamily="18" charset="0"/>
                <a:cs typeface="Times New Roman" panose="02020603050405020304" pitchFamily="18" charset="0"/>
              </a:rPr>
              <a:t>tìm</a:t>
            </a:r>
            <a:r>
              <a:rPr lang="en-US" sz="3200" b="1" kern="1200" dirty="0">
                <a:solidFill>
                  <a:srgbClr val="FFFFFF"/>
                </a:solidFill>
                <a:latin typeface="Times New Roman" panose="02020603050405020304" pitchFamily="18" charset="0"/>
                <a:cs typeface="Times New Roman" panose="02020603050405020304" pitchFamily="18" charset="0"/>
              </a:rPr>
              <a:t> </a:t>
            </a:r>
            <a:r>
              <a:rPr lang="en-US" sz="3200" b="1" kern="1200" dirty="0" err="1">
                <a:solidFill>
                  <a:srgbClr val="FFFFFF"/>
                </a:solidFill>
                <a:latin typeface="Times New Roman" panose="02020603050405020304" pitchFamily="18" charset="0"/>
                <a:cs typeface="Times New Roman" panose="02020603050405020304" pitchFamily="18" charset="0"/>
              </a:rPr>
              <a:t>kiếm</a:t>
            </a:r>
            <a:r>
              <a:rPr lang="en-US" sz="3200" b="1" kern="1200" dirty="0">
                <a:solidFill>
                  <a:srgbClr val="FFFFFF"/>
                </a:solidFill>
                <a:latin typeface="Times New Roman" panose="02020603050405020304" pitchFamily="18" charset="0"/>
                <a:cs typeface="Times New Roman" panose="02020603050405020304" pitchFamily="18" charset="0"/>
              </a:rPr>
              <a:t> </a:t>
            </a:r>
            <a:r>
              <a:rPr lang="en-US" sz="3200" b="1" kern="1200" dirty="0" err="1">
                <a:solidFill>
                  <a:srgbClr val="FFFFFF"/>
                </a:solidFill>
                <a:latin typeface="Times New Roman" panose="02020603050405020304" pitchFamily="18" charset="0"/>
                <a:cs typeface="Times New Roman" panose="02020603050405020304" pitchFamily="18" charset="0"/>
              </a:rPr>
              <a:t>và</a:t>
            </a:r>
            <a:r>
              <a:rPr lang="en-US" sz="3200" b="1" kern="1200" dirty="0">
                <a:solidFill>
                  <a:srgbClr val="FFFFFF"/>
                </a:solidFill>
                <a:latin typeface="Times New Roman" panose="02020603050405020304" pitchFamily="18" charset="0"/>
                <a:cs typeface="Times New Roman" panose="02020603050405020304" pitchFamily="18" charset="0"/>
              </a:rPr>
              <a:t> </a:t>
            </a:r>
            <a:r>
              <a:rPr lang="en-US" sz="3200" b="1" kern="1200" dirty="0" err="1">
                <a:solidFill>
                  <a:srgbClr val="FFFFFF"/>
                </a:solidFill>
                <a:latin typeface="Times New Roman" panose="02020603050405020304" pitchFamily="18" charset="0"/>
                <a:cs typeface="Times New Roman" panose="02020603050405020304" pitchFamily="18" charset="0"/>
              </a:rPr>
              <a:t>xóa</a:t>
            </a:r>
            <a:r>
              <a:rPr lang="en-US" sz="3200" b="1" kern="1200" dirty="0">
                <a:solidFill>
                  <a:srgbClr val="FFFFFF"/>
                </a:solidFill>
                <a:latin typeface="Times New Roman" panose="02020603050405020304" pitchFamily="18" charset="0"/>
                <a:cs typeface="Times New Roman" panose="02020603050405020304" pitchFamily="18" charset="0"/>
              </a:rPr>
              <a:t> </a:t>
            </a:r>
            <a:r>
              <a:rPr lang="en-US" sz="3200" b="1" kern="1200" dirty="0" err="1">
                <a:solidFill>
                  <a:srgbClr val="FFFFFF"/>
                </a:solidFill>
                <a:latin typeface="Times New Roman" panose="02020603050405020304" pitchFamily="18" charset="0"/>
                <a:cs typeface="Times New Roman" panose="02020603050405020304" pitchFamily="18" charset="0"/>
              </a:rPr>
              <a:t>phần</a:t>
            </a:r>
            <a:r>
              <a:rPr lang="en-US" sz="3200" b="1" kern="1200" dirty="0">
                <a:solidFill>
                  <a:srgbClr val="FFFFFF"/>
                </a:solidFill>
                <a:latin typeface="Times New Roman" panose="02020603050405020304" pitchFamily="18" charset="0"/>
                <a:cs typeface="Times New Roman" panose="02020603050405020304" pitchFamily="18" charset="0"/>
              </a:rPr>
              <a:t> </a:t>
            </a:r>
            <a:r>
              <a:rPr lang="en-US" sz="3200" b="1" kern="1200" dirty="0" err="1">
                <a:solidFill>
                  <a:srgbClr val="FFFFFF"/>
                </a:solidFill>
                <a:latin typeface="Times New Roman" panose="02020603050405020304" pitchFamily="18" charset="0"/>
                <a:cs typeface="Times New Roman" panose="02020603050405020304" pitchFamily="18" charset="0"/>
              </a:rPr>
              <a:t>tử</a:t>
            </a:r>
            <a:r>
              <a:rPr lang="en-US" sz="3200" b="1" kern="1200" dirty="0">
                <a:solidFill>
                  <a:srgbClr val="FFFFFF"/>
                </a:solidFill>
                <a:latin typeface="Times New Roman" panose="02020603050405020304" pitchFamily="18" charset="0"/>
                <a:cs typeface="Times New Roman" panose="02020603050405020304" pitchFamily="18" charset="0"/>
              </a:rPr>
              <a:t> </a:t>
            </a:r>
            <a:r>
              <a:rPr lang="en-US" sz="3200" b="1" kern="1200" dirty="0" err="1">
                <a:solidFill>
                  <a:srgbClr val="FFFFFF"/>
                </a:solidFill>
                <a:latin typeface="Times New Roman" panose="02020603050405020304" pitchFamily="18" charset="0"/>
                <a:cs typeface="Times New Roman" panose="02020603050405020304" pitchFamily="18" charset="0"/>
              </a:rPr>
              <a:t>trên</a:t>
            </a:r>
            <a:r>
              <a:rPr lang="en-US" sz="3200" b="1" kern="1200" dirty="0">
                <a:solidFill>
                  <a:srgbClr val="FFFFFF"/>
                </a:solidFill>
                <a:latin typeface="Times New Roman" panose="02020603050405020304" pitchFamily="18" charset="0"/>
                <a:cs typeface="Times New Roman" panose="02020603050405020304" pitchFamily="18" charset="0"/>
              </a:rPr>
              <a:t> </a:t>
            </a:r>
            <a:r>
              <a:rPr lang="en-US" sz="3200" b="1" kern="1200" dirty="0" err="1">
                <a:solidFill>
                  <a:srgbClr val="FFFFFF"/>
                </a:solidFill>
                <a:latin typeface="Times New Roman" panose="02020603050405020304" pitchFamily="18" charset="0"/>
                <a:cs typeface="Times New Roman" panose="02020603050405020304" pitchFamily="18" charset="0"/>
              </a:rPr>
              <a:t>cây</a:t>
            </a:r>
            <a:r>
              <a:rPr lang="en-US" sz="3200" b="1" kern="1200" dirty="0">
                <a:solidFill>
                  <a:srgbClr val="FFFFFF"/>
                </a:solidFill>
                <a:latin typeface="Times New Roman" panose="02020603050405020304" pitchFamily="18" charset="0"/>
                <a:cs typeface="Times New Roman" panose="02020603050405020304" pitchFamily="18" charset="0"/>
              </a:rPr>
              <a:t> AVL</a:t>
            </a:r>
            <a:br>
              <a:rPr lang="en-US" sz="3200" b="1" kern="1200" dirty="0">
                <a:solidFill>
                  <a:srgbClr val="FFFFFF"/>
                </a:solidFill>
                <a:latin typeface="Times New Roman" panose="02020603050405020304" pitchFamily="18" charset="0"/>
                <a:cs typeface="Times New Roman" panose="02020603050405020304" pitchFamily="18" charset="0"/>
              </a:rPr>
            </a:br>
            <a:endParaRPr lang="en-US" sz="3200" b="1" kern="1200" dirty="0">
              <a:solidFill>
                <a:srgbClr val="FFFFFF"/>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F8CAE682-81F0-D2F7-41C5-F1EE12D1E27A}"/>
              </a:ext>
            </a:extLst>
          </p:cNvPr>
          <p:cNvSpPr txBox="1"/>
          <p:nvPr/>
        </p:nvSpPr>
        <p:spPr>
          <a:xfrm>
            <a:off x="5161615" y="3324838"/>
            <a:ext cx="5668310" cy="2766527"/>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endParaRPr lang="vi-VN" sz="2000" b="1" dirty="0"/>
          </a:p>
          <a:p>
            <a:pPr indent="-228600">
              <a:lnSpc>
                <a:spcPct val="90000"/>
              </a:lnSpc>
              <a:spcAft>
                <a:spcPts val="600"/>
              </a:spcAft>
              <a:buFont typeface="Arial" panose="020B0604020202020204" pitchFamily="34" charset="0"/>
              <a:buChar char="•"/>
            </a:pPr>
            <a:endParaRPr lang="vi-VN" sz="2000" b="1" dirty="0"/>
          </a:p>
          <a:p>
            <a:pPr indent="-228600">
              <a:lnSpc>
                <a:spcPct val="90000"/>
              </a:lnSpc>
              <a:spcAft>
                <a:spcPts val="600"/>
              </a:spcAft>
              <a:buFont typeface="Arial" panose="020B0604020202020204" pitchFamily="34" charset="0"/>
              <a:buChar char="•"/>
            </a:pPr>
            <a:endParaRPr lang="vi-VN" sz="2000" b="1" dirty="0"/>
          </a:p>
          <a:p>
            <a:pPr indent="-228600">
              <a:lnSpc>
                <a:spcPct val="90000"/>
              </a:lnSpc>
              <a:spcAft>
                <a:spcPts val="600"/>
              </a:spcAft>
              <a:buFont typeface="Arial" panose="020B0604020202020204" pitchFamily="34" charset="0"/>
              <a:buChar char="•"/>
            </a:pPr>
            <a:endParaRPr lang="vi-VN" sz="2000" b="1" dirty="0"/>
          </a:p>
          <a:p>
            <a:pPr indent="-228600">
              <a:lnSpc>
                <a:spcPct val="90000"/>
              </a:lnSpc>
              <a:spcAft>
                <a:spcPts val="600"/>
              </a:spcAft>
              <a:buFont typeface="Arial" panose="020B0604020202020204" pitchFamily="34" charset="0"/>
              <a:buChar char="•"/>
            </a:pPr>
            <a:endParaRPr lang="vi-VN" sz="2000" b="1" dirty="0"/>
          </a:p>
          <a:p>
            <a:pPr indent="-228600">
              <a:lnSpc>
                <a:spcPct val="90000"/>
              </a:lnSpc>
              <a:spcAft>
                <a:spcPts val="600"/>
              </a:spcAft>
              <a:buFont typeface="Arial" panose="020B0604020202020204" pitchFamily="34" charset="0"/>
              <a:buChar char="•"/>
            </a:pPr>
            <a:endParaRPr lang="en-US" sz="2000" dirty="0"/>
          </a:p>
          <a:p>
            <a:pPr indent="-228600">
              <a:lnSpc>
                <a:spcPct val="90000"/>
              </a:lnSpc>
              <a:spcAft>
                <a:spcPts val="600"/>
              </a:spcAft>
              <a:buFont typeface="Arial" panose="020B0604020202020204" pitchFamily="34" charset="0"/>
              <a:buChar char="•"/>
            </a:pPr>
            <a:endParaRPr lang="en-US" sz="2000" dirty="0"/>
          </a:p>
          <a:p>
            <a:pPr indent="-228600">
              <a:lnSpc>
                <a:spcPct val="90000"/>
              </a:lnSpc>
              <a:spcAft>
                <a:spcPts val="600"/>
              </a:spcAft>
              <a:buFont typeface="Arial" panose="020B0604020202020204" pitchFamily="34" charset="0"/>
              <a:buChar char="•"/>
            </a:pPr>
            <a:endParaRPr lang="en-US" sz="2000" dirty="0"/>
          </a:p>
          <a:p>
            <a:pPr indent="-228600">
              <a:lnSpc>
                <a:spcPct val="90000"/>
              </a:lnSpc>
              <a:spcAft>
                <a:spcPts val="600"/>
              </a:spcAft>
              <a:buFont typeface="Arial" panose="020B0604020202020204" pitchFamily="34" charset="0"/>
              <a:buChar char="•"/>
            </a:pPr>
            <a:endParaRPr lang="en-US" sz="2000" dirty="0"/>
          </a:p>
          <a:p>
            <a:pPr indent="-228600">
              <a:lnSpc>
                <a:spcPct val="90000"/>
              </a:lnSpc>
              <a:spcAft>
                <a:spcPts val="600"/>
              </a:spcAft>
              <a:buFont typeface="Arial" panose="020B0604020202020204" pitchFamily="34" charset="0"/>
              <a:buChar char="•"/>
            </a:pPr>
            <a:endParaRPr lang="en-US" sz="2000" dirty="0"/>
          </a:p>
          <a:p>
            <a:pPr indent="-228600">
              <a:lnSpc>
                <a:spcPct val="90000"/>
              </a:lnSpc>
              <a:spcAft>
                <a:spcPts val="600"/>
              </a:spcAft>
              <a:buFont typeface="Arial" panose="020B0604020202020204" pitchFamily="34" charset="0"/>
              <a:buChar char="•"/>
            </a:pPr>
            <a:endParaRPr lang="en-US" sz="2000" dirty="0"/>
          </a:p>
          <a:p>
            <a:pPr indent="-228600">
              <a:lnSpc>
                <a:spcPct val="90000"/>
              </a:lnSpc>
              <a:spcAft>
                <a:spcPts val="600"/>
              </a:spcAft>
              <a:buFont typeface="Arial" panose="020B0604020202020204" pitchFamily="34" charset="0"/>
              <a:buChar char="•"/>
            </a:pPr>
            <a:endParaRPr lang="en-US" sz="2000" dirty="0"/>
          </a:p>
          <a:p>
            <a:pPr indent="-228600">
              <a:lnSpc>
                <a:spcPct val="90000"/>
              </a:lnSpc>
              <a:spcAft>
                <a:spcPts val="600"/>
              </a:spcAft>
              <a:buFont typeface="Arial" panose="020B0604020202020204" pitchFamily="34" charset="0"/>
              <a:buChar char="•"/>
            </a:pPr>
            <a:endParaRPr lang="en-US" sz="2000" dirty="0"/>
          </a:p>
        </p:txBody>
      </p:sp>
      <p:pic>
        <p:nvPicPr>
          <p:cNvPr id="5" name="Content Placeholder 4">
            <a:extLst>
              <a:ext uri="{FF2B5EF4-FFF2-40B4-BE49-F238E27FC236}">
                <a16:creationId xmlns:a16="http://schemas.microsoft.com/office/drawing/2014/main" id="{20C37ABC-17A7-9E33-B137-E00B1EB18E47}"/>
              </a:ext>
            </a:extLst>
          </p:cNvPr>
          <p:cNvPicPr>
            <a:picLocks noGrp="1" noChangeAspect="1"/>
          </p:cNvPicPr>
          <p:nvPr>
            <p:ph idx="1"/>
          </p:nvPr>
        </p:nvPicPr>
        <p:blipFill>
          <a:blip r:embed="rId2"/>
          <a:stretch>
            <a:fillRect/>
          </a:stretch>
        </p:blipFill>
        <p:spPr>
          <a:xfrm>
            <a:off x="5161614" y="511388"/>
            <a:ext cx="6458885" cy="2536612"/>
          </a:xfrm>
          <a:prstGeom prst="rect">
            <a:avLst/>
          </a:prstGeom>
        </p:spPr>
      </p:pic>
      <p:sp>
        <p:nvSpPr>
          <p:cNvPr id="20" name="TextBox 19">
            <a:extLst>
              <a:ext uri="{FF2B5EF4-FFF2-40B4-BE49-F238E27FC236}">
                <a16:creationId xmlns:a16="http://schemas.microsoft.com/office/drawing/2014/main" id="{A014AF5F-993C-BD0C-42F5-C3CE543DD336}"/>
              </a:ext>
            </a:extLst>
          </p:cNvPr>
          <p:cNvSpPr txBox="1"/>
          <p:nvPr/>
        </p:nvSpPr>
        <p:spPr>
          <a:xfrm>
            <a:off x="4531985" y="3324838"/>
            <a:ext cx="7277100" cy="4727448"/>
          </a:xfrm>
          <a:prstGeom prst="rect">
            <a:avLst/>
          </a:prstGeom>
          <a:noFill/>
        </p:spPr>
        <p:txBody>
          <a:bodyPr wrap="square" rtlCol="0">
            <a:spAutoFit/>
          </a:bodyPr>
          <a:lstStyle/>
          <a:p>
            <a:pPr>
              <a:spcAft>
                <a:spcPts val="600"/>
              </a:spcAft>
            </a:pPr>
            <a:r>
              <a:rPr lang="en-US" sz="2000" b="1" dirty="0">
                <a:latin typeface="Times New Roman" panose="02020603050405020304" pitchFamily="18" charset="0"/>
                <a:cs typeface="Times New Roman" panose="02020603050405020304" pitchFamily="18" charset="0"/>
              </a:rPr>
              <a:t>3.1 Thao </a:t>
            </a:r>
            <a:r>
              <a:rPr lang="en-US" sz="2000" b="1" dirty="0" err="1">
                <a:latin typeface="Times New Roman" panose="02020603050405020304" pitchFamily="18" charset="0"/>
                <a:cs typeface="Times New Roman" panose="02020603050405020304" pitchFamily="18" charset="0"/>
              </a:rPr>
              <a:t>tác</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tìm</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kiếm</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trên</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cây</a:t>
            </a:r>
            <a:r>
              <a:rPr lang="en-US" sz="2000" b="1" dirty="0">
                <a:latin typeface="Times New Roman" panose="02020603050405020304" pitchFamily="18" charset="0"/>
                <a:cs typeface="Times New Roman" panose="02020603050405020304" pitchFamily="18" charset="0"/>
              </a:rPr>
              <a:t> AVL</a:t>
            </a:r>
          </a:p>
          <a:p>
            <a:pPr marL="285750" indent="-228600">
              <a:spcAft>
                <a:spcPts val="600"/>
              </a:spcAft>
              <a:buFont typeface="Arial" panose="020B0604020202020204" pitchFamily="34" charset="0"/>
              <a:buChar char="•"/>
            </a:pPr>
            <a:r>
              <a:rPr lang="en-US" sz="2000" b="1" dirty="0" err="1">
                <a:latin typeface="Times New Roman" panose="02020603050405020304" pitchFamily="18" charset="0"/>
                <a:cs typeface="Times New Roman" panose="02020603050405020304" pitchFamily="18" charset="0"/>
              </a:rPr>
              <a:t>Nguyên</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tắc</a:t>
            </a:r>
            <a:r>
              <a:rPr lang="en-US" sz="2000" b="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giống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cây</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nhị</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phân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tìm</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kiếm</a:t>
            </a:r>
            <a:r>
              <a:rPr lang="en-US" sz="2000" dirty="0">
                <a:latin typeface="Times New Roman" panose="02020603050405020304" pitchFamily="18" charset="0"/>
                <a:cs typeface="Times New Roman" panose="02020603050405020304" pitchFamily="18" charset="0"/>
              </a:rPr>
              <a:t> (BST).</a:t>
            </a:r>
          </a:p>
          <a:p>
            <a:pPr marL="285750" indent="-228600">
              <a:spcAft>
                <a:spcPts val="600"/>
              </a:spcAft>
              <a:buFont typeface="Arial" panose="020B0604020202020204" pitchFamily="34" charset="0"/>
              <a:buChar char="•"/>
            </a:pPr>
            <a:r>
              <a:rPr lang="en-US" sz="2000" b="1" dirty="0" err="1">
                <a:latin typeface="Times New Roman" panose="02020603050405020304" pitchFamily="18" charset="0"/>
                <a:cs typeface="Times New Roman" panose="02020603050405020304" pitchFamily="18" charset="0"/>
              </a:rPr>
              <a:t>Bước</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thực</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hiện</a:t>
            </a:r>
            <a:r>
              <a:rPr lang="en-US" sz="2000" b="1" dirty="0">
                <a:latin typeface="Times New Roman" panose="02020603050405020304" pitchFamily="18" charset="0"/>
                <a:cs typeface="Times New Roman" panose="02020603050405020304" pitchFamily="18" charset="0"/>
              </a:rPr>
              <a:t>:</a:t>
            </a:r>
          </a:p>
          <a:p>
            <a:pPr>
              <a:spcAft>
                <a:spcPts val="600"/>
              </a:spcAft>
            </a:pPr>
            <a:r>
              <a:rPr lang="en-US" sz="2000" dirty="0">
                <a:latin typeface="Times New Roman" panose="02020603050405020304" pitchFamily="18" charset="0"/>
                <a:cs typeface="Times New Roman" panose="02020603050405020304" pitchFamily="18" charset="0"/>
              </a:rPr>
              <a:t>So </a:t>
            </a:r>
            <a:r>
              <a:rPr lang="en-US" sz="2000" dirty="0" err="1">
                <a:latin typeface="Times New Roman" panose="02020603050405020304" pitchFamily="18" charset="0"/>
                <a:cs typeface="Times New Roman" panose="02020603050405020304" pitchFamily="18" charset="0"/>
              </a:rPr>
              <a:t>sánh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khóa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cần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tìm</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với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nút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hiện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tại</a:t>
            </a:r>
            <a:r>
              <a:rPr lang="en-US" sz="2000" dirty="0">
                <a:latin typeface="Times New Roman" panose="02020603050405020304" pitchFamily="18" charset="0"/>
                <a:cs typeface="Times New Roman" panose="02020603050405020304" pitchFamily="18" charset="0"/>
              </a:rPr>
              <a:t>.</a:t>
            </a:r>
          </a:p>
          <a:p>
            <a:pPr>
              <a:spcAft>
                <a:spcPts val="600"/>
              </a:spcAft>
            </a:pPr>
            <a:r>
              <a:rPr lang="en-US" sz="2000" dirty="0" err="1">
                <a:latin typeface="Times New Roman" panose="02020603050405020304" pitchFamily="18" charset="0"/>
                <a:cs typeface="Times New Roman" panose="02020603050405020304" pitchFamily="18" charset="0"/>
              </a:rPr>
              <a:t>Nếu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bằng</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trả</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về</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nút</a:t>
            </a:r>
            <a:r>
              <a:rPr lang="en-US" sz="2000" dirty="0">
                <a:latin typeface="Times New Roman" panose="02020603050405020304" pitchFamily="18" charset="0"/>
                <a:cs typeface="Times New Roman" panose="02020603050405020304" pitchFamily="18" charset="0"/>
              </a:rPr>
              <a:t>.</a:t>
            </a:r>
          </a:p>
          <a:p>
            <a:pPr>
              <a:spcAft>
                <a:spcPts val="600"/>
              </a:spcAft>
            </a:pPr>
            <a:r>
              <a:rPr lang="en-US" sz="2000" dirty="0" err="1">
                <a:latin typeface="Times New Roman" panose="02020603050405020304" pitchFamily="18" charset="0"/>
                <a:cs typeface="Times New Roman" panose="02020603050405020304" pitchFamily="18" charset="0"/>
              </a:rPr>
              <a:t>Nếu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nhỏ</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hơn</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tìm</a:t>
            </a:r>
            <a:r>
              <a:rPr lang="en-US" sz="2000" dirty="0">
                <a:latin typeface="Times New Roman" panose="02020603050405020304" pitchFamily="18" charset="0"/>
                <a:cs typeface="Times New Roman" panose="02020603050405020304" pitchFamily="18" charset="0"/>
              </a:rPr>
              <a:t> ở </a:t>
            </a:r>
            <a:r>
              <a:rPr lang="en-US" sz="2000" dirty="0" err="1">
                <a:latin typeface="Times New Roman" panose="02020603050405020304" pitchFamily="18" charset="0"/>
                <a:cs typeface="Times New Roman" panose="02020603050405020304" pitchFamily="18" charset="0"/>
              </a:rPr>
              <a:t>cây</a:t>
            </a:r>
            <a:r>
              <a:rPr lang="en-US" sz="2000" dirty="0">
                <a:latin typeface="Times New Roman" panose="02020603050405020304" pitchFamily="18" charset="0"/>
                <a:cs typeface="Times New Roman" panose="02020603050405020304" pitchFamily="18" charset="0"/>
              </a:rPr>
              <a:t> con </a:t>
            </a:r>
            <a:r>
              <a:rPr lang="en-US" sz="2000" dirty="0" err="1">
                <a:latin typeface="Times New Roman" panose="02020603050405020304" pitchFamily="18" charset="0"/>
                <a:cs typeface="Times New Roman" panose="02020603050405020304" pitchFamily="18" charset="0"/>
              </a:rPr>
              <a:t>trái</a:t>
            </a:r>
            <a:r>
              <a:rPr lang="en-US" sz="2000" dirty="0">
                <a:latin typeface="Times New Roman" panose="02020603050405020304" pitchFamily="18" charset="0"/>
                <a:cs typeface="Times New Roman" panose="02020603050405020304" pitchFamily="18" charset="0"/>
              </a:rPr>
              <a:t>.</a:t>
            </a:r>
          </a:p>
          <a:p>
            <a:pPr>
              <a:spcAft>
                <a:spcPts val="600"/>
              </a:spcAft>
            </a:pPr>
            <a:r>
              <a:rPr lang="en-US" sz="2000" dirty="0" err="1">
                <a:latin typeface="Times New Roman" panose="02020603050405020304" pitchFamily="18" charset="0"/>
                <a:cs typeface="Times New Roman" panose="02020603050405020304" pitchFamily="18" charset="0"/>
              </a:rPr>
              <a:t>Nếu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lớn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hơn</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tìm</a:t>
            </a:r>
            <a:r>
              <a:rPr lang="en-US" sz="2000" dirty="0">
                <a:latin typeface="Times New Roman" panose="02020603050405020304" pitchFamily="18" charset="0"/>
                <a:cs typeface="Times New Roman" panose="02020603050405020304" pitchFamily="18" charset="0"/>
              </a:rPr>
              <a:t> ở </a:t>
            </a:r>
            <a:r>
              <a:rPr lang="en-US" sz="2000" dirty="0" err="1">
                <a:latin typeface="Times New Roman" panose="02020603050405020304" pitchFamily="18" charset="0"/>
                <a:cs typeface="Times New Roman" panose="02020603050405020304" pitchFamily="18" charset="0"/>
              </a:rPr>
              <a:t>cây</a:t>
            </a:r>
            <a:r>
              <a:rPr lang="en-US" sz="2000" dirty="0">
                <a:latin typeface="Times New Roman" panose="02020603050405020304" pitchFamily="18" charset="0"/>
                <a:cs typeface="Times New Roman" panose="02020603050405020304" pitchFamily="18" charset="0"/>
              </a:rPr>
              <a:t> con </a:t>
            </a:r>
            <a:r>
              <a:rPr lang="en-US" sz="2000" dirty="0" err="1">
                <a:latin typeface="Times New Roman" panose="02020603050405020304" pitchFamily="18" charset="0"/>
                <a:cs typeface="Times New Roman" panose="02020603050405020304" pitchFamily="18" charset="0"/>
              </a:rPr>
              <a:t>phải</a:t>
            </a:r>
            <a:r>
              <a:rPr lang="en-US" sz="2000" dirty="0">
                <a:latin typeface="Times New Roman" panose="02020603050405020304" pitchFamily="18" charset="0"/>
                <a:cs typeface="Times New Roman" panose="02020603050405020304" pitchFamily="18" charset="0"/>
              </a:rPr>
              <a:t>.</a:t>
            </a:r>
          </a:p>
          <a:p>
            <a:pPr>
              <a:spcAft>
                <a:spcPts val="600"/>
              </a:spcAft>
            </a:pPr>
            <a:r>
              <a:rPr lang="en-US" sz="2000" u="sng" dirty="0" err="1">
                <a:latin typeface="Times New Roman" panose="02020603050405020304" pitchFamily="18" charset="0"/>
                <a:cs typeface="Times New Roman" panose="02020603050405020304" pitchFamily="18" charset="0"/>
              </a:rPr>
              <a:t>Lưu</a:t>
            </a:r>
            <a:r>
              <a:rPr lang="en-US" sz="2000" u="sng" dirty="0">
                <a:latin typeface="Times New Roman" panose="02020603050405020304" pitchFamily="18" charset="0"/>
                <a:cs typeface="Times New Roman" panose="02020603050405020304" pitchFamily="18" charset="0"/>
              </a:rPr>
              <a:t> ý</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Không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cần</a:t>
            </a:r>
            <a:r>
              <a:rPr lang="en-US" sz="2000" dirty="0">
                <a:latin typeface="Times New Roman" panose="02020603050405020304" pitchFamily="18" charset="0"/>
                <a:cs typeface="Times New Roman" panose="02020603050405020304" pitchFamily="18" charset="0"/>
              </a:rPr>
              <a:t> quay hay </a:t>
            </a:r>
            <a:r>
              <a:rPr lang="en-US" sz="2000" dirty="0" err="1">
                <a:latin typeface="Times New Roman" panose="02020603050405020304" pitchFamily="18" charset="0"/>
                <a:cs typeface="Times New Roman" panose="02020603050405020304" pitchFamily="18" charset="0"/>
              </a:rPr>
              <a:t>cân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bằng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lại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khi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tìm</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kiếm</a:t>
            </a:r>
            <a:r>
              <a:rPr lang="en-US" sz="2000" dirty="0">
                <a:latin typeface="Times New Roman" panose="02020603050405020304" pitchFamily="18" charset="0"/>
                <a:cs typeface="Times New Roman" panose="02020603050405020304" pitchFamily="18" charset="0"/>
              </a:rPr>
              <a:t>.</a:t>
            </a:r>
          </a:p>
          <a:p>
            <a:pPr indent="-228600">
              <a:spcAft>
                <a:spcPts val="600"/>
              </a:spcAf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endParaRPr lang="en-US" sz="1000" dirty="0"/>
          </a:p>
          <a:p>
            <a:endParaRPr lang="en-US" dirty="0"/>
          </a:p>
        </p:txBody>
      </p:sp>
    </p:spTree>
    <p:extLst>
      <p:ext uri="{BB962C8B-B14F-4D97-AF65-F5344CB8AC3E}">
        <p14:creationId xmlns:p14="http://schemas.microsoft.com/office/powerpoint/2010/main" val="38642119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186EDF7B-E4D1-6311-8AA4-9527AFB44790}"/>
              </a:ext>
            </a:extLst>
          </p:cNvPr>
          <p:cNvSpPr>
            <a:spLocks noGrp="1"/>
          </p:cNvSpPr>
          <p:nvPr>
            <p:ph type="title"/>
          </p:nvPr>
        </p:nvSpPr>
        <p:spPr>
          <a:xfrm>
            <a:off x="131969" y="173739"/>
            <a:ext cx="2880828" cy="3071906"/>
          </a:xfrm>
        </p:spPr>
        <p:txBody>
          <a:bodyPr vert="horz" lIns="91440" tIns="45720" rIns="91440" bIns="45720" rtlCol="0" anchor="t">
            <a:normAutofit/>
          </a:bodyPr>
          <a:lstStyle/>
          <a:p>
            <a:r>
              <a:rPr lang="en-US" sz="3600" b="1" kern="1200" dirty="0">
                <a:solidFill>
                  <a:srgbClr val="FFFFFF"/>
                </a:solidFill>
                <a:latin typeface="Times New Roman" panose="02020603050405020304" pitchFamily="18" charset="0"/>
                <a:cs typeface="Times New Roman" panose="02020603050405020304" pitchFamily="18" charset="0"/>
              </a:rPr>
              <a:t>3.2 Thao </a:t>
            </a:r>
            <a:r>
              <a:rPr lang="en-US" sz="3600" b="1" kern="1200" dirty="0" err="1">
                <a:solidFill>
                  <a:srgbClr val="FFFFFF"/>
                </a:solidFill>
                <a:latin typeface="Times New Roman" panose="02020603050405020304" pitchFamily="18" charset="0"/>
                <a:cs typeface="Times New Roman" panose="02020603050405020304" pitchFamily="18" charset="0"/>
              </a:rPr>
              <a:t>tác</a:t>
            </a:r>
            <a:r>
              <a:rPr lang="en-US" sz="3600" b="1" kern="1200" dirty="0">
                <a:solidFill>
                  <a:srgbClr val="FFFFFF"/>
                </a:solidFill>
                <a:latin typeface="Times New Roman" panose="02020603050405020304" pitchFamily="18" charset="0"/>
                <a:cs typeface="Times New Roman" panose="02020603050405020304" pitchFamily="18" charset="0"/>
              </a:rPr>
              <a:t> </a:t>
            </a:r>
            <a:r>
              <a:rPr lang="en-US" sz="3600" b="1" kern="1200" dirty="0" err="1">
                <a:solidFill>
                  <a:srgbClr val="FFFFFF"/>
                </a:solidFill>
                <a:latin typeface="Times New Roman" panose="02020603050405020304" pitchFamily="18" charset="0"/>
                <a:cs typeface="Times New Roman" panose="02020603050405020304" pitchFamily="18" charset="0"/>
              </a:rPr>
              <a:t>xóa</a:t>
            </a:r>
            <a:r>
              <a:rPr lang="en-US" sz="3600" b="1" kern="1200" dirty="0">
                <a:solidFill>
                  <a:srgbClr val="FFFFFF"/>
                </a:solidFill>
                <a:latin typeface="Times New Roman" panose="02020603050405020304" pitchFamily="18" charset="0"/>
                <a:cs typeface="Times New Roman" panose="02020603050405020304" pitchFamily="18" charset="0"/>
              </a:rPr>
              <a:t> </a:t>
            </a:r>
            <a:r>
              <a:rPr lang="en-US" sz="3600" b="1" kern="1200" dirty="0" err="1">
                <a:solidFill>
                  <a:srgbClr val="FFFFFF"/>
                </a:solidFill>
                <a:latin typeface="Times New Roman" panose="02020603050405020304" pitchFamily="18" charset="0"/>
                <a:cs typeface="Times New Roman" panose="02020603050405020304" pitchFamily="18" charset="0"/>
              </a:rPr>
              <a:t>phần</a:t>
            </a:r>
            <a:r>
              <a:rPr lang="en-US" sz="3600" b="1" kern="1200" dirty="0">
                <a:solidFill>
                  <a:srgbClr val="FFFFFF"/>
                </a:solidFill>
                <a:latin typeface="Times New Roman" panose="02020603050405020304" pitchFamily="18" charset="0"/>
                <a:cs typeface="Times New Roman" panose="02020603050405020304" pitchFamily="18" charset="0"/>
              </a:rPr>
              <a:t> </a:t>
            </a:r>
            <a:r>
              <a:rPr lang="en-US" sz="3600" b="1" kern="1200" dirty="0" err="1">
                <a:solidFill>
                  <a:srgbClr val="FFFFFF"/>
                </a:solidFill>
                <a:latin typeface="Times New Roman" panose="02020603050405020304" pitchFamily="18" charset="0"/>
                <a:cs typeface="Times New Roman" panose="02020603050405020304" pitchFamily="18" charset="0"/>
              </a:rPr>
              <a:t>tử</a:t>
            </a:r>
            <a:r>
              <a:rPr lang="en-US" sz="3600" b="1" kern="1200" dirty="0">
                <a:solidFill>
                  <a:srgbClr val="FFFFFF"/>
                </a:solidFill>
                <a:latin typeface="Times New Roman" panose="02020603050405020304" pitchFamily="18" charset="0"/>
                <a:cs typeface="Times New Roman" panose="02020603050405020304" pitchFamily="18" charset="0"/>
              </a:rPr>
              <a:t> </a:t>
            </a:r>
            <a:r>
              <a:rPr lang="en-US" sz="3600" b="1" kern="1200" dirty="0" err="1">
                <a:solidFill>
                  <a:srgbClr val="FFFFFF"/>
                </a:solidFill>
                <a:latin typeface="Times New Roman" panose="02020603050405020304" pitchFamily="18" charset="0"/>
                <a:cs typeface="Times New Roman" panose="02020603050405020304" pitchFamily="18" charset="0"/>
              </a:rPr>
              <a:t>trên</a:t>
            </a:r>
            <a:r>
              <a:rPr lang="en-US" sz="3600" b="1" kern="1200" dirty="0">
                <a:solidFill>
                  <a:srgbClr val="FFFFFF"/>
                </a:solidFill>
                <a:latin typeface="Times New Roman" panose="02020603050405020304" pitchFamily="18" charset="0"/>
                <a:cs typeface="Times New Roman" panose="02020603050405020304" pitchFamily="18" charset="0"/>
              </a:rPr>
              <a:t> </a:t>
            </a:r>
            <a:r>
              <a:rPr lang="en-US" sz="3600" b="1" kern="1200" dirty="0" err="1">
                <a:solidFill>
                  <a:srgbClr val="FFFFFF"/>
                </a:solidFill>
                <a:latin typeface="Times New Roman" panose="02020603050405020304" pitchFamily="18" charset="0"/>
                <a:cs typeface="Times New Roman" panose="02020603050405020304" pitchFamily="18" charset="0"/>
              </a:rPr>
              <a:t>cây</a:t>
            </a:r>
            <a:r>
              <a:rPr lang="en-US" sz="3600" b="1" kern="1200" dirty="0">
                <a:solidFill>
                  <a:srgbClr val="FFFFFF"/>
                </a:solidFill>
                <a:latin typeface="Times New Roman" panose="02020603050405020304" pitchFamily="18" charset="0"/>
                <a:cs typeface="Times New Roman" panose="02020603050405020304" pitchFamily="18" charset="0"/>
              </a:rPr>
              <a:t> AVL</a:t>
            </a:r>
          </a:p>
        </p:txBody>
      </p:sp>
      <p:pic>
        <p:nvPicPr>
          <p:cNvPr id="6" name="Content Placeholder 5">
            <a:extLst>
              <a:ext uri="{FF2B5EF4-FFF2-40B4-BE49-F238E27FC236}">
                <a16:creationId xmlns:a16="http://schemas.microsoft.com/office/drawing/2014/main" id="{B8CEAB33-1117-DC19-D41B-42EC9866B03A}"/>
              </a:ext>
            </a:extLst>
          </p:cNvPr>
          <p:cNvPicPr>
            <a:picLocks noGrp="1" noChangeAspect="1"/>
          </p:cNvPicPr>
          <p:nvPr>
            <p:ph idx="1"/>
          </p:nvPr>
        </p:nvPicPr>
        <p:blipFill>
          <a:blip r:embed="rId2"/>
          <a:stretch>
            <a:fillRect/>
          </a:stretch>
        </p:blipFill>
        <p:spPr>
          <a:xfrm>
            <a:off x="0" y="2405227"/>
            <a:ext cx="4038603" cy="4470592"/>
          </a:xfrm>
          <a:prstGeom prst="rect">
            <a:avLst/>
          </a:prstGeom>
        </p:spPr>
      </p:pic>
      <p:sp>
        <p:nvSpPr>
          <p:cNvPr id="7" name="TextBox 6">
            <a:extLst>
              <a:ext uri="{FF2B5EF4-FFF2-40B4-BE49-F238E27FC236}">
                <a16:creationId xmlns:a16="http://schemas.microsoft.com/office/drawing/2014/main" id="{DE89799A-1895-1EB6-EC2A-BCD3A74188C1}"/>
              </a:ext>
            </a:extLst>
          </p:cNvPr>
          <p:cNvSpPr txBox="1"/>
          <p:nvPr/>
        </p:nvSpPr>
        <p:spPr>
          <a:xfrm>
            <a:off x="4870988" y="942975"/>
            <a:ext cx="7010400" cy="6678751"/>
          </a:xfrm>
          <a:prstGeom prst="rect">
            <a:avLst/>
          </a:prstGeom>
          <a:noFill/>
        </p:spPr>
        <p:txBody>
          <a:bodyPr wrap="square" rtlCol="0">
            <a:spAutoFit/>
          </a:bodyPr>
          <a:lstStyle/>
          <a:p>
            <a:r>
              <a:rPr lang="vi-VN" sz="2000" b="1" dirty="0">
                <a:latin typeface="Times New Roman" panose="02020603050405020304" pitchFamily="18" charset="0"/>
                <a:cs typeface="Times New Roman" panose="02020603050405020304" pitchFamily="18" charset="0"/>
              </a:rPr>
              <a:t>Bước 1</a:t>
            </a:r>
            <a:r>
              <a:rPr lang="vi-VN" sz="2000" dirty="0">
                <a:latin typeface="Times New Roman" panose="02020603050405020304" pitchFamily="18" charset="0"/>
                <a:cs typeface="Times New Roman" panose="02020603050405020304" pitchFamily="18" charset="0"/>
              </a:rPr>
              <a:t>: Xóa như trong BST</a:t>
            </a:r>
          </a:p>
          <a:p>
            <a:r>
              <a:rPr lang="en-US" sz="2000" dirty="0" err="1">
                <a:latin typeface="Times New Roman" panose="02020603050405020304" pitchFamily="18" charset="0"/>
                <a:cs typeface="Times New Roman" panose="02020603050405020304" pitchFamily="18" charset="0"/>
              </a:rPr>
              <a:t>Nếu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nút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là</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lá</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xóa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trực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tiếp</a:t>
            </a:r>
            <a:r>
              <a:rPr lang="en-US" sz="2000" dirty="0">
                <a:latin typeface="Times New Roman" panose="02020603050405020304" pitchFamily="18" charset="0"/>
                <a:cs typeface="Times New Roman" panose="02020603050405020304" pitchFamily="18" charset="0"/>
              </a:rPr>
              <a:t>.</a:t>
            </a:r>
            <a:endParaRPr lang="vi-VN" sz="2000" dirty="0">
              <a:latin typeface="Times New Roman" panose="02020603050405020304" pitchFamily="18" charset="0"/>
              <a:cs typeface="Times New Roman" panose="02020603050405020304" pitchFamily="18" charset="0"/>
            </a:endParaRPr>
          </a:p>
          <a:p>
            <a:r>
              <a:rPr lang="en-US" sz="2000" dirty="0" err="1">
                <a:latin typeface="Times New Roman" panose="02020603050405020304" pitchFamily="18" charset="0"/>
                <a:cs typeface="Times New Roman" panose="02020603050405020304" pitchFamily="18" charset="0"/>
              </a:rPr>
              <a:t>Nếu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nút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có</a:t>
            </a:r>
            <a:r>
              <a:rPr lang="en-US" sz="2000" dirty="0">
                <a:latin typeface="Times New Roman" panose="02020603050405020304" pitchFamily="18" charset="0"/>
                <a:cs typeface="Times New Roman" panose="02020603050405020304" pitchFamily="18" charset="0"/>
              </a:rPr>
              <a:t> 1 con → </a:t>
            </a:r>
            <a:r>
              <a:rPr lang="en-US" sz="2000" dirty="0" err="1">
                <a:latin typeface="Times New Roman" panose="02020603050405020304" pitchFamily="18" charset="0"/>
                <a:cs typeface="Times New Roman" panose="02020603050405020304" pitchFamily="18" charset="0"/>
              </a:rPr>
              <a:t>thay</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thế</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bằng</a:t>
            </a:r>
            <a:r>
              <a:rPr lang="en-US" sz="2000" dirty="0">
                <a:latin typeface="Times New Roman" panose="02020603050405020304" pitchFamily="18" charset="0"/>
                <a:cs typeface="Times New Roman" panose="02020603050405020304" pitchFamily="18" charset="0"/>
              </a:rPr>
              <a:t> con </a:t>
            </a:r>
            <a:r>
              <a:rPr lang="en-US" sz="2000" dirty="0" err="1">
                <a:latin typeface="Times New Roman" panose="02020603050405020304" pitchFamily="18" charset="0"/>
                <a:cs typeface="Times New Roman" panose="02020603050405020304" pitchFamily="18" charset="0"/>
              </a:rPr>
              <a:t>đó</a:t>
            </a:r>
            <a:r>
              <a:rPr lang="en-US" sz="2000" dirty="0">
                <a:latin typeface="Times New Roman" panose="02020603050405020304" pitchFamily="18" charset="0"/>
                <a:cs typeface="Times New Roman" panose="02020603050405020304" pitchFamily="18" charset="0"/>
              </a:rPr>
              <a:t>.</a:t>
            </a:r>
            <a:endParaRPr lang="vi-VN" sz="2000" dirty="0">
              <a:latin typeface="Times New Roman" panose="02020603050405020304" pitchFamily="18" charset="0"/>
              <a:cs typeface="Times New Roman" panose="02020603050405020304" pitchFamily="18" charset="0"/>
            </a:endParaRPr>
          </a:p>
          <a:p>
            <a:r>
              <a:rPr lang="en-US" sz="2000" dirty="0" err="1">
                <a:latin typeface="Times New Roman" panose="02020603050405020304" pitchFamily="18" charset="0"/>
                <a:cs typeface="Times New Roman" panose="02020603050405020304" pitchFamily="18" charset="0"/>
              </a:rPr>
              <a:t>Nếu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nút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có</a:t>
            </a:r>
            <a:r>
              <a:rPr lang="en-US" sz="2000" dirty="0">
                <a:latin typeface="Times New Roman" panose="02020603050405020304" pitchFamily="18" charset="0"/>
                <a:cs typeface="Times New Roman" panose="02020603050405020304" pitchFamily="18" charset="0"/>
              </a:rPr>
              <a:t> 2 con → </a:t>
            </a:r>
            <a:r>
              <a:rPr lang="en-US" sz="2000" dirty="0" err="1">
                <a:latin typeface="Times New Roman" panose="02020603050405020304" pitchFamily="18" charset="0"/>
                <a:cs typeface="Times New Roman" panose="02020603050405020304" pitchFamily="18" charset="0"/>
              </a:rPr>
              <a:t>tìm</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nút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thế</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mạng</a:t>
            </a:r>
            <a:r>
              <a:rPr lang="en-US" sz="2000" dirty="0">
                <a:latin typeface="Times New Roman" panose="02020603050405020304" pitchFamily="18" charset="0"/>
                <a:cs typeface="Times New Roman" panose="02020603050405020304" pitchFamily="18" charset="0"/>
              </a:rPr>
              <a:t> (node </a:t>
            </a:r>
            <a:r>
              <a:rPr lang="en-US" sz="2000" dirty="0" err="1">
                <a:latin typeface="Times New Roman" panose="02020603050405020304" pitchFamily="18" charset="0"/>
                <a:cs typeface="Times New Roman" panose="02020603050405020304" pitchFamily="18" charset="0"/>
              </a:rPr>
              <a:t>nhỏ</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nhất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bên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phải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hoặc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lớn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nhất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bên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trái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gán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giá</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trị</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và</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xóa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nút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thế</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mạng</a:t>
            </a:r>
            <a:r>
              <a:rPr lang="en-US" sz="2000" dirty="0">
                <a:latin typeface="Times New Roman" panose="02020603050405020304" pitchFamily="18" charset="0"/>
                <a:cs typeface="Times New Roman" panose="02020603050405020304" pitchFamily="18" charset="0"/>
              </a:rPr>
              <a:t>.</a:t>
            </a:r>
            <a:endParaRPr lang="vi-VN" sz="2000" dirty="0">
              <a:latin typeface="Times New Roman" panose="02020603050405020304" pitchFamily="18" charset="0"/>
              <a:cs typeface="Times New Roman" panose="02020603050405020304" pitchFamily="18" charset="0"/>
            </a:endParaRPr>
          </a:p>
          <a:p>
            <a:r>
              <a:rPr lang="vi-VN" sz="2000" b="1" dirty="0">
                <a:latin typeface="Times New Roman" panose="02020603050405020304" pitchFamily="18" charset="0"/>
                <a:cs typeface="Times New Roman" panose="02020603050405020304" pitchFamily="18" charset="0"/>
              </a:rPr>
              <a:t>Bước 2: </a:t>
            </a:r>
            <a:r>
              <a:rPr lang="vi-VN" sz="2000" dirty="0">
                <a:latin typeface="Times New Roman" panose="02020603050405020304" pitchFamily="18" charset="0"/>
                <a:cs typeface="Times New Roman" panose="02020603050405020304" pitchFamily="18" charset="0"/>
              </a:rPr>
              <a:t>Cập nhật chiều cao các nút tổ tiên.</a:t>
            </a:r>
          </a:p>
          <a:p>
            <a:r>
              <a:rPr lang="vi-VN" sz="2000" dirty="0">
                <a:latin typeface="Times New Roman" panose="02020603050405020304" pitchFamily="18" charset="0"/>
                <a:cs typeface="Times New Roman" panose="02020603050405020304" pitchFamily="18" charset="0"/>
              </a:rPr>
              <a:t>Bước 3: Kiểm tra cân bằng</a:t>
            </a:r>
          </a:p>
          <a:p>
            <a:r>
              <a:rPr lang="vi-VN" sz="2000" dirty="0">
                <a:latin typeface="Times New Roman" panose="02020603050405020304" pitchFamily="18" charset="0"/>
                <a:cs typeface="Times New Roman" panose="02020603050405020304" pitchFamily="18" charset="0"/>
              </a:rPr>
              <a:t>T</a:t>
            </a:r>
            <a:r>
              <a:rPr lang="en-US" sz="2000" dirty="0" err="1">
                <a:latin typeface="Times New Roman" panose="02020603050405020304" pitchFamily="18" charset="0"/>
                <a:cs typeface="Times New Roman" panose="02020603050405020304" pitchFamily="18" charset="0"/>
              </a:rPr>
              <a:t>ính</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Balance Factor</a:t>
            </a:r>
            <a:r>
              <a:rPr lang="en-US" sz="2000" dirty="0">
                <a:latin typeface="Times New Roman" panose="02020603050405020304" pitchFamily="18" charset="0"/>
                <a:cs typeface="Times New Roman" panose="02020603050405020304" pitchFamily="18" charset="0"/>
              </a:rPr>
              <a:t> </a:t>
            </a:r>
            <a:r>
              <a:rPr lang="vi-VN" sz="2000" dirty="0">
                <a:latin typeface="Times New Roman" panose="02020603050405020304" pitchFamily="18" charset="0"/>
                <a:cs typeface="Times New Roman" panose="02020603050405020304" pitchFamily="18" charset="0"/>
              </a:rPr>
              <a:t>( Hệ số cân bằng)</a:t>
            </a:r>
            <a:r>
              <a:rPr lang="en-US" sz="2000" dirty="0" err="1">
                <a:latin typeface="Times New Roman" panose="02020603050405020304" pitchFamily="18" charset="0"/>
                <a:cs typeface="Times New Roman" panose="02020603050405020304" pitchFamily="18" charset="0"/>
              </a:rPr>
              <a:t>cho</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từng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nút</a:t>
            </a:r>
            <a:r>
              <a:rPr lang="en-US" sz="2000" dirty="0">
                <a:latin typeface="Times New Roman" panose="02020603050405020304" pitchFamily="18" charset="0"/>
                <a:cs typeface="Times New Roman" panose="02020603050405020304" pitchFamily="18" charset="0"/>
              </a:rPr>
              <a:t>.</a:t>
            </a:r>
            <a:endParaRPr lang="vi-VN" sz="2000" dirty="0">
              <a:latin typeface="Times New Roman" panose="02020603050405020304" pitchFamily="18" charset="0"/>
              <a:cs typeface="Times New Roman" panose="02020603050405020304" pitchFamily="18" charset="0"/>
            </a:endParaRPr>
          </a:p>
          <a:p>
            <a:r>
              <a:rPr lang="en-US" sz="2000" dirty="0" err="1">
                <a:latin typeface="Times New Roman" panose="02020603050405020304" pitchFamily="18" charset="0"/>
                <a:cs typeface="Times New Roman" panose="02020603050405020304" pitchFamily="18" charset="0"/>
              </a:rPr>
              <a:t>Nếu</a:t>
            </a:r>
            <a:r>
              <a:rPr lang="en-US" sz="2000" dirty="0">
                <a:latin typeface="Times New Roman" panose="02020603050405020304" pitchFamily="18" charset="0"/>
                <a:cs typeface="Times New Roman" panose="02020603050405020304" pitchFamily="18" charset="0"/>
              </a:rPr>
              <a:t> |BF| &gt; 1 → </a:t>
            </a:r>
            <a:r>
              <a:rPr lang="en-US" sz="2000" dirty="0" err="1">
                <a:latin typeface="Times New Roman" panose="02020603050405020304" pitchFamily="18" charset="0"/>
                <a:cs typeface="Times New Roman" panose="02020603050405020304" pitchFamily="18" charset="0"/>
              </a:rPr>
              <a:t>mất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cân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bằng</a:t>
            </a:r>
            <a:r>
              <a:rPr lang="en-US" sz="2000" dirty="0">
                <a:latin typeface="Times New Roman" panose="02020603050405020304" pitchFamily="18" charset="0"/>
                <a:cs typeface="Times New Roman" panose="02020603050405020304" pitchFamily="18" charset="0"/>
              </a:rPr>
              <a:t>.</a:t>
            </a:r>
            <a:endParaRPr lang="vi-VN" sz="2000" dirty="0">
              <a:latin typeface="Times New Roman" panose="02020603050405020304" pitchFamily="18" charset="0"/>
              <a:cs typeface="Times New Roman" panose="02020603050405020304" pitchFamily="18" charset="0"/>
            </a:endParaRPr>
          </a:p>
          <a:p>
            <a:r>
              <a:rPr lang="vi-VN" sz="2000" b="1" dirty="0">
                <a:latin typeface="Times New Roman" panose="02020603050405020304" pitchFamily="18" charset="0"/>
                <a:cs typeface="Times New Roman" panose="02020603050405020304" pitchFamily="18" charset="0"/>
              </a:rPr>
              <a:t>Bước 4: Xác định và xử lý mất cân bằng</a:t>
            </a:r>
            <a:br>
              <a:rPr lang="vi-VN" sz="2000" dirty="0">
                <a:latin typeface="Times New Roman" panose="02020603050405020304" pitchFamily="18" charset="0"/>
                <a:cs typeface="Times New Roman" panose="02020603050405020304" pitchFamily="18" charset="0"/>
              </a:rPr>
            </a:br>
            <a:r>
              <a:rPr lang="vi-VN" sz="2000" dirty="0">
                <a:latin typeface="Times New Roman" panose="02020603050405020304" pitchFamily="18" charset="0"/>
                <a:cs typeface="Times New Roman" panose="02020603050405020304" pitchFamily="18" charset="0"/>
              </a:rPr>
              <a:t>Có 4 trường hợp </a:t>
            </a:r>
          </a:p>
          <a:p>
            <a:r>
              <a:rPr lang="en-US" sz="2000" dirty="0">
                <a:latin typeface="Times New Roman" panose="02020603050405020304" pitchFamily="18" charset="0"/>
                <a:cs typeface="Times New Roman" panose="02020603050405020304" pitchFamily="18" charset="0"/>
              </a:rPr>
              <a:t>Left – Left (LL): Quay </a:t>
            </a:r>
            <a:r>
              <a:rPr lang="en-US" sz="2000" dirty="0" err="1">
                <a:latin typeface="Times New Roman" panose="02020603050405020304" pitchFamily="18" charset="0"/>
                <a:cs typeface="Times New Roman" panose="02020603050405020304" pitchFamily="18" charset="0"/>
              </a:rPr>
              <a:t>phải</a:t>
            </a:r>
            <a:r>
              <a:rPr lang="en-US" sz="2000" dirty="0">
                <a:latin typeface="Times New Roman" panose="02020603050405020304" pitchFamily="18" charset="0"/>
                <a:cs typeface="Times New Roman" panose="02020603050405020304" pitchFamily="18" charset="0"/>
              </a:rPr>
              <a:t>.</a:t>
            </a:r>
            <a:endParaRPr lang="vi-VN"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Right – Right (RR): Quay </a:t>
            </a:r>
            <a:r>
              <a:rPr lang="en-US" sz="2000" dirty="0" err="1">
                <a:latin typeface="Times New Roman" panose="02020603050405020304" pitchFamily="18" charset="0"/>
                <a:cs typeface="Times New Roman" panose="02020603050405020304" pitchFamily="18" charset="0"/>
              </a:rPr>
              <a:t>trái</a:t>
            </a:r>
            <a:r>
              <a:rPr lang="en-US" sz="2000" dirty="0">
                <a:latin typeface="Times New Roman" panose="02020603050405020304" pitchFamily="18" charset="0"/>
                <a:cs typeface="Times New Roman" panose="02020603050405020304" pitchFamily="18" charset="0"/>
              </a:rPr>
              <a:t>.</a:t>
            </a:r>
            <a:endParaRPr lang="vi-VN"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Left – Right (LR): Quay </a:t>
            </a:r>
            <a:r>
              <a:rPr lang="en-US" sz="2000" dirty="0" err="1">
                <a:latin typeface="Times New Roman" panose="02020603050405020304" pitchFamily="18" charset="0"/>
                <a:cs typeface="Times New Roman" panose="02020603050405020304" pitchFamily="18" charset="0"/>
              </a:rPr>
              <a:t>trái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tại</a:t>
            </a:r>
            <a:r>
              <a:rPr lang="en-US" sz="2000" dirty="0">
                <a:latin typeface="Times New Roman" panose="02020603050405020304" pitchFamily="18" charset="0"/>
                <a:cs typeface="Times New Roman" panose="02020603050405020304" pitchFamily="18" charset="0"/>
              </a:rPr>
              <a:t> con </a:t>
            </a:r>
            <a:r>
              <a:rPr lang="en-US" sz="2000" dirty="0" err="1">
                <a:latin typeface="Times New Roman" panose="02020603050405020304" pitchFamily="18" charset="0"/>
                <a:cs typeface="Times New Roman" panose="02020603050405020304" pitchFamily="18" charset="0"/>
              </a:rPr>
              <a:t>trái</a:t>
            </a:r>
            <a:r>
              <a:rPr lang="en-US" sz="2000" dirty="0">
                <a:latin typeface="Times New Roman" panose="02020603050405020304" pitchFamily="18" charset="0"/>
                <a:cs typeface="Times New Roman" panose="02020603050405020304" pitchFamily="18" charset="0"/>
              </a:rPr>
              <a:t> → quay </a:t>
            </a:r>
            <a:r>
              <a:rPr lang="en-US" sz="2000" dirty="0" err="1">
                <a:latin typeface="Times New Roman" panose="02020603050405020304" pitchFamily="18" charset="0"/>
                <a:cs typeface="Times New Roman" panose="02020603050405020304" pitchFamily="18" charset="0"/>
              </a:rPr>
              <a:t>phải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tại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gốc</a:t>
            </a:r>
            <a:r>
              <a:rPr lang="en-US" sz="2000" dirty="0">
                <a:latin typeface="Times New Roman" panose="02020603050405020304" pitchFamily="18" charset="0"/>
                <a:cs typeface="Times New Roman" panose="02020603050405020304" pitchFamily="18" charset="0"/>
              </a:rPr>
              <a:t>.</a:t>
            </a:r>
            <a:endParaRPr lang="vi-VN"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Right – Left (RL): Quay </a:t>
            </a:r>
            <a:r>
              <a:rPr lang="en-US" sz="2000" dirty="0" err="1">
                <a:latin typeface="Times New Roman" panose="02020603050405020304" pitchFamily="18" charset="0"/>
                <a:cs typeface="Times New Roman" panose="02020603050405020304" pitchFamily="18" charset="0"/>
              </a:rPr>
              <a:t>phải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tại</a:t>
            </a:r>
            <a:r>
              <a:rPr lang="en-US" sz="2000" dirty="0">
                <a:latin typeface="Times New Roman" panose="02020603050405020304" pitchFamily="18" charset="0"/>
                <a:cs typeface="Times New Roman" panose="02020603050405020304" pitchFamily="18" charset="0"/>
              </a:rPr>
              <a:t> con </a:t>
            </a:r>
            <a:r>
              <a:rPr lang="en-US" sz="2000" dirty="0" err="1">
                <a:latin typeface="Times New Roman" panose="02020603050405020304" pitchFamily="18" charset="0"/>
                <a:cs typeface="Times New Roman" panose="02020603050405020304" pitchFamily="18" charset="0"/>
              </a:rPr>
              <a:t>phải</a:t>
            </a:r>
            <a:r>
              <a:rPr lang="en-US" sz="2000" dirty="0">
                <a:latin typeface="Times New Roman" panose="02020603050405020304" pitchFamily="18" charset="0"/>
                <a:cs typeface="Times New Roman" panose="02020603050405020304" pitchFamily="18" charset="0"/>
              </a:rPr>
              <a:t> → quay </a:t>
            </a:r>
            <a:r>
              <a:rPr lang="en-US" sz="2000" dirty="0" err="1">
                <a:latin typeface="Times New Roman" panose="02020603050405020304" pitchFamily="18" charset="0"/>
                <a:cs typeface="Times New Roman" panose="02020603050405020304" pitchFamily="18" charset="0"/>
              </a:rPr>
              <a:t>trái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tại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gốc</a:t>
            </a:r>
            <a:r>
              <a:rPr lang="en-US" sz="2000" dirty="0">
                <a:latin typeface="Times New Roman" panose="02020603050405020304" pitchFamily="18" charset="0"/>
                <a:cs typeface="Times New Roman" panose="02020603050405020304" pitchFamily="18" charset="0"/>
              </a:rPr>
              <a:t>.</a:t>
            </a:r>
            <a:endParaRPr lang="vi-VN" sz="2000" dirty="0">
              <a:latin typeface="Times New Roman" panose="02020603050405020304" pitchFamily="18" charset="0"/>
              <a:cs typeface="Times New Roman" panose="02020603050405020304" pitchFamily="18" charset="0"/>
            </a:endParaRPr>
          </a:p>
          <a:p>
            <a:endParaRPr lang="vi-VN" sz="2000" dirty="0">
              <a:latin typeface="Times New Roman" panose="02020603050405020304" pitchFamily="18" charset="0"/>
              <a:cs typeface="Times New Roman" panose="02020603050405020304" pitchFamily="18" charset="0"/>
            </a:endParaRPr>
          </a:p>
          <a:p>
            <a:endParaRPr lang="vi-VN" dirty="0"/>
          </a:p>
          <a:p>
            <a:endParaRPr lang="vi-VN" dirty="0"/>
          </a:p>
          <a:p>
            <a:endParaRPr lang="vi-VN" dirty="0"/>
          </a:p>
          <a:p>
            <a:endParaRPr lang="vi-VN" dirty="0"/>
          </a:p>
          <a:p>
            <a:endParaRPr lang="vi-VN" dirty="0"/>
          </a:p>
          <a:p>
            <a:endParaRPr lang="en-US" dirty="0"/>
          </a:p>
        </p:txBody>
      </p:sp>
    </p:spTree>
    <p:extLst>
      <p:ext uri="{BB962C8B-B14F-4D97-AF65-F5344CB8AC3E}">
        <p14:creationId xmlns:p14="http://schemas.microsoft.com/office/powerpoint/2010/main" val="20152147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3" name="Picture 12" descr="A group of colored pencils and ruler on lined paper">
            <a:extLst>
              <a:ext uri="{FF2B5EF4-FFF2-40B4-BE49-F238E27FC236}">
                <a16:creationId xmlns:a16="http://schemas.microsoft.com/office/drawing/2014/main" id="{B073A351-C73B-63C9-B379-F663EF988665}"/>
              </a:ext>
            </a:extLst>
          </p:cNvPr>
          <p:cNvPicPr>
            <a:picLocks noChangeAspect="1"/>
          </p:cNvPicPr>
          <p:nvPr/>
        </p:nvPicPr>
        <p:blipFill>
          <a:blip r:embed="rId2">
            <a:extLst>
              <a:ext uri="{28A0092B-C50C-407E-A947-70E740481C1C}">
                <a14:useLocalDpi xmlns:a14="http://schemas.microsoft.com/office/drawing/2010/main" val="0"/>
              </a:ext>
            </a:extLst>
          </a:blip>
          <a:srcRect t="19"/>
          <a:stretch>
            <a:fillRect/>
          </a:stretch>
        </p:blipFill>
        <p:spPr>
          <a:xfrm>
            <a:off x="20" y="1282"/>
            <a:ext cx="12191980" cy="6856718"/>
          </a:xfrm>
          <a:prstGeom prst="rect">
            <a:avLst/>
          </a:prstGeom>
        </p:spPr>
      </p:pic>
      <p:sp>
        <p:nvSpPr>
          <p:cNvPr id="11" name="AutoShape 16" descr="Cảm ơn cô giáo và các bạn đã lắng nghe - Những lời cảm ơn chân thành và ý  nghĩa trong bài thuyết trình">
            <a:extLst>
              <a:ext uri="{FF2B5EF4-FFF2-40B4-BE49-F238E27FC236}">
                <a16:creationId xmlns:a16="http://schemas.microsoft.com/office/drawing/2014/main" id="{13CC8E8B-AB2C-E1F7-C942-DE966FA67509}"/>
              </a:ext>
            </a:extLst>
          </p:cNvPr>
          <p:cNvSpPr>
            <a:spLocks noChangeAspect="1" noChangeArrowheads="1"/>
          </p:cNvSpPr>
          <p:nvPr/>
        </p:nvSpPr>
        <p:spPr bwMode="auto">
          <a:xfrm>
            <a:off x="5943599" y="3276599"/>
            <a:ext cx="1838325" cy="18383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8349577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209</TotalTime>
  <Words>911</Words>
  <Application>Microsoft Office PowerPoint</Application>
  <PresentationFormat>Widescreen</PresentationFormat>
  <Paragraphs>78</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Symbol</vt:lpstr>
      <vt:lpstr>Times New Roman</vt:lpstr>
      <vt:lpstr>Office Theme</vt:lpstr>
      <vt:lpstr>       Nhóm 8 1.Nguyễn Công Phúc 2.Nguyễn Ngọc Quang 3.Nguyễn Quang Bảo 4.Nguyễn Đắc Dương 5.Bùi Đức Anh  6.Trương Tất Giang 7.Văn Quốc Anh 8.Cao Đức Anh </vt:lpstr>
      <vt:lpstr>Mục lục</vt:lpstr>
      <vt:lpstr>1.Cây AVL và cách xây dựng cây cân bằng. </vt:lpstr>
      <vt:lpstr>1.1 Khái niệm?  -Cây AVL (viết tắt của tên các nhà phát minh Adelson, Velski và Landis) là cây tìm kiếm nhị phân BST có độ cân bằng cao. Cây AVL kiểm tra độ cao (bậc) của các cây con bên trái và cây con bên phải và bảo đảm rằng hiệu số giữa chúng là không lớn hơn 1. Hiệu số này được gọi là Hệ số cân bằng .  -Hệ số cân bằng = Chiều cao của cây con bên trái - Chiều cao của cây con bên phải  (Hoặc Hệ số cân bằng = Chiều cao của cây con bên phải - Chiều cao của cây con bên trái)  -Khi cây cân bằng, hệ số này = 0 hoặc ±1. Tổng quát : cây cân bằng khi hscb &lt;= ±1  </vt:lpstr>
      <vt:lpstr>1.2 Cách xây dựng cây cân bằng.</vt:lpstr>
      <vt:lpstr>2.Các trường hợp mất cân bằng.</vt:lpstr>
      <vt:lpstr>2.1 Cách xử lý mất cân bằng</vt:lpstr>
      <vt:lpstr>b. Kỹ thuật quay phải cây AVL Cây AVL trở nên không cân bằng nếu một nút được chèn vào cây con bên trái của cây con bên trái. Để cây cân bằng, chúng ta thực hiện kỹ thuật quay phải như sau:  </vt:lpstr>
      <vt:lpstr>c. Kỹ thuật quay trái-phải cây AVL </vt:lpstr>
      <vt:lpstr>d.Kỹ thuật quay phải-trái cây AVL </vt:lpstr>
      <vt:lpstr>3.Các phép thao tác tìm kiếm và xóa phần tử trên cây AVL </vt:lpstr>
      <vt:lpstr>3.2 Thao tác xóa phần tử trên cây AVL</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Nhóm 8  1.Nguyễn Công Phúc 2.Nguyễn Ngọc Quang 3.Nguyễn Quang Bảo 4.Nguyễn Đắc Dương 5.Bùi Đức Anh  6.Trương Tất Giang 7.Văn Quốc Anh 8.Cao Đức Anh </dc:title>
  <dc:creator>Nguyễn Đắc Dương - 69IT2</dc:creator>
  <cp:lastModifiedBy>Nguyễn Đắc Dương - 69IT2</cp:lastModifiedBy>
  <cp:revision>1</cp:revision>
  <dcterms:created xsi:type="dcterms:W3CDTF">2025-08-24T12:32:51Z</dcterms:created>
  <dcterms:modified xsi:type="dcterms:W3CDTF">2025-08-24T16:02:11Z</dcterms:modified>
</cp:coreProperties>
</file>